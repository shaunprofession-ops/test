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1"/>
  </p:notesMasterIdLst>
  <p:sldIdLst>
    <p:sldId id="259" r:id="rId5"/>
    <p:sldId id="362" r:id="rId6"/>
    <p:sldId id="364" r:id="rId7"/>
    <p:sldId id="361" r:id="rId8"/>
    <p:sldId id="363" r:id="rId9"/>
    <p:sldId id="352" r:id="rId10"/>
    <p:sldId id="345" r:id="rId11"/>
    <p:sldId id="349" r:id="rId12"/>
    <p:sldId id="350" r:id="rId13"/>
    <p:sldId id="358" r:id="rId14"/>
    <p:sldId id="360" r:id="rId15"/>
    <p:sldId id="359" r:id="rId16"/>
    <p:sldId id="355" r:id="rId17"/>
    <p:sldId id="357" r:id="rId18"/>
    <p:sldId id="341" r:id="rId19"/>
    <p:sldId id="262"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BBF6F068-87B3-4569-A069-7C5DB6368F67}">
          <p14:sldIdLst>
            <p14:sldId id="259"/>
          </p14:sldIdLst>
        </p14:section>
        <p14:section name="Untitled Section" id="{2047C832-96FE-43DC-9D8F-2AC609358F72}">
          <p14:sldIdLst>
            <p14:sldId id="362"/>
            <p14:sldId id="364"/>
            <p14:sldId id="361"/>
            <p14:sldId id="363"/>
            <p14:sldId id="352"/>
            <p14:sldId id="345"/>
            <p14:sldId id="349"/>
            <p14:sldId id="350"/>
            <p14:sldId id="358"/>
            <p14:sldId id="360"/>
            <p14:sldId id="359"/>
            <p14:sldId id="355"/>
            <p14:sldId id="357"/>
            <p14:sldId id="341"/>
            <p14:sldId id="262"/>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F72473B-4463-DA6E-14CD-1AA7D6D15D8F}" name="Shatrudhan Shrivastava" initials="SS" userId="S::shatrudhan.shrivastava@magmainsurance.com::cd17bced-ce8c-4433-9cdd-9edfbfd7665b"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6C6AD"/>
    <a:srgbClr val="C2F1C8"/>
    <a:srgbClr val="EF7479"/>
    <a:srgbClr val="F39B9F"/>
    <a:srgbClr val="FF9900"/>
    <a:srgbClr val="E51E26"/>
    <a:srgbClr val="A5A5A5"/>
    <a:srgbClr val="FFFFFF"/>
    <a:srgbClr val="EC6269"/>
    <a:srgbClr val="E5273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2BEA28D-0CB8-4B09-95DC-20E30BC8C7A0}" v="508" dt="2026-04-22T10:43:31.05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9" d="100"/>
          <a:sy n="59" d="100"/>
        </p:scale>
        <p:origin x="940"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 Id="rId27" Type="http://schemas.microsoft.com/office/2018/10/relationships/authors" Target="author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sz="1400" dirty="0"/>
              <a:t>Overall PT</a:t>
            </a:r>
            <a:r>
              <a:rPr lang="en-US" sz="1400" baseline="0" dirty="0"/>
              <a:t> Summary</a:t>
            </a:r>
            <a:endParaRPr lang="en-US" sz="1400" dirty="0"/>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Sheet1!$B$1</c:f>
              <c:strCache>
                <c:ptCount val="1"/>
                <c:pt idx="0">
                  <c:v>Reported</c:v>
                </c:pt>
              </c:strCache>
            </c:strRef>
          </c:tx>
          <c:spPr>
            <a:solidFill>
              <a:schemeClr val="bg1">
                <a:lumMod val="75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Critical</c:v>
                </c:pt>
                <c:pt idx="1">
                  <c:v>High</c:v>
                </c:pt>
                <c:pt idx="2">
                  <c:v>Medium</c:v>
                </c:pt>
                <c:pt idx="3">
                  <c:v>Low</c:v>
                </c:pt>
                <c:pt idx="4">
                  <c:v>Info</c:v>
                </c:pt>
              </c:strCache>
            </c:strRef>
          </c:cat>
          <c:val>
            <c:numRef>
              <c:f>Sheet1!$B$2:$B$6</c:f>
              <c:numCache>
                <c:formatCode>0.00%</c:formatCode>
                <c:ptCount val="5"/>
                <c:pt idx="0">
                  <c:v>4.8309178743961352E-2</c:v>
                </c:pt>
                <c:pt idx="1">
                  <c:v>0.16908212560386474</c:v>
                </c:pt>
                <c:pt idx="2">
                  <c:v>0.42995169082125606</c:v>
                </c:pt>
                <c:pt idx="3">
                  <c:v>0.33333333333333331</c:v>
                </c:pt>
                <c:pt idx="4">
                  <c:v>1.932367149758454E-2</c:v>
                </c:pt>
              </c:numCache>
            </c:numRef>
          </c:val>
          <c:extLst>
            <c:ext xmlns:c16="http://schemas.microsoft.com/office/drawing/2014/chart" uri="{C3380CC4-5D6E-409C-BE32-E72D297353CC}">
              <c16:uniqueId val="{00000000-F1D3-4E1F-B736-686A1ACD2354}"/>
            </c:ext>
          </c:extLst>
        </c:ser>
        <c:ser>
          <c:idx val="1"/>
          <c:order val="1"/>
          <c:tx>
            <c:strRef>
              <c:f>Sheet1!$C$1</c:f>
              <c:strCache>
                <c:ptCount val="1"/>
                <c:pt idx="0">
                  <c:v>Open</c:v>
                </c:pt>
              </c:strCache>
            </c:strRef>
          </c:tx>
          <c:spPr>
            <a:solidFill>
              <a:srgbClr val="FF0000"/>
            </a:solidFill>
            <a:ln>
              <a:noFill/>
            </a:ln>
            <a:effectLst/>
          </c:spPr>
          <c:invertIfNegative val="0"/>
          <c:dLbls>
            <c:dLbl>
              <c:idx val="4"/>
              <c:layout>
                <c:manualLayout>
                  <c:x val="0"/>
                  <c:y val="-7.2106547359665471E-2"/>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F1D3-4E1F-B736-686A1ACD2354}"/>
                </c:ext>
              </c:extLst>
            </c:dLbl>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0000"/>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Critical</c:v>
                </c:pt>
                <c:pt idx="1">
                  <c:v>High</c:v>
                </c:pt>
                <c:pt idx="2">
                  <c:v>Medium</c:v>
                </c:pt>
                <c:pt idx="3">
                  <c:v>Low</c:v>
                </c:pt>
                <c:pt idx="4">
                  <c:v>Info</c:v>
                </c:pt>
              </c:strCache>
            </c:strRef>
          </c:cat>
          <c:val>
            <c:numRef>
              <c:f>Sheet1!$C$2:$C$6</c:f>
              <c:numCache>
                <c:formatCode>0.00%</c:formatCode>
                <c:ptCount val="5"/>
                <c:pt idx="0">
                  <c:v>0</c:v>
                </c:pt>
                <c:pt idx="1">
                  <c:v>3.8600000000000002E-2</c:v>
                </c:pt>
                <c:pt idx="2">
                  <c:v>0.1739</c:v>
                </c:pt>
                <c:pt idx="3">
                  <c:v>0.18360000000000001</c:v>
                </c:pt>
                <c:pt idx="4">
                  <c:v>1.4500000000000001E-2</c:v>
                </c:pt>
              </c:numCache>
            </c:numRef>
          </c:val>
          <c:extLst>
            <c:ext xmlns:c16="http://schemas.microsoft.com/office/drawing/2014/chart" uri="{C3380CC4-5D6E-409C-BE32-E72D297353CC}">
              <c16:uniqueId val="{00000001-F1D3-4E1F-B736-686A1ACD2354}"/>
            </c:ext>
          </c:extLst>
        </c:ser>
        <c:ser>
          <c:idx val="2"/>
          <c:order val="2"/>
          <c:tx>
            <c:strRef>
              <c:f>Sheet1!$D$1</c:f>
              <c:strCache>
                <c:ptCount val="1"/>
                <c:pt idx="0">
                  <c:v>Closed</c:v>
                </c:pt>
              </c:strCache>
            </c:strRef>
          </c:tx>
          <c:spPr>
            <a:solidFill>
              <a:srgbClr val="00B050"/>
            </a:solidFill>
            <a:ln>
              <a:noFill/>
            </a:ln>
            <a:effectLst/>
          </c:spPr>
          <c:invertIfNegative val="0"/>
          <c:dLbls>
            <c:dLbl>
              <c:idx val="3"/>
              <c:layout>
                <c:manualLayout>
                  <c:x val="4.0197561519380691E-2"/>
                  <c:y val="0"/>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F1D3-4E1F-B736-686A1ACD2354}"/>
                </c:ext>
              </c:extLst>
            </c:dLbl>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00B050"/>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Critical</c:v>
                </c:pt>
                <c:pt idx="1">
                  <c:v>High</c:v>
                </c:pt>
                <c:pt idx="2">
                  <c:v>Medium</c:v>
                </c:pt>
                <c:pt idx="3">
                  <c:v>Low</c:v>
                </c:pt>
                <c:pt idx="4">
                  <c:v>Info</c:v>
                </c:pt>
              </c:strCache>
            </c:strRef>
          </c:cat>
          <c:val>
            <c:numRef>
              <c:f>Sheet1!$D$2:$D$6</c:f>
              <c:numCache>
                <c:formatCode>0.00%</c:formatCode>
                <c:ptCount val="5"/>
                <c:pt idx="0">
                  <c:v>4.8309178743961352E-2</c:v>
                </c:pt>
                <c:pt idx="1">
                  <c:v>0.13043478260869565</c:v>
                </c:pt>
                <c:pt idx="2">
                  <c:v>0.2560386473429952</c:v>
                </c:pt>
                <c:pt idx="3">
                  <c:v>0.14975845410628019</c:v>
                </c:pt>
                <c:pt idx="4">
                  <c:v>4.830917874396135E-3</c:v>
                </c:pt>
              </c:numCache>
            </c:numRef>
          </c:val>
          <c:extLst>
            <c:ext xmlns:c16="http://schemas.microsoft.com/office/drawing/2014/chart" uri="{C3380CC4-5D6E-409C-BE32-E72D297353CC}">
              <c16:uniqueId val="{00000002-F1D3-4E1F-B736-686A1ACD2354}"/>
            </c:ext>
          </c:extLst>
        </c:ser>
        <c:dLbls>
          <c:dLblPos val="outEnd"/>
          <c:showLegendKey val="0"/>
          <c:showVal val="1"/>
          <c:showCatName val="0"/>
          <c:showSerName val="0"/>
          <c:showPercent val="0"/>
          <c:showBubbleSize val="0"/>
        </c:dLbls>
        <c:gapWidth val="219"/>
        <c:overlap val="-27"/>
        <c:axId val="1855729024"/>
        <c:axId val="1855730944"/>
      </c:barChart>
      <c:catAx>
        <c:axId val="185572902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855730944"/>
        <c:crosses val="autoZero"/>
        <c:auto val="1"/>
        <c:lblAlgn val="ctr"/>
        <c:lblOffset val="100"/>
        <c:noMultiLvlLbl val="0"/>
      </c:catAx>
      <c:valAx>
        <c:axId val="1855730944"/>
        <c:scaling>
          <c:orientation val="minMax"/>
        </c:scaling>
        <c:delete val="1"/>
        <c:axPos val="l"/>
        <c:majorGridlines>
          <c:spPr>
            <a:ln w="9525" cap="flat" cmpd="sng" algn="ctr">
              <a:solidFill>
                <a:schemeClr val="tx1">
                  <a:lumMod val="15000"/>
                  <a:lumOff val="85000"/>
                </a:schemeClr>
              </a:solidFill>
              <a:round/>
            </a:ln>
            <a:effectLst/>
          </c:spPr>
        </c:majorGridlines>
        <c:numFmt formatCode="0.00%" sourceLinked="1"/>
        <c:majorTickMark val="none"/>
        <c:minorTickMark val="none"/>
        <c:tickLblPos val="nextTo"/>
        <c:crossAx val="1855729024"/>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sz="1400" dirty="0"/>
              <a:t>Overall VA</a:t>
            </a:r>
            <a:r>
              <a:rPr lang="en-US" sz="1400" baseline="0" dirty="0"/>
              <a:t> Summary</a:t>
            </a:r>
            <a:endParaRPr lang="en-US" sz="1400" dirty="0"/>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Sheet1!$B$1</c:f>
              <c:strCache>
                <c:ptCount val="1"/>
                <c:pt idx="0">
                  <c:v>Reported</c:v>
                </c:pt>
              </c:strCache>
            </c:strRef>
          </c:tx>
          <c:spPr>
            <a:solidFill>
              <a:schemeClr val="bg1">
                <a:lumMod val="75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Critical</c:v>
                </c:pt>
                <c:pt idx="1">
                  <c:v>High</c:v>
                </c:pt>
                <c:pt idx="2">
                  <c:v>Medium</c:v>
                </c:pt>
                <c:pt idx="3">
                  <c:v>Low</c:v>
                </c:pt>
              </c:strCache>
            </c:strRef>
          </c:cat>
          <c:val>
            <c:numRef>
              <c:f>Sheet1!$B$2:$B$5</c:f>
              <c:numCache>
                <c:formatCode>0.00%</c:formatCode>
                <c:ptCount val="4"/>
                <c:pt idx="0">
                  <c:v>3.2899999999999999E-2</c:v>
                </c:pt>
                <c:pt idx="1">
                  <c:v>0.126</c:v>
                </c:pt>
                <c:pt idx="2">
                  <c:v>7.4899999999999994E-2</c:v>
                </c:pt>
                <c:pt idx="3">
                  <c:v>1.6199999999999999E-2</c:v>
                </c:pt>
              </c:numCache>
            </c:numRef>
          </c:val>
          <c:extLst>
            <c:ext xmlns:c16="http://schemas.microsoft.com/office/drawing/2014/chart" uri="{C3380CC4-5D6E-409C-BE32-E72D297353CC}">
              <c16:uniqueId val="{00000000-433E-4B48-A9B0-C8B05F7322EC}"/>
            </c:ext>
          </c:extLst>
        </c:ser>
        <c:ser>
          <c:idx val="1"/>
          <c:order val="1"/>
          <c:tx>
            <c:strRef>
              <c:f>Sheet1!$C$1</c:f>
              <c:strCache>
                <c:ptCount val="1"/>
                <c:pt idx="0">
                  <c:v>Open</c:v>
                </c:pt>
              </c:strCache>
            </c:strRef>
          </c:tx>
          <c:spPr>
            <a:solidFill>
              <a:srgbClr val="FF0000"/>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0000"/>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Critical</c:v>
                </c:pt>
                <c:pt idx="1">
                  <c:v>High</c:v>
                </c:pt>
                <c:pt idx="2">
                  <c:v>Medium</c:v>
                </c:pt>
                <c:pt idx="3">
                  <c:v>Low</c:v>
                </c:pt>
              </c:strCache>
            </c:strRef>
          </c:cat>
          <c:val>
            <c:numRef>
              <c:f>Sheet1!$C$2:$C$5</c:f>
              <c:numCache>
                <c:formatCode>0.00%</c:formatCode>
                <c:ptCount val="4"/>
                <c:pt idx="0">
                  <c:v>2.2499999999999999E-2</c:v>
                </c:pt>
                <c:pt idx="1">
                  <c:v>8.3599999999999994E-2</c:v>
                </c:pt>
                <c:pt idx="2">
                  <c:v>5.0299999999999997E-2</c:v>
                </c:pt>
                <c:pt idx="3">
                  <c:v>1.2500000000000001E-2</c:v>
                </c:pt>
              </c:numCache>
            </c:numRef>
          </c:val>
          <c:extLst>
            <c:ext xmlns:c16="http://schemas.microsoft.com/office/drawing/2014/chart" uri="{C3380CC4-5D6E-409C-BE32-E72D297353CC}">
              <c16:uniqueId val="{00000002-433E-4B48-A9B0-C8B05F7322EC}"/>
            </c:ext>
          </c:extLst>
        </c:ser>
        <c:ser>
          <c:idx val="2"/>
          <c:order val="2"/>
          <c:tx>
            <c:strRef>
              <c:f>Sheet1!$D$1</c:f>
              <c:strCache>
                <c:ptCount val="1"/>
                <c:pt idx="0">
                  <c:v>Closed</c:v>
                </c:pt>
              </c:strCache>
            </c:strRef>
          </c:tx>
          <c:spPr>
            <a:solidFill>
              <a:srgbClr val="00B050"/>
            </a:solidFill>
            <a:ln>
              <a:noFill/>
            </a:ln>
            <a:effectLst/>
          </c:spPr>
          <c:invertIfNegative val="0"/>
          <c:dLbls>
            <c:dLbl>
              <c:idx val="3"/>
              <c:layout>
                <c:manualLayout>
                  <c:x val="4.0197561519380691E-2"/>
                  <c:y val="0"/>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433E-4B48-A9B0-C8B05F7322EC}"/>
                </c:ext>
              </c:extLst>
            </c:dLbl>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00B050"/>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Critical</c:v>
                </c:pt>
                <c:pt idx="1">
                  <c:v>High</c:v>
                </c:pt>
                <c:pt idx="2">
                  <c:v>Medium</c:v>
                </c:pt>
                <c:pt idx="3">
                  <c:v>Low</c:v>
                </c:pt>
              </c:strCache>
            </c:strRef>
          </c:cat>
          <c:val>
            <c:numRef>
              <c:f>Sheet1!$D$2:$D$5</c:f>
              <c:numCache>
                <c:formatCode>0.00%</c:formatCode>
                <c:ptCount val="4"/>
                <c:pt idx="0">
                  <c:v>1.04E-2</c:v>
                </c:pt>
                <c:pt idx="1">
                  <c:v>4.24E-2</c:v>
                </c:pt>
                <c:pt idx="2">
                  <c:v>2.4500000000000001E-2</c:v>
                </c:pt>
                <c:pt idx="3">
                  <c:v>3.7000000000000002E-3</c:v>
                </c:pt>
              </c:numCache>
            </c:numRef>
          </c:val>
          <c:extLst>
            <c:ext xmlns:c16="http://schemas.microsoft.com/office/drawing/2014/chart" uri="{C3380CC4-5D6E-409C-BE32-E72D297353CC}">
              <c16:uniqueId val="{00000004-433E-4B48-A9B0-C8B05F7322EC}"/>
            </c:ext>
          </c:extLst>
        </c:ser>
        <c:dLbls>
          <c:dLblPos val="outEnd"/>
          <c:showLegendKey val="0"/>
          <c:showVal val="1"/>
          <c:showCatName val="0"/>
          <c:showSerName val="0"/>
          <c:showPercent val="0"/>
          <c:showBubbleSize val="0"/>
        </c:dLbls>
        <c:gapWidth val="219"/>
        <c:overlap val="-27"/>
        <c:axId val="1855729024"/>
        <c:axId val="1855730944"/>
      </c:barChart>
      <c:catAx>
        <c:axId val="185572902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855730944"/>
        <c:crosses val="autoZero"/>
        <c:auto val="1"/>
        <c:lblAlgn val="ctr"/>
        <c:lblOffset val="100"/>
        <c:noMultiLvlLbl val="0"/>
      </c:catAx>
      <c:valAx>
        <c:axId val="1855730944"/>
        <c:scaling>
          <c:orientation val="minMax"/>
        </c:scaling>
        <c:delete val="1"/>
        <c:axPos val="l"/>
        <c:majorGridlines>
          <c:spPr>
            <a:ln w="9525" cap="flat" cmpd="sng" algn="ctr">
              <a:solidFill>
                <a:schemeClr val="tx1">
                  <a:lumMod val="15000"/>
                  <a:lumOff val="85000"/>
                </a:schemeClr>
              </a:solidFill>
              <a:round/>
            </a:ln>
            <a:effectLst/>
          </c:spPr>
        </c:majorGridlines>
        <c:numFmt formatCode="0.00%" sourceLinked="1"/>
        <c:majorTickMark val="none"/>
        <c:minorTickMark val="none"/>
        <c:tickLblPos val="nextTo"/>
        <c:crossAx val="1855729024"/>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sz="1200"/>
              <a:t>PT – Summary</a:t>
            </a:r>
          </a:p>
        </c:rich>
      </c:tx>
      <c:layout>
        <c:manualLayout>
          <c:xMode val="edge"/>
          <c:yMode val="edge"/>
          <c:x val="0.37975047725127908"/>
          <c:y val="3.0914937923658667E-2"/>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manualLayout>
          <c:layoutTarget val="inner"/>
          <c:xMode val="edge"/>
          <c:yMode val="edge"/>
          <c:x val="7.8625714850019707E-2"/>
          <c:y val="0.16367120735488877"/>
          <c:w val="0.87600520569299078"/>
          <c:h val="0.3575647673378291"/>
        </c:manualLayout>
      </c:layout>
      <c:barChart>
        <c:barDir val="col"/>
        <c:grouping val="clustered"/>
        <c:varyColors val="0"/>
        <c:ser>
          <c:idx val="0"/>
          <c:order val="0"/>
          <c:tx>
            <c:strRef>
              <c:f>Sheet1!$B$1</c:f>
              <c:strCache>
                <c:ptCount val="1"/>
                <c:pt idx="0">
                  <c:v>Reported</c:v>
                </c:pt>
              </c:strCache>
            </c:strRef>
          </c:tx>
          <c:spPr>
            <a:solidFill>
              <a:schemeClr val="bg1">
                <a:lumMod val="75000"/>
              </a:schemeClr>
            </a:solidFill>
            <a:ln>
              <a:noFill/>
            </a:ln>
            <a:effectLst/>
          </c:spPr>
          <c:invertIfNegative val="0"/>
          <c:dLbls>
            <c:numFmt formatCode="General"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Critical</c:v>
                </c:pt>
                <c:pt idx="1">
                  <c:v>High</c:v>
                </c:pt>
                <c:pt idx="2">
                  <c:v>Medium</c:v>
                </c:pt>
                <c:pt idx="3">
                  <c:v>Low</c:v>
                </c:pt>
                <c:pt idx="4">
                  <c:v>Info </c:v>
                </c:pt>
              </c:strCache>
            </c:strRef>
          </c:cat>
          <c:val>
            <c:numRef>
              <c:f>Sheet1!$B$2:$B$6</c:f>
              <c:numCache>
                <c:formatCode>General</c:formatCode>
                <c:ptCount val="5"/>
                <c:pt idx="0">
                  <c:v>10</c:v>
                </c:pt>
                <c:pt idx="1">
                  <c:v>35</c:v>
                </c:pt>
                <c:pt idx="2">
                  <c:v>89</c:v>
                </c:pt>
                <c:pt idx="3">
                  <c:v>69</c:v>
                </c:pt>
                <c:pt idx="4">
                  <c:v>4</c:v>
                </c:pt>
              </c:numCache>
            </c:numRef>
          </c:val>
          <c:extLst>
            <c:ext xmlns:c16="http://schemas.microsoft.com/office/drawing/2014/chart" uri="{C3380CC4-5D6E-409C-BE32-E72D297353CC}">
              <c16:uniqueId val="{00000000-9E02-40F7-A29C-F9E8432021DB}"/>
            </c:ext>
          </c:extLst>
        </c:ser>
        <c:ser>
          <c:idx val="1"/>
          <c:order val="1"/>
          <c:tx>
            <c:strRef>
              <c:f>Sheet1!$C$1</c:f>
              <c:strCache>
                <c:ptCount val="1"/>
                <c:pt idx="0">
                  <c:v>Open</c:v>
                </c:pt>
              </c:strCache>
            </c:strRef>
          </c:tx>
          <c:spPr>
            <a:solidFill>
              <a:srgbClr val="FF0000"/>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Critical</c:v>
                </c:pt>
                <c:pt idx="1">
                  <c:v>High</c:v>
                </c:pt>
                <c:pt idx="2">
                  <c:v>Medium</c:v>
                </c:pt>
                <c:pt idx="3">
                  <c:v>Low</c:v>
                </c:pt>
                <c:pt idx="4">
                  <c:v>Info </c:v>
                </c:pt>
              </c:strCache>
            </c:strRef>
          </c:cat>
          <c:val>
            <c:numRef>
              <c:f>Sheet1!$C$2:$C$6</c:f>
              <c:numCache>
                <c:formatCode>General</c:formatCode>
                <c:ptCount val="5"/>
                <c:pt idx="0">
                  <c:v>0</c:v>
                </c:pt>
                <c:pt idx="1">
                  <c:v>8</c:v>
                </c:pt>
                <c:pt idx="2">
                  <c:v>36</c:v>
                </c:pt>
                <c:pt idx="3">
                  <c:v>38</c:v>
                </c:pt>
                <c:pt idx="4">
                  <c:v>3</c:v>
                </c:pt>
              </c:numCache>
            </c:numRef>
          </c:val>
          <c:extLst>
            <c:ext xmlns:c16="http://schemas.microsoft.com/office/drawing/2014/chart" uri="{C3380CC4-5D6E-409C-BE32-E72D297353CC}">
              <c16:uniqueId val="{00000001-9E02-40F7-A29C-F9E8432021DB}"/>
            </c:ext>
          </c:extLst>
        </c:ser>
        <c:ser>
          <c:idx val="2"/>
          <c:order val="2"/>
          <c:tx>
            <c:strRef>
              <c:f>Sheet1!$D$1</c:f>
              <c:strCache>
                <c:ptCount val="1"/>
                <c:pt idx="0">
                  <c:v>Closed</c:v>
                </c:pt>
              </c:strCache>
            </c:strRef>
          </c:tx>
          <c:spPr>
            <a:solidFill>
              <a:srgbClr val="00B050"/>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Critical</c:v>
                </c:pt>
                <c:pt idx="1">
                  <c:v>High</c:v>
                </c:pt>
                <c:pt idx="2">
                  <c:v>Medium</c:v>
                </c:pt>
                <c:pt idx="3">
                  <c:v>Low</c:v>
                </c:pt>
                <c:pt idx="4">
                  <c:v>Info </c:v>
                </c:pt>
              </c:strCache>
            </c:strRef>
          </c:cat>
          <c:val>
            <c:numRef>
              <c:f>Sheet1!$D$2:$D$6</c:f>
              <c:numCache>
                <c:formatCode>General</c:formatCode>
                <c:ptCount val="5"/>
                <c:pt idx="0">
                  <c:v>10</c:v>
                </c:pt>
                <c:pt idx="1">
                  <c:v>27</c:v>
                </c:pt>
                <c:pt idx="2">
                  <c:v>53</c:v>
                </c:pt>
                <c:pt idx="3">
                  <c:v>31</c:v>
                </c:pt>
                <c:pt idx="4">
                  <c:v>1</c:v>
                </c:pt>
              </c:numCache>
            </c:numRef>
          </c:val>
          <c:extLst>
            <c:ext xmlns:c16="http://schemas.microsoft.com/office/drawing/2014/chart" uri="{C3380CC4-5D6E-409C-BE32-E72D297353CC}">
              <c16:uniqueId val="{00000002-9E02-40F7-A29C-F9E8432021DB}"/>
            </c:ext>
          </c:extLst>
        </c:ser>
        <c:dLbls>
          <c:dLblPos val="outEnd"/>
          <c:showLegendKey val="0"/>
          <c:showVal val="1"/>
          <c:showCatName val="0"/>
          <c:showSerName val="0"/>
          <c:showPercent val="0"/>
          <c:showBubbleSize val="0"/>
        </c:dLbls>
        <c:gapWidth val="219"/>
        <c:axId val="1977939920"/>
        <c:axId val="1977937520"/>
      </c:barChart>
      <c:catAx>
        <c:axId val="19779399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77937520"/>
        <c:crosses val="autoZero"/>
        <c:auto val="1"/>
        <c:lblAlgn val="ctr"/>
        <c:lblOffset val="100"/>
        <c:noMultiLvlLbl val="0"/>
      </c:catAx>
      <c:valAx>
        <c:axId val="1977937520"/>
        <c:scaling>
          <c:orientation val="minMax"/>
        </c:scaling>
        <c:delete val="1"/>
        <c:axPos val="l"/>
        <c:numFmt formatCode="General" sourceLinked="1"/>
        <c:majorTickMark val="none"/>
        <c:minorTickMark val="none"/>
        <c:tickLblPos val="nextTo"/>
        <c:crossAx val="1977939920"/>
        <c:crosses val="autoZero"/>
        <c:crossBetween val="between"/>
      </c:valAx>
      <c:spPr>
        <a:noFill/>
        <a:ln>
          <a:noFill/>
        </a:ln>
        <a:effectLst/>
      </c:spPr>
    </c:plotArea>
    <c:legend>
      <c:legendPos val="b"/>
      <c:layout>
        <c:manualLayout>
          <c:xMode val="edge"/>
          <c:yMode val="edge"/>
          <c:x val="0.29046833923411025"/>
          <c:y val="0.66165619678880994"/>
          <c:w val="0.40645481836790393"/>
          <c:h val="8.8413465251145851E-2"/>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sz="1200"/>
              <a:t>VA - Summary</a:t>
            </a:r>
          </a:p>
        </c:rich>
      </c:tx>
      <c:layout>
        <c:manualLayout>
          <c:xMode val="edge"/>
          <c:yMode val="edge"/>
          <c:x val="0.37975047725127908"/>
          <c:y val="3.0914937923658667E-2"/>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manualLayout>
          <c:layoutTarget val="inner"/>
          <c:xMode val="edge"/>
          <c:yMode val="edge"/>
          <c:x val="7.8625714850019707E-2"/>
          <c:y val="0.16367120735488877"/>
          <c:w val="0.87600520569299078"/>
          <c:h val="0.3575647673378291"/>
        </c:manualLayout>
      </c:layout>
      <c:barChart>
        <c:barDir val="col"/>
        <c:grouping val="clustered"/>
        <c:varyColors val="0"/>
        <c:ser>
          <c:idx val="0"/>
          <c:order val="0"/>
          <c:tx>
            <c:strRef>
              <c:f>Sheet1!$B$1</c:f>
              <c:strCache>
                <c:ptCount val="1"/>
                <c:pt idx="0">
                  <c:v>Reported</c:v>
                </c:pt>
              </c:strCache>
            </c:strRef>
          </c:tx>
          <c:spPr>
            <a:solidFill>
              <a:schemeClr val="bg1">
                <a:lumMod val="75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Critical</c:v>
                </c:pt>
                <c:pt idx="1">
                  <c:v>High</c:v>
                </c:pt>
                <c:pt idx="2">
                  <c:v>Medium</c:v>
                </c:pt>
                <c:pt idx="3">
                  <c:v>Low</c:v>
                </c:pt>
              </c:strCache>
            </c:strRef>
          </c:cat>
          <c:val>
            <c:numRef>
              <c:f>Sheet1!$B$2:$B$5</c:f>
              <c:numCache>
                <c:formatCode>General</c:formatCode>
                <c:ptCount val="4"/>
                <c:pt idx="0">
                  <c:v>79</c:v>
                </c:pt>
                <c:pt idx="1">
                  <c:v>303</c:v>
                </c:pt>
                <c:pt idx="2">
                  <c:v>180</c:v>
                </c:pt>
                <c:pt idx="3">
                  <c:v>39</c:v>
                </c:pt>
              </c:numCache>
            </c:numRef>
          </c:val>
          <c:extLst>
            <c:ext xmlns:c16="http://schemas.microsoft.com/office/drawing/2014/chart" uri="{C3380CC4-5D6E-409C-BE32-E72D297353CC}">
              <c16:uniqueId val="{00000000-2750-4328-BD6F-EAC0199093AF}"/>
            </c:ext>
          </c:extLst>
        </c:ser>
        <c:ser>
          <c:idx val="1"/>
          <c:order val="1"/>
          <c:tx>
            <c:strRef>
              <c:f>Sheet1!$C$1</c:f>
              <c:strCache>
                <c:ptCount val="1"/>
                <c:pt idx="0">
                  <c:v>Open</c:v>
                </c:pt>
              </c:strCache>
            </c:strRef>
          </c:tx>
          <c:spPr>
            <a:solidFill>
              <a:srgbClr val="FF0000"/>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Critical</c:v>
                </c:pt>
                <c:pt idx="1">
                  <c:v>High</c:v>
                </c:pt>
                <c:pt idx="2">
                  <c:v>Medium</c:v>
                </c:pt>
                <c:pt idx="3">
                  <c:v>Low</c:v>
                </c:pt>
              </c:strCache>
            </c:strRef>
          </c:cat>
          <c:val>
            <c:numRef>
              <c:f>Sheet1!$C$2:$C$5</c:f>
              <c:numCache>
                <c:formatCode>General</c:formatCode>
                <c:ptCount val="4"/>
                <c:pt idx="0">
                  <c:v>54</c:v>
                </c:pt>
                <c:pt idx="1">
                  <c:v>201</c:v>
                </c:pt>
                <c:pt idx="2">
                  <c:v>121</c:v>
                </c:pt>
                <c:pt idx="3">
                  <c:v>30</c:v>
                </c:pt>
              </c:numCache>
            </c:numRef>
          </c:val>
          <c:extLst>
            <c:ext xmlns:c16="http://schemas.microsoft.com/office/drawing/2014/chart" uri="{C3380CC4-5D6E-409C-BE32-E72D297353CC}">
              <c16:uniqueId val="{00000001-2750-4328-BD6F-EAC0199093AF}"/>
            </c:ext>
          </c:extLst>
        </c:ser>
        <c:ser>
          <c:idx val="2"/>
          <c:order val="2"/>
          <c:tx>
            <c:strRef>
              <c:f>Sheet1!$D$1</c:f>
              <c:strCache>
                <c:ptCount val="1"/>
                <c:pt idx="0">
                  <c:v>Closed</c:v>
                </c:pt>
              </c:strCache>
            </c:strRef>
          </c:tx>
          <c:spPr>
            <a:solidFill>
              <a:srgbClr val="00B050"/>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Critical</c:v>
                </c:pt>
                <c:pt idx="1">
                  <c:v>High</c:v>
                </c:pt>
                <c:pt idx="2">
                  <c:v>Medium</c:v>
                </c:pt>
                <c:pt idx="3">
                  <c:v>Low</c:v>
                </c:pt>
              </c:strCache>
            </c:strRef>
          </c:cat>
          <c:val>
            <c:numRef>
              <c:f>Sheet1!$D$2:$D$5</c:f>
              <c:numCache>
                <c:formatCode>General</c:formatCode>
                <c:ptCount val="4"/>
                <c:pt idx="0">
                  <c:v>25</c:v>
                </c:pt>
                <c:pt idx="1">
                  <c:v>102</c:v>
                </c:pt>
                <c:pt idx="2">
                  <c:v>59</c:v>
                </c:pt>
                <c:pt idx="3">
                  <c:v>9</c:v>
                </c:pt>
              </c:numCache>
            </c:numRef>
          </c:val>
          <c:extLst>
            <c:ext xmlns:c16="http://schemas.microsoft.com/office/drawing/2014/chart" uri="{C3380CC4-5D6E-409C-BE32-E72D297353CC}">
              <c16:uniqueId val="{00000002-2750-4328-BD6F-EAC0199093AF}"/>
            </c:ext>
          </c:extLst>
        </c:ser>
        <c:dLbls>
          <c:dLblPos val="outEnd"/>
          <c:showLegendKey val="0"/>
          <c:showVal val="1"/>
          <c:showCatName val="0"/>
          <c:showSerName val="0"/>
          <c:showPercent val="0"/>
          <c:showBubbleSize val="0"/>
        </c:dLbls>
        <c:gapWidth val="219"/>
        <c:axId val="1977939920"/>
        <c:axId val="1977937520"/>
      </c:barChart>
      <c:catAx>
        <c:axId val="19779399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77937520"/>
        <c:crosses val="autoZero"/>
        <c:auto val="1"/>
        <c:lblAlgn val="ctr"/>
        <c:lblOffset val="100"/>
        <c:noMultiLvlLbl val="0"/>
      </c:catAx>
      <c:valAx>
        <c:axId val="1977937520"/>
        <c:scaling>
          <c:orientation val="minMax"/>
        </c:scaling>
        <c:delete val="1"/>
        <c:axPos val="l"/>
        <c:numFmt formatCode="General" sourceLinked="1"/>
        <c:majorTickMark val="none"/>
        <c:minorTickMark val="none"/>
        <c:tickLblPos val="nextTo"/>
        <c:crossAx val="1977939920"/>
        <c:crosses val="autoZero"/>
        <c:crossBetween val="between"/>
      </c:valAx>
      <c:spPr>
        <a:noFill/>
        <a:ln>
          <a:noFill/>
        </a:ln>
        <a:effectLst/>
      </c:spPr>
    </c:plotArea>
    <c:legend>
      <c:legendPos val="b"/>
      <c:layout>
        <c:manualLayout>
          <c:xMode val="edge"/>
          <c:yMode val="edge"/>
          <c:x val="0.29046833923411025"/>
          <c:y val="0.66165619678880994"/>
          <c:w val="0.40645481836790393"/>
          <c:h val="8.8413465251145851E-2"/>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sz="1200"/>
              <a:t>VA – Unique Observation</a:t>
            </a:r>
            <a:r>
              <a:rPr lang="en-US" sz="1200" baseline="0"/>
              <a:t> </a:t>
            </a:r>
            <a:r>
              <a:rPr lang="en-US" sz="1200"/>
              <a:t>Summary</a:t>
            </a:r>
          </a:p>
        </c:rich>
      </c:tx>
      <c:layout>
        <c:manualLayout>
          <c:xMode val="edge"/>
          <c:yMode val="edge"/>
          <c:x val="0.37975047725127908"/>
          <c:y val="3.0914937923658667E-2"/>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manualLayout>
          <c:layoutTarget val="inner"/>
          <c:xMode val="edge"/>
          <c:yMode val="edge"/>
          <c:x val="7.8625714850019707E-2"/>
          <c:y val="0.16367120735488877"/>
          <c:w val="0.87600520569299078"/>
          <c:h val="0.3575647673378291"/>
        </c:manualLayout>
      </c:layout>
      <c:barChart>
        <c:barDir val="col"/>
        <c:grouping val="clustered"/>
        <c:varyColors val="0"/>
        <c:ser>
          <c:idx val="0"/>
          <c:order val="0"/>
          <c:tx>
            <c:strRef>
              <c:f>Sheet1!$B$1</c:f>
              <c:strCache>
                <c:ptCount val="1"/>
                <c:pt idx="0">
                  <c:v>Reported</c:v>
                </c:pt>
              </c:strCache>
            </c:strRef>
          </c:tx>
          <c:spPr>
            <a:solidFill>
              <a:schemeClr val="bg1">
                <a:lumMod val="75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Critical</c:v>
                </c:pt>
                <c:pt idx="1">
                  <c:v>High</c:v>
                </c:pt>
                <c:pt idx="2">
                  <c:v>Medium</c:v>
                </c:pt>
                <c:pt idx="3">
                  <c:v>Low</c:v>
                </c:pt>
              </c:strCache>
            </c:strRef>
          </c:cat>
          <c:val>
            <c:numRef>
              <c:f>Sheet1!$B$2:$B$5</c:f>
              <c:numCache>
                <c:formatCode>General</c:formatCode>
                <c:ptCount val="4"/>
                <c:pt idx="0">
                  <c:v>79</c:v>
                </c:pt>
                <c:pt idx="1">
                  <c:v>303</c:v>
                </c:pt>
                <c:pt idx="2">
                  <c:v>180</c:v>
                </c:pt>
                <c:pt idx="3">
                  <c:v>39</c:v>
                </c:pt>
              </c:numCache>
            </c:numRef>
          </c:val>
          <c:extLst>
            <c:ext xmlns:c16="http://schemas.microsoft.com/office/drawing/2014/chart" uri="{C3380CC4-5D6E-409C-BE32-E72D297353CC}">
              <c16:uniqueId val="{00000000-E530-41E9-AEE0-81EBDF9FF42F}"/>
            </c:ext>
          </c:extLst>
        </c:ser>
        <c:ser>
          <c:idx val="1"/>
          <c:order val="1"/>
          <c:tx>
            <c:strRef>
              <c:f>Sheet1!$C$1</c:f>
              <c:strCache>
                <c:ptCount val="1"/>
                <c:pt idx="0">
                  <c:v>Open</c:v>
                </c:pt>
              </c:strCache>
            </c:strRef>
          </c:tx>
          <c:spPr>
            <a:solidFill>
              <a:srgbClr val="FF0000"/>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Critical</c:v>
                </c:pt>
                <c:pt idx="1">
                  <c:v>High</c:v>
                </c:pt>
                <c:pt idx="2">
                  <c:v>Medium</c:v>
                </c:pt>
                <c:pt idx="3">
                  <c:v>Low</c:v>
                </c:pt>
              </c:strCache>
            </c:strRef>
          </c:cat>
          <c:val>
            <c:numRef>
              <c:f>Sheet1!$C$2:$C$5</c:f>
              <c:numCache>
                <c:formatCode>General</c:formatCode>
                <c:ptCount val="4"/>
                <c:pt idx="0">
                  <c:v>54</c:v>
                </c:pt>
                <c:pt idx="1">
                  <c:v>201</c:v>
                </c:pt>
                <c:pt idx="2">
                  <c:v>121</c:v>
                </c:pt>
                <c:pt idx="3">
                  <c:v>30</c:v>
                </c:pt>
              </c:numCache>
            </c:numRef>
          </c:val>
          <c:extLst>
            <c:ext xmlns:c16="http://schemas.microsoft.com/office/drawing/2014/chart" uri="{C3380CC4-5D6E-409C-BE32-E72D297353CC}">
              <c16:uniqueId val="{00000001-E530-41E9-AEE0-81EBDF9FF42F}"/>
            </c:ext>
          </c:extLst>
        </c:ser>
        <c:ser>
          <c:idx val="2"/>
          <c:order val="2"/>
          <c:tx>
            <c:strRef>
              <c:f>Sheet1!$D$1</c:f>
              <c:strCache>
                <c:ptCount val="1"/>
                <c:pt idx="0">
                  <c:v>Closed</c:v>
                </c:pt>
              </c:strCache>
            </c:strRef>
          </c:tx>
          <c:spPr>
            <a:solidFill>
              <a:srgbClr val="00B050"/>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Critical</c:v>
                </c:pt>
                <c:pt idx="1">
                  <c:v>High</c:v>
                </c:pt>
                <c:pt idx="2">
                  <c:v>Medium</c:v>
                </c:pt>
                <c:pt idx="3">
                  <c:v>Low</c:v>
                </c:pt>
              </c:strCache>
            </c:strRef>
          </c:cat>
          <c:val>
            <c:numRef>
              <c:f>Sheet1!$D$2:$D$5</c:f>
              <c:numCache>
                <c:formatCode>General</c:formatCode>
                <c:ptCount val="4"/>
                <c:pt idx="0">
                  <c:v>25</c:v>
                </c:pt>
                <c:pt idx="1">
                  <c:v>102</c:v>
                </c:pt>
                <c:pt idx="2">
                  <c:v>59</c:v>
                </c:pt>
                <c:pt idx="3">
                  <c:v>9</c:v>
                </c:pt>
              </c:numCache>
            </c:numRef>
          </c:val>
          <c:extLst>
            <c:ext xmlns:c16="http://schemas.microsoft.com/office/drawing/2014/chart" uri="{C3380CC4-5D6E-409C-BE32-E72D297353CC}">
              <c16:uniqueId val="{00000002-E530-41E9-AEE0-81EBDF9FF42F}"/>
            </c:ext>
          </c:extLst>
        </c:ser>
        <c:dLbls>
          <c:dLblPos val="outEnd"/>
          <c:showLegendKey val="0"/>
          <c:showVal val="1"/>
          <c:showCatName val="0"/>
          <c:showSerName val="0"/>
          <c:showPercent val="0"/>
          <c:showBubbleSize val="0"/>
        </c:dLbls>
        <c:gapWidth val="219"/>
        <c:axId val="1977939920"/>
        <c:axId val="1977937520"/>
      </c:barChart>
      <c:catAx>
        <c:axId val="19779399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77937520"/>
        <c:crosses val="autoZero"/>
        <c:auto val="1"/>
        <c:lblAlgn val="ctr"/>
        <c:lblOffset val="100"/>
        <c:noMultiLvlLbl val="0"/>
      </c:catAx>
      <c:valAx>
        <c:axId val="1977937520"/>
        <c:scaling>
          <c:orientation val="minMax"/>
        </c:scaling>
        <c:delete val="1"/>
        <c:axPos val="l"/>
        <c:numFmt formatCode="General" sourceLinked="1"/>
        <c:majorTickMark val="none"/>
        <c:minorTickMark val="none"/>
        <c:tickLblPos val="nextTo"/>
        <c:crossAx val="1977939920"/>
        <c:crosses val="autoZero"/>
        <c:crossBetween val="between"/>
      </c:valAx>
      <c:spPr>
        <a:noFill/>
        <a:ln>
          <a:noFill/>
        </a:ln>
        <a:effectLst/>
      </c:spPr>
    </c:plotArea>
    <c:legend>
      <c:legendPos val="b"/>
      <c:layout>
        <c:manualLayout>
          <c:xMode val="edge"/>
          <c:yMode val="edge"/>
          <c:x val="0.29046833923411025"/>
          <c:y val="0.66165619678880994"/>
          <c:w val="0.40645481836790393"/>
          <c:h val="8.8413465251145851E-2"/>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dk1"/>
                </a:solidFill>
                <a:latin typeface="+mn-lt"/>
                <a:ea typeface="+mn-ea"/>
                <a:cs typeface="+mn-cs"/>
              </a:defRPr>
            </a:pPr>
            <a:r>
              <a:rPr lang="en-US"/>
              <a:t>Reported Observations</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dk1"/>
              </a:solidFill>
              <a:latin typeface="+mn-lt"/>
              <a:ea typeface="+mn-ea"/>
              <a:cs typeface="+mn-cs"/>
            </a:defRPr>
          </a:pPr>
          <a:endParaRPr lang="en-US"/>
        </a:p>
      </c:txPr>
    </c:title>
    <c:autoTitleDeleted val="0"/>
    <c:plotArea>
      <c:layout/>
      <c:barChart>
        <c:barDir val="col"/>
        <c:grouping val="clustered"/>
        <c:varyColors val="0"/>
        <c:ser>
          <c:idx val="0"/>
          <c:order val="0"/>
          <c:tx>
            <c:strRef>
              <c:f>Sheet1!$B$1</c:f>
              <c:strCache>
                <c:ptCount val="1"/>
                <c:pt idx="0">
                  <c:v>High</c:v>
                </c:pt>
              </c:strCache>
            </c:strRef>
          </c:tx>
          <c:spPr>
            <a:solidFill>
              <a:srgbClr val="FF0000"/>
            </a:solidFill>
            <a:ln>
              <a:noFill/>
            </a:ln>
            <a:effectLst/>
          </c:spPr>
          <c:invertIfNegative val="0"/>
          <c:dLbls>
            <c:spPr>
              <a:noFill/>
              <a:ln>
                <a:noFill/>
              </a:ln>
              <a:effectLst/>
            </c:spPr>
            <c:txPr>
              <a:bodyPr rot="0" spcFirstLastPara="1" vertOverflow="ellipsis" vert="horz" wrap="square" anchor="ctr" anchorCtr="1"/>
              <a:lstStyle/>
              <a:p>
                <a:pPr>
                  <a:defRPr sz="1197" b="0" i="0" u="none" strike="noStrike" kern="1200" baseline="0">
                    <a:solidFill>
                      <a:schemeClr val="dk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API</c:v>
                </c:pt>
              </c:strCache>
            </c:strRef>
          </c:cat>
          <c:val>
            <c:numRef>
              <c:f>Sheet1!$B$2</c:f>
              <c:numCache>
                <c:formatCode>General</c:formatCode>
                <c:ptCount val="1"/>
                <c:pt idx="0">
                  <c:v>8</c:v>
                </c:pt>
              </c:numCache>
            </c:numRef>
          </c:val>
          <c:extLst>
            <c:ext xmlns:c16="http://schemas.microsoft.com/office/drawing/2014/chart" uri="{C3380CC4-5D6E-409C-BE32-E72D297353CC}">
              <c16:uniqueId val="{00000000-2CE8-49CD-8B08-3E678C8BCF2B}"/>
            </c:ext>
          </c:extLst>
        </c:ser>
        <c:ser>
          <c:idx val="1"/>
          <c:order val="1"/>
          <c:tx>
            <c:strRef>
              <c:f>Sheet1!$C$1</c:f>
              <c:strCache>
                <c:ptCount val="1"/>
                <c:pt idx="0">
                  <c:v>Medium</c:v>
                </c:pt>
              </c:strCache>
            </c:strRef>
          </c:tx>
          <c:spPr>
            <a:solidFill>
              <a:srgbClr val="FFC000"/>
            </a:solidFill>
            <a:ln>
              <a:noFill/>
            </a:ln>
            <a:effectLst/>
          </c:spPr>
          <c:invertIfNegative val="0"/>
          <c:dLbls>
            <c:spPr>
              <a:noFill/>
              <a:ln>
                <a:noFill/>
              </a:ln>
              <a:effectLst/>
            </c:spPr>
            <c:txPr>
              <a:bodyPr rot="0" spcFirstLastPara="1" vertOverflow="ellipsis" vert="horz" wrap="square" anchor="ctr" anchorCtr="1"/>
              <a:lstStyle/>
              <a:p>
                <a:pPr>
                  <a:defRPr sz="1197" b="0" i="0" u="none" strike="noStrike" kern="1200" baseline="0">
                    <a:solidFill>
                      <a:schemeClr val="dk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API</c:v>
                </c:pt>
              </c:strCache>
            </c:strRef>
          </c:cat>
          <c:val>
            <c:numRef>
              <c:f>Sheet1!$C$2</c:f>
              <c:numCache>
                <c:formatCode>General</c:formatCode>
                <c:ptCount val="1"/>
                <c:pt idx="0">
                  <c:v>18</c:v>
                </c:pt>
              </c:numCache>
            </c:numRef>
          </c:val>
          <c:extLst>
            <c:ext xmlns:c16="http://schemas.microsoft.com/office/drawing/2014/chart" uri="{C3380CC4-5D6E-409C-BE32-E72D297353CC}">
              <c16:uniqueId val="{00000001-2CE8-49CD-8B08-3E678C8BCF2B}"/>
            </c:ext>
          </c:extLst>
        </c:ser>
        <c:ser>
          <c:idx val="2"/>
          <c:order val="2"/>
          <c:tx>
            <c:strRef>
              <c:f>Sheet1!$D$1</c:f>
              <c:strCache>
                <c:ptCount val="1"/>
                <c:pt idx="0">
                  <c:v>Low</c:v>
                </c:pt>
              </c:strCache>
            </c:strRef>
          </c:tx>
          <c:spPr>
            <a:solidFill>
              <a:srgbClr val="92D050"/>
            </a:solidFill>
            <a:ln>
              <a:noFill/>
            </a:ln>
            <a:effectLst/>
          </c:spPr>
          <c:invertIfNegative val="0"/>
          <c:dLbls>
            <c:spPr>
              <a:noFill/>
              <a:ln>
                <a:noFill/>
              </a:ln>
              <a:effectLst/>
            </c:spPr>
            <c:txPr>
              <a:bodyPr rot="0" spcFirstLastPara="1" vertOverflow="ellipsis" vert="horz" wrap="square" anchor="ctr" anchorCtr="1"/>
              <a:lstStyle/>
              <a:p>
                <a:pPr>
                  <a:defRPr sz="1197" b="0" i="0" u="none" strike="noStrike" kern="1200" baseline="0">
                    <a:solidFill>
                      <a:schemeClr val="dk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API</c:v>
                </c:pt>
              </c:strCache>
            </c:strRef>
          </c:cat>
          <c:val>
            <c:numRef>
              <c:f>Sheet1!$D$2</c:f>
              <c:numCache>
                <c:formatCode>General</c:formatCode>
                <c:ptCount val="1"/>
                <c:pt idx="0">
                  <c:v>4</c:v>
                </c:pt>
              </c:numCache>
            </c:numRef>
          </c:val>
          <c:extLst>
            <c:ext xmlns:c16="http://schemas.microsoft.com/office/drawing/2014/chart" uri="{C3380CC4-5D6E-409C-BE32-E72D297353CC}">
              <c16:uniqueId val="{00000002-2CE8-49CD-8B08-3E678C8BCF2B}"/>
            </c:ext>
          </c:extLst>
        </c:ser>
        <c:dLbls>
          <c:showLegendKey val="0"/>
          <c:showVal val="0"/>
          <c:showCatName val="0"/>
          <c:showSerName val="0"/>
          <c:showPercent val="0"/>
          <c:showBubbleSize val="0"/>
        </c:dLbls>
        <c:gapWidth val="219"/>
        <c:overlap val="-27"/>
        <c:axId val="616805072"/>
        <c:axId val="616805552"/>
      </c:barChart>
      <c:catAx>
        <c:axId val="616805072"/>
        <c:scaling>
          <c:orientation val="minMax"/>
        </c:scaling>
        <c:delete val="1"/>
        <c:axPos val="b"/>
        <c:numFmt formatCode="General" sourceLinked="1"/>
        <c:majorTickMark val="none"/>
        <c:minorTickMark val="none"/>
        <c:tickLblPos val="nextTo"/>
        <c:crossAx val="616805552"/>
        <c:crosses val="autoZero"/>
        <c:auto val="1"/>
        <c:lblAlgn val="ctr"/>
        <c:lblOffset val="100"/>
        <c:noMultiLvlLbl val="0"/>
      </c:catAx>
      <c:valAx>
        <c:axId val="616805552"/>
        <c:scaling>
          <c:orientation val="minMax"/>
        </c:scaling>
        <c:delete val="1"/>
        <c:axPos val="l"/>
        <c:numFmt formatCode="General" sourceLinked="1"/>
        <c:majorTickMark val="none"/>
        <c:minorTickMark val="none"/>
        <c:tickLblPos val="nextTo"/>
        <c:crossAx val="61680507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dk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lt1"/>
    </a:solidFill>
    <a:ln w="12700" cap="flat" cmpd="sng" algn="ctr">
      <a:solidFill>
        <a:schemeClr val="dk1"/>
      </a:solidFill>
      <a:prstDash val="solid"/>
      <a:miter lim="800000"/>
    </a:ln>
    <a:effectLst/>
  </c:spPr>
  <c:txPr>
    <a:bodyPr/>
    <a:lstStyle/>
    <a:p>
      <a:pPr>
        <a:defRPr>
          <a:solidFill>
            <a:schemeClr val="dk1"/>
          </a:solidFill>
          <a:latin typeface="+mn-lt"/>
          <a:ea typeface="+mn-ea"/>
          <a:cs typeface="+mn-cs"/>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22AA6F0-4DA1-49E6-9FC1-CEAEBFF6D559}" type="datetimeFigureOut">
              <a:rPr lang="en-US" smtClean="0"/>
              <a:t>25/04/2026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0F9892D-7B62-453E-AEC5-ABF3B148F380}" type="slidenum">
              <a:rPr lang="en-US" smtClean="0"/>
              <a:t>‹#›</a:t>
            </a:fld>
            <a:endParaRPr lang="en-US"/>
          </a:p>
        </p:txBody>
      </p:sp>
    </p:spTree>
    <p:extLst>
      <p:ext uri="{BB962C8B-B14F-4D97-AF65-F5344CB8AC3E}">
        <p14:creationId xmlns:p14="http://schemas.microsoft.com/office/powerpoint/2010/main" val="14229044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F9892D-7B62-453E-AEC5-ABF3B148F380}" type="slidenum">
              <a:rPr lang="en-US" smtClean="0"/>
              <a:t>2</a:t>
            </a:fld>
            <a:endParaRPr lang="en-US"/>
          </a:p>
        </p:txBody>
      </p:sp>
    </p:spTree>
    <p:extLst>
      <p:ext uri="{BB962C8B-B14F-4D97-AF65-F5344CB8AC3E}">
        <p14:creationId xmlns:p14="http://schemas.microsoft.com/office/powerpoint/2010/main" val="3885482470"/>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png"/><Relationship Id="rId2" Type="http://schemas.openxmlformats.org/officeDocument/2006/relationships/image" Target="../media/image1.sv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grpSp>
        <p:nvGrpSpPr>
          <p:cNvPr id="5178" name="Group 5177">
            <a:extLst>
              <a:ext uri="{FF2B5EF4-FFF2-40B4-BE49-F238E27FC236}">
                <a16:creationId xmlns:a16="http://schemas.microsoft.com/office/drawing/2014/main" id="{21ED279D-9E23-E842-39AB-5B08C2CFFCA3}"/>
              </a:ext>
            </a:extLst>
          </p:cNvPr>
          <p:cNvGrpSpPr/>
          <p:nvPr userDrawn="1"/>
        </p:nvGrpSpPr>
        <p:grpSpPr>
          <a:xfrm>
            <a:off x="2366578" y="4156"/>
            <a:ext cx="9825422" cy="6855125"/>
            <a:chOff x="2366578" y="4156"/>
            <a:chExt cx="9825422" cy="6855125"/>
          </a:xfrm>
        </p:grpSpPr>
        <p:sp>
          <p:nvSpPr>
            <p:cNvPr id="10" name="Freeform: Shape 9">
              <a:extLst>
                <a:ext uri="{FF2B5EF4-FFF2-40B4-BE49-F238E27FC236}">
                  <a16:creationId xmlns:a16="http://schemas.microsoft.com/office/drawing/2014/main" id="{B43E78BC-4A5B-E170-B7E2-79EC886ED672}"/>
                </a:ext>
              </a:extLst>
            </p:cNvPr>
            <p:cNvSpPr/>
            <p:nvPr/>
          </p:nvSpPr>
          <p:spPr>
            <a:xfrm>
              <a:off x="2366578"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F13A2246-C92D-1099-6F0B-B9D9456D6D55}"/>
                </a:ext>
              </a:extLst>
            </p:cNvPr>
            <p:cNvSpPr/>
            <p:nvPr/>
          </p:nvSpPr>
          <p:spPr>
            <a:xfrm>
              <a:off x="2480790"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FE115DC2-355D-219B-9356-2085FD415B65}"/>
                </a:ext>
              </a:extLst>
            </p:cNvPr>
            <p:cNvSpPr/>
            <p:nvPr/>
          </p:nvSpPr>
          <p:spPr>
            <a:xfrm>
              <a:off x="2595046"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 name="Freeform: Shape 12">
              <a:extLst>
                <a:ext uri="{FF2B5EF4-FFF2-40B4-BE49-F238E27FC236}">
                  <a16:creationId xmlns:a16="http://schemas.microsoft.com/office/drawing/2014/main" id="{416D8B07-7A5D-DC69-6847-ACAB7AC4FC79}"/>
                </a:ext>
              </a:extLst>
            </p:cNvPr>
            <p:cNvSpPr/>
            <p:nvPr/>
          </p:nvSpPr>
          <p:spPr>
            <a:xfrm>
              <a:off x="2709301"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 name="Freeform: Shape 13">
              <a:extLst>
                <a:ext uri="{FF2B5EF4-FFF2-40B4-BE49-F238E27FC236}">
                  <a16:creationId xmlns:a16="http://schemas.microsoft.com/office/drawing/2014/main" id="{DB340E14-7654-1D55-C67A-BB1DB349DA82}"/>
                </a:ext>
              </a:extLst>
            </p:cNvPr>
            <p:cNvSpPr/>
            <p:nvPr/>
          </p:nvSpPr>
          <p:spPr>
            <a:xfrm>
              <a:off x="2823557"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BC3E0973-6D3B-CCF3-74F6-A14A447ADB86}"/>
                </a:ext>
              </a:extLst>
            </p:cNvPr>
            <p:cNvSpPr/>
            <p:nvPr/>
          </p:nvSpPr>
          <p:spPr>
            <a:xfrm>
              <a:off x="2937813"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 name="Freeform: Shape 15">
              <a:extLst>
                <a:ext uri="{FF2B5EF4-FFF2-40B4-BE49-F238E27FC236}">
                  <a16:creationId xmlns:a16="http://schemas.microsoft.com/office/drawing/2014/main" id="{480C0F75-77D1-38BA-3427-E07E4021B5F3}"/>
                </a:ext>
              </a:extLst>
            </p:cNvPr>
            <p:cNvSpPr/>
            <p:nvPr/>
          </p:nvSpPr>
          <p:spPr>
            <a:xfrm>
              <a:off x="3052069"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 name="Freeform: Shape 16">
              <a:extLst>
                <a:ext uri="{FF2B5EF4-FFF2-40B4-BE49-F238E27FC236}">
                  <a16:creationId xmlns:a16="http://schemas.microsoft.com/office/drawing/2014/main" id="{BA98E82E-08C6-EE4C-3A17-179C9AFEABB0}"/>
                </a:ext>
              </a:extLst>
            </p:cNvPr>
            <p:cNvSpPr/>
            <p:nvPr/>
          </p:nvSpPr>
          <p:spPr>
            <a:xfrm>
              <a:off x="3166325"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4B9D00DB-D6EC-DBC9-FB1E-8C43D3A47398}"/>
                </a:ext>
              </a:extLst>
            </p:cNvPr>
            <p:cNvSpPr/>
            <p:nvPr/>
          </p:nvSpPr>
          <p:spPr>
            <a:xfrm>
              <a:off x="3280580"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09DBCD01-549A-2ED0-660E-5966818207DD}"/>
                </a:ext>
              </a:extLst>
            </p:cNvPr>
            <p:cNvSpPr/>
            <p:nvPr/>
          </p:nvSpPr>
          <p:spPr>
            <a:xfrm>
              <a:off x="3394836"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 name="Freeform: Shape 19">
              <a:extLst>
                <a:ext uri="{FF2B5EF4-FFF2-40B4-BE49-F238E27FC236}">
                  <a16:creationId xmlns:a16="http://schemas.microsoft.com/office/drawing/2014/main" id="{92C13FB2-AD9C-E0F0-F025-EC6C58565A00}"/>
                </a:ext>
              </a:extLst>
            </p:cNvPr>
            <p:cNvSpPr/>
            <p:nvPr/>
          </p:nvSpPr>
          <p:spPr>
            <a:xfrm>
              <a:off x="3509092"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 name="Freeform: Shape 20">
              <a:extLst>
                <a:ext uri="{FF2B5EF4-FFF2-40B4-BE49-F238E27FC236}">
                  <a16:creationId xmlns:a16="http://schemas.microsoft.com/office/drawing/2014/main" id="{B1C57CBD-14E6-70AA-B0D3-76527E6751D5}"/>
                </a:ext>
              </a:extLst>
            </p:cNvPr>
            <p:cNvSpPr/>
            <p:nvPr/>
          </p:nvSpPr>
          <p:spPr>
            <a:xfrm>
              <a:off x="3623348"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3398286B-121D-48B4-1DCC-035CC7C68A33}"/>
                </a:ext>
              </a:extLst>
            </p:cNvPr>
            <p:cNvSpPr/>
            <p:nvPr/>
          </p:nvSpPr>
          <p:spPr>
            <a:xfrm>
              <a:off x="3737603"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4BA98E65-35DF-BA56-199E-822264ABC4F7}"/>
                </a:ext>
              </a:extLst>
            </p:cNvPr>
            <p:cNvSpPr/>
            <p:nvPr/>
          </p:nvSpPr>
          <p:spPr>
            <a:xfrm>
              <a:off x="3851815"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E3AE9A2F-99C1-D50B-715A-A4154C64D44B}"/>
                </a:ext>
              </a:extLst>
            </p:cNvPr>
            <p:cNvSpPr/>
            <p:nvPr/>
          </p:nvSpPr>
          <p:spPr>
            <a:xfrm>
              <a:off x="3966071"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0C34DBCB-4449-C6AC-A7C7-11943920B51A}"/>
                </a:ext>
              </a:extLst>
            </p:cNvPr>
            <p:cNvSpPr/>
            <p:nvPr/>
          </p:nvSpPr>
          <p:spPr>
            <a:xfrm>
              <a:off x="4080327"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E21AFB9D-52A6-0C66-1C45-F76923BFCD18}"/>
                </a:ext>
              </a:extLst>
            </p:cNvPr>
            <p:cNvSpPr/>
            <p:nvPr/>
          </p:nvSpPr>
          <p:spPr>
            <a:xfrm>
              <a:off x="4194582"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CC658AAA-FBF8-135A-79CE-4A635C048278}"/>
                </a:ext>
              </a:extLst>
            </p:cNvPr>
            <p:cNvSpPr/>
            <p:nvPr/>
          </p:nvSpPr>
          <p:spPr>
            <a:xfrm>
              <a:off x="4308838"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5F8F11DC-9D08-7777-DD23-48FF5F6297EC}"/>
                </a:ext>
              </a:extLst>
            </p:cNvPr>
            <p:cNvSpPr/>
            <p:nvPr/>
          </p:nvSpPr>
          <p:spPr>
            <a:xfrm>
              <a:off x="4423094"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594F9173-089E-50BC-5E12-4188CF2ED8DF}"/>
                </a:ext>
              </a:extLst>
            </p:cNvPr>
            <p:cNvSpPr/>
            <p:nvPr/>
          </p:nvSpPr>
          <p:spPr>
            <a:xfrm>
              <a:off x="4537350"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842B0432-83D4-E1A1-D9B5-B3779624FD51}"/>
                </a:ext>
              </a:extLst>
            </p:cNvPr>
            <p:cNvSpPr/>
            <p:nvPr/>
          </p:nvSpPr>
          <p:spPr>
            <a:xfrm>
              <a:off x="4651605"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2E962850-698D-9375-AFE0-93B7D6E09444}"/>
                </a:ext>
              </a:extLst>
            </p:cNvPr>
            <p:cNvSpPr/>
            <p:nvPr/>
          </p:nvSpPr>
          <p:spPr>
            <a:xfrm>
              <a:off x="4765861"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57887871-FDFA-358E-32D3-807C8582B6F6}"/>
                </a:ext>
              </a:extLst>
            </p:cNvPr>
            <p:cNvSpPr/>
            <p:nvPr/>
          </p:nvSpPr>
          <p:spPr>
            <a:xfrm>
              <a:off x="4880117"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F688C33D-0E73-6BC3-1708-5662B0B15B6E}"/>
                </a:ext>
              </a:extLst>
            </p:cNvPr>
            <p:cNvSpPr/>
            <p:nvPr/>
          </p:nvSpPr>
          <p:spPr>
            <a:xfrm>
              <a:off x="4994373"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5FF50B50-45E8-AB87-9A0A-FB200B2F752A}"/>
                </a:ext>
              </a:extLst>
            </p:cNvPr>
            <p:cNvSpPr/>
            <p:nvPr/>
          </p:nvSpPr>
          <p:spPr>
            <a:xfrm>
              <a:off x="5108629"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DF9AD1D1-D648-BF36-CBE5-C3D8765E0CB4}"/>
                </a:ext>
              </a:extLst>
            </p:cNvPr>
            <p:cNvSpPr/>
            <p:nvPr/>
          </p:nvSpPr>
          <p:spPr>
            <a:xfrm>
              <a:off x="5222840"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8020DB6B-B1A8-222B-D928-2BF4BE5181BA}"/>
                </a:ext>
              </a:extLst>
            </p:cNvPr>
            <p:cNvSpPr/>
            <p:nvPr/>
          </p:nvSpPr>
          <p:spPr>
            <a:xfrm>
              <a:off x="5337096"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42B4190D-B8B0-C786-B977-D6AB63407F1C}"/>
                </a:ext>
              </a:extLst>
            </p:cNvPr>
            <p:cNvSpPr/>
            <p:nvPr/>
          </p:nvSpPr>
          <p:spPr>
            <a:xfrm>
              <a:off x="5451352"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8CB49AD8-B21E-38B3-8672-8927A6A9693A}"/>
                </a:ext>
              </a:extLst>
            </p:cNvPr>
            <p:cNvSpPr/>
            <p:nvPr/>
          </p:nvSpPr>
          <p:spPr>
            <a:xfrm>
              <a:off x="5565608"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2CA3BB91-7240-3641-9EE9-66CB999F5FAC}"/>
                </a:ext>
              </a:extLst>
            </p:cNvPr>
            <p:cNvSpPr/>
            <p:nvPr/>
          </p:nvSpPr>
          <p:spPr>
            <a:xfrm>
              <a:off x="5679863"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445564AA-74BC-36A9-46A2-D637BDBC8E7A}"/>
                </a:ext>
              </a:extLst>
            </p:cNvPr>
            <p:cNvSpPr/>
            <p:nvPr/>
          </p:nvSpPr>
          <p:spPr>
            <a:xfrm>
              <a:off x="5794119"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E59E5A60-3C17-94BE-7A01-136F07E6F48B}"/>
                </a:ext>
              </a:extLst>
            </p:cNvPr>
            <p:cNvSpPr/>
            <p:nvPr/>
          </p:nvSpPr>
          <p:spPr>
            <a:xfrm>
              <a:off x="5908375"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1FFBF505-FAD9-784C-0B99-9352A966B397}"/>
                </a:ext>
              </a:extLst>
            </p:cNvPr>
            <p:cNvSpPr/>
            <p:nvPr/>
          </p:nvSpPr>
          <p:spPr>
            <a:xfrm>
              <a:off x="6022631"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1CA9F9E2-ECEB-66F8-7D8C-1801B5363EFA}"/>
                </a:ext>
              </a:extLst>
            </p:cNvPr>
            <p:cNvSpPr/>
            <p:nvPr/>
          </p:nvSpPr>
          <p:spPr>
            <a:xfrm>
              <a:off x="6136886"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A7B39D50-62F9-DF7E-7C6F-4BB299C2BE0E}"/>
                </a:ext>
              </a:extLst>
            </p:cNvPr>
            <p:cNvSpPr/>
            <p:nvPr/>
          </p:nvSpPr>
          <p:spPr>
            <a:xfrm>
              <a:off x="6251142"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9023B00A-7872-1CE3-C8DA-BF7778BF3098}"/>
                </a:ext>
              </a:extLst>
            </p:cNvPr>
            <p:cNvSpPr/>
            <p:nvPr/>
          </p:nvSpPr>
          <p:spPr>
            <a:xfrm>
              <a:off x="6365398"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74430A72-7CEC-5EF9-C9D9-CD40BDD76378}"/>
                </a:ext>
              </a:extLst>
            </p:cNvPr>
            <p:cNvSpPr/>
            <p:nvPr/>
          </p:nvSpPr>
          <p:spPr>
            <a:xfrm>
              <a:off x="6479610"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1BB196DC-D753-D9AF-916F-03B751F985D4}"/>
                </a:ext>
              </a:extLst>
            </p:cNvPr>
            <p:cNvSpPr/>
            <p:nvPr/>
          </p:nvSpPr>
          <p:spPr>
            <a:xfrm>
              <a:off x="6593865"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7451FBC-2DFD-0963-783A-ADB3D29DD0C4}"/>
                </a:ext>
              </a:extLst>
            </p:cNvPr>
            <p:cNvSpPr/>
            <p:nvPr/>
          </p:nvSpPr>
          <p:spPr>
            <a:xfrm>
              <a:off x="6708121" y="415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6B298A55-E5A1-CF1B-F839-DCC24F3C9175}"/>
                </a:ext>
              </a:extLst>
            </p:cNvPr>
            <p:cNvSpPr/>
            <p:nvPr/>
          </p:nvSpPr>
          <p:spPr>
            <a:xfrm>
              <a:off x="6822377"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E698EE64-01A7-D504-45CB-0A9101D5815C}"/>
                </a:ext>
              </a:extLst>
            </p:cNvPr>
            <p:cNvSpPr/>
            <p:nvPr/>
          </p:nvSpPr>
          <p:spPr>
            <a:xfrm>
              <a:off x="6936633"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D3571D60-2B4E-8762-EB85-5EED31C35FE4}"/>
                </a:ext>
              </a:extLst>
            </p:cNvPr>
            <p:cNvSpPr/>
            <p:nvPr/>
          </p:nvSpPr>
          <p:spPr>
            <a:xfrm>
              <a:off x="7050888" y="415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41690EE4-7588-0A90-A204-4140DA712DA1}"/>
                </a:ext>
              </a:extLst>
            </p:cNvPr>
            <p:cNvSpPr/>
            <p:nvPr/>
          </p:nvSpPr>
          <p:spPr>
            <a:xfrm>
              <a:off x="7165144"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222C0D1A-D294-D7CE-6CAB-E3B2AF01A688}"/>
                </a:ext>
              </a:extLst>
            </p:cNvPr>
            <p:cNvSpPr/>
            <p:nvPr/>
          </p:nvSpPr>
          <p:spPr>
            <a:xfrm>
              <a:off x="2366578"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386C6B60-75DC-C7E8-AC47-1478FA15A2AA}"/>
                </a:ext>
              </a:extLst>
            </p:cNvPr>
            <p:cNvSpPr/>
            <p:nvPr/>
          </p:nvSpPr>
          <p:spPr>
            <a:xfrm>
              <a:off x="2480790"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B3D55618-1AD6-FEE6-D384-80CD03AA2337}"/>
                </a:ext>
              </a:extLst>
            </p:cNvPr>
            <p:cNvSpPr/>
            <p:nvPr/>
          </p:nvSpPr>
          <p:spPr>
            <a:xfrm>
              <a:off x="2595046"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196114BC-CF66-A299-0E75-AE57AD25550C}"/>
                </a:ext>
              </a:extLst>
            </p:cNvPr>
            <p:cNvSpPr/>
            <p:nvPr/>
          </p:nvSpPr>
          <p:spPr>
            <a:xfrm>
              <a:off x="2709301"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FEB2A113-8E6A-A3D8-6119-CBCFA4A4A3CE}"/>
                </a:ext>
              </a:extLst>
            </p:cNvPr>
            <p:cNvSpPr/>
            <p:nvPr/>
          </p:nvSpPr>
          <p:spPr>
            <a:xfrm>
              <a:off x="2823557"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06DF67E0-87DA-071F-474D-A510531E82D0}"/>
                </a:ext>
              </a:extLst>
            </p:cNvPr>
            <p:cNvSpPr/>
            <p:nvPr/>
          </p:nvSpPr>
          <p:spPr>
            <a:xfrm>
              <a:off x="2937813"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1E9D0166-95AF-A166-EFB3-6DB94EDA87E6}"/>
                </a:ext>
              </a:extLst>
            </p:cNvPr>
            <p:cNvSpPr/>
            <p:nvPr/>
          </p:nvSpPr>
          <p:spPr>
            <a:xfrm>
              <a:off x="3052069"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D82E9306-5649-3038-03B6-44C6204249A7}"/>
                </a:ext>
              </a:extLst>
            </p:cNvPr>
            <p:cNvSpPr/>
            <p:nvPr/>
          </p:nvSpPr>
          <p:spPr>
            <a:xfrm>
              <a:off x="3166325"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E2CD28F7-2511-5E2A-42C6-4A1AB9140B5B}"/>
                </a:ext>
              </a:extLst>
            </p:cNvPr>
            <p:cNvSpPr/>
            <p:nvPr/>
          </p:nvSpPr>
          <p:spPr>
            <a:xfrm>
              <a:off x="3280580"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AAA2102B-FD99-32D9-A40E-2D8E4303C6A9}"/>
                </a:ext>
              </a:extLst>
            </p:cNvPr>
            <p:cNvSpPr/>
            <p:nvPr/>
          </p:nvSpPr>
          <p:spPr>
            <a:xfrm>
              <a:off x="3394836"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2052F08F-0C92-B2C0-5F28-D4030BC96BD7}"/>
                </a:ext>
              </a:extLst>
            </p:cNvPr>
            <p:cNvSpPr/>
            <p:nvPr/>
          </p:nvSpPr>
          <p:spPr>
            <a:xfrm>
              <a:off x="3509092"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999052EC-4C80-0200-51E8-82FF9340BF68}"/>
                </a:ext>
              </a:extLst>
            </p:cNvPr>
            <p:cNvSpPr/>
            <p:nvPr/>
          </p:nvSpPr>
          <p:spPr>
            <a:xfrm>
              <a:off x="3623348"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47AC37BD-1026-064A-208E-855AA78DF202}"/>
                </a:ext>
              </a:extLst>
            </p:cNvPr>
            <p:cNvSpPr/>
            <p:nvPr/>
          </p:nvSpPr>
          <p:spPr>
            <a:xfrm>
              <a:off x="3737603"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483D4547-FA77-C070-A859-323811163722}"/>
                </a:ext>
              </a:extLst>
            </p:cNvPr>
            <p:cNvSpPr/>
            <p:nvPr/>
          </p:nvSpPr>
          <p:spPr>
            <a:xfrm>
              <a:off x="3851815"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E1DBF0DC-DC1A-81AF-73DF-EE79F7767EF3}"/>
                </a:ext>
              </a:extLst>
            </p:cNvPr>
            <p:cNvSpPr/>
            <p:nvPr/>
          </p:nvSpPr>
          <p:spPr>
            <a:xfrm>
              <a:off x="3966071"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471A9BBC-86A6-4D99-F142-6911287FADBC}"/>
                </a:ext>
              </a:extLst>
            </p:cNvPr>
            <p:cNvSpPr/>
            <p:nvPr/>
          </p:nvSpPr>
          <p:spPr>
            <a:xfrm>
              <a:off x="4080327"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FE76321D-6A70-57EF-FC07-5687903AA35C}"/>
                </a:ext>
              </a:extLst>
            </p:cNvPr>
            <p:cNvSpPr/>
            <p:nvPr/>
          </p:nvSpPr>
          <p:spPr>
            <a:xfrm>
              <a:off x="4194582"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53C3EB8F-EBB7-1D68-8291-69B43C3AC07F}"/>
                </a:ext>
              </a:extLst>
            </p:cNvPr>
            <p:cNvSpPr/>
            <p:nvPr/>
          </p:nvSpPr>
          <p:spPr>
            <a:xfrm>
              <a:off x="4308838"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88192543-F6EC-C2D8-5FD1-7BBADFADED2D}"/>
                </a:ext>
              </a:extLst>
            </p:cNvPr>
            <p:cNvSpPr/>
            <p:nvPr/>
          </p:nvSpPr>
          <p:spPr>
            <a:xfrm>
              <a:off x="4423094"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A8814D5F-3F3E-893E-6A41-76A6CF199988}"/>
                </a:ext>
              </a:extLst>
            </p:cNvPr>
            <p:cNvSpPr/>
            <p:nvPr/>
          </p:nvSpPr>
          <p:spPr>
            <a:xfrm>
              <a:off x="4537350"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4719CBA5-BD03-28F5-AD1D-02C5B1897052}"/>
                </a:ext>
              </a:extLst>
            </p:cNvPr>
            <p:cNvSpPr/>
            <p:nvPr/>
          </p:nvSpPr>
          <p:spPr>
            <a:xfrm>
              <a:off x="4651605"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1DD05964-7EAF-21A8-6A84-B3A8722D9A09}"/>
                </a:ext>
              </a:extLst>
            </p:cNvPr>
            <p:cNvSpPr/>
            <p:nvPr/>
          </p:nvSpPr>
          <p:spPr>
            <a:xfrm>
              <a:off x="4765861"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FF2BE276-3292-DC46-14A9-755D0A1425AF}"/>
                </a:ext>
              </a:extLst>
            </p:cNvPr>
            <p:cNvSpPr/>
            <p:nvPr/>
          </p:nvSpPr>
          <p:spPr>
            <a:xfrm>
              <a:off x="4880117"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B1CD1854-67A5-AA3A-F939-8BFE2EF6B027}"/>
                </a:ext>
              </a:extLst>
            </p:cNvPr>
            <p:cNvSpPr/>
            <p:nvPr/>
          </p:nvSpPr>
          <p:spPr>
            <a:xfrm>
              <a:off x="4994373"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EDB01B4A-BB24-D91D-8846-57EEDEF0B295}"/>
                </a:ext>
              </a:extLst>
            </p:cNvPr>
            <p:cNvSpPr/>
            <p:nvPr/>
          </p:nvSpPr>
          <p:spPr>
            <a:xfrm>
              <a:off x="5108629"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5C32D404-3C48-8CC9-DEDB-D84A40006E51}"/>
                </a:ext>
              </a:extLst>
            </p:cNvPr>
            <p:cNvSpPr/>
            <p:nvPr/>
          </p:nvSpPr>
          <p:spPr>
            <a:xfrm>
              <a:off x="5222840"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99812D24-594D-2AA4-C6D9-EC3FDECB58A7}"/>
                </a:ext>
              </a:extLst>
            </p:cNvPr>
            <p:cNvSpPr/>
            <p:nvPr/>
          </p:nvSpPr>
          <p:spPr>
            <a:xfrm>
              <a:off x="5337096"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48521911-BE29-75C2-B812-0FF2C91978FA}"/>
                </a:ext>
              </a:extLst>
            </p:cNvPr>
            <p:cNvSpPr/>
            <p:nvPr/>
          </p:nvSpPr>
          <p:spPr>
            <a:xfrm>
              <a:off x="5451352"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DE036506-804C-365E-E19C-279E1E46BC79}"/>
                </a:ext>
              </a:extLst>
            </p:cNvPr>
            <p:cNvSpPr/>
            <p:nvPr/>
          </p:nvSpPr>
          <p:spPr>
            <a:xfrm>
              <a:off x="5565608"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6ED26AA3-330F-6AFC-4F94-BFEE92E4872B}"/>
                </a:ext>
              </a:extLst>
            </p:cNvPr>
            <p:cNvSpPr/>
            <p:nvPr/>
          </p:nvSpPr>
          <p:spPr>
            <a:xfrm>
              <a:off x="5679863"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957D6885-491C-4F2C-03D5-4C5B47E570AD}"/>
                </a:ext>
              </a:extLst>
            </p:cNvPr>
            <p:cNvSpPr/>
            <p:nvPr/>
          </p:nvSpPr>
          <p:spPr>
            <a:xfrm>
              <a:off x="5794119"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592DE684-964C-2C92-3D3B-C0CC553620DE}"/>
                </a:ext>
              </a:extLst>
            </p:cNvPr>
            <p:cNvSpPr/>
            <p:nvPr/>
          </p:nvSpPr>
          <p:spPr>
            <a:xfrm>
              <a:off x="5908375"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FC6194CB-B526-EDC6-80DA-71D5F59D325F}"/>
                </a:ext>
              </a:extLst>
            </p:cNvPr>
            <p:cNvSpPr/>
            <p:nvPr/>
          </p:nvSpPr>
          <p:spPr>
            <a:xfrm>
              <a:off x="6022631"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88CAE527-01FB-F99F-4301-FCC2BCC790D0}"/>
                </a:ext>
              </a:extLst>
            </p:cNvPr>
            <p:cNvSpPr/>
            <p:nvPr/>
          </p:nvSpPr>
          <p:spPr>
            <a:xfrm>
              <a:off x="6136886"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145A9BD5-81FC-BB7D-2377-4C714FE24ED6}"/>
                </a:ext>
              </a:extLst>
            </p:cNvPr>
            <p:cNvSpPr/>
            <p:nvPr/>
          </p:nvSpPr>
          <p:spPr>
            <a:xfrm>
              <a:off x="6251142"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1E10E040-E1DF-C1CB-3722-A233D61A01B2}"/>
                </a:ext>
              </a:extLst>
            </p:cNvPr>
            <p:cNvSpPr/>
            <p:nvPr/>
          </p:nvSpPr>
          <p:spPr>
            <a:xfrm>
              <a:off x="6365398"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DA9E5AC0-EDF2-1473-A96A-DB86B48DB085}"/>
                </a:ext>
              </a:extLst>
            </p:cNvPr>
            <p:cNvSpPr/>
            <p:nvPr/>
          </p:nvSpPr>
          <p:spPr>
            <a:xfrm>
              <a:off x="6479610"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F6522189-C2E3-834B-788D-629D89530574}"/>
                </a:ext>
              </a:extLst>
            </p:cNvPr>
            <p:cNvSpPr/>
            <p:nvPr/>
          </p:nvSpPr>
          <p:spPr>
            <a:xfrm>
              <a:off x="6593865"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ACE3010C-3C48-DED5-B50A-EF0B94DFD6DA}"/>
                </a:ext>
              </a:extLst>
            </p:cNvPr>
            <p:cNvSpPr/>
            <p:nvPr/>
          </p:nvSpPr>
          <p:spPr>
            <a:xfrm>
              <a:off x="6708121" y="11841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2DE287EC-2A19-6ED2-C2BD-1542A7B9E14E}"/>
                </a:ext>
              </a:extLst>
            </p:cNvPr>
            <p:cNvSpPr/>
            <p:nvPr/>
          </p:nvSpPr>
          <p:spPr>
            <a:xfrm>
              <a:off x="6822377"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D81FC3A4-8487-5C94-6382-1BA6C42B6696}"/>
                </a:ext>
              </a:extLst>
            </p:cNvPr>
            <p:cNvSpPr/>
            <p:nvPr/>
          </p:nvSpPr>
          <p:spPr>
            <a:xfrm>
              <a:off x="6936633"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8AEE7F58-2B94-1BB5-2A4E-EDFCAE661133}"/>
                </a:ext>
              </a:extLst>
            </p:cNvPr>
            <p:cNvSpPr/>
            <p:nvPr/>
          </p:nvSpPr>
          <p:spPr>
            <a:xfrm>
              <a:off x="7050888" y="11841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7F864B02-ED55-623C-5F46-4454EC54D3A0}"/>
                </a:ext>
              </a:extLst>
            </p:cNvPr>
            <p:cNvSpPr/>
            <p:nvPr/>
          </p:nvSpPr>
          <p:spPr>
            <a:xfrm>
              <a:off x="7165144"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2F3D7FFF-F6A4-8811-70A1-2D3502271F5E}"/>
                </a:ext>
              </a:extLst>
            </p:cNvPr>
            <p:cNvSpPr/>
            <p:nvPr/>
          </p:nvSpPr>
          <p:spPr>
            <a:xfrm>
              <a:off x="2366578"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64499637-8C66-1D15-CF4F-96C3A811F316}"/>
                </a:ext>
              </a:extLst>
            </p:cNvPr>
            <p:cNvSpPr/>
            <p:nvPr/>
          </p:nvSpPr>
          <p:spPr>
            <a:xfrm>
              <a:off x="2480790"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D69411C8-BCEA-100C-86D0-610182DB3826}"/>
                </a:ext>
              </a:extLst>
            </p:cNvPr>
            <p:cNvSpPr/>
            <p:nvPr/>
          </p:nvSpPr>
          <p:spPr>
            <a:xfrm>
              <a:off x="2595046"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62354A31-9637-71A4-B04B-4977A5D3D82D}"/>
                </a:ext>
              </a:extLst>
            </p:cNvPr>
            <p:cNvSpPr/>
            <p:nvPr/>
          </p:nvSpPr>
          <p:spPr>
            <a:xfrm>
              <a:off x="2709301"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8147EF26-89C9-2206-819B-2889C89A5B0A}"/>
                </a:ext>
              </a:extLst>
            </p:cNvPr>
            <p:cNvSpPr/>
            <p:nvPr/>
          </p:nvSpPr>
          <p:spPr>
            <a:xfrm>
              <a:off x="2823557"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37811B5D-0E7E-A579-BC24-0E42F8E0B195}"/>
                </a:ext>
              </a:extLst>
            </p:cNvPr>
            <p:cNvSpPr/>
            <p:nvPr/>
          </p:nvSpPr>
          <p:spPr>
            <a:xfrm>
              <a:off x="2937813"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33960C26-36AC-CD29-E3EA-CB400BFE0E43}"/>
                </a:ext>
              </a:extLst>
            </p:cNvPr>
            <p:cNvSpPr/>
            <p:nvPr/>
          </p:nvSpPr>
          <p:spPr>
            <a:xfrm>
              <a:off x="3052069"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E83DA163-B577-A80A-0A8F-7539FDF14769}"/>
                </a:ext>
              </a:extLst>
            </p:cNvPr>
            <p:cNvSpPr/>
            <p:nvPr/>
          </p:nvSpPr>
          <p:spPr>
            <a:xfrm>
              <a:off x="3166325"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7CB42D9C-9A8B-3CF8-4549-891B9081EF17}"/>
                </a:ext>
              </a:extLst>
            </p:cNvPr>
            <p:cNvSpPr/>
            <p:nvPr/>
          </p:nvSpPr>
          <p:spPr>
            <a:xfrm>
              <a:off x="3280580"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682FF80C-397E-2AF2-F106-53FFE9357788}"/>
                </a:ext>
              </a:extLst>
            </p:cNvPr>
            <p:cNvSpPr/>
            <p:nvPr/>
          </p:nvSpPr>
          <p:spPr>
            <a:xfrm>
              <a:off x="3394836"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F015CFA0-10BB-9B85-1C8E-4330AC0C89B4}"/>
                </a:ext>
              </a:extLst>
            </p:cNvPr>
            <p:cNvSpPr/>
            <p:nvPr/>
          </p:nvSpPr>
          <p:spPr>
            <a:xfrm>
              <a:off x="3509092"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11936A63-C1B6-1F40-4A83-4D2065A0907B}"/>
                </a:ext>
              </a:extLst>
            </p:cNvPr>
            <p:cNvSpPr/>
            <p:nvPr/>
          </p:nvSpPr>
          <p:spPr>
            <a:xfrm>
              <a:off x="3623348"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DE7C9516-1528-DFDB-5EB9-634F944BD409}"/>
                </a:ext>
              </a:extLst>
            </p:cNvPr>
            <p:cNvSpPr/>
            <p:nvPr/>
          </p:nvSpPr>
          <p:spPr>
            <a:xfrm>
              <a:off x="3737603"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FC3DD0AB-71B1-2B00-F366-66F189A41832}"/>
                </a:ext>
              </a:extLst>
            </p:cNvPr>
            <p:cNvSpPr/>
            <p:nvPr/>
          </p:nvSpPr>
          <p:spPr>
            <a:xfrm>
              <a:off x="3851815"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44155135-BF2C-F451-EAD1-9C2C5982E3AB}"/>
                </a:ext>
              </a:extLst>
            </p:cNvPr>
            <p:cNvSpPr/>
            <p:nvPr/>
          </p:nvSpPr>
          <p:spPr>
            <a:xfrm>
              <a:off x="3966071"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69A57234-E5AE-BB4B-E8CC-918202B4038A}"/>
                </a:ext>
              </a:extLst>
            </p:cNvPr>
            <p:cNvSpPr/>
            <p:nvPr/>
          </p:nvSpPr>
          <p:spPr>
            <a:xfrm>
              <a:off x="4080327"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E71D303C-246A-8D57-10E0-C9F7D1D93C7F}"/>
                </a:ext>
              </a:extLst>
            </p:cNvPr>
            <p:cNvSpPr/>
            <p:nvPr/>
          </p:nvSpPr>
          <p:spPr>
            <a:xfrm>
              <a:off x="4194582"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E3C56126-406D-DE03-3DDF-E6C584F1C0BA}"/>
                </a:ext>
              </a:extLst>
            </p:cNvPr>
            <p:cNvSpPr/>
            <p:nvPr/>
          </p:nvSpPr>
          <p:spPr>
            <a:xfrm>
              <a:off x="4308838"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E0E6D879-EC6B-C0C3-16ED-7158EF0A5A63}"/>
                </a:ext>
              </a:extLst>
            </p:cNvPr>
            <p:cNvSpPr/>
            <p:nvPr/>
          </p:nvSpPr>
          <p:spPr>
            <a:xfrm>
              <a:off x="4423094"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E7D0F400-9843-0967-8733-B4DAD81D18F9}"/>
                </a:ext>
              </a:extLst>
            </p:cNvPr>
            <p:cNvSpPr/>
            <p:nvPr/>
          </p:nvSpPr>
          <p:spPr>
            <a:xfrm>
              <a:off x="4537350"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01DA10E4-1880-8C2A-5B79-B73711C8E95B}"/>
                </a:ext>
              </a:extLst>
            </p:cNvPr>
            <p:cNvSpPr/>
            <p:nvPr/>
          </p:nvSpPr>
          <p:spPr>
            <a:xfrm>
              <a:off x="4651605"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DA3DCFDA-928E-C878-6604-813F7D1242CD}"/>
                </a:ext>
              </a:extLst>
            </p:cNvPr>
            <p:cNvSpPr/>
            <p:nvPr/>
          </p:nvSpPr>
          <p:spPr>
            <a:xfrm>
              <a:off x="4765861"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CC7FA3D7-0359-DA18-9CA2-BE12398C442C}"/>
                </a:ext>
              </a:extLst>
            </p:cNvPr>
            <p:cNvSpPr/>
            <p:nvPr/>
          </p:nvSpPr>
          <p:spPr>
            <a:xfrm>
              <a:off x="4880117"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3B4FD044-320D-B1AD-262D-6A86614463DB}"/>
                </a:ext>
              </a:extLst>
            </p:cNvPr>
            <p:cNvSpPr/>
            <p:nvPr/>
          </p:nvSpPr>
          <p:spPr>
            <a:xfrm>
              <a:off x="4994373"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62533774-06E6-83DA-484C-C598BB299407}"/>
                </a:ext>
              </a:extLst>
            </p:cNvPr>
            <p:cNvSpPr/>
            <p:nvPr/>
          </p:nvSpPr>
          <p:spPr>
            <a:xfrm>
              <a:off x="5108629"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EBFC4D29-3B50-81EE-7033-740034AAAA3C}"/>
                </a:ext>
              </a:extLst>
            </p:cNvPr>
            <p:cNvSpPr/>
            <p:nvPr/>
          </p:nvSpPr>
          <p:spPr>
            <a:xfrm>
              <a:off x="5222840"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7749A512-B5BE-B923-FDBB-822787A188DE}"/>
                </a:ext>
              </a:extLst>
            </p:cNvPr>
            <p:cNvSpPr/>
            <p:nvPr/>
          </p:nvSpPr>
          <p:spPr>
            <a:xfrm>
              <a:off x="5337096"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B4C074AD-8845-7E82-190D-1B51E78F9A0D}"/>
                </a:ext>
              </a:extLst>
            </p:cNvPr>
            <p:cNvSpPr/>
            <p:nvPr/>
          </p:nvSpPr>
          <p:spPr>
            <a:xfrm>
              <a:off x="5451352"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BFF0FBD6-D6AA-532F-B918-3EDEFC1A20A0}"/>
                </a:ext>
              </a:extLst>
            </p:cNvPr>
            <p:cNvSpPr/>
            <p:nvPr/>
          </p:nvSpPr>
          <p:spPr>
            <a:xfrm>
              <a:off x="5565608"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E9B4C653-4CDD-4AAA-DE38-E3EBFBBFA0A5}"/>
                </a:ext>
              </a:extLst>
            </p:cNvPr>
            <p:cNvSpPr/>
            <p:nvPr/>
          </p:nvSpPr>
          <p:spPr>
            <a:xfrm>
              <a:off x="5679863"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CCACFC3C-482E-FDC7-74DD-22CA82E1F7D3}"/>
                </a:ext>
              </a:extLst>
            </p:cNvPr>
            <p:cNvSpPr/>
            <p:nvPr/>
          </p:nvSpPr>
          <p:spPr>
            <a:xfrm>
              <a:off x="5794119"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54460635-7DAB-BAB0-33CC-BADD495CE839}"/>
                </a:ext>
              </a:extLst>
            </p:cNvPr>
            <p:cNvSpPr/>
            <p:nvPr/>
          </p:nvSpPr>
          <p:spPr>
            <a:xfrm>
              <a:off x="5908375"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799D6681-1EBE-C9EE-61E7-CB41B3EAA66E}"/>
                </a:ext>
              </a:extLst>
            </p:cNvPr>
            <p:cNvSpPr/>
            <p:nvPr/>
          </p:nvSpPr>
          <p:spPr>
            <a:xfrm>
              <a:off x="6022631"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B2DDC280-0941-A4AF-10E1-4015E24E9EB6}"/>
                </a:ext>
              </a:extLst>
            </p:cNvPr>
            <p:cNvSpPr/>
            <p:nvPr/>
          </p:nvSpPr>
          <p:spPr>
            <a:xfrm>
              <a:off x="6136886"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1414A05C-292F-2BA1-8172-03E1D357612F}"/>
                </a:ext>
              </a:extLst>
            </p:cNvPr>
            <p:cNvSpPr/>
            <p:nvPr/>
          </p:nvSpPr>
          <p:spPr>
            <a:xfrm>
              <a:off x="6251142"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A191E86B-A1C8-A031-169F-7FE0896E17A3}"/>
                </a:ext>
              </a:extLst>
            </p:cNvPr>
            <p:cNvSpPr/>
            <p:nvPr/>
          </p:nvSpPr>
          <p:spPr>
            <a:xfrm>
              <a:off x="6365398"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D6721D5F-E5AC-3DA4-292B-23CEFCFE1273}"/>
                </a:ext>
              </a:extLst>
            </p:cNvPr>
            <p:cNvSpPr/>
            <p:nvPr/>
          </p:nvSpPr>
          <p:spPr>
            <a:xfrm>
              <a:off x="6479610"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DA42A816-645C-3AED-5631-8B3EC2D021E2}"/>
                </a:ext>
              </a:extLst>
            </p:cNvPr>
            <p:cNvSpPr/>
            <p:nvPr/>
          </p:nvSpPr>
          <p:spPr>
            <a:xfrm>
              <a:off x="6593865"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B00E63D1-9437-4AD2-0524-9B15FFDF288A}"/>
                </a:ext>
              </a:extLst>
            </p:cNvPr>
            <p:cNvSpPr/>
            <p:nvPr/>
          </p:nvSpPr>
          <p:spPr>
            <a:xfrm>
              <a:off x="6708121" y="23262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4F64D947-207A-F14C-63CD-6D2C0FF6A22C}"/>
                </a:ext>
              </a:extLst>
            </p:cNvPr>
            <p:cNvSpPr/>
            <p:nvPr/>
          </p:nvSpPr>
          <p:spPr>
            <a:xfrm>
              <a:off x="6822377"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C9B429BD-12C2-F48B-1B41-7EFABEA3CD42}"/>
                </a:ext>
              </a:extLst>
            </p:cNvPr>
            <p:cNvSpPr/>
            <p:nvPr/>
          </p:nvSpPr>
          <p:spPr>
            <a:xfrm>
              <a:off x="6936633"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16E70738-EB15-3E73-66DC-EF11BBAD5DA6}"/>
                </a:ext>
              </a:extLst>
            </p:cNvPr>
            <p:cNvSpPr/>
            <p:nvPr/>
          </p:nvSpPr>
          <p:spPr>
            <a:xfrm>
              <a:off x="7050888" y="23262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88189A52-FEF2-37C4-9E1E-818B560CEAB3}"/>
                </a:ext>
              </a:extLst>
            </p:cNvPr>
            <p:cNvSpPr/>
            <p:nvPr/>
          </p:nvSpPr>
          <p:spPr>
            <a:xfrm>
              <a:off x="7165144"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D7369629-E61C-A7B2-6E0A-9A5D2184A0FD}"/>
                </a:ext>
              </a:extLst>
            </p:cNvPr>
            <p:cNvSpPr/>
            <p:nvPr/>
          </p:nvSpPr>
          <p:spPr>
            <a:xfrm>
              <a:off x="2366578"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3BAE2243-FF6E-B1B8-EDBC-917D7188A392}"/>
                </a:ext>
              </a:extLst>
            </p:cNvPr>
            <p:cNvSpPr/>
            <p:nvPr/>
          </p:nvSpPr>
          <p:spPr>
            <a:xfrm>
              <a:off x="2480790"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830A4528-AAE1-ABE0-F2CE-DDF02FBE9EF3}"/>
                </a:ext>
              </a:extLst>
            </p:cNvPr>
            <p:cNvSpPr/>
            <p:nvPr/>
          </p:nvSpPr>
          <p:spPr>
            <a:xfrm>
              <a:off x="2595046"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EF9817FA-6A2A-FA78-1FBC-CEE5C65AEC80}"/>
                </a:ext>
              </a:extLst>
            </p:cNvPr>
            <p:cNvSpPr/>
            <p:nvPr/>
          </p:nvSpPr>
          <p:spPr>
            <a:xfrm>
              <a:off x="2709301"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3DFA39D5-2E76-9B5D-9447-A914898F123D}"/>
                </a:ext>
              </a:extLst>
            </p:cNvPr>
            <p:cNvSpPr/>
            <p:nvPr/>
          </p:nvSpPr>
          <p:spPr>
            <a:xfrm>
              <a:off x="2823557"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6205C2AC-F72B-B295-9564-C52BDFF347B5}"/>
                </a:ext>
              </a:extLst>
            </p:cNvPr>
            <p:cNvSpPr/>
            <p:nvPr/>
          </p:nvSpPr>
          <p:spPr>
            <a:xfrm>
              <a:off x="2937813"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1B632DDD-0898-DF9A-37DD-807DC1C8EA35}"/>
                </a:ext>
              </a:extLst>
            </p:cNvPr>
            <p:cNvSpPr/>
            <p:nvPr/>
          </p:nvSpPr>
          <p:spPr>
            <a:xfrm>
              <a:off x="3052069"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3D4B988C-D84A-580F-BB13-A5D61B43091C}"/>
                </a:ext>
              </a:extLst>
            </p:cNvPr>
            <p:cNvSpPr/>
            <p:nvPr/>
          </p:nvSpPr>
          <p:spPr>
            <a:xfrm>
              <a:off x="3166325"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4EAD3D47-709B-C58B-F5FB-98B01F718314}"/>
                </a:ext>
              </a:extLst>
            </p:cNvPr>
            <p:cNvSpPr/>
            <p:nvPr/>
          </p:nvSpPr>
          <p:spPr>
            <a:xfrm>
              <a:off x="3280580"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F4F56DF8-5318-558B-EDC8-2B7115DA48AE}"/>
                </a:ext>
              </a:extLst>
            </p:cNvPr>
            <p:cNvSpPr/>
            <p:nvPr/>
          </p:nvSpPr>
          <p:spPr>
            <a:xfrm>
              <a:off x="3394836"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B4ED1E64-2C68-8696-8B60-BF932320B189}"/>
                </a:ext>
              </a:extLst>
            </p:cNvPr>
            <p:cNvSpPr/>
            <p:nvPr/>
          </p:nvSpPr>
          <p:spPr>
            <a:xfrm>
              <a:off x="3509092"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43F4295A-FECA-BF10-C34C-1CB41C08A966}"/>
                </a:ext>
              </a:extLst>
            </p:cNvPr>
            <p:cNvSpPr/>
            <p:nvPr/>
          </p:nvSpPr>
          <p:spPr>
            <a:xfrm>
              <a:off x="3623348"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8EFC599E-55A0-8EBF-AE96-CF82107B3664}"/>
                </a:ext>
              </a:extLst>
            </p:cNvPr>
            <p:cNvSpPr/>
            <p:nvPr/>
          </p:nvSpPr>
          <p:spPr>
            <a:xfrm>
              <a:off x="3737603"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00C24F97-835B-53D1-59B5-48D7E6ECF4EE}"/>
                </a:ext>
              </a:extLst>
            </p:cNvPr>
            <p:cNvSpPr/>
            <p:nvPr/>
          </p:nvSpPr>
          <p:spPr>
            <a:xfrm>
              <a:off x="3851815"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5171C6B2-4D38-1491-2EBB-461042ABBB14}"/>
                </a:ext>
              </a:extLst>
            </p:cNvPr>
            <p:cNvSpPr/>
            <p:nvPr/>
          </p:nvSpPr>
          <p:spPr>
            <a:xfrm>
              <a:off x="3966071"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F57580F4-2100-29C4-C633-94213810E2DD}"/>
                </a:ext>
              </a:extLst>
            </p:cNvPr>
            <p:cNvSpPr/>
            <p:nvPr/>
          </p:nvSpPr>
          <p:spPr>
            <a:xfrm>
              <a:off x="4080327"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35C28CCE-91DA-8C3A-2879-91D720DD53AF}"/>
                </a:ext>
              </a:extLst>
            </p:cNvPr>
            <p:cNvSpPr/>
            <p:nvPr/>
          </p:nvSpPr>
          <p:spPr>
            <a:xfrm>
              <a:off x="4194582"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CBC2921E-2DE2-83DE-84BF-7BE4E229A2FD}"/>
                </a:ext>
              </a:extLst>
            </p:cNvPr>
            <p:cNvSpPr/>
            <p:nvPr/>
          </p:nvSpPr>
          <p:spPr>
            <a:xfrm>
              <a:off x="4308838"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2FCC8314-60DE-2EA4-6532-553E31060C74}"/>
                </a:ext>
              </a:extLst>
            </p:cNvPr>
            <p:cNvSpPr/>
            <p:nvPr/>
          </p:nvSpPr>
          <p:spPr>
            <a:xfrm>
              <a:off x="4423094"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D32E82AF-FFA4-8ED5-FD4E-BAF076E27739}"/>
                </a:ext>
              </a:extLst>
            </p:cNvPr>
            <p:cNvSpPr/>
            <p:nvPr/>
          </p:nvSpPr>
          <p:spPr>
            <a:xfrm>
              <a:off x="4537350"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5FB293CB-494D-FBB7-1E0C-E14A012B5FA4}"/>
                </a:ext>
              </a:extLst>
            </p:cNvPr>
            <p:cNvSpPr/>
            <p:nvPr/>
          </p:nvSpPr>
          <p:spPr>
            <a:xfrm>
              <a:off x="4651605"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5B05F201-A394-613D-2DF6-58BDFDDA2F05}"/>
                </a:ext>
              </a:extLst>
            </p:cNvPr>
            <p:cNvSpPr/>
            <p:nvPr/>
          </p:nvSpPr>
          <p:spPr>
            <a:xfrm>
              <a:off x="4765861"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81E7DBA5-392C-E3F6-EB5B-BE775B4D71AB}"/>
                </a:ext>
              </a:extLst>
            </p:cNvPr>
            <p:cNvSpPr/>
            <p:nvPr/>
          </p:nvSpPr>
          <p:spPr>
            <a:xfrm>
              <a:off x="4880117"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9C832F2E-E089-F593-442A-19A7DE86663F}"/>
                </a:ext>
              </a:extLst>
            </p:cNvPr>
            <p:cNvSpPr/>
            <p:nvPr/>
          </p:nvSpPr>
          <p:spPr>
            <a:xfrm>
              <a:off x="4994373"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25F22F0A-B9B4-20F3-D463-28EB37BEF56F}"/>
                </a:ext>
              </a:extLst>
            </p:cNvPr>
            <p:cNvSpPr/>
            <p:nvPr/>
          </p:nvSpPr>
          <p:spPr>
            <a:xfrm>
              <a:off x="5108629"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01EB7A5A-1282-CC2A-A722-5FA516E3ED0D}"/>
                </a:ext>
              </a:extLst>
            </p:cNvPr>
            <p:cNvSpPr/>
            <p:nvPr/>
          </p:nvSpPr>
          <p:spPr>
            <a:xfrm>
              <a:off x="5222840"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94EC46D5-F1B0-F87E-C0F3-46DB477F5714}"/>
                </a:ext>
              </a:extLst>
            </p:cNvPr>
            <p:cNvSpPr/>
            <p:nvPr/>
          </p:nvSpPr>
          <p:spPr>
            <a:xfrm>
              <a:off x="5337096"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D5800BFA-C217-85A3-278E-11B6B320372C}"/>
                </a:ext>
              </a:extLst>
            </p:cNvPr>
            <p:cNvSpPr/>
            <p:nvPr/>
          </p:nvSpPr>
          <p:spPr>
            <a:xfrm>
              <a:off x="5451352"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CF29879D-33F4-5B35-6F0D-EDDBFF466A6F}"/>
                </a:ext>
              </a:extLst>
            </p:cNvPr>
            <p:cNvSpPr/>
            <p:nvPr/>
          </p:nvSpPr>
          <p:spPr>
            <a:xfrm>
              <a:off x="5565608"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9A763642-DD56-799C-A165-BBDD63A96CA4}"/>
                </a:ext>
              </a:extLst>
            </p:cNvPr>
            <p:cNvSpPr/>
            <p:nvPr/>
          </p:nvSpPr>
          <p:spPr>
            <a:xfrm>
              <a:off x="5679863"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E589BB08-53AA-9966-4590-7C24C0771671}"/>
                </a:ext>
              </a:extLst>
            </p:cNvPr>
            <p:cNvSpPr/>
            <p:nvPr/>
          </p:nvSpPr>
          <p:spPr>
            <a:xfrm>
              <a:off x="5794119"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54452D59-6DEC-FCE2-1DA9-0C478E249D16}"/>
                </a:ext>
              </a:extLst>
            </p:cNvPr>
            <p:cNvSpPr/>
            <p:nvPr/>
          </p:nvSpPr>
          <p:spPr>
            <a:xfrm>
              <a:off x="5908375"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84EF9034-4D45-69F5-01C1-519A43BD0EDF}"/>
                </a:ext>
              </a:extLst>
            </p:cNvPr>
            <p:cNvSpPr/>
            <p:nvPr/>
          </p:nvSpPr>
          <p:spPr>
            <a:xfrm>
              <a:off x="6022631"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53748971-866B-262A-847C-5A6877606B37}"/>
                </a:ext>
              </a:extLst>
            </p:cNvPr>
            <p:cNvSpPr/>
            <p:nvPr/>
          </p:nvSpPr>
          <p:spPr>
            <a:xfrm>
              <a:off x="6136886"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40A4D64C-BB94-37F7-A1CC-9153977904A9}"/>
                </a:ext>
              </a:extLst>
            </p:cNvPr>
            <p:cNvSpPr/>
            <p:nvPr/>
          </p:nvSpPr>
          <p:spPr>
            <a:xfrm>
              <a:off x="6251142"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7B65B8CB-948F-D779-FACF-D5CF4AB60FE3}"/>
                </a:ext>
              </a:extLst>
            </p:cNvPr>
            <p:cNvSpPr/>
            <p:nvPr/>
          </p:nvSpPr>
          <p:spPr>
            <a:xfrm>
              <a:off x="6365398"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046E5A11-D679-9DF8-73E7-BFDF05038767}"/>
                </a:ext>
              </a:extLst>
            </p:cNvPr>
            <p:cNvSpPr/>
            <p:nvPr/>
          </p:nvSpPr>
          <p:spPr>
            <a:xfrm>
              <a:off x="6479610"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1B08BB83-7F03-71DC-81D6-D4BDDFB8DEF6}"/>
                </a:ext>
              </a:extLst>
            </p:cNvPr>
            <p:cNvSpPr/>
            <p:nvPr/>
          </p:nvSpPr>
          <p:spPr>
            <a:xfrm>
              <a:off x="6593865"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E2E3C4BB-CB25-8706-0EE6-186408DAFA0A}"/>
                </a:ext>
              </a:extLst>
            </p:cNvPr>
            <p:cNvSpPr/>
            <p:nvPr/>
          </p:nvSpPr>
          <p:spPr>
            <a:xfrm>
              <a:off x="6708121" y="34687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222A91A1-2D2C-D28B-EF34-42CC39E443C3}"/>
                </a:ext>
              </a:extLst>
            </p:cNvPr>
            <p:cNvSpPr/>
            <p:nvPr/>
          </p:nvSpPr>
          <p:spPr>
            <a:xfrm>
              <a:off x="6822377"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1E1769A0-CCB6-4F10-DC73-C43753D9F8AA}"/>
                </a:ext>
              </a:extLst>
            </p:cNvPr>
            <p:cNvSpPr/>
            <p:nvPr/>
          </p:nvSpPr>
          <p:spPr>
            <a:xfrm>
              <a:off x="6936633"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CFBC4AC3-79B7-09C3-04C1-99E35444B0A7}"/>
                </a:ext>
              </a:extLst>
            </p:cNvPr>
            <p:cNvSpPr/>
            <p:nvPr/>
          </p:nvSpPr>
          <p:spPr>
            <a:xfrm>
              <a:off x="7050888" y="34687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2CD9B9C8-83E1-3767-0958-A8A516820EDC}"/>
                </a:ext>
              </a:extLst>
            </p:cNvPr>
            <p:cNvSpPr/>
            <p:nvPr/>
          </p:nvSpPr>
          <p:spPr>
            <a:xfrm>
              <a:off x="7165144"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3D5839AF-298A-8D64-37A9-113E3B250CD5}"/>
                </a:ext>
              </a:extLst>
            </p:cNvPr>
            <p:cNvSpPr/>
            <p:nvPr/>
          </p:nvSpPr>
          <p:spPr>
            <a:xfrm>
              <a:off x="2366578"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5216C491-A1A2-63C8-BEF1-D593A3BF6377}"/>
                </a:ext>
              </a:extLst>
            </p:cNvPr>
            <p:cNvSpPr/>
            <p:nvPr/>
          </p:nvSpPr>
          <p:spPr>
            <a:xfrm>
              <a:off x="2480790"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E27BBE3D-BA63-9151-1662-51801F033F6B}"/>
                </a:ext>
              </a:extLst>
            </p:cNvPr>
            <p:cNvSpPr/>
            <p:nvPr/>
          </p:nvSpPr>
          <p:spPr>
            <a:xfrm>
              <a:off x="2595046"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6B820C3D-D667-3666-C4AE-F7687CB9507B}"/>
                </a:ext>
              </a:extLst>
            </p:cNvPr>
            <p:cNvSpPr/>
            <p:nvPr/>
          </p:nvSpPr>
          <p:spPr>
            <a:xfrm>
              <a:off x="2709301"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B93BD780-7EB9-1074-5E88-12E26F7E5299}"/>
                </a:ext>
              </a:extLst>
            </p:cNvPr>
            <p:cNvSpPr/>
            <p:nvPr/>
          </p:nvSpPr>
          <p:spPr>
            <a:xfrm>
              <a:off x="2823557"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1433A075-8AA5-EF3A-35CE-D4A38867ED99}"/>
                </a:ext>
              </a:extLst>
            </p:cNvPr>
            <p:cNvSpPr/>
            <p:nvPr/>
          </p:nvSpPr>
          <p:spPr>
            <a:xfrm>
              <a:off x="2937813"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B0D59751-4C99-E33D-3736-01244FEE1748}"/>
                </a:ext>
              </a:extLst>
            </p:cNvPr>
            <p:cNvSpPr/>
            <p:nvPr/>
          </p:nvSpPr>
          <p:spPr>
            <a:xfrm>
              <a:off x="3052069"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0AD352B2-6CC4-A987-3D3A-D8C2804A6C3C}"/>
                </a:ext>
              </a:extLst>
            </p:cNvPr>
            <p:cNvSpPr/>
            <p:nvPr/>
          </p:nvSpPr>
          <p:spPr>
            <a:xfrm>
              <a:off x="3166325"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E84B2970-FAA9-DC6D-A66D-05102BE545A9}"/>
                </a:ext>
              </a:extLst>
            </p:cNvPr>
            <p:cNvSpPr/>
            <p:nvPr/>
          </p:nvSpPr>
          <p:spPr>
            <a:xfrm>
              <a:off x="3280580"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4D355165-47A3-3C7C-4D37-F1BE48DCB6EC}"/>
                </a:ext>
              </a:extLst>
            </p:cNvPr>
            <p:cNvSpPr/>
            <p:nvPr/>
          </p:nvSpPr>
          <p:spPr>
            <a:xfrm>
              <a:off x="3394836"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097136D9-A73C-F37A-DAA2-AEEE9980D2A9}"/>
                </a:ext>
              </a:extLst>
            </p:cNvPr>
            <p:cNvSpPr/>
            <p:nvPr/>
          </p:nvSpPr>
          <p:spPr>
            <a:xfrm>
              <a:off x="3509092"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E0DE71FE-70DC-18EC-1E84-96987BD8EDC0}"/>
                </a:ext>
              </a:extLst>
            </p:cNvPr>
            <p:cNvSpPr/>
            <p:nvPr/>
          </p:nvSpPr>
          <p:spPr>
            <a:xfrm>
              <a:off x="3623348"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AF5ABF94-D4A5-FC22-8068-EA36A43D9E2E}"/>
                </a:ext>
              </a:extLst>
            </p:cNvPr>
            <p:cNvSpPr/>
            <p:nvPr/>
          </p:nvSpPr>
          <p:spPr>
            <a:xfrm>
              <a:off x="3737603"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367E983C-4839-B574-AB1E-E6DDD8C74DAF}"/>
                </a:ext>
              </a:extLst>
            </p:cNvPr>
            <p:cNvSpPr/>
            <p:nvPr/>
          </p:nvSpPr>
          <p:spPr>
            <a:xfrm>
              <a:off x="3851815"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B7B32DC9-0D9B-F923-8A0A-6C693AE29687}"/>
                </a:ext>
              </a:extLst>
            </p:cNvPr>
            <p:cNvSpPr/>
            <p:nvPr/>
          </p:nvSpPr>
          <p:spPr>
            <a:xfrm>
              <a:off x="3966071"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50ED64DB-7F8A-08E2-6442-980EC8D3058E}"/>
                </a:ext>
              </a:extLst>
            </p:cNvPr>
            <p:cNvSpPr/>
            <p:nvPr/>
          </p:nvSpPr>
          <p:spPr>
            <a:xfrm>
              <a:off x="4080327"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8" name="Freeform: Shape 197">
              <a:extLst>
                <a:ext uri="{FF2B5EF4-FFF2-40B4-BE49-F238E27FC236}">
                  <a16:creationId xmlns:a16="http://schemas.microsoft.com/office/drawing/2014/main" id="{94B57A7B-C190-F6A8-FE22-79653729485A}"/>
                </a:ext>
              </a:extLst>
            </p:cNvPr>
            <p:cNvSpPr/>
            <p:nvPr/>
          </p:nvSpPr>
          <p:spPr>
            <a:xfrm>
              <a:off x="4194582"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9" name="Freeform: Shape 198">
              <a:extLst>
                <a:ext uri="{FF2B5EF4-FFF2-40B4-BE49-F238E27FC236}">
                  <a16:creationId xmlns:a16="http://schemas.microsoft.com/office/drawing/2014/main" id="{B5A4632F-2676-7191-5A88-071884149CDB}"/>
                </a:ext>
              </a:extLst>
            </p:cNvPr>
            <p:cNvSpPr/>
            <p:nvPr/>
          </p:nvSpPr>
          <p:spPr>
            <a:xfrm>
              <a:off x="4308838"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0" name="Freeform: Shape 199">
              <a:extLst>
                <a:ext uri="{FF2B5EF4-FFF2-40B4-BE49-F238E27FC236}">
                  <a16:creationId xmlns:a16="http://schemas.microsoft.com/office/drawing/2014/main" id="{8C63E89A-EB5B-498D-DF48-EF0A90E6A0D6}"/>
                </a:ext>
              </a:extLst>
            </p:cNvPr>
            <p:cNvSpPr/>
            <p:nvPr/>
          </p:nvSpPr>
          <p:spPr>
            <a:xfrm>
              <a:off x="4423094"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1" name="Freeform: Shape 200">
              <a:extLst>
                <a:ext uri="{FF2B5EF4-FFF2-40B4-BE49-F238E27FC236}">
                  <a16:creationId xmlns:a16="http://schemas.microsoft.com/office/drawing/2014/main" id="{D6C4ADFB-87C1-B2CF-B7DE-497FDB2AD681}"/>
                </a:ext>
              </a:extLst>
            </p:cNvPr>
            <p:cNvSpPr/>
            <p:nvPr/>
          </p:nvSpPr>
          <p:spPr>
            <a:xfrm>
              <a:off x="4537350"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2" name="Freeform: Shape 201">
              <a:extLst>
                <a:ext uri="{FF2B5EF4-FFF2-40B4-BE49-F238E27FC236}">
                  <a16:creationId xmlns:a16="http://schemas.microsoft.com/office/drawing/2014/main" id="{4B1C7C7D-4C4F-EB07-17DF-1AA32C665DA8}"/>
                </a:ext>
              </a:extLst>
            </p:cNvPr>
            <p:cNvSpPr/>
            <p:nvPr/>
          </p:nvSpPr>
          <p:spPr>
            <a:xfrm>
              <a:off x="4651605"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3" name="Freeform: Shape 202">
              <a:extLst>
                <a:ext uri="{FF2B5EF4-FFF2-40B4-BE49-F238E27FC236}">
                  <a16:creationId xmlns:a16="http://schemas.microsoft.com/office/drawing/2014/main" id="{CB067832-0618-F488-226D-605C6E9A8319}"/>
                </a:ext>
              </a:extLst>
            </p:cNvPr>
            <p:cNvSpPr/>
            <p:nvPr/>
          </p:nvSpPr>
          <p:spPr>
            <a:xfrm>
              <a:off x="4765861"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4" name="Freeform: Shape 203">
              <a:extLst>
                <a:ext uri="{FF2B5EF4-FFF2-40B4-BE49-F238E27FC236}">
                  <a16:creationId xmlns:a16="http://schemas.microsoft.com/office/drawing/2014/main" id="{DEBE94CD-3619-CA32-0D4B-EB2C34B0211C}"/>
                </a:ext>
              </a:extLst>
            </p:cNvPr>
            <p:cNvSpPr/>
            <p:nvPr/>
          </p:nvSpPr>
          <p:spPr>
            <a:xfrm>
              <a:off x="4880117"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5" name="Freeform: Shape 204">
              <a:extLst>
                <a:ext uri="{FF2B5EF4-FFF2-40B4-BE49-F238E27FC236}">
                  <a16:creationId xmlns:a16="http://schemas.microsoft.com/office/drawing/2014/main" id="{088A04AE-71FB-5334-788E-AF12DAEF4C67}"/>
                </a:ext>
              </a:extLst>
            </p:cNvPr>
            <p:cNvSpPr/>
            <p:nvPr/>
          </p:nvSpPr>
          <p:spPr>
            <a:xfrm>
              <a:off x="4994373"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6" name="Freeform: Shape 205">
              <a:extLst>
                <a:ext uri="{FF2B5EF4-FFF2-40B4-BE49-F238E27FC236}">
                  <a16:creationId xmlns:a16="http://schemas.microsoft.com/office/drawing/2014/main" id="{5184C9E1-507A-C81E-8CD0-16C30B76895C}"/>
                </a:ext>
              </a:extLst>
            </p:cNvPr>
            <p:cNvSpPr/>
            <p:nvPr/>
          </p:nvSpPr>
          <p:spPr>
            <a:xfrm>
              <a:off x="5108629"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7" name="Freeform: Shape 206">
              <a:extLst>
                <a:ext uri="{FF2B5EF4-FFF2-40B4-BE49-F238E27FC236}">
                  <a16:creationId xmlns:a16="http://schemas.microsoft.com/office/drawing/2014/main" id="{B8F994F3-C5CA-C3D3-BB79-A3D2D236E8D6}"/>
                </a:ext>
              </a:extLst>
            </p:cNvPr>
            <p:cNvSpPr/>
            <p:nvPr/>
          </p:nvSpPr>
          <p:spPr>
            <a:xfrm>
              <a:off x="5222840"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8" name="Freeform: Shape 207">
              <a:extLst>
                <a:ext uri="{FF2B5EF4-FFF2-40B4-BE49-F238E27FC236}">
                  <a16:creationId xmlns:a16="http://schemas.microsoft.com/office/drawing/2014/main" id="{C64AF0E1-0D62-48B0-99BC-98F4A77890A1}"/>
                </a:ext>
              </a:extLst>
            </p:cNvPr>
            <p:cNvSpPr/>
            <p:nvPr/>
          </p:nvSpPr>
          <p:spPr>
            <a:xfrm>
              <a:off x="5337096"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9" name="Freeform: Shape 208">
              <a:extLst>
                <a:ext uri="{FF2B5EF4-FFF2-40B4-BE49-F238E27FC236}">
                  <a16:creationId xmlns:a16="http://schemas.microsoft.com/office/drawing/2014/main" id="{4B909CF4-45C6-D7DC-1604-99DA683DB81D}"/>
                </a:ext>
              </a:extLst>
            </p:cNvPr>
            <p:cNvSpPr/>
            <p:nvPr/>
          </p:nvSpPr>
          <p:spPr>
            <a:xfrm>
              <a:off x="5451352"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0" name="Freeform: Shape 209">
              <a:extLst>
                <a:ext uri="{FF2B5EF4-FFF2-40B4-BE49-F238E27FC236}">
                  <a16:creationId xmlns:a16="http://schemas.microsoft.com/office/drawing/2014/main" id="{5E19BD50-9A9A-E9C6-9D63-E7B434F3070C}"/>
                </a:ext>
              </a:extLst>
            </p:cNvPr>
            <p:cNvSpPr/>
            <p:nvPr/>
          </p:nvSpPr>
          <p:spPr>
            <a:xfrm>
              <a:off x="5565608"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1" name="Freeform: Shape 210">
              <a:extLst>
                <a:ext uri="{FF2B5EF4-FFF2-40B4-BE49-F238E27FC236}">
                  <a16:creationId xmlns:a16="http://schemas.microsoft.com/office/drawing/2014/main" id="{39BBE0DE-3A93-39A0-DC3C-E682CB0AC803}"/>
                </a:ext>
              </a:extLst>
            </p:cNvPr>
            <p:cNvSpPr/>
            <p:nvPr/>
          </p:nvSpPr>
          <p:spPr>
            <a:xfrm>
              <a:off x="5679863"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2" name="Freeform: Shape 211">
              <a:extLst>
                <a:ext uri="{FF2B5EF4-FFF2-40B4-BE49-F238E27FC236}">
                  <a16:creationId xmlns:a16="http://schemas.microsoft.com/office/drawing/2014/main" id="{2C4D9B4C-52A5-B9A6-4654-E16693F72382}"/>
                </a:ext>
              </a:extLst>
            </p:cNvPr>
            <p:cNvSpPr/>
            <p:nvPr/>
          </p:nvSpPr>
          <p:spPr>
            <a:xfrm>
              <a:off x="5794119"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3" name="Freeform: Shape 212">
              <a:extLst>
                <a:ext uri="{FF2B5EF4-FFF2-40B4-BE49-F238E27FC236}">
                  <a16:creationId xmlns:a16="http://schemas.microsoft.com/office/drawing/2014/main" id="{189E3FB7-2CA1-B04E-426F-707F4F4BA3BD}"/>
                </a:ext>
              </a:extLst>
            </p:cNvPr>
            <p:cNvSpPr/>
            <p:nvPr/>
          </p:nvSpPr>
          <p:spPr>
            <a:xfrm>
              <a:off x="5908375"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4" name="Freeform: Shape 213">
              <a:extLst>
                <a:ext uri="{FF2B5EF4-FFF2-40B4-BE49-F238E27FC236}">
                  <a16:creationId xmlns:a16="http://schemas.microsoft.com/office/drawing/2014/main" id="{C10A3C27-A948-1BD9-5D47-3C4829F8AD66}"/>
                </a:ext>
              </a:extLst>
            </p:cNvPr>
            <p:cNvSpPr/>
            <p:nvPr/>
          </p:nvSpPr>
          <p:spPr>
            <a:xfrm>
              <a:off x="6022631"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5" name="Freeform: Shape 214">
              <a:extLst>
                <a:ext uri="{FF2B5EF4-FFF2-40B4-BE49-F238E27FC236}">
                  <a16:creationId xmlns:a16="http://schemas.microsoft.com/office/drawing/2014/main" id="{F0A4818D-2713-3478-21DB-8A1673A5FE93}"/>
                </a:ext>
              </a:extLst>
            </p:cNvPr>
            <p:cNvSpPr/>
            <p:nvPr/>
          </p:nvSpPr>
          <p:spPr>
            <a:xfrm>
              <a:off x="6136886"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6" name="Freeform: Shape 215">
              <a:extLst>
                <a:ext uri="{FF2B5EF4-FFF2-40B4-BE49-F238E27FC236}">
                  <a16:creationId xmlns:a16="http://schemas.microsoft.com/office/drawing/2014/main" id="{609431A1-14F3-79F7-A63C-AD07F814A2AF}"/>
                </a:ext>
              </a:extLst>
            </p:cNvPr>
            <p:cNvSpPr/>
            <p:nvPr/>
          </p:nvSpPr>
          <p:spPr>
            <a:xfrm>
              <a:off x="6251142"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7" name="Freeform: Shape 216">
              <a:extLst>
                <a:ext uri="{FF2B5EF4-FFF2-40B4-BE49-F238E27FC236}">
                  <a16:creationId xmlns:a16="http://schemas.microsoft.com/office/drawing/2014/main" id="{8E3250E2-8F4F-078A-0D87-46247F209F84}"/>
                </a:ext>
              </a:extLst>
            </p:cNvPr>
            <p:cNvSpPr/>
            <p:nvPr/>
          </p:nvSpPr>
          <p:spPr>
            <a:xfrm>
              <a:off x="6365398"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8" name="Freeform: Shape 217">
              <a:extLst>
                <a:ext uri="{FF2B5EF4-FFF2-40B4-BE49-F238E27FC236}">
                  <a16:creationId xmlns:a16="http://schemas.microsoft.com/office/drawing/2014/main" id="{A0976098-F884-0D84-367B-5A6EA54293C7}"/>
                </a:ext>
              </a:extLst>
            </p:cNvPr>
            <p:cNvSpPr/>
            <p:nvPr/>
          </p:nvSpPr>
          <p:spPr>
            <a:xfrm>
              <a:off x="6479610"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9" name="Freeform: Shape 218">
              <a:extLst>
                <a:ext uri="{FF2B5EF4-FFF2-40B4-BE49-F238E27FC236}">
                  <a16:creationId xmlns:a16="http://schemas.microsoft.com/office/drawing/2014/main" id="{66DC0E7F-B65D-6C25-8277-60528BBB47A7}"/>
                </a:ext>
              </a:extLst>
            </p:cNvPr>
            <p:cNvSpPr/>
            <p:nvPr/>
          </p:nvSpPr>
          <p:spPr>
            <a:xfrm>
              <a:off x="6593865"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0" name="Freeform: Shape 219">
              <a:extLst>
                <a:ext uri="{FF2B5EF4-FFF2-40B4-BE49-F238E27FC236}">
                  <a16:creationId xmlns:a16="http://schemas.microsoft.com/office/drawing/2014/main" id="{5B7960B3-255D-BDEC-90AA-615648C2115A}"/>
                </a:ext>
              </a:extLst>
            </p:cNvPr>
            <p:cNvSpPr/>
            <p:nvPr/>
          </p:nvSpPr>
          <p:spPr>
            <a:xfrm>
              <a:off x="6708121" y="46113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1" name="Freeform: Shape 220">
              <a:extLst>
                <a:ext uri="{FF2B5EF4-FFF2-40B4-BE49-F238E27FC236}">
                  <a16:creationId xmlns:a16="http://schemas.microsoft.com/office/drawing/2014/main" id="{2EEDE967-D64F-80D7-BCA1-9E24649EE020}"/>
                </a:ext>
              </a:extLst>
            </p:cNvPr>
            <p:cNvSpPr/>
            <p:nvPr/>
          </p:nvSpPr>
          <p:spPr>
            <a:xfrm>
              <a:off x="6822377"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2" name="Freeform: Shape 221">
              <a:extLst>
                <a:ext uri="{FF2B5EF4-FFF2-40B4-BE49-F238E27FC236}">
                  <a16:creationId xmlns:a16="http://schemas.microsoft.com/office/drawing/2014/main" id="{592B82B2-3CEB-6F28-CB19-B0B760AA74D6}"/>
                </a:ext>
              </a:extLst>
            </p:cNvPr>
            <p:cNvSpPr/>
            <p:nvPr/>
          </p:nvSpPr>
          <p:spPr>
            <a:xfrm>
              <a:off x="6936633"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3" name="Freeform: Shape 222">
              <a:extLst>
                <a:ext uri="{FF2B5EF4-FFF2-40B4-BE49-F238E27FC236}">
                  <a16:creationId xmlns:a16="http://schemas.microsoft.com/office/drawing/2014/main" id="{1B4A78CE-A9A6-6105-B6F3-4259009BFF42}"/>
                </a:ext>
              </a:extLst>
            </p:cNvPr>
            <p:cNvSpPr/>
            <p:nvPr/>
          </p:nvSpPr>
          <p:spPr>
            <a:xfrm>
              <a:off x="7050888" y="46113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4" name="Freeform: Shape 223">
              <a:extLst>
                <a:ext uri="{FF2B5EF4-FFF2-40B4-BE49-F238E27FC236}">
                  <a16:creationId xmlns:a16="http://schemas.microsoft.com/office/drawing/2014/main" id="{BD7997FF-1A12-5C2E-EE4C-4B8F3A7EFD7F}"/>
                </a:ext>
              </a:extLst>
            </p:cNvPr>
            <p:cNvSpPr/>
            <p:nvPr/>
          </p:nvSpPr>
          <p:spPr>
            <a:xfrm>
              <a:off x="7165144"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5" name="Freeform: Shape 224">
              <a:extLst>
                <a:ext uri="{FF2B5EF4-FFF2-40B4-BE49-F238E27FC236}">
                  <a16:creationId xmlns:a16="http://schemas.microsoft.com/office/drawing/2014/main" id="{16425E4C-BD89-8D54-5374-D9E48F156A93}"/>
                </a:ext>
              </a:extLst>
            </p:cNvPr>
            <p:cNvSpPr/>
            <p:nvPr/>
          </p:nvSpPr>
          <p:spPr>
            <a:xfrm>
              <a:off x="2366578"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6" name="Freeform: Shape 225">
              <a:extLst>
                <a:ext uri="{FF2B5EF4-FFF2-40B4-BE49-F238E27FC236}">
                  <a16:creationId xmlns:a16="http://schemas.microsoft.com/office/drawing/2014/main" id="{23F40C5B-7D69-EF95-7ED2-C795B5086E12}"/>
                </a:ext>
              </a:extLst>
            </p:cNvPr>
            <p:cNvSpPr/>
            <p:nvPr/>
          </p:nvSpPr>
          <p:spPr>
            <a:xfrm>
              <a:off x="2480790"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7" name="Freeform: Shape 226">
              <a:extLst>
                <a:ext uri="{FF2B5EF4-FFF2-40B4-BE49-F238E27FC236}">
                  <a16:creationId xmlns:a16="http://schemas.microsoft.com/office/drawing/2014/main" id="{8BF12ED9-5115-FBD1-6BD4-32F517474909}"/>
                </a:ext>
              </a:extLst>
            </p:cNvPr>
            <p:cNvSpPr/>
            <p:nvPr/>
          </p:nvSpPr>
          <p:spPr>
            <a:xfrm>
              <a:off x="2595046"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8" name="Freeform: Shape 227">
              <a:extLst>
                <a:ext uri="{FF2B5EF4-FFF2-40B4-BE49-F238E27FC236}">
                  <a16:creationId xmlns:a16="http://schemas.microsoft.com/office/drawing/2014/main" id="{249F0F2F-B85B-AD26-28ED-3B51AA1FB692}"/>
                </a:ext>
              </a:extLst>
            </p:cNvPr>
            <p:cNvSpPr/>
            <p:nvPr/>
          </p:nvSpPr>
          <p:spPr>
            <a:xfrm>
              <a:off x="2709301"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9" name="Freeform: Shape 228">
              <a:extLst>
                <a:ext uri="{FF2B5EF4-FFF2-40B4-BE49-F238E27FC236}">
                  <a16:creationId xmlns:a16="http://schemas.microsoft.com/office/drawing/2014/main" id="{3CD194BB-4214-3160-22FC-645ADC4DFCC5}"/>
                </a:ext>
              </a:extLst>
            </p:cNvPr>
            <p:cNvSpPr/>
            <p:nvPr/>
          </p:nvSpPr>
          <p:spPr>
            <a:xfrm>
              <a:off x="2823557"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0" name="Freeform: Shape 229">
              <a:extLst>
                <a:ext uri="{FF2B5EF4-FFF2-40B4-BE49-F238E27FC236}">
                  <a16:creationId xmlns:a16="http://schemas.microsoft.com/office/drawing/2014/main" id="{D3D86324-06BA-B4E2-473D-4235338B44CA}"/>
                </a:ext>
              </a:extLst>
            </p:cNvPr>
            <p:cNvSpPr/>
            <p:nvPr/>
          </p:nvSpPr>
          <p:spPr>
            <a:xfrm>
              <a:off x="2937813"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1" name="Freeform: Shape 230">
              <a:extLst>
                <a:ext uri="{FF2B5EF4-FFF2-40B4-BE49-F238E27FC236}">
                  <a16:creationId xmlns:a16="http://schemas.microsoft.com/office/drawing/2014/main" id="{25772783-5789-3F3F-DB73-4EE238B95F03}"/>
                </a:ext>
              </a:extLst>
            </p:cNvPr>
            <p:cNvSpPr/>
            <p:nvPr/>
          </p:nvSpPr>
          <p:spPr>
            <a:xfrm>
              <a:off x="3052069"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2" name="Freeform: Shape 231">
              <a:extLst>
                <a:ext uri="{FF2B5EF4-FFF2-40B4-BE49-F238E27FC236}">
                  <a16:creationId xmlns:a16="http://schemas.microsoft.com/office/drawing/2014/main" id="{337DF7C8-181F-2466-7496-025F863D87C3}"/>
                </a:ext>
              </a:extLst>
            </p:cNvPr>
            <p:cNvSpPr/>
            <p:nvPr/>
          </p:nvSpPr>
          <p:spPr>
            <a:xfrm>
              <a:off x="3166325"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3" name="Freeform: Shape 232">
              <a:extLst>
                <a:ext uri="{FF2B5EF4-FFF2-40B4-BE49-F238E27FC236}">
                  <a16:creationId xmlns:a16="http://schemas.microsoft.com/office/drawing/2014/main" id="{EE962636-2E60-BDBD-A380-A66584C9A80E}"/>
                </a:ext>
              </a:extLst>
            </p:cNvPr>
            <p:cNvSpPr/>
            <p:nvPr/>
          </p:nvSpPr>
          <p:spPr>
            <a:xfrm>
              <a:off x="3280580"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4" name="Freeform: Shape 233">
              <a:extLst>
                <a:ext uri="{FF2B5EF4-FFF2-40B4-BE49-F238E27FC236}">
                  <a16:creationId xmlns:a16="http://schemas.microsoft.com/office/drawing/2014/main" id="{BED9C2CE-41A4-AB29-67B2-6068309B8BE6}"/>
                </a:ext>
              </a:extLst>
            </p:cNvPr>
            <p:cNvSpPr/>
            <p:nvPr/>
          </p:nvSpPr>
          <p:spPr>
            <a:xfrm>
              <a:off x="3394836"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5" name="Freeform: Shape 234">
              <a:extLst>
                <a:ext uri="{FF2B5EF4-FFF2-40B4-BE49-F238E27FC236}">
                  <a16:creationId xmlns:a16="http://schemas.microsoft.com/office/drawing/2014/main" id="{F26D1AED-C0E0-A2A9-F74C-ECAFCC08DE08}"/>
                </a:ext>
              </a:extLst>
            </p:cNvPr>
            <p:cNvSpPr/>
            <p:nvPr/>
          </p:nvSpPr>
          <p:spPr>
            <a:xfrm>
              <a:off x="3509092"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6" name="Freeform: Shape 235">
              <a:extLst>
                <a:ext uri="{FF2B5EF4-FFF2-40B4-BE49-F238E27FC236}">
                  <a16:creationId xmlns:a16="http://schemas.microsoft.com/office/drawing/2014/main" id="{E11989F2-911E-92C4-5EDD-28A2F290361C}"/>
                </a:ext>
              </a:extLst>
            </p:cNvPr>
            <p:cNvSpPr/>
            <p:nvPr/>
          </p:nvSpPr>
          <p:spPr>
            <a:xfrm>
              <a:off x="3623348"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7" name="Freeform: Shape 236">
              <a:extLst>
                <a:ext uri="{FF2B5EF4-FFF2-40B4-BE49-F238E27FC236}">
                  <a16:creationId xmlns:a16="http://schemas.microsoft.com/office/drawing/2014/main" id="{85D954D5-661A-7B9F-92A4-B360F2A1095B}"/>
                </a:ext>
              </a:extLst>
            </p:cNvPr>
            <p:cNvSpPr/>
            <p:nvPr/>
          </p:nvSpPr>
          <p:spPr>
            <a:xfrm>
              <a:off x="3737603"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8" name="Freeform: Shape 237">
              <a:extLst>
                <a:ext uri="{FF2B5EF4-FFF2-40B4-BE49-F238E27FC236}">
                  <a16:creationId xmlns:a16="http://schemas.microsoft.com/office/drawing/2014/main" id="{B1C2392A-A4B6-B40A-0A9A-11A447F572E8}"/>
                </a:ext>
              </a:extLst>
            </p:cNvPr>
            <p:cNvSpPr/>
            <p:nvPr/>
          </p:nvSpPr>
          <p:spPr>
            <a:xfrm>
              <a:off x="3851815"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9" name="Freeform: Shape 238">
              <a:extLst>
                <a:ext uri="{FF2B5EF4-FFF2-40B4-BE49-F238E27FC236}">
                  <a16:creationId xmlns:a16="http://schemas.microsoft.com/office/drawing/2014/main" id="{CFC4D3B8-4BAE-0261-7F2F-75E29CA993ED}"/>
                </a:ext>
              </a:extLst>
            </p:cNvPr>
            <p:cNvSpPr/>
            <p:nvPr/>
          </p:nvSpPr>
          <p:spPr>
            <a:xfrm>
              <a:off x="3966071"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0" name="Freeform: Shape 239">
              <a:extLst>
                <a:ext uri="{FF2B5EF4-FFF2-40B4-BE49-F238E27FC236}">
                  <a16:creationId xmlns:a16="http://schemas.microsoft.com/office/drawing/2014/main" id="{48C254B0-C10A-1480-3062-E41548DE2277}"/>
                </a:ext>
              </a:extLst>
            </p:cNvPr>
            <p:cNvSpPr/>
            <p:nvPr/>
          </p:nvSpPr>
          <p:spPr>
            <a:xfrm>
              <a:off x="4080327"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1" name="Freeform: Shape 240">
              <a:extLst>
                <a:ext uri="{FF2B5EF4-FFF2-40B4-BE49-F238E27FC236}">
                  <a16:creationId xmlns:a16="http://schemas.microsoft.com/office/drawing/2014/main" id="{2928D156-3142-C8F7-867B-9C5D6749384A}"/>
                </a:ext>
              </a:extLst>
            </p:cNvPr>
            <p:cNvSpPr/>
            <p:nvPr/>
          </p:nvSpPr>
          <p:spPr>
            <a:xfrm>
              <a:off x="4194582"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2" name="Freeform: Shape 241">
              <a:extLst>
                <a:ext uri="{FF2B5EF4-FFF2-40B4-BE49-F238E27FC236}">
                  <a16:creationId xmlns:a16="http://schemas.microsoft.com/office/drawing/2014/main" id="{A594C79B-7F48-3C8D-2C5F-4F8ED5536F54}"/>
                </a:ext>
              </a:extLst>
            </p:cNvPr>
            <p:cNvSpPr/>
            <p:nvPr/>
          </p:nvSpPr>
          <p:spPr>
            <a:xfrm>
              <a:off x="4308838"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3" name="Freeform: Shape 242">
              <a:extLst>
                <a:ext uri="{FF2B5EF4-FFF2-40B4-BE49-F238E27FC236}">
                  <a16:creationId xmlns:a16="http://schemas.microsoft.com/office/drawing/2014/main" id="{F7FA4368-4392-7D57-DC66-0E3AA0A4D928}"/>
                </a:ext>
              </a:extLst>
            </p:cNvPr>
            <p:cNvSpPr/>
            <p:nvPr/>
          </p:nvSpPr>
          <p:spPr>
            <a:xfrm>
              <a:off x="4423094"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4" name="Freeform: Shape 243">
              <a:extLst>
                <a:ext uri="{FF2B5EF4-FFF2-40B4-BE49-F238E27FC236}">
                  <a16:creationId xmlns:a16="http://schemas.microsoft.com/office/drawing/2014/main" id="{3F6779E2-6ED6-0F4E-B722-61A3CC7DBC9A}"/>
                </a:ext>
              </a:extLst>
            </p:cNvPr>
            <p:cNvSpPr/>
            <p:nvPr/>
          </p:nvSpPr>
          <p:spPr>
            <a:xfrm>
              <a:off x="4537350"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5" name="Freeform: Shape 244">
              <a:extLst>
                <a:ext uri="{FF2B5EF4-FFF2-40B4-BE49-F238E27FC236}">
                  <a16:creationId xmlns:a16="http://schemas.microsoft.com/office/drawing/2014/main" id="{9F99940A-C2DE-0663-5844-13834A5E8E19}"/>
                </a:ext>
              </a:extLst>
            </p:cNvPr>
            <p:cNvSpPr/>
            <p:nvPr/>
          </p:nvSpPr>
          <p:spPr>
            <a:xfrm>
              <a:off x="4651605"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6" name="Freeform: Shape 245">
              <a:extLst>
                <a:ext uri="{FF2B5EF4-FFF2-40B4-BE49-F238E27FC236}">
                  <a16:creationId xmlns:a16="http://schemas.microsoft.com/office/drawing/2014/main" id="{B78CDB5E-1FE6-58F7-DBD2-50DEFAD8AC33}"/>
                </a:ext>
              </a:extLst>
            </p:cNvPr>
            <p:cNvSpPr/>
            <p:nvPr/>
          </p:nvSpPr>
          <p:spPr>
            <a:xfrm>
              <a:off x="4765861"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7" name="Freeform: Shape 246">
              <a:extLst>
                <a:ext uri="{FF2B5EF4-FFF2-40B4-BE49-F238E27FC236}">
                  <a16:creationId xmlns:a16="http://schemas.microsoft.com/office/drawing/2014/main" id="{4ED6E2DB-F71F-6BF7-B041-5D6B1E586E70}"/>
                </a:ext>
              </a:extLst>
            </p:cNvPr>
            <p:cNvSpPr/>
            <p:nvPr/>
          </p:nvSpPr>
          <p:spPr>
            <a:xfrm>
              <a:off x="4880117"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8" name="Freeform: Shape 247">
              <a:extLst>
                <a:ext uri="{FF2B5EF4-FFF2-40B4-BE49-F238E27FC236}">
                  <a16:creationId xmlns:a16="http://schemas.microsoft.com/office/drawing/2014/main" id="{9D4E194B-3DAB-C66E-F835-7044815836C3}"/>
                </a:ext>
              </a:extLst>
            </p:cNvPr>
            <p:cNvSpPr/>
            <p:nvPr/>
          </p:nvSpPr>
          <p:spPr>
            <a:xfrm>
              <a:off x="4994373"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9" name="Freeform: Shape 248">
              <a:extLst>
                <a:ext uri="{FF2B5EF4-FFF2-40B4-BE49-F238E27FC236}">
                  <a16:creationId xmlns:a16="http://schemas.microsoft.com/office/drawing/2014/main" id="{76A2CF3C-ABC9-6F46-2491-C1E20A878EFC}"/>
                </a:ext>
              </a:extLst>
            </p:cNvPr>
            <p:cNvSpPr/>
            <p:nvPr/>
          </p:nvSpPr>
          <p:spPr>
            <a:xfrm>
              <a:off x="5108629"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0" name="Freeform: Shape 249">
              <a:extLst>
                <a:ext uri="{FF2B5EF4-FFF2-40B4-BE49-F238E27FC236}">
                  <a16:creationId xmlns:a16="http://schemas.microsoft.com/office/drawing/2014/main" id="{19AE8ECC-1B5B-4873-5E6E-34ADF0E47E1A}"/>
                </a:ext>
              </a:extLst>
            </p:cNvPr>
            <p:cNvSpPr/>
            <p:nvPr/>
          </p:nvSpPr>
          <p:spPr>
            <a:xfrm>
              <a:off x="5222840"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1" name="Freeform: Shape 250">
              <a:extLst>
                <a:ext uri="{FF2B5EF4-FFF2-40B4-BE49-F238E27FC236}">
                  <a16:creationId xmlns:a16="http://schemas.microsoft.com/office/drawing/2014/main" id="{E5588F6A-1D99-0A89-12CD-8F8083E243E6}"/>
                </a:ext>
              </a:extLst>
            </p:cNvPr>
            <p:cNvSpPr/>
            <p:nvPr/>
          </p:nvSpPr>
          <p:spPr>
            <a:xfrm>
              <a:off x="5337096"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2" name="Freeform: Shape 251">
              <a:extLst>
                <a:ext uri="{FF2B5EF4-FFF2-40B4-BE49-F238E27FC236}">
                  <a16:creationId xmlns:a16="http://schemas.microsoft.com/office/drawing/2014/main" id="{BEF4A70E-6B23-41B0-4FC7-9C667860F694}"/>
                </a:ext>
              </a:extLst>
            </p:cNvPr>
            <p:cNvSpPr/>
            <p:nvPr/>
          </p:nvSpPr>
          <p:spPr>
            <a:xfrm>
              <a:off x="5451352"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3" name="Freeform: Shape 252">
              <a:extLst>
                <a:ext uri="{FF2B5EF4-FFF2-40B4-BE49-F238E27FC236}">
                  <a16:creationId xmlns:a16="http://schemas.microsoft.com/office/drawing/2014/main" id="{E906D10E-5A4F-417B-0FD5-92513E574F46}"/>
                </a:ext>
              </a:extLst>
            </p:cNvPr>
            <p:cNvSpPr/>
            <p:nvPr/>
          </p:nvSpPr>
          <p:spPr>
            <a:xfrm>
              <a:off x="5565608"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4" name="Freeform: Shape 253">
              <a:extLst>
                <a:ext uri="{FF2B5EF4-FFF2-40B4-BE49-F238E27FC236}">
                  <a16:creationId xmlns:a16="http://schemas.microsoft.com/office/drawing/2014/main" id="{1AD24787-74F7-4EBE-6154-31C5756641E2}"/>
                </a:ext>
              </a:extLst>
            </p:cNvPr>
            <p:cNvSpPr/>
            <p:nvPr/>
          </p:nvSpPr>
          <p:spPr>
            <a:xfrm>
              <a:off x="5679863"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5" name="Freeform: Shape 254">
              <a:extLst>
                <a:ext uri="{FF2B5EF4-FFF2-40B4-BE49-F238E27FC236}">
                  <a16:creationId xmlns:a16="http://schemas.microsoft.com/office/drawing/2014/main" id="{98F08E7E-D1B3-1B7F-4B10-FE30CC7943D1}"/>
                </a:ext>
              </a:extLst>
            </p:cNvPr>
            <p:cNvSpPr/>
            <p:nvPr/>
          </p:nvSpPr>
          <p:spPr>
            <a:xfrm>
              <a:off x="5794119"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6" name="Freeform: Shape 255">
              <a:extLst>
                <a:ext uri="{FF2B5EF4-FFF2-40B4-BE49-F238E27FC236}">
                  <a16:creationId xmlns:a16="http://schemas.microsoft.com/office/drawing/2014/main" id="{769CE085-2AB2-E8E8-D7E0-9CA6B034B8F4}"/>
                </a:ext>
              </a:extLst>
            </p:cNvPr>
            <p:cNvSpPr/>
            <p:nvPr/>
          </p:nvSpPr>
          <p:spPr>
            <a:xfrm>
              <a:off x="5908375"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7" name="Freeform: Shape 256">
              <a:extLst>
                <a:ext uri="{FF2B5EF4-FFF2-40B4-BE49-F238E27FC236}">
                  <a16:creationId xmlns:a16="http://schemas.microsoft.com/office/drawing/2014/main" id="{470197C6-3792-D290-2B0A-B16990954443}"/>
                </a:ext>
              </a:extLst>
            </p:cNvPr>
            <p:cNvSpPr/>
            <p:nvPr/>
          </p:nvSpPr>
          <p:spPr>
            <a:xfrm>
              <a:off x="6022631"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8" name="Freeform: Shape 257">
              <a:extLst>
                <a:ext uri="{FF2B5EF4-FFF2-40B4-BE49-F238E27FC236}">
                  <a16:creationId xmlns:a16="http://schemas.microsoft.com/office/drawing/2014/main" id="{AFCDB6FE-1113-2714-67F1-D1AA9BB0CAE6}"/>
                </a:ext>
              </a:extLst>
            </p:cNvPr>
            <p:cNvSpPr/>
            <p:nvPr/>
          </p:nvSpPr>
          <p:spPr>
            <a:xfrm>
              <a:off x="6136886"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9" name="Freeform: Shape 258">
              <a:extLst>
                <a:ext uri="{FF2B5EF4-FFF2-40B4-BE49-F238E27FC236}">
                  <a16:creationId xmlns:a16="http://schemas.microsoft.com/office/drawing/2014/main" id="{8CD92816-FA52-0F0A-9460-EB1C7A949F8C}"/>
                </a:ext>
              </a:extLst>
            </p:cNvPr>
            <p:cNvSpPr/>
            <p:nvPr/>
          </p:nvSpPr>
          <p:spPr>
            <a:xfrm>
              <a:off x="6251142"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0" name="Freeform: Shape 259">
              <a:extLst>
                <a:ext uri="{FF2B5EF4-FFF2-40B4-BE49-F238E27FC236}">
                  <a16:creationId xmlns:a16="http://schemas.microsoft.com/office/drawing/2014/main" id="{7342E9E4-3BB8-3521-E5F5-1024131DB8B1}"/>
                </a:ext>
              </a:extLst>
            </p:cNvPr>
            <p:cNvSpPr/>
            <p:nvPr/>
          </p:nvSpPr>
          <p:spPr>
            <a:xfrm>
              <a:off x="6365398"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1" name="Freeform: Shape 260">
              <a:extLst>
                <a:ext uri="{FF2B5EF4-FFF2-40B4-BE49-F238E27FC236}">
                  <a16:creationId xmlns:a16="http://schemas.microsoft.com/office/drawing/2014/main" id="{43972240-E998-1F0F-CD28-44A754D6B8AE}"/>
                </a:ext>
              </a:extLst>
            </p:cNvPr>
            <p:cNvSpPr/>
            <p:nvPr/>
          </p:nvSpPr>
          <p:spPr>
            <a:xfrm>
              <a:off x="6479610"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2" name="Freeform: Shape 261">
              <a:extLst>
                <a:ext uri="{FF2B5EF4-FFF2-40B4-BE49-F238E27FC236}">
                  <a16:creationId xmlns:a16="http://schemas.microsoft.com/office/drawing/2014/main" id="{94F39FBB-7B8D-333D-6BAA-40ABE8FB3355}"/>
                </a:ext>
              </a:extLst>
            </p:cNvPr>
            <p:cNvSpPr/>
            <p:nvPr/>
          </p:nvSpPr>
          <p:spPr>
            <a:xfrm>
              <a:off x="6593865"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3" name="Freeform: Shape 262">
              <a:extLst>
                <a:ext uri="{FF2B5EF4-FFF2-40B4-BE49-F238E27FC236}">
                  <a16:creationId xmlns:a16="http://schemas.microsoft.com/office/drawing/2014/main" id="{3D8055A0-CB3E-D8BD-A5AD-4DAA3905659B}"/>
                </a:ext>
              </a:extLst>
            </p:cNvPr>
            <p:cNvSpPr/>
            <p:nvPr/>
          </p:nvSpPr>
          <p:spPr>
            <a:xfrm>
              <a:off x="6708121" y="57539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4" name="Freeform: Shape 263">
              <a:extLst>
                <a:ext uri="{FF2B5EF4-FFF2-40B4-BE49-F238E27FC236}">
                  <a16:creationId xmlns:a16="http://schemas.microsoft.com/office/drawing/2014/main" id="{2F2250FC-B08C-4E44-2342-4456D9CFCBB7}"/>
                </a:ext>
              </a:extLst>
            </p:cNvPr>
            <p:cNvSpPr/>
            <p:nvPr/>
          </p:nvSpPr>
          <p:spPr>
            <a:xfrm>
              <a:off x="6822377"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5" name="Freeform: Shape 264">
              <a:extLst>
                <a:ext uri="{FF2B5EF4-FFF2-40B4-BE49-F238E27FC236}">
                  <a16:creationId xmlns:a16="http://schemas.microsoft.com/office/drawing/2014/main" id="{9CB5C3B5-0FB7-635C-5AEB-6C50AF313AC3}"/>
                </a:ext>
              </a:extLst>
            </p:cNvPr>
            <p:cNvSpPr/>
            <p:nvPr/>
          </p:nvSpPr>
          <p:spPr>
            <a:xfrm>
              <a:off x="6936633"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6" name="Freeform: Shape 265">
              <a:extLst>
                <a:ext uri="{FF2B5EF4-FFF2-40B4-BE49-F238E27FC236}">
                  <a16:creationId xmlns:a16="http://schemas.microsoft.com/office/drawing/2014/main" id="{71CACC71-1133-41BA-59E8-9DE730C87C69}"/>
                </a:ext>
              </a:extLst>
            </p:cNvPr>
            <p:cNvSpPr/>
            <p:nvPr/>
          </p:nvSpPr>
          <p:spPr>
            <a:xfrm>
              <a:off x="7050888" y="57539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7" name="Freeform: Shape 266">
              <a:extLst>
                <a:ext uri="{FF2B5EF4-FFF2-40B4-BE49-F238E27FC236}">
                  <a16:creationId xmlns:a16="http://schemas.microsoft.com/office/drawing/2014/main" id="{DF15F295-174C-CEC9-E8A7-53634A9B7A9B}"/>
                </a:ext>
              </a:extLst>
            </p:cNvPr>
            <p:cNvSpPr/>
            <p:nvPr/>
          </p:nvSpPr>
          <p:spPr>
            <a:xfrm>
              <a:off x="7165144"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8" name="Freeform: Shape 267">
              <a:extLst>
                <a:ext uri="{FF2B5EF4-FFF2-40B4-BE49-F238E27FC236}">
                  <a16:creationId xmlns:a16="http://schemas.microsoft.com/office/drawing/2014/main" id="{8A868DDB-AAD5-3349-91A4-ADF8193AEB24}"/>
                </a:ext>
              </a:extLst>
            </p:cNvPr>
            <p:cNvSpPr/>
            <p:nvPr/>
          </p:nvSpPr>
          <p:spPr>
            <a:xfrm>
              <a:off x="2366578"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9" name="Freeform: Shape 268">
              <a:extLst>
                <a:ext uri="{FF2B5EF4-FFF2-40B4-BE49-F238E27FC236}">
                  <a16:creationId xmlns:a16="http://schemas.microsoft.com/office/drawing/2014/main" id="{B9129005-DA04-8281-7998-F1084B935396}"/>
                </a:ext>
              </a:extLst>
            </p:cNvPr>
            <p:cNvSpPr/>
            <p:nvPr/>
          </p:nvSpPr>
          <p:spPr>
            <a:xfrm>
              <a:off x="2480790"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0" name="Freeform: Shape 269">
              <a:extLst>
                <a:ext uri="{FF2B5EF4-FFF2-40B4-BE49-F238E27FC236}">
                  <a16:creationId xmlns:a16="http://schemas.microsoft.com/office/drawing/2014/main" id="{34EF12F4-DF59-284C-B3A4-0DB3645708A4}"/>
                </a:ext>
              </a:extLst>
            </p:cNvPr>
            <p:cNvSpPr/>
            <p:nvPr/>
          </p:nvSpPr>
          <p:spPr>
            <a:xfrm>
              <a:off x="2595046"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1" name="Freeform: Shape 270">
              <a:extLst>
                <a:ext uri="{FF2B5EF4-FFF2-40B4-BE49-F238E27FC236}">
                  <a16:creationId xmlns:a16="http://schemas.microsoft.com/office/drawing/2014/main" id="{14189D39-79E2-2229-9317-84998542BDBA}"/>
                </a:ext>
              </a:extLst>
            </p:cNvPr>
            <p:cNvSpPr/>
            <p:nvPr/>
          </p:nvSpPr>
          <p:spPr>
            <a:xfrm>
              <a:off x="2709301"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2" name="Freeform: Shape 271">
              <a:extLst>
                <a:ext uri="{FF2B5EF4-FFF2-40B4-BE49-F238E27FC236}">
                  <a16:creationId xmlns:a16="http://schemas.microsoft.com/office/drawing/2014/main" id="{F153BAA8-5108-E902-0648-FB3404447EE5}"/>
                </a:ext>
              </a:extLst>
            </p:cNvPr>
            <p:cNvSpPr/>
            <p:nvPr/>
          </p:nvSpPr>
          <p:spPr>
            <a:xfrm>
              <a:off x="2823557"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3" name="Freeform: Shape 272">
              <a:extLst>
                <a:ext uri="{FF2B5EF4-FFF2-40B4-BE49-F238E27FC236}">
                  <a16:creationId xmlns:a16="http://schemas.microsoft.com/office/drawing/2014/main" id="{5CA4AC1F-7247-EEAE-6574-23E14144ABAC}"/>
                </a:ext>
              </a:extLst>
            </p:cNvPr>
            <p:cNvSpPr/>
            <p:nvPr/>
          </p:nvSpPr>
          <p:spPr>
            <a:xfrm>
              <a:off x="2937813"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4" name="Freeform: Shape 273">
              <a:extLst>
                <a:ext uri="{FF2B5EF4-FFF2-40B4-BE49-F238E27FC236}">
                  <a16:creationId xmlns:a16="http://schemas.microsoft.com/office/drawing/2014/main" id="{18DC5993-08B3-11D9-F738-3D20C13A0EF2}"/>
                </a:ext>
              </a:extLst>
            </p:cNvPr>
            <p:cNvSpPr/>
            <p:nvPr/>
          </p:nvSpPr>
          <p:spPr>
            <a:xfrm>
              <a:off x="3052069"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5" name="Freeform: Shape 274">
              <a:extLst>
                <a:ext uri="{FF2B5EF4-FFF2-40B4-BE49-F238E27FC236}">
                  <a16:creationId xmlns:a16="http://schemas.microsoft.com/office/drawing/2014/main" id="{81DEA2FB-979D-06DD-85C6-FCAC809F0C5F}"/>
                </a:ext>
              </a:extLst>
            </p:cNvPr>
            <p:cNvSpPr/>
            <p:nvPr/>
          </p:nvSpPr>
          <p:spPr>
            <a:xfrm>
              <a:off x="3166325"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6" name="Freeform: Shape 275">
              <a:extLst>
                <a:ext uri="{FF2B5EF4-FFF2-40B4-BE49-F238E27FC236}">
                  <a16:creationId xmlns:a16="http://schemas.microsoft.com/office/drawing/2014/main" id="{B43C9A55-9D43-DE81-C7F4-03B7EF97ECA3}"/>
                </a:ext>
              </a:extLst>
            </p:cNvPr>
            <p:cNvSpPr/>
            <p:nvPr/>
          </p:nvSpPr>
          <p:spPr>
            <a:xfrm>
              <a:off x="3280580"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7" name="Freeform: Shape 276">
              <a:extLst>
                <a:ext uri="{FF2B5EF4-FFF2-40B4-BE49-F238E27FC236}">
                  <a16:creationId xmlns:a16="http://schemas.microsoft.com/office/drawing/2014/main" id="{78F68C01-6C7E-1A83-7A42-DB518DFC65EC}"/>
                </a:ext>
              </a:extLst>
            </p:cNvPr>
            <p:cNvSpPr/>
            <p:nvPr/>
          </p:nvSpPr>
          <p:spPr>
            <a:xfrm>
              <a:off x="3394836"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8" name="Freeform: Shape 277">
              <a:extLst>
                <a:ext uri="{FF2B5EF4-FFF2-40B4-BE49-F238E27FC236}">
                  <a16:creationId xmlns:a16="http://schemas.microsoft.com/office/drawing/2014/main" id="{68D0E94E-7B0F-D94A-CF05-DFE18CB431A0}"/>
                </a:ext>
              </a:extLst>
            </p:cNvPr>
            <p:cNvSpPr/>
            <p:nvPr/>
          </p:nvSpPr>
          <p:spPr>
            <a:xfrm>
              <a:off x="3509092"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9" name="Freeform: Shape 278">
              <a:extLst>
                <a:ext uri="{FF2B5EF4-FFF2-40B4-BE49-F238E27FC236}">
                  <a16:creationId xmlns:a16="http://schemas.microsoft.com/office/drawing/2014/main" id="{ED82EC71-F751-153E-195A-383FA5BDEA93}"/>
                </a:ext>
              </a:extLst>
            </p:cNvPr>
            <p:cNvSpPr/>
            <p:nvPr/>
          </p:nvSpPr>
          <p:spPr>
            <a:xfrm>
              <a:off x="3623348"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0" name="Freeform: Shape 279">
              <a:extLst>
                <a:ext uri="{FF2B5EF4-FFF2-40B4-BE49-F238E27FC236}">
                  <a16:creationId xmlns:a16="http://schemas.microsoft.com/office/drawing/2014/main" id="{E5ECBA9C-12F2-77EA-6927-8A7A7081F8DD}"/>
                </a:ext>
              </a:extLst>
            </p:cNvPr>
            <p:cNvSpPr/>
            <p:nvPr/>
          </p:nvSpPr>
          <p:spPr>
            <a:xfrm>
              <a:off x="3737603"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1" name="Freeform: Shape 280">
              <a:extLst>
                <a:ext uri="{FF2B5EF4-FFF2-40B4-BE49-F238E27FC236}">
                  <a16:creationId xmlns:a16="http://schemas.microsoft.com/office/drawing/2014/main" id="{DB404237-C3EA-CB47-62E3-06E0DD85811F}"/>
                </a:ext>
              </a:extLst>
            </p:cNvPr>
            <p:cNvSpPr/>
            <p:nvPr/>
          </p:nvSpPr>
          <p:spPr>
            <a:xfrm>
              <a:off x="3851815"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2" name="Freeform: Shape 281">
              <a:extLst>
                <a:ext uri="{FF2B5EF4-FFF2-40B4-BE49-F238E27FC236}">
                  <a16:creationId xmlns:a16="http://schemas.microsoft.com/office/drawing/2014/main" id="{62115347-0C09-4CB4-A6A9-D0789EE07AB2}"/>
                </a:ext>
              </a:extLst>
            </p:cNvPr>
            <p:cNvSpPr/>
            <p:nvPr/>
          </p:nvSpPr>
          <p:spPr>
            <a:xfrm>
              <a:off x="3966071"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3" name="Freeform: Shape 282">
              <a:extLst>
                <a:ext uri="{FF2B5EF4-FFF2-40B4-BE49-F238E27FC236}">
                  <a16:creationId xmlns:a16="http://schemas.microsoft.com/office/drawing/2014/main" id="{5E67F93A-ECFC-D6BD-E498-27534E1CF8F8}"/>
                </a:ext>
              </a:extLst>
            </p:cNvPr>
            <p:cNvSpPr/>
            <p:nvPr/>
          </p:nvSpPr>
          <p:spPr>
            <a:xfrm>
              <a:off x="4080327"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4" name="Freeform: Shape 283">
              <a:extLst>
                <a:ext uri="{FF2B5EF4-FFF2-40B4-BE49-F238E27FC236}">
                  <a16:creationId xmlns:a16="http://schemas.microsoft.com/office/drawing/2014/main" id="{0926F86F-BF7A-4D28-0501-6BE7E655B7CE}"/>
                </a:ext>
              </a:extLst>
            </p:cNvPr>
            <p:cNvSpPr/>
            <p:nvPr/>
          </p:nvSpPr>
          <p:spPr>
            <a:xfrm>
              <a:off x="4194582"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5" name="Freeform: Shape 284">
              <a:extLst>
                <a:ext uri="{FF2B5EF4-FFF2-40B4-BE49-F238E27FC236}">
                  <a16:creationId xmlns:a16="http://schemas.microsoft.com/office/drawing/2014/main" id="{83DE62D7-8BC5-7E2C-4281-CD40BEDBD3D9}"/>
                </a:ext>
              </a:extLst>
            </p:cNvPr>
            <p:cNvSpPr/>
            <p:nvPr/>
          </p:nvSpPr>
          <p:spPr>
            <a:xfrm>
              <a:off x="4308838"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6" name="Freeform: Shape 285">
              <a:extLst>
                <a:ext uri="{FF2B5EF4-FFF2-40B4-BE49-F238E27FC236}">
                  <a16:creationId xmlns:a16="http://schemas.microsoft.com/office/drawing/2014/main" id="{D3F4DC33-286F-FB3E-6D03-13F5BEEB53C5}"/>
                </a:ext>
              </a:extLst>
            </p:cNvPr>
            <p:cNvSpPr/>
            <p:nvPr/>
          </p:nvSpPr>
          <p:spPr>
            <a:xfrm>
              <a:off x="4423094"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7" name="Freeform: Shape 286">
              <a:extLst>
                <a:ext uri="{FF2B5EF4-FFF2-40B4-BE49-F238E27FC236}">
                  <a16:creationId xmlns:a16="http://schemas.microsoft.com/office/drawing/2014/main" id="{ECAB8BBD-BCB7-ECA7-554B-9BAD22281031}"/>
                </a:ext>
              </a:extLst>
            </p:cNvPr>
            <p:cNvSpPr/>
            <p:nvPr/>
          </p:nvSpPr>
          <p:spPr>
            <a:xfrm>
              <a:off x="4537350"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8" name="Freeform: Shape 287">
              <a:extLst>
                <a:ext uri="{FF2B5EF4-FFF2-40B4-BE49-F238E27FC236}">
                  <a16:creationId xmlns:a16="http://schemas.microsoft.com/office/drawing/2014/main" id="{E7B7BF13-3D26-4C95-8BCF-895B84ADA862}"/>
                </a:ext>
              </a:extLst>
            </p:cNvPr>
            <p:cNvSpPr/>
            <p:nvPr/>
          </p:nvSpPr>
          <p:spPr>
            <a:xfrm>
              <a:off x="4651605"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9" name="Freeform: Shape 288">
              <a:extLst>
                <a:ext uri="{FF2B5EF4-FFF2-40B4-BE49-F238E27FC236}">
                  <a16:creationId xmlns:a16="http://schemas.microsoft.com/office/drawing/2014/main" id="{E824A4D0-5CE1-E150-5497-A3D4A3F85C60}"/>
                </a:ext>
              </a:extLst>
            </p:cNvPr>
            <p:cNvSpPr/>
            <p:nvPr/>
          </p:nvSpPr>
          <p:spPr>
            <a:xfrm>
              <a:off x="4765861"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0" name="Freeform: Shape 289">
              <a:extLst>
                <a:ext uri="{FF2B5EF4-FFF2-40B4-BE49-F238E27FC236}">
                  <a16:creationId xmlns:a16="http://schemas.microsoft.com/office/drawing/2014/main" id="{404D6478-EDE7-FF43-0059-F8B656217822}"/>
                </a:ext>
              </a:extLst>
            </p:cNvPr>
            <p:cNvSpPr/>
            <p:nvPr/>
          </p:nvSpPr>
          <p:spPr>
            <a:xfrm>
              <a:off x="4880117"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1" name="Freeform: Shape 290">
              <a:extLst>
                <a:ext uri="{FF2B5EF4-FFF2-40B4-BE49-F238E27FC236}">
                  <a16:creationId xmlns:a16="http://schemas.microsoft.com/office/drawing/2014/main" id="{82664A0A-1CA9-2E82-8E26-863BA4AC65BF}"/>
                </a:ext>
              </a:extLst>
            </p:cNvPr>
            <p:cNvSpPr/>
            <p:nvPr/>
          </p:nvSpPr>
          <p:spPr>
            <a:xfrm>
              <a:off x="4994373"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2" name="Freeform: Shape 291">
              <a:extLst>
                <a:ext uri="{FF2B5EF4-FFF2-40B4-BE49-F238E27FC236}">
                  <a16:creationId xmlns:a16="http://schemas.microsoft.com/office/drawing/2014/main" id="{1E609C35-224D-FB33-F830-5DD77A350F5A}"/>
                </a:ext>
              </a:extLst>
            </p:cNvPr>
            <p:cNvSpPr/>
            <p:nvPr/>
          </p:nvSpPr>
          <p:spPr>
            <a:xfrm>
              <a:off x="5108629"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3" name="Freeform: Shape 292">
              <a:extLst>
                <a:ext uri="{FF2B5EF4-FFF2-40B4-BE49-F238E27FC236}">
                  <a16:creationId xmlns:a16="http://schemas.microsoft.com/office/drawing/2014/main" id="{E87786C8-A55D-6D48-E7E2-10CB0DCBE688}"/>
                </a:ext>
              </a:extLst>
            </p:cNvPr>
            <p:cNvSpPr/>
            <p:nvPr/>
          </p:nvSpPr>
          <p:spPr>
            <a:xfrm>
              <a:off x="5222840"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4" name="Freeform: Shape 293">
              <a:extLst>
                <a:ext uri="{FF2B5EF4-FFF2-40B4-BE49-F238E27FC236}">
                  <a16:creationId xmlns:a16="http://schemas.microsoft.com/office/drawing/2014/main" id="{57168F05-547F-F44D-3E08-217A38BD8F2D}"/>
                </a:ext>
              </a:extLst>
            </p:cNvPr>
            <p:cNvSpPr/>
            <p:nvPr/>
          </p:nvSpPr>
          <p:spPr>
            <a:xfrm>
              <a:off x="5337096"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5" name="Freeform: Shape 294">
              <a:extLst>
                <a:ext uri="{FF2B5EF4-FFF2-40B4-BE49-F238E27FC236}">
                  <a16:creationId xmlns:a16="http://schemas.microsoft.com/office/drawing/2014/main" id="{3D8D0E24-A50B-3966-5450-3B305F5632A0}"/>
                </a:ext>
              </a:extLst>
            </p:cNvPr>
            <p:cNvSpPr/>
            <p:nvPr/>
          </p:nvSpPr>
          <p:spPr>
            <a:xfrm>
              <a:off x="5451352"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6" name="Freeform: Shape 295">
              <a:extLst>
                <a:ext uri="{FF2B5EF4-FFF2-40B4-BE49-F238E27FC236}">
                  <a16:creationId xmlns:a16="http://schemas.microsoft.com/office/drawing/2014/main" id="{EC0EC9B7-562E-9C5D-934F-5A579507ED5E}"/>
                </a:ext>
              </a:extLst>
            </p:cNvPr>
            <p:cNvSpPr/>
            <p:nvPr/>
          </p:nvSpPr>
          <p:spPr>
            <a:xfrm>
              <a:off x="5565608"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7" name="Freeform: Shape 296">
              <a:extLst>
                <a:ext uri="{FF2B5EF4-FFF2-40B4-BE49-F238E27FC236}">
                  <a16:creationId xmlns:a16="http://schemas.microsoft.com/office/drawing/2014/main" id="{0EF875B5-523F-39BD-5B4A-45F48529C4C9}"/>
                </a:ext>
              </a:extLst>
            </p:cNvPr>
            <p:cNvSpPr/>
            <p:nvPr/>
          </p:nvSpPr>
          <p:spPr>
            <a:xfrm>
              <a:off x="5679863"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8" name="Freeform: Shape 297">
              <a:extLst>
                <a:ext uri="{FF2B5EF4-FFF2-40B4-BE49-F238E27FC236}">
                  <a16:creationId xmlns:a16="http://schemas.microsoft.com/office/drawing/2014/main" id="{2EF4A639-691C-EC91-5D51-7C8BC511F992}"/>
                </a:ext>
              </a:extLst>
            </p:cNvPr>
            <p:cNvSpPr/>
            <p:nvPr/>
          </p:nvSpPr>
          <p:spPr>
            <a:xfrm>
              <a:off x="5794119"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9" name="Freeform: Shape 298">
              <a:extLst>
                <a:ext uri="{FF2B5EF4-FFF2-40B4-BE49-F238E27FC236}">
                  <a16:creationId xmlns:a16="http://schemas.microsoft.com/office/drawing/2014/main" id="{8B9E7AA0-8925-1F13-8D0E-65C1C556AC4F}"/>
                </a:ext>
              </a:extLst>
            </p:cNvPr>
            <p:cNvSpPr/>
            <p:nvPr/>
          </p:nvSpPr>
          <p:spPr>
            <a:xfrm>
              <a:off x="5908375"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0" name="Freeform: Shape 299">
              <a:extLst>
                <a:ext uri="{FF2B5EF4-FFF2-40B4-BE49-F238E27FC236}">
                  <a16:creationId xmlns:a16="http://schemas.microsoft.com/office/drawing/2014/main" id="{23BA99EA-EB57-6123-4FB8-27CB6556DAB0}"/>
                </a:ext>
              </a:extLst>
            </p:cNvPr>
            <p:cNvSpPr/>
            <p:nvPr/>
          </p:nvSpPr>
          <p:spPr>
            <a:xfrm>
              <a:off x="6022631"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1" name="Freeform: Shape 300">
              <a:extLst>
                <a:ext uri="{FF2B5EF4-FFF2-40B4-BE49-F238E27FC236}">
                  <a16:creationId xmlns:a16="http://schemas.microsoft.com/office/drawing/2014/main" id="{1D3738B9-19C2-829F-2D2A-3B0C4ECA817D}"/>
                </a:ext>
              </a:extLst>
            </p:cNvPr>
            <p:cNvSpPr/>
            <p:nvPr/>
          </p:nvSpPr>
          <p:spPr>
            <a:xfrm>
              <a:off x="6136886"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2" name="Freeform: Shape 301">
              <a:extLst>
                <a:ext uri="{FF2B5EF4-FFF2-40B4-BE49-F238E27FC236}">
                  <a16:creationId xmlns:a16="http://schemas.microsoft.com/office/drawing/2014/main" id="{E00A62D8-AB93-176F-F293-F97FED835CD7}"/>
                </a:ext>
              </a:extLst>
            </p:cNvPr>
            <p:cNvSpPr/>
            <p:nvPr/>
          </p:nvSpPr>
          <p:spPr>
            <a:xfrm>
              <a:off x="6251142"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3" name="Freeform: Shape 302">
              <a:extLst>
                <a:ext uri="{FF2B5EF4-FFF2-40B4-BE49-F238E27FC236}">
                  <a16:creationId xmlns:a16="http://schemas.microsoft.com/office/drawing/2014/main" id="{32A3F946-7C70-3E70-55CB-B059AA0AF85F}"/>
                </a:ext>
              </a:extLst>
            </p:cNvPr>
            <p:cNvSpPr/>
            <p:nvPr/>
          </p:nvSpPr>
          <p:spPr>
            <a:xfrm>
              <a:off x="6365398"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4" name="Freeform: Shape 303">
              <a:extLst>
                <a:ext uri="{FF2B5EF4-FFF2-40B4-BE49-F238E27FC236}">
                  <a16:creationId xmlns:a16="http://schemas.microsoft.com/office/drawing/2014/main" id="{F2DE0423-7F3F-8DA3-D33F-B3AE61C61FAB}"/>
                </a:ext>
              </a:extLst>
            </p:cNvPr>
            <p:cNvSpPr/>
            <p:nvPr/>
          </p:nvSpPr>
          <p:spPr>
            <a:xfrm>
              <a:off x="6479610"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5" name="Freeform: Shape 304">
              <a:extLst>
                <a:ext uri="{FF2B5EF4-FFF2-40B4-BE49-F238E27FC236}">
                  <a16:creationId xmlns:a16="http://schemas.microsoft.com/office/drawing/2014/main" id="{DA786CE8-AAB2-4FE0-F7AF-1A7DF930026E}"/>
                </a:ext>
              </a:extLst>
            </p:cNvPr>
            <p:cNvSpPr/>
            <p:nvPr/>
          </p:nvSpPr>
          <p:spPr>
            <a:xfrm>
              <a:off x="6593865"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6" name="Freeform: Shape 305">
              <a:extLst>
                <a:ext uri="{FF2B5EF4-FFF2-40B4-BE49-F238E27FC236}">
                  <a16:creationId xmlns:a16="http://schemas.microsoft.com/office/drawing/2014/main" id="{994D344E-2F77-3A10-6FDB-64397CBB4486}"/>
                </a:ext>
              </a:extLst>
            </p:cNvPr>
            <p:cNvSpPr/>
            <p:nvPr/>
          </p:nvSpPr>
          <p:spPr>
            <a:xfrm>
              <a:off x="6708121" y="68964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7" name="Freeform: Shape 306">
              <a:extLst>
                <a:ext uri="{FF2B5EF4-FFF2-40B4-BE49-F238E27FC236}">
                  <a16:creationId xmlns:a16="http://schemas.microsoft.com/office/drawing/2014/main" id="{8EA85DDA-1453-432C-B31D-E7B02DE9F1C7}"/>
                </a:ext>
              </a:extLst>
            </p:cNvPr>
            <p:cNvSpPr/>
            <p:nvPr/>
          </p:nvSpPr>
          <p:spPr>
            <a:xfrm>
              <a:off x="6822377"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8" name="Freeform: Shape 307">
              <a:extLst>
                <a:ext uri="{FF2B5EF4-FFF2-40B4-BE49-F238E27FC236}">
                  <a16:creationId xmlns:a16="http://schemas.microsoft.com/office/drawing/2014/main" id="{C7FB2010-71C1-CCC3-59F5-64F84BB4519A}"/>
                </a:ext>
              </a:extLst>
            </p:cNvPr>
            <p:cNvSpPr/>
            <p:nvPr/>
          </p:nvSpPr>
          <p:spPr>
            <a:xfrm>
              <a:off x="6936633"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9" name="Freeform: Shape 308">
              <a:extLst>
                <a:ext uri="{FF2B5EF4-FFF2-40B4-BE49-F238E27FC236}">
                  <a16:creationId xmlns:a16="http://schemas.microsoft.com/office/drawing/2014/main" id="{38762629-CCBD-F9DA-1F7C-B11826B75F66}"/>
                </a:ext>
              </a:extLst>
            </p:cNvPr>
            <p:cNvSpPr/>
            <p:nvPr/>
          </p:nvSpPr>
          <p:spPr>
            <a:xfrm>
              <a:off x="7050888" y="68964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0" name="Freeform: Shape 309">
              <a:extLst>
                <a:ext uri="{FF2B5EF4-FFF2-40B4-BE49-F238E27FC236}">
                  <a16:creationId xmlns:a16="http://schemas.microsoft.com/office/drawing/2014/main" id="{544749C8-CB92-C861-234A-F806857A0F37}"/>
                </a:ext>
              </a:extLst>
            </p:cNvPr>
            <p:cNvSpPr/>
            <p:nvPr/>
          </p:nvSpPr>
          <p:spPr>
            <a:xfrm>
              <a:off x="7165144"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1" name="Freeform: Shape 310">
              <a:extLst>
                <a:ext uri="{FF2B5EF4-FFF2-40B4-BE49-F238E27FC236}">
                  <a16:creationId xmlns:a16="http://schemas.microsoft.com/office/drawing/2014/main" id="{BBD43EEC-501D-67D7-0B7A-58A2876799EA}"/>
                </a:ext>
              </a:extLst>
            </p:cNvPr>
            <p:cNvSpPr/>
            <p:nvPr/>
          </p:nvSpPr>
          <p:spPr>
            <a:xfrm>
              <a:off x="2366578"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2" name="Freeform: Shape 311">
              <a:extLst>
                <a:ext uri="{FF2B5EF4-FFF2-40B4-BE49-F238E27FC236}">
                  <a16:creationId xmlns:a16="http://schemas.microsoft.com/office/drawing/2014/main" id="{5680FFC6-EA52-26A8-F551-3DD867C1DEAD}"/>
                </a:ext>
              </a:extLst>
            </p:cNvPr>
            <p:cNvSpPr/>
            <p:nvPr/>
          </p:nvSpPr>
          <p:spPr>
            <a:xfrm>
              <a:off x="2480790"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3" name="Freeform: Shape 312">
              <a:extLst>
                <a:ext uri="{FF2B5EF4-FFF2-40B4-BE49-F238E27FC236}">
                  <a16:creationId xmlns:a16="http://schemas.microsoft.com/office/drawing/2014/main" id="{F0725307-38B8-61B8-6247-63972591195A}"/>
                </a:ext>
              </a:extLst>
            </p:cNvPr>
            <p:cNvSpPr/>
            <p:nvPr/>
          </p:nvSpPr>
          <p:spPr>
            <a:xfrm>
              <a:off x="2595046"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4" name="Freeform: Shape 313">
              <a:extLst>
                <a:ext uri="{FF2B5EF4-FFF2-40B4-BE49-F238E27FC236}">
                  <a16:creationId xmlns:a16="http://schemas.microsoft.com/office/drawing/2014/main" id="{447D8D8E-BEFE-AC28-9131-C8C6240F63A2}"/>
                </a:ext>
              </a:extLst>
            </p:cNvPr>
            <p:cNvSpPr/>
            <p:nvPr/>
          </p:nvSpPr>
          <p:spPr>
            <a:xfrm>
              <a:off x="2709301"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5" name="Freeform: Shape 314">
              <a:extLst>
                <a:ext uri="{FF2B5EF4-FFF2-40B4-BE49-F238E27FC236}">
                  <a16:creationId xmlns:a16="http://schemas.microsoft.com/office/drawing/2014/main" id="{AFE9A9E1-EB15-5E6E-2FCC-EAFF3D7F8EDA}"/>
                </a:ext>
              </a:extLst>
            </p:cNvPr>
            <p:cNvSpPr/>
            <p:nvPr/>
          </p:nvSpPr>
          <p:spPr>
            <a:xfrm>
              <a:off x="2823557"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6" name="Freeform: Shape 315">
              <a:extLst>
                <a:ext uri="{FF2B5EF4-FFF2-40B4-BE49-F238E27FC236}">
                  <a16:creationId xmlns:a16="http://schemas.microsoft.com/office/drawing/2014/main" id="{44B43754-431E-5486-9468-F4D0FE3CF278}"/>
                </a:ext>
              </a:extLst>
            </p:cNvPr>
            <p:cNvSpPr/>
            <p:nvPr/>
          </p:nvSpPr>
          <p:spPr>
            <a:xfrm>
              <a:off x="2937813"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7" name="Freeform: Shape 316">
              <a:extLst>
                <a:ext uri="{FF2B5EF4-FFF2-40B4-BE49-F238E27FC236}">
                  <a16:creationId xmlns:a16="http://schemas.microsoft.com/office/drawing/2014/main" id="{3763E7B6-87C7-DE20-F5A7-F9867077A0F3}"/>
                </a:ext>
              </a:extLst>
            </p:cNvPr>
            <p:cNvSpPr/>
            <p:nvPr/>
          </p:nvSpPr>
          <p:spPr>
            <a:xfrm>
              <a:off x="3052069"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8" name="Freeform: Shape 317">
              <a:extLst>
                <a:ext uri="{FF2B5EF4-FFF2-40B4-BE49-F238E27FC236}">
                  <a16:creationId xmlns:a16="http://schemas.microsoft.com/office/drawing/2014/main" id="{4D818FA9-7C8D-E625-5A5D-2230282A6931}"/>
                </a:ext>
              </a:extLst>
            </p:cNvPr>
            <p:cNvSpPr/>
            <p:nvPr/>
          </p:nvSpPr>
          <p:spPr>
            <a:xfrm>
              <a:off x="3166325"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9" name="Freeform: Shape 318">
              <a:extLst>
                <a:ext uri="{FF2B5EF4-FFF2-40B4-BE49-F238E27FC236}">
                  <a16:creationId xmlns:a16="http://schemas.microsoft.com/office/drawing/2014/main" id="{C22B607B-2090-11EE-CC77-7398F8AD2031}"/>
                </a:ext>
              </a:extLst>
            </p:cNvPr>
            <p:cNvSpPr/>
            <p:nvPr/>
          </p:nvSpPr>
          <p:spPr>
            <a:xfrm>
              <a:off x="3280580"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0" name="Freeform: Shape 319">
              <a:extLst>
                <a:ext uri="{FF2B5EF4-FFF2-40B4-BE49-F238E27FC236}">
                  <a16:creationId xmlns:a16="http://schemas.microsoft.com/office/drawing/2014/main" id="{DD82E970-4D95-416C-DBD5-B451FC09536A}"/>
                </a:ext>
              </a:extLst>
            </p:cNvPr>
            <p:cNvSpPr/>
            <p:nvPr/>
          </p:nvSpPr>
          <p:spPr>
            <a:xfrm>
              <a:off x="3394836"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1" name="Freeform: Shape 320">
              <a:extLst>
                <a:ext uri="{FF2B5EF4-FFF2-40B4-BE49-F238E27FC236}">
                  <a16:creationId xmlns:a16="http://schemas.microsoft.com/office/drawing/2014/main" id="{5D4AC1F9-7B93-8330-D981-F94E7E37D294}"/>
                </a:ext>
              </a:extLst>
            </p:cNvPr>
            <p:cNvSpPr/>
            <p:nvPr/>
          </p:nvSpPr>
          <p:spPr>
            <a:xfrm>
              <a:off x="3509092"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2" name="Freeform: Shape 321">
              <a:extLst>
                <a:ext uri="{FF2B5EF4-FFF2-40B4-BE49-F238E27FC236}">
                  <a16:creationId xmlns:a16="http://schemas.microsoft.com/office/drawing/2014/main" id="{7A74B896-0995-F4ED-9C92-A6DB93CC5D14}"/>
                </a:ext>
              </a:extLst>
            </p:cNvPr>
            <p:cNvSpPr/>
            <p:nvPr/>
          </p:nvSpPr>
          <p:spPr>
            <a:xfrm>
              <a:off x="3623348"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3" name="Freeform: Shape 322">
              <a:extLst>
                <a:ext uri="{FF2B5EF4-FFF2-40B4-BE49-F238E27FC236}">
                  <a16:creationId xmlns:a16="http://schemas.microsoft.com/office/drawing/2014/main" id="{F33B52F5-46DB-678D-26FD-72EE96C9E753}"/>
                </a:ext>
              </a:extLst>
            </p:cNvPr>
            <p:cNvSpPr/>
            <p:nvPr/>
          </p:nvSpPr>
          <p:spPr>
            <a:xfrm>
              <a:off x="3737603"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4" name="Freeform: Shape 323">
              <a:extLst>
                <a:ext uri="{FF2B5EF4-FFF2-40B4-BE49-F238E27FC236}">
                  <a16:creationId xmlns:a16="http://schemas.microsoft.com/office/drawing/2014/main" id="{888B44C1-ECE2-91DD-8557-B7224C767560}"/>
                </a:ext>
              </a:extLst>
            </p:cNvPr>
            <p:cNvSpPr/>
            <p:nvPr/>
          </p:nvSpPr>
          <p:spPr>
            <a:xfrm>
              <a:off x="3851815"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5" name="Freeform: Shape 324">
              <a:extLst>
                <a:ext uri="{FF2B5EF4-FFF2-40B4-BE49-F238E27FC236}">
                  <a16:creationId xmlns:a16="http://schemas.microsoft.com/office/drawing/2014/main" id="{0F82C2A2-541D-0990-24D1-2F64CA47A82E}"/>
                </a:ext>
              </a:extLst>
            </p:cNvPr>
            <p:cNvSpPr/>
            <p:nvPr/>
          </p:nvSpPr>
          <p:spPr>
            <a:xfrm>
              <a:off x="3966071"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6" name="Freeform: Shape 325">
              <a:extLst>
                <a:ext uri="{FF2B5EF4-FFF2-40B4-BE49-F238E27FC236}">
                  <a16:creationId xmlns:a16="http://schemas.microsoft.com/office/drawing/2014/main" id="{07DD8D61-0313-A64D-5A9A-8D363480DF08}"/>
                </a:ext>
              </a:extLst>
            </p:cNvPr>
            <p:cNvSpPr/>
            <p:nvPr/>
          </p:nvSpPr>
          <p:spPr>
            <a:xfrm>
              <a:off x="4080327"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7" name="Freeform: Shape 326">
              <a:extLst>
                <a:ext uri="{FF2B5EF4-FFF2-40B4-BE49-F238E27FC236}">
                  <a16:creationId xmlns:a16="http://schemas.microsoft.com/office/drawing/2014/main" id="{536948D5-1A76-6082-0BC2-18D4D7AFA65B}"/>
                </a:ext>
              </a:extLst>
            </p:cNvPr>
            <p:cNvSpPr/>
            <p:nvPr/>
          </p:nvSpPr>
          <p:spPr>
            <a:xfrm>
              <a:off x="4194582"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8" name="Freeform: Shape 327">
              <a:extLst>
                <a:ext uri="{FF2B5EF4-FFF2-40B4-BE49-F238E27FC236}">
                  <a16:creationId xmlns:a16="http://schemas.microsoft.com/office/drawing/2014/main" id="{160D3057-3DA8-67FB-2F0B-1E8CD71CB9D9}"/>
                </a:ext>
              </a:extLst>
            </p:cNvPr>
            <p:cNvSpPr/>
            <p:nvPr/>
          </p:nvSpPr>
          <p:spPr>
            <a:xfrm>
              <a:off x="4308838"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9" name="Freeform: Shape 328">
              <a:extLst>
                <a:ext uri="{FF2B5EF4-FFF2-40B4-BE49-F238E27FC236}">
                  <a16:creationId xmlns:a16="http://schemas.microsoft.com/office/drawing/2014/main" id="{FBA872F0-08B6-0E11-9D2A-1307F6B837B2}"/>
                </a:ext>
              </a:extLst>
            </p:cNvPr>
            <p:cNvSpPr/>
            <p:nvPr/>
          </p:nvSpPr>
          <p:spPr>
            <a:xfrm>
              <a:off x="4423094"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0" name="Freeform: Shape 329">
              <a:extLst>
                <a:ext uri="{FF2B5EF4-FFF2-40B4-BE49-F238E27FC236}">
                  <a16:creationId xmlns:a16="http://schemas.microsoft.com/office/drawing/2014/main" id="{336C15D3-0A8E-50FE-F0EB-4F8D810D03E9}"/>
                </a:ext>
              </a:extLst>
            </p:cNvPr>
            <p:cNvSpPr/>
            <p:nvPr/>
          </p:nvSpPr>
          <p:spPr>
            <a:xfrm>
              <a:off x="4537350"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1" name="Freeform: Shape 330">
              <a:extLst>
                <a:ext uri="{FF2B5EF4-FFF2-40B4-BE49-F238E27FC236}">
                  <a16:creationId xmlns:a16="http://schemas.microsoft.com/office/drawing/2014/main" id="{3608389C-6603-EC44-C069-2EA4DE333847}"/>
                </a:ext>
              </a:extLst>
            </p:cNvPr>
            <p:cNvSpPr/>
            <p:nvPr/>
          </p:nvSpPr>
          <p:spPr>
            <a:xfrm>
              <a:off x="4651605"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2" name="Freeform: Shape 331">
              <a:extLst>
                <a:ext uri="{FF2B5EF4-FFF2-40B4-BE49-F238E27FC236}">
                  <a16:creationId xmlns:a16="http://schemas.microsoft.com/office/drawing/2014/main" id="{F3CF044C-6DFE-300A-7432-A4C2A3AEFED1}"/>
                </a:ext>
              </a:extLst>
            </p:cNvPr>
            <p:cNvSpPr/>
            <p:nvPr/>
          </p:nvSpPr>
          <p:spPr>
            <a:xfrm>
              <a:off x="4765861"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3" name="Freeform: Shape 332">
              <a:extLst>
                <a:ext uri="{FF2B5EF4-FFF2-40B4-BE49-F238E27FC236}">
                  <a16:creationId xmlns:a16="http://schemas.microsoft.com/office/drawing/2014/main" id="{941C55B7-5081-A9B6-767C-D9921389A107}"/>
                </a:ext>
              </a:extLst>
            </p:cNvPr>
            <p:cNvSpPr/>
            <p:nvPr/>
          </p:nvSpPr>
          <p:spPr>
            <a:xfrm>
              <a:off x="4880117"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4" name="Freeform: Shape 333">
              <a:extLst>
                <a:ext uri="{FF2B5EF4-FFF2-40B4-BE49-F238E27FC236}">
                  <a16:creationId xmlns:a16="http://schemas.microsoft.com/office/drawing/2014/main" id="{DDDA0A38-3EC0-78E6-3E4E-C680D4F994C6}"/>
                </a:ext>
              </a:extLst>
            </p:cNvPr>
            <p:cNvSpPr/>
            <p:nvPr/>
          </p:nvSpPr>
          <p:spPr>
            <a:xfrm>
              <a:off x="4994373"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5" name="Freeform: Shape 334">
              <a:extLst>
                <a:ext uri="{FF2B5EF4-FFF2-40B4-BE49-F238E27FC236}">
                  <a16:creationId xmlns:a16="http://schemas.microsoft.com/office/drawing/2014/main" id="{BF87AEA9-B4E2-0330-4D45-25273417435C}"/>
                </a:ext>
              </a:extLst>
            </p:cNvPr>
            <p:cNvSpPr/>
            <p:nvPr/>
          </p:nvSpPr>
          <p:spPr>
            <a:xfrm>
              <a:off x="5108629"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6" name="Freeform: Shape 335">
              <a:extLst>
                <a:ext uri="{FF2B5EF4-FFF2-40B4-BE49-F238E27FC236}">
                  <a16:creationId xmlns:a16="http://schemas.microsoft.com/office/drawing/2014/main" id="{E572A747-5D2C-2161-6DB9-D61D9B0BA1DA}"/>
                </a:ext>
              </a:extLst>
            </p:cNvPr>
            <p:cNvSpPr/>
            <p:nvPr/>
          </p:nvSpPr>
          <p:spPr>
            <a:xfrm>
              <a:off x="5222840"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7" name="Freeform: Shape 336">
              <a:extLst>
                <a:ext uri="{FF2B5EF4-FFF2-40B4-BE49-F238E27FC236}">
                  <a16:creationId xmlns:a16="http://schemas.microsoft.com/office/drawing/2014/main" id="{D07C5467-DBB2-D19E-C294-DAB54C7B8712}"/>
                </a:ext>
              </a:extLst>
            </p:cNvPr>
            <p:cNvSpPr/>
            <p:nvPr/>
          </p:nvSpPr>
          <p:spPr>
            <a:xfrm>
              <a:off x="5337096"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8" name="Freeform: Shape 337">
              <a:extLst>
                <a:ext uri="{FF2B5EF4-FFF2-40B4-BE49-F238E27FC236}">
                  <a16:creationId xmlns:a16="http://schemas.microsoft.com/office/drawing/2014/main" id="{0F39B500-6A31-D6D4-5D08-C1C5F782D934}"/>
                </a:ext>
              </a:extLst>
            </p:cNvPr>
            <p:cNvSpPr/>
            <p:nvPr/>
          </p:nvSpPr>
          <p:spPr>
            <a:xfrm>
              <a:off x="5451352"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9" name="Freeform: Shape 338">
              <a:extLst>
                <a:ext uri="{FF2B5EF4-FFF2-40B4-BE49-F238E27FC236}">
                  <a16:creationId xmlns:a16="http://schemas.microsoft.com/office/drawing/2014/main" id="{FAB3F14C-A1F7-646C-9CD7-044C663A8B60}"/>
                </a:ext>
              </a:extLst>
            </p:cNvPr>
            <p:cNvSpPr/>
            <p:nvPr/>
          </p:nvSpPr>
          <p:spPr>
            <a:xfrm>
              <a:off x="5565608"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0" name="Freeform: Shape 339">
              <a:extLst>
                <a:ext uri="{FF2B5EF4-FFF2-40B4-BE49-F238E27FC236}">
                  <a16:creationId xmlns:a16="http://schemas.microsoft.com/office/drawing/2014/main" id="{B6760644-1C93-18C7-5715-F8EEBD79A632}"/>
                </a:ext>
              </a:extLst>
            </p:cNvPr>
            <p:cNvSpPr/>
            <p:nvPr/>
          </p:nvSpPr>
          <p:spPr>
            <a:xfrm>
              <a:off x="5679863"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1" name="Freeform: Shape 340">
              <a:extLst>
                <a:ext uri="{FF2B5EF4-FFF2-40B4-BE49-F238E27FC236}">
                  <a16:creationId xmlns:a16="http://schemas.microsoft.com/office/drawing/2014/main" id="{812E02CA-6F9E-CCE0-A77D-09808E402A9D}"/>
                </a:ext>
              </a:extLst>
            </p:cNvPr>
            <p:cNvSpPr/>
            <p:nvPr/>
          </p:nvSpPr>
          <p:spPr>
            <a:xfrm>
              <a:off x="5794119"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2" name="Freeform: Shape 341">
              <a:extLst>
                <a:ext uri="{FF2B5EF4-FFF2-40B4-BE49-F238E27FC236}">
                  <a16:creationId xmlns:a16="http://schemas.microsoft.com/office/drawing/2014/main" id="{A81BD4D9-BECC-6BEC-114B-FDBF6F96D327}"/>
                </a:ext>
              </a:extLst>
            </p:cNvPr>
            <p:cNvSpPr/>
            <p:nvPr/>
          </p:nvSpPr>
          <p:spPr>
            <a:xfrm>
              <a:off x="5908375"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3" name="Freeform: Shape 342">
              <a:extLst>
                <a:ext uri="{FF2B5EF4-FFF2-40B4-BE49-F238E27FC236}">
                  <a16:creationId xmlns:a16="http://schemas.microsoft.com/office/drawing/2014/main" id="{005A3F98-C95F-E6B4-E7A6-BD01439E9C06}"/>
                </a:ext>
              </a:extLst>
            </p:cNvPr>
            <p:cNvSpPr/>
            <p:nvPr/>
          </p:nvSpPr>
          <p:spPr>
            <a:xfrm>
              <a:off x="6022631"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4" name="Freeform: Shape 343">
              <a:extLst>
                <a:ext uri="{FF2B5EF4-FFF2-40B4-BE49-F238E27FC236}">
                  <a16:creationId xmlns:a16="http://schemas.microsoft.com/office/drawing/2014/main" id="{A0831BC9-BBB0-A431-F364-1149A087F2AF}"/>
                </a:ext>
              </a:extLst>
            </p:cNvPr>
            <p:cNvSpPr/>
            <p:nvPr/>
          </p:nvSpPr>
          <p:spPr>
            <a:xfrm>
              <a:off x="6136886"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5" name="Freeform: Shape 344">
              <a:extLst>
                <a:ext uri="{FF2B5EF4-FFF2-40B4-BE49-F238E27FC236}">
                  <a16:creationId xmlns:a16="http://schemas.microsoft.com/office/drawing/2014/main" id="{BEDEBE5C-7950-F1BB-6771-4C2D1571A19D}"/>
                </a:ext>
              </a:extLst>
            </p:cNvPr>
            <p:cNvSpPr/>
            <p:nvPr/>
          </p:nvSpPr>
          <p:spPr>
            <a:xfrm>
              <a:off x="6251142"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6" name="Freeform: Shape 345">
              <a:extLst>
                <a:ext uri="{FF2B5EF4-FFF2-40B4-BE49-F238E27FC236}">
                  <a16:creationId xmlns:a16="http://schemas.microsoft.com/office/drawing/2014/main" id="{41CEB323-FEF9-29AA-DE99-AAB56E0DAE3F}"/>
                </a:ext>
              </a:extLst>
            </p:cNvPr>
            <p:cNvSpPr/>
            <p:nvPr/>
          </p:nvSpPr>
          <p:spPr>
            <a:xfrm>
              <a:off x="6365398"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7" name="Freeform: Shape 346">
              <a:extLst>
                <a:ext uri="{FF2B5EF4-FFF2-40B4-BE49-F238E27FC236}">
                  <a16:creationId xmlns:a16="http://schemas.microsoft.com/office/drawing/2014/main" id="{CA240C0B-FF97-C19D-A94E-801E4D8FCB7F}"/>
                </a:ext>
              </a:extLst>
            </p:cNvPr>
            <p:cNvSpPr/>
            <p:nvPr/>
          </p:nvSpPr>
          <p:spPr>
            <a:xfrm>
              <a:off x="6479610"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8" name="Freeform: Shape 347">
              <a:extLst>
                <a:ext uri="{FF2B5EF4-FFF2-40B4-BE49-F238E27FC236}">
                  <a16:creationId xmlns:a16="http://schemas.microsoft.com/office/drawing/2014/main" id="{BBEEB60C-7AC9-EFD1-5CEC-D585CA35D2A8}"/>
                </a:ext>
              </a:extLst>
            </p:cNvPr>
            <p:cNvSpPr/>
            <p:nvPr/>
          </p:nvSpPr>
          <p:spPr>
            <a:xfrm>
              <a:off x="6593865"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9" name="Freeform: Shape 348">
              <a:extLst>
                <a:ext uri="{FF2B5EF4-FFF2-40B4-BE49-F238E27FC236}">
                  <a16:creationId xmlns:a16="http://schemas.microsoft.com/office/drawing/2014/main" id="{BBFDBCA6-C7DD-4932-6A0B-972451E8FD51}"/>
                </a:ext>
              </a:extLst>
            </p:cNvPr>
            <p:cNvSpPr/>
            <p:nvPr/>
          </p:nvSpPr>
          <p:spPr>
            <a:xfrm>
              <a:off x="6708121" y="80390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0" name="Freeform: Shape 349">
              <a:extLst>
                <a:ext uri="{FF2B5EF4-FFF2-40B4-BE49-F238E27FC236}">
                  <a16:creationId xmlns:a16="http://schemas.microsoft.com/office/drawing/2014/main" id="{79F9DA29-E391-D275-87A5-9ACD56205806}"/>
                </a:ext>
              </a:extLst>
            </p:cNvPr>
            <p:cNvSpPr/>
            <p:nvPr/>
          </p:nvSpPr>
          <p:spPr>
            <a:xfrm>
              <a:off x="6822377"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1" name="Freeform: Shape 350">
              <a:extLst>
                <a:ext uri="{FF2B5EF4-FFF2-40B4-BE49-F238E27FC236}">
                  <a16:creationId xmlns:a16="http://schemas.microsoft.com/office/drawing/2014/main" id="{2B196703-EF11-9142-75CC-848CE4D7EEB7}"/>
                </a:ext>
              </a:extLst>
            </p:cNvPr>
            <p:cNvSpPr/>
            <p:nvPr/>
          </p:nvSpPr>
          <p:spPr>
            <a:xfrm>
              <a:off x="6936633"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2" name="Freeform: Shape 351">
              <a:extLst>
                <a:ext uri="{FF2B5EF4-FFF2-40B4-BE49-F238E27FC236}">
                  <a16:creationId xmlns:a16="http://schemas.microsoft.com/office/drawing/2014/main" id="{3AA5C7EB-AD54-DA64-F52D-F9EEA2A34ABF}"/>
                </a:ext>
              </a:extLst>
            </p:cNvPr>
            <p:cNvSpPr/>
            <p:nvPr/>
          </p:nvSpPr>
          <p:spPr>
            <a:xfrm>
              <a:off x="7050888" y="80390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3" name="Freeform: Shape 352">
              <a:extLst>
                <a:ext uri="{FF2B5EF4-FFF2-40B4-BE49-F238E27FC236}">
                  <a16:creationId xmlns:a16="http://schemas.microsoft.com/office/drawing/2014/main" id="{F9D443CA-F9D6-DE81-5A89-4C2DEB260E63}"/>
                </a:ext>
              </a:extLst>
            </p:cNvPr>
            <p:cNvSpPr/>
            <p:nvPr/>
          </p:nvSpPr>
          <p:spPr>
            <a:xfrm>
              <a:off x="7165144"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4" name="Freeform: Shape 353">
              <a:extLst>
                <a:ext uri="{FF2B5EF4-FFF2-40B4-BE49-F238E27FC236}">
                  <a16:creationId xmlns:a16="http://schemas.microsoft.com/office/drawing/2014/main" id="{967D9B59-3294-09B7-5770-8A830233663C}"/>
                </a:ext>
              </a:extLst>
            </p:cNvPr>
            <p:cNvSpPr/>
            <p:nvPr/>
          </p:nvSpPr>
          <p:spPr>
            <a:xfrm>
              <a:off x="2366578"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5" name="Freeform: Shape 354">
              <a:extLst>
                <a:ext uri="{FF2B5EF4-FFF2-40B4-BE49-F238E27FC236}">
                  <a16:creationId xmlns:a16="http://schemas.microsoft.com/office/drawing/2014/main" id="{5ABDBA16-0508-8510-3767-61634A441D72}"/>
                </a:ext>
              </a:extLst>
            </p:cNvPr>
            <p:cNvSpPr/>
            <p:nvPr/>
          </p:nvSpPr>
          <p:spPr>
            <a:xfrm>
              <a:off x="2480790"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6" name="Freeform: Shape 355">
              <a:extLst>
                <a:ext uri="{FF2B5EF4-FFF2-40B4-BE49-F238E27FC236}">
                  <a16:creationId xmlns:a16="http://schemas.microsoft.com/office/drawing/2014/main" id="{3358FEF2-3888-AAE7-9A8E-5EE99D37793D}"/>
                </a:ext>
              </a:extLst>
            </p:cNvPr>
            <p:cNvSpPr/>
            <p:nvPr/>
          </p:nvSpPr>
          <p:spPr>
            <a:xfrm>
              <a:off x="2595046"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7" name="Freeform: Shape 356">
              <a:extLst>
                <a:ext uri="{FF2B5EF4-FFF2-40B4-BE49-F238E27FC236}">
                  <a16:creationId xmlns:a16="http://schemas.microsoft.com/office/drawing/2014/main" id="{EA70AF16-5DA9-93A0-133A-9958B6F972EB}"/>
                </a:ext>
              </a:extLst>
            </p:cNvPr>
            <p:cNvSpPr/>
            <p:nvPr/>
          </p:nvSpPr>
          <p:spPr>
            <a:xfrm>
              <a:off x="2709301"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8" name="Freeform: Shape 357">
              <a:extLst>
                <a:ext uri="{FF2B5EF4-FFF2-40B4-BE49-F238E27FC236}">
                  <a16:creationId xmlns:a16="http://schemas.microsoft.com/office/drawing/2014/main" id="{BC6925C3-BE4F-F0E7-5EF9-1F369CC0BF36}"/>
                </a:ext>
              </a:extLst>
            </p:cNvPr>
            <p:cNvSpPr/>
            <p:nvPr/>
          </p:nvSpPr>
          <p:spPr>
            <a:xfrm>
              <a:off x="2823557"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9" name="Freeform: Shape 358">
              <a:extLst>
                <a:ext uri="{FF2B5EF4-FFF2-40B4-BE49-F238E27FC236}">
                  <a16:creationId xmlns:a16="http://schemas.microsoft.com/office/drawing/2014/main" id="{11D49742-8E14-D555-A21C-11B780603ED1}"/>
                </a:ext>
              </a:extLst>
            </p:cNvPr>
            <p:cNvSpPr/>
            <p:nvPr/>
          </p:nvSpPr>
          <p:spPr>
            <a:xfrm>
              <a:off x="2937813"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0" name="Freeform: Shape 359">
              <a:extLst>
                <a:ext uri="{FF2B5EF4-FFF2-40B4-BE49-F238E27FC236}">
                  <a16:creationId xmlns:a16="http://schemas.microsoft.com/office/drawing/2014/main" id="{CE011B29-3CA0-064F-83D0-EC1F7AD25DC3}"/>
                </a:ext>
              </a:extLst>
            </p:cNvPr>
            <p:cNvSpPr/>
            <p:nvPr/>
          </p:nvSpPr>
          <p:spPr>
            <a:xfrm>
              <a:off x="3052069"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1" name="Freeform: Shape 360">
              <a:extLst>
                <a:ext uri="{FF2B5EF4-FFF2-40B4-BE49-F238E27FC236}">
                  <a16:creationId xmlns:a16="http://schemas.microsoft.com/office/drawing/2014/main" id="{C1E57181-D8D0-6727-B415-F5B86B187930}"/>
                </a:ext>
              </a:extLst>
            </p:cNvPr>
            <p:cNvSpPr/>
            <p:nvPr/>
          </p:nvSpPr>
          <p:spPr>
            <a:xfrm>
              <a:off x="3166325"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2" name="Freeform: Shape 361">
              <a:extLst>
                <a:ext uri="{FF2B5EF4-FFF2-40B4-BE49-F238E27FC236}">
                  <a16:creationId xmlns:a16="http://schemas.microsoft.com/office/drawing/2014/main" id="{812D895E-8EA6-255D-190E-90896D77B698}"/>
                </a:ext>
              </a:extLst>
            </p:cNvPr>
            <p:cNvSpPr/>
            <p:nvPr/>
          </p:nvSpPr>
          <p:spPr>
            <a:xfrm>
              <a:off x="3280580"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3" name="Freeform: Shape 362">
              <a:extLst>
                <a:ext uri="{FF2B5EF4-FFF2-40B4-BE49-F238E27FC236}">
                  <a16:creationId xmlns:a16="http://schemas.microsoft.com/office/drawing/2014/main" id="{F982E039-6897-6B09-1127-4E767F9B270E}"/>
                </a:ext>
              </a:extLst>
            </p:cNvPr>
            <p:cNvSpPr/>
            <p:nvPr/>
          </p:nvSpPr>
          <p:spPr>
            <a:xfrm>
              <a:off x="3394836"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4" name="Freeform: Shape 363">
              <a:extLst>
                <a:ext uri="{FF2B5EF4-FFF2-40B4-BE49-F238E27FC236}">
                  <a16:creationId xmlns:a16="http://schemas.microsoft.com/office/drawing/2014/main" id="{0B6A0486-8D54-2FDC-8CCD-C02F82867F30}"/>
                </a:ext>
              </a:extLst>
            </p:cNvPr>
            <p:cNvSpPr/>
            <p:nvPr/>
          </p:nvSpPr>
          <p:spPr>
            <a:xfrm>
              <a:off x="3509092"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5" name="Freeform: Shape 364">
              <a:extLst>
                <a:ext uri="{FF2B5EF4-FFF2-40B4-BE49-F238E27FC236}">
                  <a16:creationId xmlns:a16="http://schemas.microsoft.com/office/drawing/2014/main" id="{D3D2E681-5B1B-A6AA-9F85-FC6B9610F103}"/>
                </a:ext>
              </a:extLst>
            </p:cNvPr>
            <p:cNvSpPr/>
            <p:nvPr/>
          </p:nvSpPr>
          <p:spPr>
            <a:xfrm>
              <a:off x="3623348"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6" name="Freeform: Shape 365">
              <a:extLst>
                <a:ext uri="{FF2B5EF4-FFF2-40B4-BE49-F238E27FC236}">
                  <a16:creationId xmlns:a16="http://schemas.microsoft.com/office/drawing/2014/main" id="{7DEF2987-CBDF-BC5B-13CC-A37ADCFF9240}"/>
                </a:ext>
              </a:extLst>
            </p:cNvPr>
            <p:cNvSpPr/>
            <p:nvPr/>
          </p:nvSpPr>
          <p:spPr>
            <a:xfrm>
              <a:off x="3737603"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7" name="Freeform: Shape 366">
              <a:extLst>
                <a:ext uri="{FF2B5EF4-FFF2-40B4-BE49-F238E27FC236}">
                  <a16:creationId xmlns:a16="http://schemas.microsoft.com/office/drawing/2014/main" id="{5E0441BD-2544-83A8-BE63-9791B0C22BDD}"/>
                </a:ext>
              </a:extLst>
            </p:cNvPr>
            <p:cNvSpPr/>
            <p:nvPr/>
          </p:nvSpPr>
          <p:spPr>
            <a:xfrm>
              <a:off x="3851815"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8" name="Freeform: Shape 367">
              <a:extLst>
                <a:ext uri="{FF2B5EF4-FFF2-40B4-BE49-F238E27FC236}">
                  <a16:creationId xmlns:a16="http://schemas.microsoft.com/office/drawing/2014/main" id="{72C324AA-E6FA-DFCA-FDAB-4366EB6A8698}"/>
                </a:ext>
              </a:extLst>
            </p:cNvPr>
            <p:cNvSpPr/>
            <p:nvPr/>
          </p:nvSpPr>
          <p:spPr>
            <a:xfrm>
              <a:off x="3966071"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9" name="Freeform: Shape 368">
              <a:extLst>
                <a:ext uri="{FF2B5EF4-FFF2-40B4-BE49-F238E27FC236}">
                  <a16:creationId xmlns:a16="http://schemas.microsoft.com/office/drawing/2014/main" id="{E87F8A6C-3A0F-593E-C13C-A79FEB6324B9}"/>
                </a:ext>
              </a:extLst>
            </p:cNvPr>
            <p:cNvSpPr/>
            <p:nvPr/>
          </p:nvSpPr>
          <p:spPr>
            <a:xfrm>
              <a:off x="4080327"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0" name="Freeform: Shape 369">
              <a:extLst>
                <a:ext uri="{FF2B5EF4-FFF2-40B4-BE49-F238E27FC236}">
                  <a16:creationId xmlns:a16="http://schemas.microsoft.com/office/drawing/2014/main" id="{BE72F3A0-51D1-0F73-0793-C5DE481AD1BB}"/>
                </a:ext>
              </a:extLst>
            </p:cNvPr>
            <p:cNvSpPr/>
            <p:nvPr/>
          </p:nvSpPr>
          <p:spPr>
            <a:xfrm>
              <a:off x="4194582"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1" name="Freeform: Shape 370">
              <a:extLst>
                <a:ext uri="{FF2B5EF4-FFF2-40B4-BE49-F238E27FC236}">
                  <a16:creationId xmlns:a16="http://schemas.microsoft.com/office/drawing/2014/main" id="{75C21E51-797A-4857-E418-766CAF11D1FA}"/>
                </a:ext>
              </a:extLst>
            </p:cNvPr>
            <p:cNvSpPr/>
            <p:nvPr/>
          </p:nvSpPr>
          <p:spPr>
            <a:xfrm>
              <a:off x="4308838"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2" name="Freeform: Shape 371">
              <a:extLst>
                <a:ext uri="{FF2B5EF4-FFF2-40B4-BE49-F238E27FC236}">
                  <a16:creationId xmlns:a16="http://schemas.microsoft.com/office/drawing/2014/main" id="{ABC05975-2CD7-DF73-93E5-718FBFA74B08}"/>
                </a:ext>
              </a:extLst>
            </p:cNvPr>
            <p:cNvSpPr/>
            <p:nvPr/>
          </p:nvSpPr>
          <p:spPr>
            <a:xfrm>
              <a:off x="4423094"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3" name="Freeform: Shape 372">
              <a:extLst>
                <a:ext uri="{FF2B5EF4-FFF2-40B4-BE49-F238E27FC236}">
                  <a16:creationId xmlns:a16="http://schemas.microsoft.com/office/drawing/2014/main" id="{A1B82044-E940-A13A-80EE-673E399A0248}"/>
                </a:ext>
              </a:extLst>
            </p:cNvPr>
            <p:cNvSpPr/>
            <p:nvPr/>
          </p:nvSpPr>
          <p:spPr>
            <a:xfrm>
              <a:off x="4537350"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4" name="Freeform: Shape 373">
              <a:extLst>
                <a:ext uri="{FF2B5EF4-FFF2-40B4-BE49-F238E27FC236}">
                  <a16:creationId xmlns:a16="http://schemas.microsoft.com/office/drawing/2014/main" id="{405FB0C0-8B2F-CD76-4CB4-F7344E8FEAB6}"/>
                </a:ext>
              </a:extLst>
            </p:cNvPr>
            <p:cNvSpPr/>
            <p:nvPr/>
          </p:nvSpPr>
          <p:spPr>
            <a:xfrm>
              <a:off x="4651605"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5" name="Freeform: Shape 374">
              <a:extLst>
                <a:ext uri="{FF2B5EF4-FFF2-40B4-BE49-F238E27FC236}">
                  <a16:creationId xmlns:a16="http://schemas.microsoft.com/office/drawing/2014/main" id="{B2AB1C6C-3E29-BC27-6003-DC2F59C85A19}"/>
                </a:ext>
              </a:extLst>
            </p:cNvPr>
            <p:cNvSpPr/>
            <p:nvPr/>
          </p:nvSpPr>
          <p:spPr>
            <a:xfrm>
              <a:off x="4765861"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6" name="Freeform: Shape 375">
              <a:extLst>
                <a:ext uri="{FF2B5EF4-FFF2-40B4-BE49-F238E27FC236}">
                  <a16:creationId xmlns:a16="http://schemas.microsoft.com/office/drawing/2014/main" id="{984FD6F2-68C1-021E-F1E4-AB2F2A30A71A}"/>
                </a:ext>
              </a:extLst>
            </p:cNvPr>
            <p:cNvSpPr/>
            <p:nvPr/>
          </p:nvSpPr>
          <p:spPr>
            <a:xfrm>
              <a:off x="4880117"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7" name="Freeform: Shape 376">
              <a:extLst>
                <a:ext uri="{FF2B5EF4-FFF2-40B4-BE49-F238E27FC236}">
                  <a16:creationId xmlns:a16="http://schemas.microsoft.com/office/drawing/2014/main" id="{18BA1926-A8D9-6FB5-DB5A-5E15D5AD64F8}"/>
                </a:ext>
              </a:extLst>
            </p:cNvPr>
            <p:cNvSpPr/>
            <p:nvPr/>
          </p:nvSpPr>
          <p:spPr>
            <a:xfrm>
              <a:off x="4994373"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8" name="Freeform: Shape 377">
              <a:extLst>
                <a:ext uri="{FF2B5EF4-FFF2-40B4-BE49-F238E27FC236}">
                  <a16:creationId xmlns:a16="http://schemas.microsoft.com/office/drawing/2014/main" id="{8DD948AA-1471-98D8-946C-42F099D820B5}"/>
                </a:ext>
              </a:extLst>
            </p:cNvPr>
            <p:cNvSpPr/>
            <p:nvPr/>
          </p:nvSpPr>
          <p:spPr>
            <a:xfrm>
              <a:off x="5108629"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9" name="Freeform: Shape 378">
              <a:extLst>
                <a:ext uri="{FF2B5EF4-FFF2-40B4-BE49-F238E27FC236}">
                  <a16:creationId xmlns:a16="http://schemas.microsoft.com/office/drawing/2014/main" id="{1496B9D0-B782-EACD-6FE3-35C16AD8C400}"/>
                </a:ext>
              </a:extLst>
            </p:cNvPr>
            <p:cNvSpPr/>
            <p:nvPr/>
          </p:nvSpPr>
          <p:spPr>
            <a:xfrm>
              <a:off x="5222840"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0" name="Freeform: Shape 379">
              <a:extLst>
                <a:ext uri="{FF2B5EF4-FFF2-40B4-BE49-F238E27FC236}">
                  <a16:creationId xmlns:a16="http://schemas.microsoft.com/office/drawing/2014/main" id="{14D4CD79-E29A-4A04-2810-3E9122ACB948}"/>
                </a:ext>
              </a:extLst>
            </p:cNvPr>
            <p:cNvSpPr/>
            <p:nvPr/>
          </p:nvSpPr>
          <p:spPr>
            <a:xfrm>
              <a:off x="5337096"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1" name="Freeform: Shape 380">
              <a:extLst>
                <a:ext uri="{FF2B5EF4-FFF2-40B4-BE49-F238E27FC236}">
                  <a16:creationId xmlns:a16="http://schemas.microsoft.com/office/drawing/2014/main" id="{8DD8ADAE-71E8-3C88-6D9F-D0EBE0C0DC69}"/>
                </a:ext>
              </a:extLst>
            </p:cNvPr>
            <p:cNvSpPr/>
            <p:nvPr/>
          </p:nvSpPr>
          <p:spPr>
            <a:xfrm>
              <a:off x="5451352"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2" name="Freeform: Shape 381">
              <a:extLst>
                <a:ext uri="{FF2B5EF4-FFF2-40B4-BE49-F238E27FC236}">
                  <a16:creationId xmlns:a16="http://schemas.microsoft.com/office/drawing/2014/main" id="{1D24CB5B-224D-A984-E1F7-96EC96CBECF8}"/>
                </a:ext>
              </a:extLst>
            </p:cNvPr>
            <p:cNvSpPr/>
            <p:nvPr/>
          </p:nvSpPr>
          <p:spPr>
            <a:xfrm>
              <a:off x="5565608"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3" name="Freeform: Shape 382">
              <a:extLst>
                <a:ext uri="{FF2B5EF4-FFF2-40B4-BE49-F238E27FC236}">
                  <a16:creationId xmlns:a16="http://schemas.microsoft.com/office/drawing/2014/main" id="{FBCFEBAB-957B-D539-4C5D-D89BCCBCACCB}"/>
                </a:ext>
              </a:extLst>
            </p:cNvPr>
            <p:cNvSpPr/>
            <p:nvPr/>
          </p:nvSpPr>
          <p:spPr>
            <a:xfrm>
              <a:off x="5679863"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4" name="Freeform: Shape 383">
              <a:extLst>
                <a:ext uri="{FF2B5EF4-FFF2-40B4-BE49-F238E27FC236}">
                  <a16:creationId xmlns:a16="http://schemas.microsoft.com/office/drawing/2014/main" id="{CC68A85B-B3BD-6D52-FB0F-C237925D834A}"/>
                </a:ext>
              </a:extLst>
            </p:cNvPr>
            <p:cNvSpPr/>
            <p:nvPr/>
          </p:nvSpPr>
          <p:spPr>
            <a:xfrm>
              <a:off x="5794119"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5" name="Freeform: Shape 384">
              <a:extLst>
                <a:ext uri="{FF2B5EF4-FFF2-40B4-BE49-F238E27FC236}">
                  <a16:creationId xmlns:a16="http://schemas.microsoft.com/office/drawing/2014/main" id="{D9210F34-FF36-E9A4-81DD-67D55A422AEA}"/>
                </a:ext>
              </a:extLst>
            </p:cNvPr>
            <p:cNvSpPr/>
            <p:nvPr/>
          </p:nvSpPr>
          <p:spPr>
            <a:xfrm>
              <a:off x="5908375"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6" name="Freeform: Shape 385">
              <a:extLst>
                <a:ext uri="{FF2B5EF4-FFF2-40B4-BE49-F238E27FC236}">
                  <a16:creationId xmlns:a16="http://schemas.microsoft.com/office/drawing/2014/main" id="{5B6B035C-2F2F-C965-7F7E-F9761BF0C127}"/>
                </a:ext>
              </a:extLst>
            </p:cNvPr>
            <p:cNvSpPr/>
            <p:nvPr/>
          </p:nvSpPr>
          <p:spPr>
            <a:xfrm>
              <a:off x="6022631"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7" name="Freeform: Shape 386">
              <a:extLst>
                <a:ext uri="{FF2B5EF4-FFF2-40B4-BE49-F238E27FC236}">
                  <a16:creationId xmlns:a16="http://schemas.microsoft.com/office/drawing/2014/main" id="{0501B6CA-EBF8-CBB3-02F9-347284BB44CB}"/>
                </a:ext>
              </a:extLst>
            </p:cNvPr>
            <p:cNvSpPr/>
            <p:nvPr/>
          </p:nvSpPr>
          <p:spPr>
            <a:xfrm>
              <a:off x="6136886"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8" name="Freeform: Shape 387">
              <a:extLst>
                <a:ext uri="{FF2B5EF4-FFF2-40B4-BE49-F238E27FC236}">
                  <a16:creationId xmlns:a16="http://schemas.microsoft.com/office/drawing/2014/main" id="{50BC4696-6050-8C7F-C14F-B3807150A1DA}"/>
                </a:ext>
              </a:extLst>
            </p:cNvPr>
            <p:cNvSpPr/>
            <p:nvPr/>
          </p:nvSpPr>
          <p:spPr>
            <a:xfrm>
              <a:off x="6251142"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9" name="Freeform: Shape 388">
              <a:extLst>
                <a:ext uri="{FF2B5EF4-FFF2-40B4-BE49-F238E27FC236}">
                  <a16:creationId xmlns:a16="http://schemas.microsoft.com/office/drawing/2014/main" id="{ABE79C1C-C274-C54E-1B78-941EA4AF2F8A}"/>
                </a:ext>
              </a:extLst>
            </p:cNvPr>
            <p:cNvSpPr/>
            <p:nvPr/>
          </p:nvSpPr>
          <p:spPr>
            <a:xfrm>
              <a:off x="6365398"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0" name="Freeform: Shape 389">
              <a:extLst>
                <a:ext uri="{FF2B5EF4-FFF2-40B4-BE49-F238E27FC236}">
                  <a16:creationId xmlns:a16="http://schemas.microsoft.com/office/drawing/2014/main" id="{D7E7F217-3B09-EA5C-645D-43EBBC6E0498}"/>
                </a:ext>
              </a:extLst>
            </p:cNvPr>
            <p:cNvSpPr/>
            <p:nvPr/>
          </p:nvSpPr>
          <p:spPr>
            <a:xfrm>
              <a:off x="6479610"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1" name="Freeform: Shape 390">
              <a:extLst>
                <a:ext uri="{FF2B5EF4-FFF2-40B4-BE49-F238E27FC236}">
                  <a16:creationId xmlns:a16="http://schemas.microsoft.com/office/drawing/2014/main" id="{4D271C9C-85FF-CD82-EBF1-53CCAA947EDA}"/>
                </a:ext>
              </a:extLst>
            </p:cNvPr>
            <p:cNvSpPr/>
            <p:nvPr/>
          </p:nvSpPr>
          <p:spPr>
            <a:xfrm>
              <a:off x="6593865"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2" name="Freeform: Shape 391">
              <a:extLst>
                <a:ext uri="{FF2B5EF4-FFF2-40B4-BE49-F238E27FC236}">
                  <a16:creationId xmlns:a16="http://schemas.microsoft.com/office/drawing/2014/main" id="{BA01E7FA-0700-BC03-63BF-D8B9187C2B51}"/>
                </a:ext>
              </a:extLst>
            </p:cNvPr>
            <p:cNvSpPr/>
            <p:nvPr/>
          </p:nvSpPr>
          <p:spPr>
            <a:xfrm>
              <a:off x="6708121" y="91815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3" name="Freeform: Shape 392">
              <a:extLst>
                <a:ext uri="{FF2B5EF4-FFF2-40B4-BE49-F238E27FC236}">
                  <a16:creationId xmlns:a16="http://schemas.microsoft.com/office/drawing/2014/main" id="{A583FDBF-24F9-F12B-BFE7-7B4D304E15E3}"/>
                </a:ext>
              </a:extLst>
            </p:cNvPr>
            <p:cNvSpPr/>
            <p:nvPr/>
          </p:nvSpPr>
          <p:spPr>
            <a:xfrm>
              <a:off x="6822377"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4" name="Freeform: Shape 393">
              <a:extLst>
                <a:ext uri="{FF2B5EF4-FFF2-40B4-BE49-F238E27FC236}">
                  <a16:creationId xmlns:a16="http://schemas.microsoft.com/office/drawing/2014/main" id="{C6E21563-A8FC-8A4A-CCEC-621634FA17CA}"/>
                </a:ext>
              </a:extLst>
            </p:cNvPr>
            <p:cNvSpPr/>
            <p:nvPr/>
          </p:nvSpPr>
          <p:spPr>
            <a:xfrm>
              <a:off x="6936633"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5" name="Freeform: Shape 394">
              <a:extLst>
                <a:ext uri="{FF2B5EF4-FFF2-40B4-BE49-F238E27FC236}">
                  <a16:creationId xmlns:a16="http://schemas.microsoft.com/office/drawing/2014/main" id="{38584FEE-1DC6-B118-5124-053C87B9C2B0}"/>
                </a:ext>
              </a:extLst>
            </p:cNvPr>
            <p:cNvSpPr/>
            <p:nvPr/>
          </p:nvSpPr>
          <p:spPr>
            <a:xfrm>
              <a:off x="7050888" y="91815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6" name="Freeform: Shape 395">
              <a:extLst>
                <a:ext uri="{FF2B5EF4-FFF2-40B4-BE49-F238E27FC236}">
                  <a16:creationId xmlns:a16="http://schemas.microsoft.com/office/drawing/2014/main" id="{D6891259-A013-2D4F-C80F-41104F11DE74}"/>
                </a:ext>
              </a:extLst>
            </p:cNvPr>
            <p:cNvSpPr/>
            <p:nvPr/>
          </p:nvSpPr>
          <p:spPr>
            <a:xfrm>
              <a:off x="7165144"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7" name="Freeform: Shape 396">
              <a:extLst>
                <a:ext uri="{FF2B5EF4-FFF2-40B4-BE49-F238E27FC236}">
                  <a16:creationId xmlns:a16="http://schemas.microsoft.com/office/drawing/2014/main" id="{9747F222-75EC-0DD0-CBCF-ECC139FA1A8F}"/>
                </a:ext>
              </a:extLst>
            </p:cNvPr>
            <p:cNvSpPr/>
            <p:nvPr/>
          </p:nvSpPr>
          <p:spPr>
            <a:xfrm>
              <a:off x="2366578"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8" name="Freeform: Shape 397">
              <a:extLst>
                <a:ext uri="{FF2B5EF4-FFF2-40B4-BE49-F238E27FC236}">
                  <a16:creationId xmlns:a16="http://schemas.microsoft.com/office/drawing/2014/main" id="{1036D8F3-1D66-4EA6-FC3E-A8DC876D79F1}"/>
                </a:ext>
              </a:extLst>
            </p:cNvPr>
            <p:cNvSpPr/>
            <p:nvPr/>
          </p:nvSpPr>
          <p:spPr>
            <a:xfrm>
              <a:off x="2480790"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9" name="Freeform: Shape 398">
              <a:extLst>
                <a:ext uri="{FF2B5EF4-FFF2-40B4-BE49-F238E27FC236}">
                  <a16:creationId xmlns:a16="http://schemas.microsoft.com/office/drawing/2014/main" id="{E35BA2C3-869E-3753-E72A-AE35E011445F}"/>
                </a:ext>
              </a:extLst>
            </p:cNvPr>
            <p:cNvSpPr/>
            <p:nvPr/>
          </p:nvSpPr>
          <p:spPr>
            <a:xfrm>
              <a:off x="2595046"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0" name="Freeform: Shape 399">
              <a:extLst>
                <a:ext uri="{FF2B5EF4-FFF2-40B4-BE49-F238E27FC236}">
                  <a16:creationId xmlns:a16="http://schemas.microsoft.com/office/drawing/2014/main" id="{68495E38-1444-3568-E94E-77AAB15E58BB}"/>
                </a:ext>
              </a:extLst>
            </p:cNvPr>
            <p:cNvSpPr/>
            <p:nvPr/>
          </p:nvSpPr>
          <p:spPr>
            <a:xfrm>
              <a:off x="2709301"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1" name="Freeform: Shape 400">
              <a:extLst>
                <a:ext uri="{FF2B5EF4-FFF2-40B4-BE49-F238E27FC236}">
                  <a16:creationId xmlns:a16="http://schemas.microsoft.com/office/drawing/2014/main" id="{1F0C671A-6459-CB79-FFF7-B82B04AE3247}"/>
                </a:ext>
              </a:extLst>
            </p:cNvPr>
            <p:cNvSpPr/>
            <p:nvPr/>
          </p:nvSpPr>
          <p:spPr>
            <a:xfrm>
              <a:off x="2823557"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2" name="Freeform: Shape 401">
              <a:extLst>
                <a:ext uri="{FF2B5EF4-FFF2-40B4-BE49-F238E27FC236}">
                  <a16:creationId xmlns:a16="http://schemas.microsoft.com/office/drawing/2014/main" id="{92E2C048-EE06-2A2D-43FA-861DECC51474}"/>
                </a:ext>
              </a:extLst>
            </p:cNvPr>
            <p:cNvSpPr/>
            <p:nvPr/>
          </p:nvSpPr>
          <p:spPr>
            <a:xfrm>
              <a:off x="2937813"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3" name="Freeform: Shape 402">
              <a:extLst>
                <a:ext uri="{FF2B5EF4-FFF2-40B4-BE49-F238E27FC236}">
                  <a16:creationId xmlns:a16="http://schemas.microsoft.com/office/drawing/2014/main" id="{BF90E158-F569-A8D3-A9CD-A71C58E74E39}"/>
                </a:ext>
              </a:extLst>
            </p:cNvPr>
            <p:cNvSpPr/>
            <p:nvPr/>
          </p:nvSpPr>
          <p:spPr>
            <a:xfrm>
              <a:off x="3052069"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4" name="Freeform: Shape 403">
              <a:extLst>
                <a:ext uri="{FF2B5EF4-FFF2-40B4-BE49-F238E27FC236}">
                  <a16:creationId xmlns:a16="http://schemas.microsoft.com/office/drawing/2014/main" id="{C3C6B9BE-0CA9-0D78-9B54-E501F065D2A2}"/>
                </a:ext>
              </a:extLst>
            </p:cNvPr>
            <p:cNvSpPr/>
            <p:nvPr/>
          </p:nvSpPr>
          <p:spPr>
            <a:xfrm>
              <a:off x="3166325"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5" name="Freeform: Shape 404">
              <a:extLst>
                <a:ext uri="{FF2B5EF4-FFF2-40B4-BE49-F238E27FC236}">
                  <a16:creationId xmlns:a16="http://schemas.microsoft.com/office/drawing/2014/main" id="{C7CF6640-E2D3-D299-5110-5B5B273AFA26}"/>
                </a:ext>
              </a:extLst>
            </p:cNvPr>
            <p:cNvSpPr/>
            <p:nvPr/>
          </p:nvSpPr>
          <p:spPr>
            <a:xfrm>
              <a:off x="3280580"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6" name="Freeform: Shape 405">
              <a:extLst>
                <a:ext uri="{FF2B5EF4-FFF2-40B4-BE49-F238E27FC236}">
                  <a16:creationId xmlns:a16="http://schemas.microsoft.com/office/drawing/2014/main" id="{339ADBE3-A83B-3863-8515-5B73467DA228}"/>
                </a:ext>
              </a:extLst>
            </p:cNvPr>
            <p:cNvSpPr/>
            <p:nvPr/>
          </p:nvSpPr>
          <p:spPr>
            <a:xfrm>
              <a:off x="3394836"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7" name="Freeform: Shape 406">
              <a:extLst>
                <a:ext uri="{FF2B5EF4-FFF2-40B4-BE49-F238E27FC236}">
                  <a16:creationId xmlns:a16="http://schemas.microsoft.com/office/drawing/2014/main" id="{AD30959F-4401-6238-AD9D-516C14A725FB}"/>
                </a:ext>
              </a:extLst>
            </p:cNvPr>
            <p:cNvSpPr/>
            <p:nvPr/>
          </p:nvSpPr>
          <p:spPr>
            <a:xfrm>
              <a:off x="3509092"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8" name="Freeform: Shape 407">
              <a:extLst>
                <a:ext uri="{FF2B5EF4-FFF2-40B4-BE49-F238E27FC236}">
                  <a16:creationId xmlns:a16="http://schemas.microsoft.com/office/drawing/2014/main" id="{75C43F18-F76F-81F5-812A-A8B58B9A078F}"/>
                </a:ext>
              </a:extLst>
            </p:cNvPr>
            <p:cNvSpPr/>
            <p:nvPr/>
          </p:nvSpPr>
          <p:spPr>
            <a:xfrm>
              <a:off x="3623348"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9" name="Freeform: Shape 408">
              <a:extLst>
                <a:ext uri="{FF2B5EF4-FFF2-40B4-BE49-F238E27FC236}">
                  <a16:creationId xmlns:a16="http://schemas.microsoft.com/office/drawing/2014/main" id="{2AD6AB2E-BD84-494E-CE25-2A9055D1413B}"/>
                </a:ext>
              </a:extLst>
            </p:cNvPr>
            <p:cNvSpPr/>
            <p:nvPr/>
          </p:nvSpPr>
          <p:spPr>
            <a:xfrm>
              <a:off x="3737603"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0" name="Freeform: Shape 409">
              <a:extLst>
                <a:ext uri="{FF2B5EF4-FFF2-40B4-BE49-F238E27FC236}">
                  <a16:creationId xmlns:a16="http://schemas.microsoft.com/office/drawing/2014/main" id="{55223535-5ED0-F8EA-F131-1D930B54D2D5}"/>
                </a:ext>
              </a:extLst>
            </p:cNvPr>
            <p:cNvSpPr/>
            <p:nvPr/>
          </p:nvSpPr>
          <p:spPr>
            <a:xfrm>
              <a:off x="3851815"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1" name="Freeform: Shape 410">
              <a:extLst>
                <a:ext uri="{FF2B5EF4-FFF2-40B4-BE49-F238E27FC236}">
                  <a16:creationId xmlns:a16="http://schemas.microsoft.com/office/drawing/2014/main" id="{350CC153-CB07-8D59-0A92-1A4B951C9607}"/>
                </a:ext>
              </a:extLst>
            </p:cNvPr>
            <p:cNvSpPr/>
            <p:nvPr/>
          </p:nvSpPr>
          <p:spPr>
            <a:xfrm>
              <a:off x="3966071"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2" name="Freeform: Shape 411">
              <a:extLst>
                <a:ext uri="{FF2B5EF4-FFF2-40B4-BE49-F238E27FC236}">
                  <a16:creationId xmlns:a16="http://schemas.microsoft.com/office/drawing/2014/main" id="{A514FDDC-CAF4-0F58-1A67-55344C5B25B3}"/>
                </a:ext>
              </a:extLst>
            </p:cNvPr>
            <p:cNvSpPr/>
            <p:nvPr/>
          </p:nvSpPr>
          <p:spPr>
            <a:xfrm>
              <a:off x="4080327"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3" name="Freeform: Shape 412">
              <a:extLst>
                <a:ext uri="{FF2B5EF4-FFF2-40B4-BE49-F238E27FC236}">
                  <a16:creationId xmlns:a16="http://schemas.microsoft.com/office/drawing/2014/main" id="{CB8E8C33-03EA-CC1B-4E0F-58AEA82AB4F6}"/>
                </a:ext>
              </a:extLst>
            </p:cNvPr>
            <p:cNvSpPr/>
            <p:nvPr/>
          </p:nvSpPr>
          <p:spPr>
            <a:xfrm>
              <a:off x="4194582"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4" name="Freeform: Shape 413">
              <a:extLst>
                <a:ext uri="{FF2B5EF4-FFF2-40B4-BE49-F238E27FC236}">
                  <a16:creationId xmlns:a16="http://schemas.microsoft.com/office/drawing/2014/main" id="{2C7E6289-E47E-A43A-B0C4-0DF4DD110907}"/>
                </a:ext>
              </a:extLst>
            </p:cNvPr>
            <p:cNvSpPr/>
            <p:nvPr/>
          </p:nvSpPr>
          <p:spPr>
            <a:xfrm>
              <a:off x="4308838"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5" name="Freeform: Shape 414">
              <a:extLst>
                <a:ext uri="{FF2B5EF4-FFF2-40B4-BE49-F238E27FC236}">
                  <a16:creationId xmlns:a16="http://schemas.microsoft.com/office/drawing/2014/main" id="{B7908C97-9A36-70D9-9A4C-62B47F91BA0B}"/>
                </a:ext>
              </a:extLst>
            </p:cNvPr>
            <p:cNvSpPr/>
            <p:nvPr/>
          </p:nvSpPr>
          <p:spPr>
            <a:xfrm>
              <a:off x="4423094"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6" name="Freeform: Shape 415">
              <a:extLst>
                <a:ext uri="{FF2B5EF4-FFF2-40B4-BE49-F238E27FC236}">
                  <a16:creationId xmlns:a16="http://schemas.microsoft.com/office/drawing/2014/main" id="{A9AF2697-03BF-8DC7-7EB6-BBF94D7C0FAB}"/>
                </a:ext>
              </a:extLst>
            </p:cNvPr>
            <p:cNvSpPr/>
            <p:nvPr/>
          </p:nvSpPr>
          <p:spPr>
            <a:xfrm>
              <a:off x="4537350"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7" name="Freeform: Shape 416">
              <a:extLst>
                <a:ext uri="{FF2B5EF4-FFF2-40B4-BE49-F238E27FC236}">
                  <a16:creationId xmlns:a16="http://schemas.microsoft.com/office/drawing/2014/main" id="{0EFF86A3-2C3D-3AFD-4653-EF42AC9EA8FD}"/>
                </a:ext>
              </a:extLst>
            </p:cNvPr>
            <p:cNvSpPr/>
            <p:nvPr/>
          </p:nvSpPr>
          <p:spPr>
            <a:xfrm>
              <a:off x="4651605"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8" name="Freeform: Shape 417">
              <a:extLst>
                <a:ext uri="{FF2B5EF4-FFF2-40B4-BE49-F238E27FC236}">
                  <a16:creationId xmlns:a16="http://schemas.microsoft.com/office/drawing/2014/main" id="{472D8222-85A1-5489-9123-11B6D03760CC}"/>
                </a:ext>
              </a:extLst>
            </p:cNvPr>
            <p:cNvSpPr/>
            <p:nvPr/>
          </p:nvSpPr>
          <p:spPr>
            <a:xfrm>
              <a:off x="4765861"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9" name="Freeform: Shape 418">
              <a:extLst>
                <a:ext uri="{FF2B5EF4-FFF2-40B4-BE49-F238E27FC236}">
                  <a16:creationId xmlns:a16="http://schemas.microsoft.com/office/drawing/2014/main" id="{49D79323-7FFC-2570-6BD6-BED5B7141775}"/>
                </a:ext>
              </a:extLst>
            </p:cNvPr>
            <p:cNvSpPr/>
            <p:nvPr/>
          </p:nvSpPr>
          <p:spPr>
            <a:xfrm>
              <a:off x="4880117"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0" name="Freeform: Shape 419">
              <a:extLst>
                <a:ext uri="{FF2B5EF4-FFF2-40B4-BE49-F238E27FC236}">
                  <a16:creationId xmlns:a16="http://schemas.microsoft.com/office/drawing/2014/main" id="{4B344211-72F3-C3E4-0004-900B0E3ACC63}"/>
                </a:ext>
              </a:extLst>
            </p:cNvPr>
            <p:cNvSpPr/>
            <p:nvPr/>
          </p:nvSpPr>
          <p:spPr>
            <a:xfrm>
              <a:off x="4994373"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1" name="Freeform: Shape 420">
              <a:extLst>
                <a:ext uri="{FF2B5EF4-FFF2-40B4-BE49-F238E27FC236}">
                  <a16:creationId xmlns:a16="http://schemas.microsoft.com/office/drawing/2014/main" id="{EC1CB9C1-89F0-86EF-504E-798AFA620A28}"/>
                </a:ext>
              </a:extLst>
            </p:cNvPr>
            <p:cNvSpPr/>
            <p:nvPr/>
          </p:nvSpPr>
          <p:spPr>
            <a:xfrm>
              <a:off x="5108629"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2" name="Freeform: Shape 421">
              <a:extLst>
                <a:ext uri="{FF2B5EF4-FFF2-40B4-BE49-F238E27FC236}">
                  <a16:creationId xmlns:a16="http://schemas.microsoft.com/office/drawing/2014/main" id="{1236DA42-A070-216B-AC1C-1036DCCEDB56}"/>
                </a:ext>
              </a:extLst>
            </p:cNvPr>
            <p:cNvSpPr/>
            <p:nvPr/>
          </p:nvSpPr>
          <p:spPr>
            <a:xfrm>
              <a:off x="5222840"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3" name="Freeform: Shape 422">
              <a:extLst>
                <a:ext uri="{FF2B5EF4-FFF2-40B4-BE49-F238E27FC236}">
                  <a16:creationId xmlns:a16="http://schemas.microsoft.com/office/drawing/2014/main" id="{4002A1FE-B62D-CC5A-E299-093D82096973}"/>
                </a:ext>
              </a:extLst>
            </p:cNvPr>
            <p:cNvSpPr/>
            <p:nvPr/>
          </p:nvSpPr>
          <p:spPr>
            <a:xfrm>
              <a:off x="5337096"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4" name="Freeform: Shape 423">
              <a:extLst>
                <a:ext uri="{FF2B5EF4-FFF2-40B4-BE49-F238E27FC236}">
                  <a16:creationId xmlns:a16="http://schemas.microsoft.com/office/drawing/2014/main" id="{4FDEE754-676E-CCE6-E029-C375693E98BA}"/>
                </a:ext>
              </a:extLst>
            </p:cNvPr>
            <p:cNvSpPr/>
            <p:nvPr/>
          </p:nvSpPr>
          <p:spPr>
            <a:xfrm>
              <a:off x="5451352"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5" name="Freeform: Shape 424">
              <a:extLst>
                <a:ext uri="{FF2B5EF4-FFF2-40B4-BE49-F238E27FC236}">
                  <a16:creationId xmlns:a16="http://schemas.microsoft.com/office/drawing/2014/main" id="{4A737E52-4709-2CF1-1E00-C9A8AA84F78A}"/>
                </a:ext>
              </a:extLst>
            </p:cNvPr>
            <p:cNvSpPr/>
            <p:nvPr/>
          </p:nvSpPr>
          <p:spPr>
            <a:xfrm>
              <a:off x="5565608"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6" name="Freeform: Shape 425">
              <a:extLst>
                <a:ext uri="{FF2B5EF4-FFF2-40B4-BE49-F238E27FC236}">
                  <a16:creationId xmlns:a16="http://schemas.microsoft.com/office/drawing/2014/main" id="{EF8C71E4-7245-1C9F-85DE-A47971C95D0C}"/>
                </a:ext>
              </a:extLst>
            </p:cNvPr>
            <p:cNvSpPr/>
            <p:nvPr/>
          </p:nvSpPr>
          <p:spPr>
            <a:xfrm>
              <a:off x="5679863"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7" name="Freeform: Shape 426">
              <a:extLst>
                <a:ext uri="{FF2B5EF4-FFF2-40B4-BE49-F238E27FC236}">
                  <a16:creationId xmlns:a16="http://schemas.microsoft.com/office/drawing/2014/main" id="{5E136210-0652-FD50-02A4-BA20A2298671}"/>
                </a:ext>
              </a:extLst>
            </p:cNvPr>
            <p:cNvSpPr/>
            <p:nvPr/>
          </p:nvSpPr>
          <p:spPr>
            <a:xfrm>
              <a:off x="5794119"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8" name="Freeform: Shape 427">
              <a:extLst>
                <a:ext uri="{FF2B5EF4-FFF2-40B4-BE49-F238E27FC236}">
                  <a16:creationId xmlns:a16="http://schemas.microsoft.com/office/drawing/2014/main" id="{015C6EAB-8A1E-99DA-E92E-CB9F81BFEA37}"/>
                </a:ext>
              </a:extLst>
            </p:cNvPr>
            <p:cNvSpPr/>
            <p:nvPr/>
          </p:nvSpPr>
          <p:spPr>
            <a:xfrm>
              <a:off x="5908375"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9" name="Freeform: Shape 428">
              <a:extLst>
                <a:ext uri="{FF2B5EF4-FFF2-40B4-BE49-F238E27FC236}">
                  <a16:creationId xmlns:a16="http://schemas.microsoft.com/office/drawing/2014/main" id="{D67B55CD-23B5-D0A4-997E-7340407118C6}"/>
                </a:ext>
              </a:extLst>
            </p:cNvPr>
            <p:cNvSpPr/>
            <p:nvPr/>
          </p:nvSpPr>
          <p:spPr>
            <a:xfrm>
              <a:off x="6022631"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0" name="Freeform: Shape 429">
              <a:extLst>
                <a:ext uri="{FF2B5EF4-FFF2-40B4-BE49-F238E27FC236}">
                  <a16:creationId xmlns:a16="http://schemas.microsoft.com/office/drawing/2014/main" id="{7A934D38-84FD-5F5B-8CA3-E965673AFDD4}"/>
                </a:ext>
              </a:extLst>
            </p:cNvPr>
            <p:cNvSpPr/>
            <p:nvPr/>
          </p:nvSpPr>
          <p:spPr>
            <a:xfrm>
              <a:off x="6136886"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1" name="Freeform: Shape 430">
              <a:extLst>
                <a:ext uri="{FF2B5EF4-FFF2-40B4-BE49-F238E27FC236}">
                  <a16:creationId xmlns:a16="http://schemas.microsoft.com/office/drawing/2014/main" id="{04BB42C0-81AF-0E6D-03E2-D65D5BEC4858}"/>
                </a:ext>
              </a:extLst>
            </p:cNvPr>
            <p:cNvSpPr/>
            <p:nvPr/>
          </p:nvSpPr>
          <p:spPr>
            <a:xfrm>
              <a:off x="6251142"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2" name="Freeform: Shape 431">
              <a:extLst>
                <a:ext uri="{FF2B5EF4-FFF2-40B4-BE49-F238E27FC236}">
                  <a16:creationId xmlns:a16="http://schemas.microsoft.com/office/drawing/2014/main" id="{CEF96EB8-6CC1-6761-C8F5-9D52705DF242}"/>
                </a:ext>
              </a:extLst>
            </p:cNvPr>
            <p:cNvSpPr/>
            <p:nvPr/>
          </p:nvSpPr>
          <p:spPr>
            <a:xfrm>
              <a:off x="6365398"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3" name="Freeform: Shape 432">
              <a:extLst>
                <a:ext uri="{FF2B5EF4-FFF2-40B4-BE49-F238E27FC236}">
                  <a16:creationId xmlns:a16="http://schemas.microsoft.com/office/drawing/2014/main" id="{27A05D19-121A-3491-1530-1CFE032781D5}"/>
                </a:ext>
              </a:extLst>
            </p:cNvPr>
            <p:cNvSpPr/>
            <p:nvPr/>
          </p:nvSpPr>
          <p:spPr>
            <a:xfrm>
              <a:off x="6479610"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4" name="Freeform: Shape 433">
              <a:extLst>
                <a:ext uri="{FF2B5EF4-FFF2-40B4-BE49-F238E27FC236}">
                  <a16:creationId xmlns:a16="http://schemas.microsoft.com/office/drawing/2014/main" id="{530E8E91-2ED1-ED8C-580E-EBAF89B78539}"/>
                </a:ext>
              </a:extLst>
            </p:cNvPr>
            <p:cNvSpPr/>
            <p:nvPr/>
          </p:nvSpPr>
          <p:spPr>
            <a:xfrm>
              <a:off x="6593865"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5" name="Freeform: Shape 434">
              <a:extLst>
                <a:ext uri="{FF2B5EF4-FFF2-40B4-BE49-F238E27FC236}">
                  <a16:creationId xmlns:a16="http://schemas.microsoft.com/office/drawing/2014/main" id="{448C6FF5-984D-C98B-3426-6751E64FF454}"/>
                </a:ext>
              </a:extLst>
            </p:cNvPr>
            <p:cNvSpPr/>
            <p:nvPr/>
          </p:nvSpPr>
          <p:spPr>
            <a:xfrm>
              <a:off x="6708121" y="103241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6" name="Freeform: Shape 435">
              <a:extLst>
                <a:ext uri="{FF2B5EF4-FFF2-40B4-BE49-F238E27FC236}">
                  <a16:creationId xmlns:a16="http://schemas.microsoft.com/office/drawing/2014/main" id="{71CEAA77-C666-F0E4-E798-C417E606ADC0}"/>
                </a:ext>
              </a:extLst>
            </p:cNvPr>
            <p:cNvSpPr/>
            <p:nvPr/>
          </p:nvSpPr>
          <p:spPr>
            <a:xfrm>
              <a:off x="6822377"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7" name="Freeform: Shape 436">
              <a:extLst>
                <a:ext uri="{FF2B5EF4-FFF2-40B4-BE49-F238E27FC236}">
                  <a16:creationId xmlns:a16="http://schemas.microsoft.com/office/drawing/2014/main" id="{87383180-23EA-D709-03CE-0EBB2E98B205}"/>
                </a:ext>
              </a:extLst>
            </p:cNvPr>
            <p:cNvSpPr/>
            <p:nvPr/>
          </p:nvSpPr>
          <p:spPr>
            <a:xfrm>
              <a:off x="6936633"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8" name="Freeform: Shape 437">
              <a:extLst>
                <a:ext uri="{FF2B5EF4-FFF2-40B4-BE49-F238E27FC236}">
                  <a16:creationId xmlns:a16="http://schemas.microsoft.com/office/drawing/2014/main" id="{36EFF11E-C2D7-22CE-0C2C-5A77B3B56892}"/>
                </a:ext>
              </a:extLst>
            </p:cNvPr>
            <p:cNvSpPr/>
            <p:nvPr/>
          </p:nvSpPr>
          <p:spPr>
            <a:xfrm>
              <a:off x="7050888" y="103241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9" name="Freeform: Shape 438">
              <a:extLst>
                <a:ext uri="{FF2B5EF4-FFF2-40B4-BE49-F238E27FC236}">
                  <a16:creationId xmlns:a16="http://schemas.microsoft.com/office/drawing/2014/main" id="{A1543692-102F-76C3-3C1E-F07A202113EE}"/>
                </a:ext>
              </a:extLst>
            </p:cNvPr>
            <p:cNvSpPr/>
            <p:nvPr/>
          </p:nvSpPr>
          <p:spPr>
            <a:xfrm>
              <a:off x="7165144"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0" name="Freeform: Shape 439">
              <a:extLst>
                <a:ext uri="{FF2B5EF4-FFF2-40B4-BE49-F238E27FC236}">
                  <a16:creationId xmlns:a16="http://schemas.microsoft.com/office/drawing/2014/main" id="{9C506BBB-970E-2200-FF37-2F326129E78A}"/>
                </a:ext>
              </a:extLst>
            </p:cNvPr>
            <p:cNvSpPr/>
            <p:nvPr/>
          </p:nvSpPr>
          <p:spPr>
            <a:xfrm>
              <a:off x="2366578"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1" name="Freeform: Shape 440">
              <a:extLst>
                <a:ext uri="{FF2B5EF4-FFF2-40B4-BE49-F238E27FC236}">
                  <a16:creationId xmlns:a16="http://schemas.microsoft.com/office/drawing/2014/main" id="{BFDAA9E5-E8C9-BEC7-62BE-0F402862C208}"/>
                </a:ext>
              </a:extLst>
            </p:cNvPr>
            <p:cNvSpPr/>
            <p:nvPr/>
          </p:nvSpPr>
          <p:spPr>
            <a:xfrm>
              <a:off x="2480790"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2" name="Freeform: Shape 441">
              <a:extLst>
                <a:ext uri="{FF2B5EF4-FFF2-40B4-BE49-F238E27FC236}">
                  <a16:creationId xmlns:a16="http://schemas.microsoft.com/office/drawing/2014/main" id="{FB68EDD8-BBF6-6B15-69C3-8B1894AB4A89}"/>
                </a:ext>
              </a:extLst>
            </p:cNvPr>
            <p:cNvSpPr/>
            <p:nvPr/>
          </p:nvSpPr>
          <p:spPr>
            <a:xfrm>
              <a:off x="2595046"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3" name="Freeform: Shape 442">
              <a:extLst>
                <a:ext uri="{FF2B5EF4-FFF2-40B4-BE49-F238E27FC236}">
                  <a16:creationId xmlns:a16="http://schemas.microsoft.com/office/drawing/2014/main" id="{1D093296-450E-2FEA-85F6-41D072A94AF2}"/>
                </a:ext>
              </a:extLst>
            </p:cNvPr>
            <p:cNvSpPr/>
            <p:nvPr/>
          </p:nvSpPr>
          <p:spPr>
            <a:xfrm>
              <a:off x="2709301"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4" name="Freeform: Shape 443">
              <a:extLst>
                <a:ext uri="{FF2B5EF4-FFF2-40B4-BE49-F238E27FC236}">
                  <a16:creationId xmlns:a16="http://schemas.microsoft.com/office/drawing/2014/main" id="{2DF0D5D0-3826-5040-8B74-4B44B7B55FB1}"/>
                </a:ext>
              </a:extLst>
            </p:cNvPr>
            <p:cNvSpPr/>
            <p:nvPr/>
          </p:nvSpPr>
          <p:spPr>
            <a:xfrm>
              <a:off x="2823557"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5" name="Freeform: Shape 444">
              <a:extLst>
                <a:ext uri="{FF2B5EF4-FFF2-40B4-BE49-F238E27FC236}">
                  <a16:creationId xmlns:a16="http://schemas.microsoft.com/office/drawing/2014/main" id="{887D8BDC-A421-2FC8-3134-79D03DFB334F}"/>
                </a:ext>
              </a:extLst>
            </p:cNvPr>
            <p:cNvSpPr/>
            <p:nvPr/>
          </p:nvSpPr>
          <p:spPr>
            <a:xfrm>
              <a:off x="2937813"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6" name="Freeform: Shape 445">
              <a:extLst>
                <a:ext uri="{FF2B5EF4-FFF2-40B4-BE49-F238E27FC236}">
                  <a16:creationId xmlns:a16="http://schemas.microsoft.com/office/drawing/2014/main" id="{DB31F71E-98A3-3528-11E1-247E18FA68AE}"/>
                </a:ext>
              </a:extLst>
            </p:cNvPr>
            <p:cNvSpPr/>
            <p:nvPr/>
          </p:nvSpPr>
          <p:spPr>
            <a:xfrm>
              <a:off x="3052069"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7" name="Freeform: Shape 446">
              <a:extLst>
                <a:ext uri="{FF2B5EF4-FFF2-40B4-BE49-F238E27FC236}">
                  <a16:creationId xmlns:a16="http://schemas.microsoft.com/office/drawing/2014/main" id="{AF28500C-22D6-AD0D-C3F6-66086042182C}"/>
                </a:ext>
              </a:extLst>
            </p:cNvPr>
            <p:cNvSpPr/>
            <p:nvPr/>
          </p:nvSpPr>
          <p:spPr>
            <a:xfrm>
              <a:off x="3166325"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8" name="Freeform: Shape 447">
              <a:extLst>
                <a:ext uri="{FF2B5EF4-FFF2-40B4-BE49-F238E27FC236}">
                  <a16:creationId xmlns:a16="http://schemas.microsoft.com/office/drawing/2014/main" id="{4608988C-DA91-E594-4D21-797300041DD2}"/>
                </a:ext>
              </a:extLst>
            </p:cNvPr>
            <p:cNvSpPr/>
            <p:nvPr/>
          </p:nvSpPr>
          <p:spPr>
            <a:xfrm>
              <a:off x="3280580"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9" name="Freeform: Shape 448">
              <a:extLst>
                <a:ext uri="{FF2B5EF4-FFF2-40B4-BE49-F238E27FC236}">
                  <a16:creationId xmlns:a16="http://schemas.microsoft.com/office/drawing/2014/main" id="{96F4BC52-48D2-93E3-E01B-7BC26AF5CE81}"/>
                </a:ext>
              </a:extLst>
            </p:cNvPr>
            <p:cNvSpPr/>
            <p:nvPr/>
          </p:nvSpPr>
          <p:spPr>
            <a:xfrm>
              <a:off x="3394836"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0" name="Freeform: Shape 449">
              <a:extLst>
                <a:ext uri="{FF2B5EF4-FFF2-40B4-BE49-F238E27FC236}">
                  <a16:creationId xmlns:a16="http://schemas.microsoft.com/office/drawing/2014/main" id="{0E262DDC-6E7D-0C3C-9551-15E02FE6EDA6}"/>
                </a:ext>
              </a:extLst>
            </p:cNvPr>
            <p:cNvSpPr/>
            <p:nvPr/>
          </p:nvSpPr>
          <p:spPr>
            <a:xfrm>
              <a:off x="3509092"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1" name="Freeform: Shape 450">
              <a:extLst>
                <a:ext uri="{FF2B5EF4-FFF2-40B4-BE49-F238E27FC236}">
                  <a16:creationId xmlns:a16="http://schemas.microsoft.com/office/drawing/2014/main" id="{99315273-9B68-B35A-9158-5E03C4D413C8}"/>
                </a:ext>
              </a:extLst>
            </p:cNvPr>
            <p:cNvSpPr/>
            <p:nvPr/>
          </p:nvSpPr>
          <p:spPr>
            <a:xfrm>
              <a:off x="3623348"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2" name="Freeform: Shape 451">
              <a:extLst>
                <a:ext uri="{FF2B5EF4-FFF2-40B4-BE49-F238E27FC236}">
                  <a16:creationId xmlns:a16="http://schemas.microsoft.com/office/drawing/2014/main" id="{853916F5-4EE5-F294-263A-77D97C3F558D}"/>
                </a:ext>
              </a:extLst>
            </p:cNvPr>
            <p:cNvSpPr/>
            <p:nvPr/>
          </p:nvSpPr>
          <p:spPr>
            <a:xfrm>
              <a:off x="3737603"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3" name="Freeform: Shape 452">
              <a:extLst>
                <a:ext uri="{FF2B5EF4-FFF2-40B4-BE49-F238E27FC236}">
                  <a16:creationId xmlns:a16="http://schemas.microsoft.com/office/drawing/2014/main" id="{1D2E5E23-585A-9FCE-48EB-3B3C14AD6549}"/>
                </a:ext>
              </a:extLst>
            </p:cNvPr>
            <p:cNvSpPr/>
            <p:nvPr/>
          </p:nvSpPr>
          <p:spPr>
            <a:xfrm>
              <a:off x="3851815"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4" name="Freeform: Shape 453">
              <a:extLst>
                <a:ext uri="{FF2B5EF4-FFF2-40B4-BE49-F238E27FC236}">
                  <a16:creationId xmlns:a16="http://schemas.microsoft.com/office/drawing/2014/main" id="{9D448DB9-EAD9-8203-F696-A6403995FF53}"/>
                </a:ext>
              </a:extLst>
            </p:cNvPr>
            <p:cNvSpPr/>
            <p:nvPr/>
          </p:nvSpPr>
          <p:spPr>
            <a:xfrm>
              <a:off x="3966071"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5" name="Freeform: Shape 454">
              <a:extLst>
                <a:ext uri="{FF2B5EF4-FFF2-40B4-BE49-F238E27FC236}">
                  <a16:creationId xmlns:a16="http://schemas.microsoft.com/office/drawing/2014/main" id="{94E66612-4C90-22B5-674D-7E3A67029CB9}"/>
                </a:ext>
              </a:extLst>
            </p:cNvPr>
            <p:cNvSpPr/>
            <p:nvPr/>
          </p:nvSpPr>
          <p:spPr>
            <a:xfrm>
              <a:off x="4080327"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6" name="Freeform: Shape 455">
              <a:extLst>
                <a:ext uri="{FF2B5EF4-FFF2-40B4-BE49-F238E27FC236}">
                  <a16:creationId xmlns:a16="http://schemas.microsoft.com/office/drawing/2014/main" id="{1575636A-7D7D-C3B7-A077-792C2F0BEDFA}"/>
                </a:ext>
              </a:extLst>
            </p:cNvPr>
            <p:cNvSpPr/>
            <p:nvPr/>
          </p:nvSpPr>
          <p:spPr>
            <a:xfrm>
              <a:off x="4194582"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7" name="Freeform: Shape 456">
              <a:extLst>
                <a:ext uri="{FF2B5EF4-FFF2-40B4-BE49-F238E27FC236}">
                  <a16:creationId xmlns:a16="http://schemas.microsoft.com/office/drawing/2014/main" id="{3F434AFA-F51F-77F5-841C-CFDE27AC6C4E}"/>
                </a:ext>
              </a:extLst>
            </p:cNvPr>
            <p:cNvSpPr/>
            <p:nvPr/>
          </p:nvSpPr>
          <p:spPr>
            <a:xfrm>
              <a:off x="4308838"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8" name="Freeform: Shape 457">
              <a:extLst>
                <a:ext uri="{FF2B5EF4-FFF2-40B4-BE49-F238E27FC236}">
                  <a16:creationId xmlns:a16="http://schemas.microsoft.com/office/drawing/2014/main" id="{D40DF4BC-C485-C403-2921-1042AE860097}"/>
                </a:ext>
              </a:extLst>
            </p:cNvPr>
            <p:cNvSpPr/>
            <p:nvPr/>
          </p:nvSpPr>
          <p:spPr>
            <a:xfrm>
              <a:off x="4423094"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9" name="Freeform: Shape 458">
              <a:extLst>
                <a:ext uri="{FF2B5EF4-FFF2-40B4-BE49-F238E27FC236}">
                  <a16:creationId xmlns:a16="http://schemas.microsoft.com/office/drawing/2014/main" id="{694F0FB8-98CE-3CE2-E63E-3CC22FFF39DF}"/>
                </a:ext>
              </a:extLst>
            </p:cNvPr>
            <p:cNvSpPr/>
            <p:nvPr/>
          </p:nvSpPr>
          <p:spPr>
            <a:xfrm>
              <a:off x="4537350"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0" name="Freeform: Shape 459">
              <a:extLst>
                <a:ext uri="{FF2B5EF4-FFF2-40B4-BE49-F238E27FC236}">
                  <a16:creationId xmlns:a16="http://schemas.microsoft.com/office/drawing/2014/main" id="{40968F28-F72E-FB6F-0067-D8050B07A55A}"/>
                </a:ext>
              </a:extLst>
            </p:cNvPr>
            <p:cNvSpPr/>
            <p:nvPr/>
          </p:nvSpPr>
          <p:spPr>
            <a:xfrm>
              <a:off x="4651605"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1" name="Freeform: Shape 460">
              <a:extLst>
                <a:ext uri="{FF2B5EF4-FFF2-40B4-BE49-F238E27FC236}">
                  <a16:creationId xmlns:a16="http://schemas.microsoft.com/office/drawing/2014/main" id="{E4BC2CEE-771B-7205-F381-DD828AF09903}"/>
                </a:ext>
              </a:extLst>
            </p:cNvPr>
            <p:cNvSpPr/>
            <p:nvPr/>
          </p:nvSpPr>
          <p:spPr>
            <a:xfrm>
              <a:off x="4765861"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2" name="Freeform: Shape 461">
              <a:extLst>
                <a:ext uri="{FF2B5EF4-FFF2-40B4-BE49-F238E27FC236}">
                  <a16:creationId xmlns:a16="http://schemas.microsoft.com/office/drawing/2014/main" id="{6990D93E-B15C-E4B1-F1F5-0DA4B1F90F35}"/>
                </a:ext>
              </a:extLst>
            </p:cNvPr>
            <p:cNvSpPr/>
            <p:nvPr/>
          </p:nvSpPr>
          <p:spPr>
            <a:xfrm>
              <a:off x="4880117"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3" name="Freeform: Shape 462">
              <a:extLst>
                <a:ext uri="{FF2B5EF4-FFF2-40B4-BE49-F238E27FC236}">
                  <a16:creationId xmlns:a16="http://schemas.microsoft.com/office/drawing/2014/main" id="{74B80875-95B5-4BDB-19CF-8F3399BAA948}"/>
                </a:ext>
              </a:extLst>
            </p:cNvPr>
            <p:cNvSpPr/>
            <p:nvPr/>
          </p:nvSpPr>
          <p:spPr>
            <a:xfrm>
              <a:off x="4994373"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4" name="Freeform: Shape 463">
              <a:extLst>
                <a:ext uri="{FF2B5EF4-FFF2-40B4-BE49-F238E27FC236}">
                  <a16:creationId xmlns:a16="http://schemas.microsoft.com/office/drawing/2014/main" id="{DD251352-89ED-F979-4A9E-412F9F63DADA}"/>
                </a:ext>
              </a:extLst>
            </p:cNvPr>
            <p:cNvSpPr/>
            <p:nvPr/>
          </p:nvSpPr>
          <p:spPr>
            <a:xfrm>
              <a:off x="5108629"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5" name="Freeform: Shape 464">
              <a:extLst>
                <a:ext uri="{FF2B5EF4-FFF2-40B4-BE49-F238E27FC236}">
                  <a16:creationId xmlns:a16="http://schemas.microsoft.com/office/drawing/2014/main" id="{22C1C28D-4E23-4BC2-E8B8-4F6D0F6FC7C5}"/>
                </a:ext>
              </a:extLst>
            </p:cNvPr>
            <p:cNvSpPr/>
            <p:nvPr/>
          </p:nvSpPr>
          <p:spPr>
            <a:xfrm>
              <a:off x="5222840"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6" name="Freeform: Shape 465">
              <a:extLst>
                <a:ext uri="{FF2B5EF4-FFF2-40B4-BE49-F238E27FC236}">
                  <a16:creationId xmlns:a16="http://schemas.microsoft.com/office/drawing/2014/main" id="{3D41DA24-C02D-20DA-0F61-6FA9FCFB9DDF}"/>
                </a:ext>
              </a:extLst>
            </p:cNvPr>
            <p:cNvSpPr/>
            <p:nvPr/>
          </p:nvSpPr>
          <p:spPr>
            <a:xfrm>
              <a:off x="5337096"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7" name="Freeform: Shape 466">
              <a:extLst>
                <a:ext uri="{FF2B5EF4-FFF2-40B4-BE49-F238E27FC236}">
                  <a16:creationId xmlns:a16="http://schemas.microsoft.com/office/drawing/2014/main" id="{8C73C108-41A1-C9A2-25BE-54A9DA63CDFE}"/>
                </a:ext>
              </a:extLst>
            </p:cNvPr>
            <p:cNvSpPr/>
            <p:nvPr/>
          </p:nvSpPr>
          <p:spPr>
            <a:xfrm>
              <a:off x="5451352"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8" name="Freeform: Shape 467">
              <a:extLst>
                <a:ext uri="{FF2B5EF4-FFF2-40B4-BE49-F238E27FC236}">
                  <a16:creationId xmlns:a16="http://schemas.microsoft.com/office/drawing/2014/main" id="{19E0691E-4FE8-DB3C-F1AE-DD3E6671D01D}"/>
                </a:ext>
              </a:extLst>
            </p:cNvPr>
            <p:cNvSpPr/>
            <p:nvPr/>
          </p:nvSpPr>
          <p:spPr>
            <a:xfrm>
              <a:off x="5565608"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9" name="Freeform: Shape 468">
              <a:extLst>
                <a:ext uri="{FF2B5EF4-FFF2-40B4-BE49-F238E27FC236}">
                  <a16:creationId xmlns:a16="http://schemas.microsoft.com/office/drawing/2014/main" id="{D5B9EEB7-4476-95BC-5B11-2F61365E936F}"/>
                </a:ext>
              </a:extLst>
            </p:cNvPr>
            <p:cNvSpPr/>
            <p:nvPr/>
          </p:nvSpPr>
          <p:spPr>
            <a:xfrm>
              <a:off x="5679863"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0" name="Freeform: Shape 469">
              <a:extLst>
                <a:ext uri="{FF2B5EF4-FFF2-40B4-BE49-F238E27FC236}">
                  <a16:creationId xmlns:a16="http://schemas.microsoft.com/office/drawing/2014/main" id="{84CA6D47-D338-BBD9-3489-5976DC73BE90}"/>
                </a:ext>
              </a:extLst>
            </p:cNvPr>
            <p:cNvSpPr/>
            <p:nvPr/>
          </p:nvSpPr>
          <p:spPr>
            <a:xfrm>
              <a:off x="5794119"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1" name="Freeform: Shape 470">
              <a:extLst>
                <a:ext uri="{FF2B5EF4-FFF2-40B4-BE49-F238E27FC236}">
                  <a16:creationId xmlns:a16="http://schemas.microsoft.com/office/drawing/2014/main" id="{783A468B-E50A-827F-569E-94E3160E2E4A}"/>
                </a:ext>
              </a:extLst>
            </p:cNvPr>
            <p:cNvSpPr/>
            <p:nvPr/>
          </p:nvSpPr>
          <p:spPr>
            <a:xfrm>
              <a:off x="5908375"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2" name="Freeform: Shape 471">
              <a:extLst>
                <a:ext uri="{FF2B5EF4-FFF2-40B4-BE49-F238E27FC236}">
                  <a16:creationId xmlns:a16="http://schemas.microsoft.com/office/drawing/2014/main" id="{3C1F2F63-20E1-3707-BE89-89F178637064}"/>
                </a:ext>
              </a:extLst>
            </p:cNvPr>
            <p:cNvSpPr/>
            <p:nvPr/>
          </p:nvSpPr>
          <p:spPr>
            <a:xfrm>
              <a:off x="6022631"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3" name="Freeform: Shape 472">
              <a:extLst>
                <a:ext uri="{FF2B5EF4-FFF2-40B4-BE49-F238E27FC236}">
                  <a16:creationId xmlns:a16="http://schemas.microsoft.com/office/drawing/2014/main" id="{99E9FF2C-9FD5-9400-BD02-9B97234624CF}"/>
                </a:ext>
              </a:extLst>
            </p:cNvPr>
            <p:cNvSpPr/>
            <p:nvPr/>
          </p:nvSpPr>
          <p:spPr>
            <a:xfrm>
              <a:off x="6136886"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4" name="Freeform: Shape 473">
              <a:extLst>
                <a:ext uri="{FF2B5EF4-FFF2-40B4-BE49-F238E27FC236}">
                  <a16:creationId xmlns:a16="http://schemas.microsoft.com/office/drawing/2014/main" id="{CAE92333-1E31-FC35-9546-E95A92C07457}"/>
                </a:ext>
              </a:extLst>
            </p:cNvPr>
            <p:cNvSpPr/>
            <p:nvPr/>
          </p:nvSpPr>
          <p:spPr>
            <a:xfrm>
              <a:off x="6251142"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5" name="Freeform: Shape 474">
              <a:extLst>
                <a:ext uri="{FF2B5EF4-FFF2-40B4-BE49-F238E27FC236}">
                  <a16:creationId xmlns:a16="http://schemas.microsoft.com/office/drawing/2014/main" id="{C7AE30CF-3354-F868-078C-87D2570C7A6B}"/>
                </a:ext>
              </a:extLst>
            </p:cNvPr>
            <p:cNvSpPr/>
            <p:nvPr/>
          </p:nvSpPr>
          <p:spPr>
            <a:xfrm>
              <a:off x="6365398"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6" name="Freeform: Shape 475">
              <a:extLst>
                <a:ext uri="{FF2B5EF4-FFF2-40B4-BE49-F238E27FC236}">
                  <a16:creationId xmlns:a16="http://schemas.microsoft.com/office/drawing/2014/main" id="{6D648727-8475-C5CD-D915-59B6D1BC792C}"/>
                </a:ext>
              </a:extLst>
            </p:cNvPr>
            <p:cNvSpPr/>
            <p:nvPr/>
          </p:nvSpPr>
          <p:spPr>
            <a:xfrm>
              <a:off x="6479610"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7" name="Freeform: Shape 476">
              <a:extLst>
                <a:ext uri="{FF2B5EF4-FFF2-40B4-BE49-F238E27FC236}">
                  <a16:creationId xmlns:a16="http://schemas.microsoft.com/office/drawing/2014/main" id="{02CA45C3-E292-0455-C9DD-F486A32E6357}"/>
                </a:ext>
              </a:extLst>
            </p:cNvPr>
            <p:cNvSpPr/>
            <p:nvPr/>
          </p:nvSpPr>
          <p:spPr>
            <a:xfrm>
              <a:off x="6593865"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8" name="Freeform: Shape 477">
              <a:extLst>
                <a:ext uri="{FF2B5EF4-FFF2-40B4-BE49-F238E27FC236}">
                  <a16:creationId xmlns:a16="http://schemas.microsoft.com/office/drawing/2014/main" id="{53CB5AF6-3F7B-4E14-EF51-66789B32E753}"/>
                </a:ext>
              </a:extLst>
            </p:cNvPr>
            <p:cNvSpPr/>
            <p:nvPr/>
          </p:nvSpPr>
          <p:spPr>
            <a:xfrm>
              <a:off x="6708121" y="114666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9" name="Freeform: Shape 478">
              <a:extLst>
                <a:ext uri="{FF2B5EF4-FFF2-40B4-BE49-F238E27FC236}">
                  <a16:creationId xmlns:a16="http://schemas.microsoft.com/office/drawing/2014/main" id="{476CBB52-54F7-BC8E-3ADB-71EDC5162B5F}"/>
                </a:ext>
              </a:extLst>
            </p:cNvPr>
            <p:cNvSpPr/>
            <p:nvPr/>
          </p:nvSpPr>
          <p:spPr>
            <a:xfrm>
              <a:off x="6822377"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0" name="Freeform: Shape 479">
              <a:extLst>
                <a:ext uri="{FF2B5EF4-FFF2-40B4-BE49-F238E27FC236}">
                  <a16:creationId xmlns:a16="http://schemas.microsoft.com/office/drawing/2014/main" id="{F4C42C96-8E78-7E6F-1837-7448CB3C321A}"/>
                </a:ext>
              </a:extLst>
            </p:cNvPr>
            <p:cNvSpPr/>
            <p:nvPr/>
          </p:nvSpPr>
          <p:spPr>
            <a:xfrm>
              <a:off x="6936633"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1" name="Freeform: Shape 480">
              <a:extLst>
                <a:ext uri="{FF2B5EF4-FFF2-40B4-BE49-F238E27FC236}">
                  <a16:creationId xmlns:a16="http://schemas.microsoft.com/office/drawing/2014/main" id="{B77D4653-79E2-BB1A-6125-B3D54721B8BA}"/>
                </a:ext>
              </a:extLst>
            </p:cNvPr>
            <p:cNvSpPr/>
            <p:nvPr/>
          </p:nvSpPr>
          <p:spPr>
            <a:xfrm>
              <a:off x="7050888" y="114666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2" name="Freeform: Shape 481">
              <a:extLst>
                <a:ext uri="{FF2B5EF4-FFF2-40B4-BE49-F238E27FC236}">
                  <a16:creationId xmlns:a16="http://schemas.microsoft.com/office/drawing/2014/main" id="{C0D3E3DE-A810-0C95-6AFC-49605484E336}"/>
                </a:ext>
              </a:extLst>
            </p:cNvPr>
            <p:cNvSpPr/>
            <p:nvPr/>
          </p:nvSpPr>
          <p:spPr>
            <a:xfrm>
              <a:off x="7165144"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3" name="Freeform: Shape 482">
              <a:extLst>
                <a:ext uri="{FF2B5EF4-FFF2-40B4-BE49-F238E27FC236}">
                  <a16:creationId xmlns:a16="http://schemas.microsoft.com/office/drawing/2014/main" id="{9C411CCC-011C-6043-0A09-A8FE00F453FA}"/>
                </a:ext>
              </a:extLst>
            </p:cNvPr>
            <p:cNvSpPr/>
            <p:nvPr/>
          </p:nvSpPr>
          <p:spPr>
            <a:xfrm>
              <a:off x="2366578"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4" name="Freeform: Shape 483">
              <a:extLst>
                <a:ext uri="{FF2B5EF4-FFF2-40B4-BE49-F238E27FC236}">
                  <a16:creationId xmlns:a16="http://schemas.microsoft.com/office/drawing/2014/main" id="{76BE0523-37BC-C60A-ECBE-FEECA1B74271}"/>
                </a:ext>
              </a:extLst>
            </p:cNvPr>
            <p:cNvSpPr/>
            <p:nvPr/>
          </p:nvSpPr>
          <p:spPr>
            <a:xfrm>
              <a:off x="2480790"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5" name="Freeform: Shape 484">
              <a:extLst>
                <a:ext uri="{FF2B5EF4-FFF2-40B4-BE49-F238E27FC236}">
                  <a16:creationId xmlns:a16="http://schemas.microsoft.com/office/drawing/2014/main" id="{3671C37B-C31D-3002-EB91-01BF76A57024}"/>
                </a:ext>
              </a:extLst>
            </p:cNvPr>
            <p:cNvSpPr/>
            <p:nvPr/>
          </p:nvSpPr>
          <p:spPr>
            <a:xfrm>
              <a:off x="2595046"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6" name="Freeform: Shape 485">
              <a:extLst>
                <a:ext uri="{FF2B5EF4-FFF2-40B4-BE49-F238E27FC236}">
                  <a16:creationId xmlns:a16="http://schemas.microsoft.com/office/drawing/2014/main" id="{46289B7F-AC35-2686-BD00-546680CA67BE}"/>
                </a:ext>
              </a:extLst>
            </p:cNvPr>
            <p:cNvSpPr/>
            <p:nvPr/>
          </p:nvSpPr>
          <p:spPr>
            <a:xfrm>
              <a:off x="2709301"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7" name="Freeform: Shape 486">
              <a:extLst>
                <a:ext uri="{FF2B5EF4-FFF2-40B4-BE49-F238E27FC236}">
                  <a16:creationId xmlns:a16="http://schemas.microsoft.com/office/drawing/2014/main" id="{5CD2D00F-C0B0-458F-73BA-9176D911E115}"/>
                </a:ext>
              </a:extLst>
            </p:cNvPr>
            <p:cNvSpPr/>
            <p:nvPr/>
          </p:nvSpPr>
          <p:spPr>
            <a:xfrm>
              <a:off x="2823557"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8" name="Freeform: Shape 487">
              <a:extLst>
                <a:ext uri="{FF2B5EF4-FFF2-40B4-BE49-F238E27FC236}">
                  <a16:creationId xmlns:a16="http://schemas.microsoft.com/office/drawing/2014/main" id="{FAEDCBDE-31A7-3CCE-2780-951D40DDB3BF}"/>
                </a:ext>
              </a:extLst>
            </p:cNvPr>
            <p:cNvSpPr/>
            <p:nvPr/>
          </p:nvSpPr>
          <p:spPr>
            <a:xfrm>
              <a:off x="2937813"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9" name="Freeform: Shape 488">
              <a:extLst>
                <a:ext uri="{FF2B5EF4-FFF2-40B4-BE49-F238E27FC236}">
                  <a16:creationId xmlns:a16="http://schemas.microsoft.com/office/drawing/2014/main" id="{07545CD7-D939-E6E4-190C-72FAE7866FCE}"/>
                </a:ext>
              </a:extLst>
            </p:cNvPr>
            <p:cNvSpPr/>
            <p:nvPr/>
          </p:nvSpPr>
          <p:spPr>
            <a:xfrm>
              <a:off x="3052069"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0" name="Freeform: Shape 489">
              <a:extLst>
                <a:ext uri="{FF2B5EF4-FFF2-40B4-BE49-F238E27FC236}">
                  <a16:creationId xmlns:a16="http://schemas.microsoft.com/office/drawing/2014/main" id="{46A128D1-5102-D166-37D2-186C2CD0F116}"/>
                </a:ext>
              </a:extLst>
            </p:cNvPr>
            <p:cNvSpPr/>
            <p:nvPr/>
          </p:nvSpPr>
          <p:spPr>
            <a:xfrm>
              <a:off x="3166325"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1" name="Freeform: Shape 490">
              <a:extLst>
                <a:ext uri="{FF2B5EF4-FFF2-40B4-BE49-F238E27FC236}">
                  <a16:creationId xmlns:a16="http://schemas.microsoft.com/office/drawing/2014/main" id="{413E6808-5917-8870-B485-555A0448D2D9}"/>
                </a:ext>
              </a:extLst>
            </p:cNvPr>
            <p:cNvSpPr/>
            <p:nvPr/>
          </p:nvSpPr>
          <p:spPr>
            <a:xfrm>
              <a:off x="3280580"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2" name="Freeform: Shape 491">
              <a:extLst>
                <a:ext uri="{FF2B5EF4-FFF2-40B4-BE49-F238E27FC236}">
                  <a16:creationId xmlns:a16="http://schemas.microsoft.com/office/drawing/2014/main" id="{0A6DB580-BF69-908F-3D5F-717D6F8C8DE3}"/>
                </a:ext>
              </a:extLst>
            </p:cNvPr>
            <p:cNvSpPr/>
            <p:nvPr/>
          </p:nvSpPr>
          <p:spPr>
            <a:xfrm>
              <a:off x="3394836"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3" name="Freeform: Shape 492">
              <a:extLst>
                <a:ext uri="{FF2B5EF4-FFF2-40B4-BE49-F238E27FC236}">
                  <a16:creationId xmlns:a16="http://schemas.microsoft.com/office/drawing/2014/main" id="{DEAEE7BE-DD43-C22D-2951-A571C7FFDDCE}"/>
                </a:ext>
              </a:extLst>
            </p:cNvPr>
            <p:cNvSpPr/>
            <p:nvPr/>
          </p:nvSpPr>
          <p:spPr>
            <a:xfrm>
              <a:off x="3509092"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4" name="Freeform: Shape 493">
              <a:extLst>
                <a:ext uri="{FF2B5EF4-FFF2-40B4-BE49-F238E27FC236}">
                  <a16:creationId xmlns:a16="http://schemas.microsoft.com/office/drawing/2014/main" id="{2315385D-C342-2E54-3F0C-66248DB59396}"/>
                </a:ext>
              </a:extLst>
            </p:cNvPr>
            <p:cNvSpPr/>
            <p:nvPr/>
          </p:nvSpPr>
          <p:spPr>
            <a:xfrm>
              <a:off x="3623348"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5" name="Freeform: Shape 494">
              <a:extLst>
                <a:ext uri="{FF2B5EF4-FFF2-40B4-BE49-F238E27FC236}">
                  <a16:creationId xmlns:a16="http://schemas.microsoft.com/office/drawing/2014/main" id="{BD6A063D-D1EF-91DA-A9CE-C13A1225988C}"/>
                </a:ext>
              </a:extLst>
            </p:cNvPr>
            <p:cNvSpPr/>
            <p:nvPr/>
          </p:nvSpPr>
          <p:spPr>
            <a:xfrm>
              <a:off x="3737603"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6" name="Freeform: Shape 495">
              <a:extLst>
                <a:ext uri="{FF2B5EF4-FFF2-40B4-BE49-F238E27FC236}">
                  <a16:creationId xmlns:a16="http://schemas.microsoft.com/office/drawing/2014/main" id="{42854982-7DD1-3845-B2E7-B8CD3DED8E25}"/>
                </a:ext>
              </a:extLst>
            </p:cNvPr>
            <p:cNvSpPr/>
            <p:nvPr/>
          </p:nvSpPr>
          <p:spPr>
            <a:xfrm>
              <a:off x="3851815"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7" name="Freeform: Shape 496">
              <a:extLst>
                <a:ext uri="{FF2B5EF4-FFF2-40B4-BE49-F238E27FC236}">
                  <a16:creationId xmlns:a16="http://schemas.microsoft.com/office/drawing/2014/main" id="{0B6E1AAC-78BE-0EEF-F5A8-0DD47115A73E}"/>
                </a:ext>
              </a:extLst>
            </p:cNvPr>
            <p:cNvSpPr/>
            <p:nvPr/>
          </p:nvSpPr>
          <p:spPr>
            <a:xfrm>
              <a:off x="3966071"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8" name="Freeform: Shape 497">
              <a:extLst>
                <a:ext uri="{FF2B5EF4-FFF2-40B4-BE49-F238E27FC236}">
                  <a16:creationId xmlns:a16="http://schemas.microsoft.com/office/drawing/2014/main" id="{1BB6D862-7579-23D2-1378-DEB81C0EF159}"/>
                </a:ext>
              </a:extLst>
            </p:cNvPr>
            <p:cNvSpPr/>
            <p:nvPr/>
          </p:nvSpPr>
          <p:spPr>
            <a:xfrm>
              <a:off x="4080327"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9" name="Freeform: Shape 498">
              <a:extLst>
                <a:ext uri="{FF2B5EF4-FFF2-40B4-BE49-F238E27FC236}">
                  <a16:creationId xmlns:a16="http://schemas.microsoft.com/office/drawing/2014/main" id="{DA4B20F7-08E3-65B7-5DDE-8683B13C3067}"/>
                </a:ext>
              </a:extLst>
            </p:cNvPr>
            <p:cNvSpPr/>
            <p:nvPr/>
          </p:nvSpPr>
          <p:spPr>
            <a:xfrm>
              <a:off x="4194582"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0" name="Freeform: Shape 499">
              <a:extLst>
                <a:ext uri="{FF2B5EF4-FFF2-40B4-BE49-F238E27FC236}">
                  <a16:creationId xmlns:a16="http://schemas.microsoft.com/office/drawing/2014/main" id="{FB46F59C-4E4D-7959-D834-296483A7CF6C}"/>
                </a:ext>
              </a:extLst>
            </p:cNvPr>
            <p:cNvSpPr/>
            <p:nvPr/>
          </p:nvSpPr>
          <p:spPr>
            <a:xfrm>
              <a:off x="4308838"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1" name="Freeform: Shape 500">
              <a:extLst>
                <a:ext uri="{FF2B5EF4-FFF2-40B4-BE49-F238E27FC236}">
                  <a16:creationId xmlns:a16="http://schemas.microsoft.com/office/drawing/2014/main" id="{88D91302-710A-A360-94DA-98D60B6E79FC}"/>
                </a:ext>
              </a:extLst>
            </p:cNvPr>
            <p:cNvSpPr/>
            <p:nvPr/>
          </p:nvSpPr>
          <p:spPr>
            <a:xfrm>
              <a:off x="4423094"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2" name="Freeform: Shape 501">
              <a:extLst>
                <a:ext uri="{FF2B5EF4-FFF2-40B4-BE49-F238E27FC236}">
                  <a16:creationId xmlns:a16="http://schemas.microsoft.com/office/drawing/2014/main" id="{1D7361B2-BB6B-7E8C-43E1-E2A779E18007}"/>
                </a:ext>
              </a:extLst>
            </p:cNvPr>
            <p:cNvSpPr/>
            <p:nvPr/>
          </p:nvSpPr>
          <p:spPr>
            <a:xfrm>
              <a:off x="4537350"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3" name="Freeform: Shape 502">
              <a:extLst>
                <a:ext uri="{FF2B5EF4-FFF2-40B4-BE49-F238E27FC236}">
                  <a16:creationId xmlns:a16="http://schemas.microsoft.com/office/drawing/2014/main" id="{54BF235B-C06A-88EC-DF47-3944D79F66E2}"/>
                </a:ext>
              </a:extLst>
            </p:cNvPr>
            <p:cNvSpPr/>
            <p:nvPr/>
          </p:nvSpPr>
          <p:spPr>
            <a:xfrm>
              <a:off x="4651605"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4" name="Freeform: Shape 503">
              <a:extLst>
                <a:ext uri="{FF2B5EF4-FFF2-40B4-BE49-F238E27FC236}">
                  <a16:creationId xmlns:a16="http://schemas.microsoft.com/office/drawing/2014/main" id="{98C3337B-E030-954D-BCA0-BABBFDEB00D5}"/>
                </a:ext>
              </a:extLst>
            </p:cNvPr>
            <p:cNvSpPr/>
            <p:nvPr/>
          </p:nvSpPr>
          <p:spPr>
            <a:xfrm>
              <a:off x="4765861"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5" name="Freeform: Shape 504">
              <a:extLst>
                <a:ext uri="{FF2B5EF4-FFF2-40B4-BE49-F238E27FC236}">
                  <a16:creationId xmlns:a16="http://schemas.microsoft.com/office/drawing/2014/main" id="{387FB858-0FBC-CFB1-CA38-B7186BA8672B}"/>
                </a:ext>
              </a:extLst>
            </p:cNvPr>
            <p:cNvSpPr/>
            <p:nvPr/>
          </p:nvSpPr>
          <p:spPr>
            <a:xfrm>
              <a:off x="4880117"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6" name="Freeform: Shape 505">
              <a:extLst>
                <a:ext uri="{FF2B5EF4-FFF2-40B4-BE49-F238E27FC236}">
                  <a16:creationId xmlns:a16="http://schemas.microsoft.com/office/drawing/2014/main" id="{290B965D-A5B8-D429-C8AD-7BFD2688E3BB}"/>
                </a:ext>
              </a:extLst>
            </p:cNvPr>
            <p:cNvSpPr/>
            <p:nvPr/>
          </p:nvSpPr>
          <p:spPr>
            <a:xfrm>
              <a:off x="4994373"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7" name="Freeform: Shape 506">
              <a:extLst>
                <a:ext uri="{FF2B5EF4-FFF2-40B4-BE49-F238E27FC236}">
                  <a16:creationId xmlns:a16="http://schemas.microsoft.com/office/drawing/2014/main" id="{8DFDA954-64B2-1A4F-E948-F5FE44B6A74E}"/>
                </a:ext>
              </a:extLst>
            </p:cNvPr>
            <p:cNvSpPr/>
            <p:nvPr/>
          </p:nvSpPr>
          <p:spPr>
            <a:xfrm>
              <a:off x="5108629"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8" name="Freeform: Shape 507">
              <a:extLst>
                <a:ext uri="{FF2B5EF4-FFF2-40B4-BE49-F238E27FC236}">
                  <a16:creationId xmlns:a16="http://schemas.microsoft.com/office/drawing/2014/main" id="{32316E18-6CC8-DB50-90D9-74825DF461FF}"/>
                </a:ext>
              </a:extLst>
            </p:cNvPr>
            <p:cNvSpPr/>
            <p:nvPr/>
          </p:nvSpPr>
          <p:spPr>
            <a:xfrm>
              <a:off x="5222840"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9" name="Freeform: Shape 508">
              <a:extLst>
                <a:ext uri="{FF2B5EF4-FFF2-40B4-BE49-F238E27FC236}">
                  <a16:creationId xmlns:a16="http://schemas.microsoft.com/office/drawing/2014/main" id="{C84BF893-CF2A-2EF5-0974-1C9DE0FE3061}"/>
                </a:ext>
              </a:extLst>
            </p:cNvPr>
            <p:cNvSpPr/>
            <p:nvPr/>
          </p:nvSpPr>
          <p:spPr>
            <a:xfrm>
              <a:off x="5337096"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0" name="Freeform: Shape 509">
              <a:extLst>
                <a:ext uri="{FF2B5EF4-FFF2-40B4-BE49-F238E27FC236}">
                  <a16:creationId xmlns:a16="http://schemas.microsoft.com/office/drawing/2014/main" id="{16C46472-CD06-31FF-AD54-6F6F636781C8}"/>
                </a:ext>
              </a:extLst>
            </p:cNvPr>
            <p:cNvSpPr/>
            <p:nvPr/>
          </p:nvSpPr>
          <p:spPr>
            <a:xfrm>
              <a:off x="5451352"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1" name="Freeform: Shape 510">
              <a:extLst>
                <a:ext uri="{FF2B5EF4-FFF2-40B4-BE49-F238E27FC236}">
                  <a16:creationId xmlns:a16="http://schemas.microsoft.com/office/drawing/2014/main" id="{91637F42-E5BF-FC64-42F7-477F1BBCBEBF}"/>
                </a:ext>
              </a:extLst>
            </p:cNvPr>
            <p:cNvSpPr/>
            <p:nvPr/>
          </p:nvSpPr>
          <p:spPr>
            <a:xfrm>
              <a:off x="5565608"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2" name="Freeform: Shape 511">
              <a:extLst>
                <a:ext uri="{FF2B5EF4-FFF2-40B4-BE49-F238E27FC236}">
                  <a16:creationId xmlns:a16="http://schemas.microsoft.com/office/drawing/2014/main" id="{E4A21801-5705-2CDB-C5FA-071F24407EE4}"/>
                </a:ext>
              </a:extLst>
            </p:cNvPr>
            <p:cNvSpPr/>
            <p:nvPr/>
          </p:nvSpPr>
          <p:spPr>
            <a:xfrm>
              <a:off x="5679863"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3" name="Freeform: Shape 512">
              <a:extLst>
                <a:ext uri="{FF2B5EF4-FFF2-40B4-BE49-F238E27FC236}">
                  <a16:creationId xmlns:a16="http://schemas.microsoft.com/office/drawing/2014/main" id="{A76046E5-AF83-11EF-C09E-826182A8D868}"/>
                </a:ext>
              </a:extLst>
            </p:cNvPr>
            <p:cNvSpPr/>
            <p:nvPr/>
          </p:nvSpPr>
          <p:spPr>
            <a:xfrm>
              <a:off x="5794119"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4" name="Freeform: Shape 513">
              <a:extLst>
                <a:ext uri="{FF2B5EF4-FFF2-40B4-BE49-F238E27FC236}">
                  <a16:creationId xmlns:a16="http://schemas.microsoft.com/office/drawing/2014/main" id="{AB6434EC-81D2-D6E9-8EBC-AD81C6BD1F37}"/>
                </a:ext>
              </a:extLst>
            </p:cNvPr>
            <p:cNvSpPr/>
            <p:nvPr/>
          </p:nvSpPr>
          <p:spPr>
            <a:xfrm>
              <a:off x="5908375"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5" name="Freeform: Shape 514">
              <a:extLst>
                <a:ext uri="{FF2B5EF4-FFF2-40B4-BE49-F238E27FC236}">
                  <a16:creationId xmlns:a16="http://schemas.microsoft.com/office/drawing/2014/main" id="{C23F3A31-D759-2739-D8E8-467A7A4044CC}"/>
                </a:ext>
              </a:extLst>
            </p:cNvPr>
            <p:cNvSpPr/>
            <p:nvPr/>
          </p:nvSpPr>
          <p:spPr>
            <a:xfrm>
              <a:off x="6022631"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6" name="Freeform: Shape 515">
              <a:extLst>
                <a:ext uri="{FF2B5EF4-FFF2-40B4-BE49-F238E27FC236}">
                  <a16:creationId xmlns:a16="http://schemas.microsoft.com/office/drawing/2014/main" id="{57242B36-10BB-DB2C-B1B4-2313B124ABD7}"/>
                </a:ext>
              </a:extLst>
            </p:cNvPr>
            <p:cNvSpPr/>
            <p:nvPr/>
          </p:nvSpPr>
          <p:spPr>
            <a:xfrm>
              <a:off x="6136886"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7" name="Freeform: Shape 516">
              <a:extLst>
                <a:ext uri="{FF2B5EF4-FFF2-40B4-BE49-F238E27FC236}">
                  <a16:creationId xmlns:a16="http://schemas.microsoft.com/office/drawing/2014/main" id="{974A0414-4FCD-8071-0EA1-4BB9240376F9}"/>
                </a:ext>
              </a:extLst>
            </p:cNvPr>
            <p:cNvSpPr/>
            <p:nvPr/>
          </p:nvSpPr>
          <p:spPr>
            <a:xfrm>
              <a:off x="6251142"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8" name="Freeform: Shape 517">
              <a:extLst>
                <a:ext uri="{FF2B5EF4-FFF2-40B4-BE49-F238E27FC236}">
                  <a16:creationId xmlns:a16="http://schemas.microsoft.com/office/drawing/2014/main" id="{310481C5-9AF2-1174-A051-9C68C518ED38}"/>
                </a:ext>
              </a:extLst>
            </p:cNvPr>
            <p:cNvSpPr/>
            <p:nvPr/>
          </p:nvSpPr>
          <p:spPr>
            <a:xfrm>
              <a:off x="6365398"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9" name="Freeform: Shape 518">
              <a:extLst>
                <a:ext uri="{FF2B5EF4-FFF2-40B4-BE49-F238E27FC236}">
                  <a16:creationId xmlns:a16="http://schemas.microsoft.com/office/drawing/2014/main" id="{98F60465-5036-68D4-8880-255005D9A317}"/>
                </a:ext>
              </a:extLst>
            </p:cNvPr>
            <p:cNvSpPr/>
            <p:nvPr/>
          </p:nvSpPr>
          <p:spPr>
            <a:xfrm>
              <a:off x="6479610"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20" name="Freeform: Shape 519">
              <a:extLst>
                <a:ext uri="{FF2B5EF4-FFF2-40B4-BE49-F238E27FC236}">
                  <a16:creationId xmlns:a16="http://schemas.microsoft.com/office/drawing/2014/main" id="{C8190F01-E2C0-D29C-552E-7668E9ECECBD}"/>
                </a:ext>
              </a:extLst>
            </p:cNvPr>
            <p:cNvSpPr/>
            <p:nvPr/>
          </p:nvSpPr>
          <p:spPr>
            <a:xfrm>
              <a:off x="6593865"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21" name="Freeform: Shape 520">
              <a:extLst>
                <a:ext uri="{FF2B5EF4-FFF2-40B4-BE49-F238E27FC236}">
                  <a16:creationId xmlns:a16="http://schemas.microsoft.com/office/drawing/2014/main" id="{F1E48D0C-BC98-A267-8684-214A797544D4}"/>
                </a:ext>
              </a:extLst>
            </p:cNvPr>
            <p:cNvSpPr/>
            <p:nvPr/>
          </p:nvSpPr>
          <p:spPr>
            <a:xfrm>
              <a:off x="6708121" y="126092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22" name="Freeform: Shape 521">
              <a:extLst>
                <a:ext uri="{FF2B5EF4-FFF2-40B4-BE49-F238E27FC236}">
                  <a16:creationId xmlns:a16="http://schemas.microsoft.com/office/drawing/2014/main" id="{01E41DA2-B36D-BE51-0192-588D155F243B}"/>
                </a:ext>
              </a:extLst>
            </p:cNvPr>
            <p:cNvSpPr/>
            <p:nvPr/>
          </p:nvSpPr>
          <p:spPr>
            <a:xfrm>
              <a:off x="6822377"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23" name="Freeform: Shape 522">
              <a:extLst>
                <a:ext uri="{FF2B5EF4-FFF2-40B4-BE49-F238E27FC236}">
                  <a16:creationId xmlns:a16="http://schemas.microsoft.com/office/drawing/2014/main" id="{1E1F5CC9-E556-BB1C-F901-4B99DF9A83CD}"/>
                </a:ext>
              </a:extLst>
            </p:cNvPr>
            <p:cNvSpPr/>
            <p:nvPr/>
          </p:nvSpPr>
          <p:spPr>
            <a:xfrm>
              <a:off x="6936633"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24" name="Freeform: Shape 523">
              <a:extLst>
                <a:ext uri="{FF2B5EF4-FFF2-40B4-BE49-F238E27FC236}">
                  <a16:creationId xmlns:a16="http://schemas.microsoft.com/office/drawing/2014/main" id="{3CBBFA48-073F-B2CB-4EB0-9EEEB02D5617}"/>
                </a:ext>
              </a:extLst>
            </p:cNvPr>
            <p:cNvSpPr/>
            <p:nvPr/>
          </p:nvSpPr>
          <p:spPr>
            <a:xfrm>
              <a:off x="7050888" y="126092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25" name="Freeform: Shape 524">
              <a:extLst>
                <a:ext uri="{FF2B5EF4-FFF2-40B4-BE49-F238E27FC236}">
                  <a16:creationId xmlns:a16="http://schemas.microsoft.com/office/drawing/2014/main" id="{F349D554-FD8D-3275-1C6D-F901DFA2B2D9}"/>
                </a:ext>
              </a:extLst>
            </p:cNvPr>
            <p:cNvSpPr/>
            <p:nvPr/>
          </p:nvSpPr>
          <p:spPr>
            <a:xfrm>
              <a:off x="7165144"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26" name="Freeform: Shape 525">
              <a:extLst>
                <a:ext uri="{FF2B5EF4-FFF2-40B4-BE49-F238E27FC236}">
                  <a16:creationId xmlns:a16="http://schemas.microsoft.com/office/drawing/2014/main" id="{875DD023-9255-3046-33D8-721909BAB46E}"/>
                </a:ext>
              </a:extLst>
            </p:cNvPr>
            <p:cNvSpPr/>
            <p:nvPr/>
          </p:nvSpPr>
          <p:spPr>
            <a:xfrm>
              <a:off x="2366578"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27" name="Freeform: Shape 526">
              <a:extLst>
                <a:ext uri="{FF2B5EF4-FFF2-40B4-BE49-F238E27FC236}">
                  <a16:creationId xmlns:a16="http://schemas.microsoft.com/office/drawing/2014/main" id="{AFD8DBF1-6C49-4505-E700-25B23805CA7A}"/>
                </a:ext>
              </a:extLst>
            </p:cNvPr>
            <p:cNvSpPr/>
            <p:nvPr/>
          </p:nvSpPr>
          <p:spPr>
            <a:xfrm>
              <a:off x="2480790"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28" name="Freeform: Shape 527">
              <a:extLst>
                <a:ext uri="{FF2B5EF4-FFF2-40B4-BE49-F238E27FC236}">
                  <a16:creationId xmlns:a16="http://schemas.microsoft.com/office/drawing/2014/main" id="{33DAA620-0895-9844-6BC8-59A9B4D35AD4}"/>
                </a:ext>
              </a:extLst>
            </p:cNvPr>
            <p:cNvSpPr/>
            <p:nvPr/>
          </p:nvSpPr>
          <p:spPr>
            <a:xfrm>
              <a:off x="2595046"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29" name="Freeform: Shape 528">
              <a:extLst>
                <a:ext uri="{FF2B5EF4-FFF2-40B4-BE49-F238E27FC236}">
                  <a16:creationId xmlns:a16="http://schemas.microsoft.com/office/drawing/2014/main" id="{B33F9B0F-D3AD-092F-4D8C-154EEAC448AE}"/>
                </a:ext>
              </a:extLst>
            </p:cNvPr>
            <p:cNvSpPr/>
            <p:nvPr/>
          </p:nvSpPr>
          <p:spPr>
            <a:xfrm>
              <a:off x="2709301"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30" name="Freeform: Shape 529">
              <a:extLst>
                <a:ext uri="{FF2B5EF4-FFF2-40B4-BE49-F238E27FC236}">
                  <a16:creationId xmlns:a16="http://schemas.microsoft.com/office/drawing/2014/main" id="{A8A97EAA-7D71-47B1-CA76-5C41D73A7AA3}"/>
                </a:ext>
              </a:extLst>
            </p:cNvPr>
            <p:cNvSpPr/>
            <p:nvPr/>
          </p:nvSpPr>
          <p:spPr>
            <a:xfrm>
              <a:off x="2823557"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31" name="Freeform: Shape 530">
              <a:extLst>
                <a:ext uri="{FF2B5EF4-FFF2-40B4-BE49-F238E27FC236}">
                  <a16:creationId xmlns:a16="http://schemas.microsoft.com/office/drawing/2014/main" id="{C21A6F13-0A5C-009A-A728-D0AC4B0EEF80}"/>
                </a:ext>
              </a:extLst>
            </p:cNvPr>
            <p:cNvSpPr/>
            <p:nvPr/>
          </p:nvSpPr>
          <p:spPr>
            <a:xfrm>
              <a:off x="2937813"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32" name="Freeform: Shape 531">
              <a:extLst>
                <a:ext uri="{FF2B5EF4-FFF2-40B4-BE49-F238E27FC236}">
                  <a16:creationId xmlns:a16="http://schemas.microsoft.com/office/drawing/2014/main" id="{83B05D91-1077-1C02-6C7D-44B0A8B79DBF}"/>
                </a:ext>
              </a:extLst>
            </p:cNvPr>
            <p:cNvSpPr/>
            <p:nvPr/>
          </p:nvSpPr>
          <p:spPr>
            <a:xfrm>
              <a:off x="3052069"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33" name="Freeform: Shape 532">
              <a:extLst>
                <a:ext uri="{FF2B5EF4-FFF2-40B4-BE49-F238E27FC236}">
                  <a16:creationId xmlns:a16="http://schemas.microsoft.com/office/drawing/2014/main" id="{5F1C656B-871B-4091-3ADD-2A72F71EFF42}"/>
                </a:ext>
              </a:extLst>
            </p:cNvPr>
            <p:cNvSpPr/>
            <p:nvPr/>
          </p:nvSpPr>
          <p:spPr>
            <a:xfrm>
              <a:off x="3166325"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34" name="Freeform: Shape 533">
              <a:extLst>
                <a:ext uri="{FF2B5EF4-FFF2-40B4-BE49-F238E27FC236}">
                  <a16:creationId xmlns:a16="http://schemas.microsoft.com/office/drawing/2014/main" id="{EF69804A-1BCC-FFB1-E1CE-1D26163855C6}"/>
                </a:ext>
              </a:extLst>
            </p:cNvPr>
            <p:cNvSpPr/>
            <p:nvPr/>
          </p:nvSpPr>
          <p:spPr>
            <a:xfrm>
              <a:off x="3280580"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35" name="Freeform: Shape 534">
              <a:extLst>
                <a:ext uri="{FF2B5EF4-FFF2-40B4-BE49-F238E27FC236}">
                  <a16:creationId xmlns:a16="http://schemas.microsoft.com/office/drawing/2014/main" id="{C1F07C9E-EA61-1211-98A1-A749A033EC3C}"/>
                </a:ext>
              </a:extLst>
            </p:cNvPr>
            <p:cNvSpPr/>
            <p:nvPr/>
          </p:nvSpPr>
          <p:spPr>
            <a:xfrm>
              <a:off x="3394836"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36" name="Freeform: Shape 535">
              <a:extLst>
                <a:ext uri="{FF2B5EF4-FFF2-40B4-BE49-F238E27FC236}">
                  <a16:creationId xmlns:a16="http://schemas.microsoft.com/office/drawing/2014/main" id="{8DFCE1CE-0F46-35C5-33CF-DBF3ED404974}"/>
                </a:ext>
              </a:extLst>
            </p:cNvPr>
            <p:cNvSpPr/>
            <p:nvPr/>
          </p:nvSpPr>
          <p:spPr>
            <a:xfrm>
              <a:off x="3509092"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37" name="Freeform: Shape 536">
              <a:extLst>
                <a:ext uri="{FF2B5EF4-FFF2-40B4-BE49-F238E27FC236}">
                  <a16:creationId xmlns:a16="http://schemas.microsoft.com/office/drawing/2014/main" id="{0E58C925-A142-C2AA-15BA-EF2119B73661}"/>
                </a:ext>
              </a:extLst>
            </p:cNvPr>
            <p:cNvSpPr/>
            <p:nvPr/>
          </p:nvSpPr>
          <p:spPr>
            <a:xfrm>
              <a:off x="3623348"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38" name="Freeform: Shape 537">
              <a:extLst>
                <a:ext uri="{FF2B5EF4-FFF2-40B4-BE49-F238E27FC236}">
                  <a16:creationId xmlns:a16="http://schemas.microsoft.com/office/drawing/2014/main" id="{F1A3FFDC-1138-0AF7-C993-CF2FA4B923F1}"/>
                </a:ext>
              </a:extLst>
            </p:cNvPr>
            <p:cNvSpPr/>
            <p:nvPr/>
          </p:nvSpPr>
          <p:spPr>
            <a:xfrm>
              <a:off x="3737603"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39" name="Freeform: Shape 538">
              <a:extLst>
                <a:ext uri="{FF2B5EF4-FFF2-40B4-BE49-F238E27FC236}">
                  <a16:creationId xmlns:a16="http://schemas.microsoft.com/office/drawing/2014/main" id="{62BD7DC8-7979-D63B-7611-D1AAF32148AF}"/>
                </a:ext>
              </a:extLst>
            </p:cNvPr>
            <p:cNvSpPr/>
            <p:nvPr/>
          </p:nvSpPr>
          <p:spPr>
            <a:xfrm>
              <a:off x="3851815"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40" name="Freeform: Shape 539">
              <a:extLst>
                <a:ext uri="{FF2B5EF4-FFF2-40B4-BE49-F238E27FC236}">
                  <a16:creationId xmlns:a16="http://schemas.microsoft.com/office/drawing/2014/main" id="{CB2A7367-D49E-FF15-3310-5D52710AD327}"/>
                </a:ext>
              </a:extLst>
            </p:cNvPr>
            <p:cNvSpPr/>
            <p:nvPr/>
          </p:nvSpPr>
          <p:spPr>
            <a:xfrm>
              <a:off x="3966071"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41" name="Freeform: Shape 540">
              <a:extLst>
                <a:ext uri="{FF2B5EF4-FFF2-40B4-BE49-F238E27FC236}">
                  <a16:creationId xmlns:a16="http://schemas.microsoft.com/office/drawing/2014/main" id="{C2F8526F-0D16-E669-8B02-79FBD98B18E2}"/>
                </a:ext>
              </a:extLst>
            </p:cNvPr>
            <p:cNvSpPr/>
            <p:nvPr/>
          </p:nvSpPr>
          <p:spPr>
            <a:xfrm>
              <a:off x="4080327"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42" name="Freeform: Shape 541">
              <a:extLst>
                <a:ext uri="{FF2B5EF4-FFF2-40B4-BE49-F238E27FC236}">
                  <a16:creationId xmlns:a16="http://schemas.microsoft.com/office/drawing/2014/main" id="{1EF360FB-C6EC-8022-26F7-01298D09EB4E}"/>
                </a:ext>
              </a:extLst>
            </p:cNvPr>
            <p:cNvSpPr/>
            <p:nvPr/>
          </p:nvSpPr>
          <p:spPr>
            <a:xfrm>
              <a:off x="4194582"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43" name="Freeform: Shape 542">
              <a:extLst>
                <a:ext uri="{FF2B5EF4-FFF2-40B4-BE49-F238E27FC236}">
                  <a16:creationId xmlns:a16="http://schemas.microsoft.com/office/drawing/2014/main" id="{A4CB68E5-5CDF-22EC-8F3F-FD3F6F041834}"/>
                </a:ext>
              </a:extLst>
            </p:cNvPr>
            <p:cNvSpPr/>
            <p:nvPr/>
          </p:nvSpPr>
          <p:spPr>
            <a:xfrm>
              <a:off x="4308838"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44" name="Freeform: Shape 543">
              <a:extLst>
                <a:ext uri="{FF2B5EF4-FFF2-40B4-BE49-F238E27FC236}">
                  <a16:creationId xmlns:a16="http://schemas.microsoft.com/office/drawing/2014/main" id="{3B04B208-7BE2-262C-1921-3F6E6F309D72}"/>
                </a:ext>
              </a:extLst>
            </p:cNvPr>
            <p:cNvSpPr/>
            <p:nvPr/>
          </p:nvSpPr>
          <p:spPr>
            <a:xfrm>
              <a:off x="4423094"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45" name="Freeform: Shape 544">
              <a:extLst>
                <a:ext uri="{FF2B5EF4-FFF2-40B4-BE49-F238E27FC236}">
                  <a16:creationId xmlns:a16="http://schemas.microsoft.com/office/drawing/2014/main" id="{BFB715BA-43E4-1FAA-4FEB-25824FF35B87}"/>
                </a:ext>
              </a:extLst>
            </p:cNvPr>
            <p:cNvSpPr/>
            <p:nvPr/>
          </p:nvSpPr>
          <p:spPr>
            <a:xfrm>
              <a:off x="4537350"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46" name="Freeform: Shape 545">
              <a:extLst>
                <a:ext uri="{FF2B5EF4-FFF2-40B4-BE49-F238E27FC236}">
                  <a16:creationId xmlns:a16="http://schemas.microsoft.com/office/drawing/2014/main" id="{6D5C781B-A920-C0E4-7229-A4C267147B9A}"/>
                </a:ext>
              </a:extLst>
            </p:cNvPr>
            <p:cNvSpPr/>
            <p:nvPr/>
          </p:nvSpPr>
          <p:spPr>
            <a:xfrm>
              <a:off x="4651605"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47" name="Freeform: Shape 546">
              <a:extLst>
                <a:ext uri="{FF2B5EF4-FFF2-40B4-BE49-F238E27FC236}">
                  <a16:creationId xmlns:a16="http://schemas.microsoft.com/office/drawing/2014/main" id="{D656BEF5-00EB-83E7-5FA8-F33758B6BC99}"/>
                </a:ext>
              </a:extLst>
            </p:cNvPr>
            <p:cNvSpPr/>
            <p:nvPr/>
          </p:nvSpPr>
          <p:spPr>
            <a:xfrm>
              <a:off x="4765861"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48" name="Freeform: Shape 547">
              <a:extLst>
                <a:ext uri="{FF2B5EF4-FFF2-40B4-BE49-F238E27FC236}">
                  <a16:creationId xmlns:a16="http://schemas.microsoft.com/office/drawing/2014/main" id="{89D1B467-9100-CE7C-B43F-641489E83E07}"/>
                </a:ext>
              </a:extLst>
            </p:cNvPr>
            <p:cNvSpPr/>
            <p:nvPr/>
          </p:nvSpPr>
          <p:spPr>
            <a:xfrm>
              <a:off x="4880117"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49" name="Freeform: Shape 548">
              <a:extLst>
                <a:ext uri="{FF2B5EF4-FFF2-40B4-BE49-F238E27FC236}">
                  <a16:creationId xmlns:a16="http://schemas.microsoft.com/office/drawing/2014/main" id="{F0AFE599-00CB-9D96-8A0F-6FEAD48F6001}"/>
                </a:ext>
              </a:extLst>
            </p:cNvPr>
            <p:cNvSpPr/>
            <p:nvPr/>
          </p:nvSpPr>
          <p:spPr>
            <a:xfrm>
              <a:off x="4994373"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50" name="Freeform: Shape 549">
              <a:extLst>
                <a:ext uri="{FF2B5EF4-FFF2-40B4-BE49-F238E27FC236}">
                  <a16:creationId xmlns:a16="http://schemas.microsoft.com/office/drawing/2014/main" id="{67879CA0-DE63-15B1-6648-F88FF57285D7}"/>
                </a:ext>
              </a:extLst>
            </p:cNvPr>
            <p:cNvSpPr/>
            <p:nvPr/>
          </p:nvSpPr>
          <p:spPr>
            <a:xfrm>
              <a:off x="5108629"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51" name="Freeform: Shape 550">
              <a:extLst>
                <a:ext uri="{FF2B5EF4-FFF2-40B4-BE49-F238E27FC236}">
                  <a16:creationId xmlns:a16="http://schemas.microsoft.com/office/drawing/2014/main" id="{6C184CC0-5158-1B9E-32DA-6C5392045357}"/>
                </a:ext>
              </a:extLst>
            </p:cNvPr>
            <p:cNvSpPr/>
            <p:nvPr/>
          </p:nvSpPr>
          <p:spPr>
            <a:xfrm>
              <a:off x="5222840"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52" name="Freeform: Shape 551">
              <a:extLst>
                <a:ext uri="{FF2B5EF4-FFF2-40B4-BE49-F238E27FC236}">
                  <a16:creationId xmlns:a16="http://schemas.microsoft.com/office/drawing/2014/main" id="{CE103E5E-D8BA-4CDA-9164-DE82EB98BCF6}"/>
                </a:ext>
              </a:extLst>
            </p:cNvPr>
            <p:cNvSpPr/>
            <p:nvPr/>
          </p:nvSpPr>
          <p:spPr>
            <a:xfrm>
              <a:off x="5337096"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53" name="Freeform: Shape 552">
              <a:extLst>
                <a:ext uri="{FF2B5EF4-FFF2-40B4-BE49-F238E27FC236}">
                  <a16:creationId xmlns:a16="http://schemas.microsoft.com/office/drawing/2014/main" id="{BEE7700F-E98D-C1C7-8C08-AD7FB7545591}"/>
                </a:ext>
              </a:extLst>
            </p:cNvPr>
            <p:cNvSpPr/>
            <p:nvPr/>
          </p:nvSpPr>
          <p:spPr>
            <a:xfrm>
              <a:off x="5451352"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54" name="Freeform: Shape 553">
              <a:extLst>
                <a:ext uri="{FF2B5EF4-FFF2-40B4-BE49-F238E27FC236}">
                  <a16:creationId xmlns:a16="http://schemas.microsoft.com/office/drawing/2014/main" id="{38A61A8C-B268-E44A-08FA-158772804FDE}"/>
                </a:ext>
              </a:extLst>
            </p:cNvPr>
            <p:cNvSpPr/>
            <p:nvPr/>
          </p:nvSpPr>
          <p:spPr>
            <a:xfrm>
              <a:off x="5565608"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55" name="Freeform: Shape 554">
              <a:extLst>
                <a:ext uri="{FF2B5EF4-FFF2-40B4-BE49-F238E27FC236}">
                  <a16:creationId xmlns:a16="http://schemas.microsoft.com/office/drawing/2014/main" id="{C3A6DE53-D26A-E249-3213-FCF7A2BB5E82}"/>
                </a:ext>
              </a:extLst>
            </p:cNvPr>
            <p:cNvSpPr/>
            <p:nvPr/>
          </p:nvSpPr>
          <p:spPr>
            <a:xfrm>
              <a:off x="5679863"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56" name="Freeform: Shape 555">
              <a:extLst>
                <a:ext uri="{FF2B5EF4-FFF2-40B4-BE49-F238E27FC236}">
                  <a16:creationId xmlns:a16="http://schemas.microsoft.com/office/drawing/2014/main" id="{4FBEBF10-9636-1B92-6572-7B540A0EC36D}"/>
                </a:ext>
              </a:extLst>
            </p:cNvPr>
            <p:cNvSpPr/>
            <p:nvPr/>
          </p:nvSpPr>
          <p:spPr>
            <a:xfrm>
              <a:off x="5794119"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57" name="Freeform: Shape 556">
              <a:extLst>
                <a:ext uri="{FF2B5EF4-FFF2-40B4-BE49-F238E27FC236}">
                  <a16:creationId xmlns:a16="http://schemas.microsoft.com/office/drawing/2014/main" id="{FA8D4A80-3706-35B6-4EB5-189B11BCA45A}"/>
                </a:ext>
              </a:extLst>
            </p:cNvPr>
            <p:cNvSpPr/>
            <p:nvPr/>
          </p:nvSpPr>
          <p:spPr>
            <a:xfrm>
              <a:off x="5908375"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58" name="Freeform: Shape 557">
              <a:extLst>
                <a:ext uri="{FF2B5EF4-FFF2-40B4-BE49-F238E27FC236}">
                  <a16:creationId xmlns:a16="http://schemas.microsoft.com/office/drawing/2014/main" id="{1FF1A421-1B08-A4CE-19D1-E4D33200384A}"/>
                </a:ext>
              </a:extLst>
            </p:cNvPr>
            <p:cNvSpPr/>
            <p:nvPr/>
          </p:nvSpPr>
          <p:spPr>
            <a:xfrm>
              <a:off x="6022631"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59" name="Freeform: Shape 558">
              <a:extLst>
                <a:ext uri="{FF2B5EF4-FFF2-40B4-BE49-F238E27FC236}">
                  <a16:creationId xmlns:a16="http://schemas.microsoft.com/office/drawing/2014/main" id="{E7998FA1-65CF-E3E0-510A-BE9F992F6895}"/>
                </a:ext>
              </a:extLst>
            </p:cNvPr>
            <p:cNvSpPr/>
            <p:nvPr/>
          </p:nvSpPr>
          <p:spPr>
            <a:xfrm>
              <a:off x="6136886"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60" name="Freeform: Shape 559">
              <a:extLst>
                <a:ext uri="{FF2B5EF4-FFF2-40B4-BE49-F238E27FC236}">
                  <a16:creationId xmlns:a16="http://schemas.microsoft.com/office/drawing/2014/main" id="{EF742391-632B-7280-3593-ECC2FC013DA9}"/>
                </a:ext>
              </a:extLst>
            </p:cNvPr>
            <p:cNvSpPr/>
            <p:nvPr/>
          </p:nvSpPr>
          <p:spPr>
            <a:xfrm>
              <a:off x="6251142"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61" name="Freeform: Shape 560">
              <a:extLst>
                <a:ext uri="{FF2B5EF4-FFF2-40B4-BE49-F238E27FC236}">
                  <a16:creationId xmlns:a16="http://schemas.microsoft.com/office/drawing/2014/main" id="{62909D09-5099-FC2F-9CA5-470823A1FB5E}"/>
                </a:ext>
              </a:extLst>
            </p:cNvPr>
            <p:cNvSpPr/>
            <p:nvPr/>
          </p:nvSpPr>
          <p:spPr>
            <a:xfrm>
              <a:off x="6365398"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62" name="Freeform: Shape 561">
              <a:extLst>
                <a:ext uri="{FF2B5EF4-FFF2-40B4-BE49-F238E27FC236}">
                  <a16:creationId xmlns:a16="http://schemas.microsoft.com/office/drawing/2014/main" id="{310424FC-4A99-684A-7301-B6D16F8CAF2E}"/>
                </a:ext>
              </a:extLst>
            </p:cNvPr>
            <p:cNvSpPr/>
            <p:nvPr/>
          </p:nvSpPr>
          <p:spPr>
            <a:xfrm>
              <a:off x="6479610"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63" name="Freeform: Shape 562">
              <a:extLst>
                <a:ext uri="{FF2B5EF4-FFF2-40B4-BE49-F238E27FC236}">
                  <a16:creationId xmlns:a16="http://schemas.microsoft.com/office/drawing/2014/main" id="{9608BFB7-1BC9-022E-C1CC-FADF36645B2B}"/>
                </a:ext>
              </a:extLst>
            </p:cNvPr>
            <p:cNvSpPr/>
            <p:nvPr/>
          </p:nvSpPr>
          <p:spPr>
            <a:xfrm>
              <a:off x="6593865"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64" name="Freeform: Shape 563">
              <a:extLst>
                <a:ext uri="{FF2B5EF4-FFF2-40B4-BE49-F238E27FC236}">
                  <a16:creationId xmlns:a16="http://schemas.microsoft.com/office/drawing/2014/main" id="{8909F158-8CA9-E115-D592-91278C679CC4}"/>
                </a:ext>
              </a:extLst>
            </p:cNvPr>
            <p:cNvSpPr/>
            <p:nvPr/>
          </p:nvSpPr>
          <p:spPr>
            <a:xfrm>
              <a:off x="6708121" y="137518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65" name="Freeform: Shape 564">
              <a:extLst>
                <a:ext uri="{FF2B5EF4-FFF2-40B4-BE49-F238E27FC236}">
                  <a16:creationId xmlns:a16="http://schemas.microsoft.com/office/drawing/2014/main" id="{63AFBD7D-D5E8-2CF2-AE61-8831474AF668}"/>
                </a:ext>
              </a:extLst>
            </p:cNvPr>
            <p:cNvSpPr/>
            <p:nvPr/>
          </p:nvSpPr>
          <p:spPr>
            <a:xfrm>
              <a:off x="6822377"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66" name="Freeform: Shape 565">
              <a:extLst>
                <a:ext uri="{FF2B5EF4-FFF2-40B4-BE49-F238E27FC236}">
                  <a16:creationId xmlns:a16="http://schemas.microsoft.com/office/drawing/2014/main" id="{463FACD1-127A-9EE6-8335-EDFA85A91CA1}"/>
                </a:ext>
              </a:extLst>
            </p:cNvPr>
            <p:cNvSpPr/>
            <p:nvPr/>
          </p:nvSpPr>
          <p:spPr>
            <a:xfrm>
              <a:off x="6936633"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67" name="Freeform: Shape 566">
              <a:extLst>
                <a:ext uri="{FF2B5EF4-FFF2-40B4-BE49-F238E27FC236}">
                  <a16:creationId xmlns:a16="http://schemas.microsoft.com/office/drawing/2014/main" id="{C44AE7AF-5101-4719-2DC9-746FD5D4CCFE}"/>
                </a:ext>
              </a:extLst>
            </p:cNvPr>
            <p:cNvSpPr/>
            <p:nvPr/>
          </p:nvSpPr>
          <p:spPr>
            <a:xfrm>
              <a:off x="7050888" y="137518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68" name="Freeform: Shape 567">
              <a:extLst>
                <a:ext uri="{FF2B5EF4-FFF2-40B4-BE49-F238E27FC236}">
                  <a16:creationId xmlns:a16="http://schemas.microsoft.com/office/drawing/2014/main" id="{CFA38B01-FF33-F98A-C0E8-3C3ED5D0A724}"/>
                </a:ext>
              </a:extLst>
            </p:cNvPr>
            <p:cNvSpPr/>
            <p:nvPr/>
          </p:nvSpPr>
          <p:spPr>
            <a:xfrm>
              <a:off x="7165144"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69" name="Freeform: Shape 568">
              <a:extLst>
                <a:ext uri="{FF2B5EF4-FFF2-40B4-BE49-F238E27FC236}">
                  <a16:creationId xmlns:a16="http://schemas.microsoft.com/office/drawing/2014/main" id="{F9F35A8C-EB46-97C5-7ADE-3FEA06A651F9}"/>
                </a:ext>
              </a:extLst>
            </p:cNvPr>
            <p:cNvSpPr/>
            <p:nvPr/>
          </p:nvSpPr>
          <p:spPr>
            <a:xfrm>
              <a:off x="2366578"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70" name="Freeform: Shape 569">
              <a:extLst>
                <a:ext uri="{FF2B5EF4-FFF2-40B4-BE49-F238E27FC236}">
                  <a16:creationId xmlns:a16="http://schemas.microsoft.com/office/drawing/2014/main" id="{9882E340-71ED-D3D6-F571-35ED5DFDE9EA}"/>
                </a:ext>
              </a:extLst>
            </p:cNvPr>
            <p:cNvSpPr/>
            <p:nvPr/>
          </p:nvSpPr>
          <p:spPr>
            <a:xfrm>
              <a:off x="2480790"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71" name="Freeform: Shape 570">
              <a:extLst>
                <a:ext uri="{FF2B5EF4-FFF2-40B4-BE49-F238E27FC236}">
                  <a16:creationId xmlns:a16="http://schemas.microsoft.com/office/drawing/2014/main" id="{D15DF7D8-1083-9702-D9B3-7F8E070C76A3}"/>
                </a:ext>
              </a:extLst>
            </p:cNvPr>
            <p:cNvSpPr/>
            <p:nvPr/>
          </p:nvSpPr>
          <p:spPr>
            <a:xfrm>
              <a:off x="2595046"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72" name="Freeform: Shape 571">
              <a:extLst>
                <a:ext uri="{FF2B5EF4-FFF2-40B4-BE49-F238E27FC236}">
                  <a16:creationId xmlns:a16="http://schemas.microsoft.com/office/drawing/2014/main" id="{A8812F25-24AC-4FCE-9E01-59B422FDD1BF}"/>
                </a:ext>
              </a:extLst>
            </p:cNvPr>
            <p:cNvSpPr/>
            <p:nvPr/>
          </p:nvSpPr>
          <p:spPr>
            <a:xfrm>
              <a:off x="2709301"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73" name="Freeform: Shape 572">
              <a:extLst>
                <a:ext uri="{FF2B5EF4-FFF2-40B4-BE49-F238E27FC236}">
                  <a16:creationId xmlns:a16="http://schemas.microsoft.com/office/drawing/2014/main" id="{D2FBFC9A-03CB-5AD1-E84E-9F24349DF94C}"/>
                </a:ext>
              </a:extLst>
            </p:cNvPr>
            <p:cNvSpPr/>
            <p:nvPr/>
          </p:nvSpPr>
          <p:spPr>
            <a:xfrm>
              <a:off x="2823557"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74" name="Freeform: Shape 573">
              <a:extLst>
                <a:ext uri="{FF2B5EF4-FFF2-40B4-BE49-F238E27FC236}">
                  <a16:creationId xmlns:a16="http://schemas.microsoft.com/office/drawing/2014/main" id="{A41D226F-C78B-94A7-DA81-F37BABF615A4}"/>
                </a:ext>
              </a:extLst>
            </p:cNvPr>
            <p:cNvSpPr/>
            <p:nvPr/>
          </p:nvSpPr>
          <p:spPr>
            <a:xfrm>
              <a:off x="2937813"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75" name="Freeform: Shape 574">
              <a:extLst>
                <a:ext uri="{FF2B5EF4-FFF2-40B4-BE49-F238E27FC236}">
                  <a16:creationId xmlns:a16="http://schemas.microsoft.com/office/drawing/2014/main" id="{212F5ABE-FF50-CF21-AFEA-547F6351E783}"/>
                </a:ext>
              </a:extLst>
            </p:cNvPr>
            <p:cNvSpPr/>
            <p:nvPr/>
          </p:nvSpPr>
          <p:spPr>
            <a:xfrm>
              <a:off x="3052069"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76" name="Freeform: Shape 575">
              <a:extLst>
                <a:ext uri="{FF2B5EF4-FFF2-40B4-BE49-F238E27FC236}">
                  <a16:creationId xmlns:a16="http://schemas.microsoft.com/office/drawing/2014/main" id="{C6D3DE29-6741-C78B-2745-81FE955011D9}"/>
                </a:ext>
              </a:extLst>
            </p:cNvPr>
            <p:cNvSpPr/>
            <p:nvPr/>
          </p:nvSpPr>
          <p:spPr>
            <a:xfrm>
              <a:off x="3166325"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77" name="Freeform: Shape 576">
              <a:extLst>
                <a:ext uri="{FF2B5EF4-FFF2-40B4-BE49-F238E27FC236}">
                  <a16:creationId xmlns:a16="http://schemas.microsoft.com/office/drawing/2014/main" id="{8BE50BFC-62A8-E24E-9273-3906DCDED8AF}"/>
                </a:ext>
              </a:extLst>
            </p:cNvPr>
            <p:cNvSpPr/>
            <p:nvPr/>
          </p:nvSpPr>
          <p:spPr>
            <a:xfrm>
              <a:off x="3280580"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78" name="Freeform: Shape 577">
              <a:extLst>
                <a:ext uri="{FF2B5EF4-FFF2-40B4-BE49-F238E27FC236}">
                  <a16:creationId xmlns:a16="http://schemas.microsoft.com/office/drawing/2014/main" id="{34080533-9E7A-021C-8612-06E4F229FA84}"/>
                </a:ext>
              </a:extLst>
            </p:cNvPr>
            <p:cNvSpPr/>
            <p:nvPr/>
          </p:nvSpPr>
          <p:spPr>
            <a:xfrm>
              <a:off x="3394836"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79" name="Freeform: Shape 578">
              <a:extLst>
                <a:ext uri="{FF2B5EF4-FFF2-40B4-BE49-F238E27FC236}">
                  <a16:creationId xmlns:a16="http://schemas.microsoft.com/office/drawing/2014/main" id="{AA632C08-9F65-E155-725B-D7B9CFD00A92}"/>
                </a:ext>
              </a:extLst>
            </p:cNvPr>
            <p:cNvSpPr/>
            <p:nvPr/>
          </p:nvSpPr>
          <p:spPr>
            <a:xfrm>
              <a:off x="3509092"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80" name="Freeform: Shape 579">
              <a:extLst>
                <a:ext uri="{FF2B5EF4-FFF2-40B4-BE49-F238E27FC236}">
                  <a16:creationId xmlns:a16="http://schemas.microsoft.com/office/drawing/2014/main" id="{C96F4DB9-A57A-D9A6-387E-69E46F318D4A}"/>
                </a:ext>
              </a:extLst>
            </p:cNvPr>
            <p:cNvSpPr/>
            <p:nvPr/>
          </p:nvSpPr>
          <p:spPr>
            <a:xfrm>
              <a:off x="3623348"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81" name="Freeform: Shape 580">
              <a:extLst>
                <a:ext uri="{FF2B5EF4-FFF2-40B4-BE49-F238E27FC236}">
                  <a16:creationId xmlns:a16="http://schemas.microsoft.com/office/drawing/2014/main" id="{E8F3B805-AA32-683C-A619-DA3D6AB5DBC2}"/>
                </a:ext>
              </a:extLst>
            </p:cNvPr>
            <p:cNvSpPr/>
            <p:nvPr/>
          </p:nvSpPr>
          <p:spPr>
            <a:xfrm>
              <a:off x="3737603"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82" name="Freeform: Shape 581">
              <a:extLst>
                <a:ext uri="{FF2B5EF4-FFF2-40B4-BE49-F238E27FC236}">
                  <a16:creationId xmlns:a16="http://schemas.microsoft.com/office/drawing/2014/main" id="{4AA7A479-172A-6AF4-7A69-DFE52652B104}"/>
                </a:ext>
              </a:extLst>
            </p:cNvPr>
            <p:cNvSpPr/>
            <p:nvPr/>
          </p:nvSpPr>
          <p:spPr>
            <a:xfrm>
              <a:off x="3851815"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83" name="Freeform: Shape 582">
              <a:extLst>
                <a:ext uri="{FF2B5EF4-FFF2-40B4-BE49-F238E27FC236}">
                  <a16:creationId xmlns:a16="http://schemas.microsoft.com/office/drawing/2014/main" id="{44D61073-987C-AFF7-CCFB-F77DD07D4AE4}"/>
                </a:ext>
              </a:extLst>
            </p:cNvPr>
            <p:cNvSpPr/>
            <p:nvPr/>
          </p:nvSpPr>
          <p:spPr>
            <a:xfrm>
              <a:off x="3966071"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84" name="Freeform: Shape 583">
              <a:extLst>
                <a:ext uri="{FF2B5EF4-FFF2-40B4-BE49-F238E27FC236}">
                  <a16:creationId xmlns:a16="http://schemas.microsoft.com/office/drawing/2014/main" id="{65486497-F272-1701-30D5-E64C43ECD5F4}"/>
                </a:ext>
              </a:extLst>
            </p:cNvPr>
            <p:cNvSpPr/>
            <p:nvPr/>
          </p:nvSpPr>
          <p:spPr>
            <a:xfrm>
              <a:off x="4080327"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85" name="Freeform: Shape 584">
              <a:extLst>
                <a:ext uri="{FF2B5EF4-FFF2-40B4-BE49-F238E27FC236}">
                  <a16:creationId xmlns:a16="http://schemas.microsoft.com/office/drawing/2014/main" id="{FD391EB6-D705-7EEA-CB31-7D221CF05838}"/>
                </a:ext>
              </a:extLst>
            </p:cNvPr>
            <p:cNvSpPr/>
            <p:nvPr/>
          </p:nvSpPr>
          <p:spPr>
            <a:xfrm>
              <a:off x="4194582"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86" name="Freeform: Shape 585">
              <a:extLst>
                <a:ext uri="{FF2B5EF4-FFF2-40B4-BE49-F238E27FC236}">
                  <a16:creationId xmlns:a16="http://schemas.microsoft.com/office/drawing/2014/main" id="{AC2B7759-3C71-8F7C-C716-A13BA3EFE761}"/>
                </a:ext>
              </a:extLst>
            </p:cNvPr>
            <p:cNvSpPr/>
            <p:nvPr/>
          </p:nvSpPr>
          <p:spPr>
            <a:xfrm>
              <a:off x="4308838"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87" name="Freeform: Shape 586">
              <a:extLst>
                <a:ext uri="{FF2B5EF4-FFF2-40B4-BE49-F238E27FC236}">
                  <a16:creationId xmlns:a16="http://schemas.microsoft.com/office/drawing/2014/main" id="{3C9533CC-4D78-9F9F-7755-3B0B10592F40}"/>
                </a:ext>
              </a:extLst>
            </p:cNvPr>
            <p:cNvSpPr/>
            <p:nvPr/>
          </p:nvSpPr>
          <p:spPr>
            <a:xfrm>
              <a:off x="4423094"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88" name="Freeform: Shape 587">
              <a:extLst>
                <a:ext uri="{FF2B5EF4-FFF2-40B4-BE49-F238E27FC236}">
                  <a16:creationId xmlns:a16="http://schemas.microsoft.com/office/drawing/2014/main" id="{F943CFDB-372C-7243-1CB3-46D4FBE0E4F6}"/>
                </a:ext>
              </a:extLst>
            </p:cNvPr>
            <p:cNvSpPr/>
            <p:nvPr/>
          </p:nvSpPr>
          <p:spPr>
            <a:xfrm>
              <a:off x="4537350"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89" name="Freeform: Shape 588">
              <a:extLst>
                <a:ext uri="{FF2B5EF4-FFF2-40B4-BE49-F238E27FC236}">
                  <a16:creationId xmlns:a16="http://schemas.microsoft.com/office/drawing/2014/main" id="{8C2DFFB8-D91C-6225-8CE5-2D06FEAAB59F}"/>
                </a:ext>
              </a:extLst>
            </p:cNvPr>
            <p:cNvSpPr/>
            <p:nvPr/>
          </p:nvSpPr>
          <p:spPr>
            <a:xfrm>
              <a:off x="4651605"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90" name="Freeform: Shape 589">
              <a:extLst>
                <a:ext uri="{FF2B5EF4-FFF2-40B4-BE49-F238E27FC236}">
                  <a16:creationId xmlns:a16="http://schemas.microsoft.com/office/drawing/2014/main" id="{72BEFCA4-A846-4121-3A06-18FDA0E80E83}"/>
                </a:ext>
              </a:extLst>
            </p:cNvPr>
            <p:cNvSpPr/>
            <p:nvPr/>
          </p:nvSpPr>
          <p:spPr>
            <a:xfrm>
              <a:off x="4765861"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91" name="Freeform: Shape 590">
              <a:extLst>
                <a:ext uri="{FF2B5EF4-FFF2-40B4-BE49-F238E27FC236}">
                  <a16:creationId xmlns:a16="http://schemas.microsoft.com/office/drawing/2014/main" id="{71AF453F-19B4-74CC-33E4-900C69B164E1}"/>
                </a:ext>
              </a:extLst>
            </p:cNvPr>
            <p:cNvSpPr/>
            <p:nvPr/>
          </p:nvSpPr>
          <p:spPr>
            <a:xfrm>
              <a:off x="4880117"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92" name="Freeform: Shape 591">
              <a:extLst>
                <a:ext uri="{FF2B5EF4-FFF2-40B4-BE49-F238E27FC236}">
                  <a16:creationId xmlns:a16="http://schemas.microsoft.com/office/drawing/2014/main" id="{AE5F769A-81C4-1A30-D770-14C2EF39AD9B}"/>
                </a:ext>
              </a:extLst>
            </p:cNvPr>
            <p:cNvSpPr/>
            <p:nvPr/>
          </p:nvSpPr>
          <p:spPr>
            <a:xfrm>
              <a:off x="4994373"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93" name="Freeform: Shape 592">
              <a:extLst>
                <a:ext uri="{FF2B5EF4-FFF2-40B4-BE49-F238E27FC236}">
                  <a16:creationId xmlns:a16="http://schemas.microsoft.com/office/drawing/2014/main" id="{87442F22-6A17-A881-010A-092F5AB3DE61}"/>
                </a:ext>
              </a:extLst>
            </p:cNvPr>
            <p:cNvSpPr/>
            <p:nvPr/>
          </p:nvSpPr>
          <p:spPr>
            <a:xfrm>
              <a:off x="5108629"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94" name="Freeform: Shape 593">
              <a:extLst>
                <a:ext uri="{FF2B5EF4-FFF2-40B4-BE49-F238E27FC236}">
                  <a16:creationId xmlns:a16="http://schemas.microsoft.com/office/drawing/2014/main" id="{F36F528D-74AB-A264-A206-BE0AF825E7E3}"/>
                </a:ext>
              </a:extLst>
            </p:cNvPr>
            <p:cNvSpPr/>
            <p:nvPr/>
          </p:nvSpPr>
          <p:spPr>
            <a:xfrm>
              <a:off x="5222840"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95" name="Freeform: Shape 594">
              <a:extLst>
                <a:ext uri="{FF2B5EF4-FFF2-40B4-BE49-F238E27FC236}">
                  <a16:creationId xmlns:a16="http://schemas.microsoft.com/office/drawing/2014/main" id="{26AC7BB7-508D-7714-E75F-55838847A2ED}"/>
                </a:ext>
              </a:extLst>
            </p:cNvPr>
            <p:cNvSpPr/>
            <p:nvPr/>
          </p:nvSpPr>
          <p:spPr>
            <a:xfrm>
              <a:off x="5337096"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96" name="Freeform: Shape 595">
              <a:extLst>
                <a:ext uri="{FF2B5EF4-FFF2-40B4-BE49-F238E27FC236}">
                  <a16:creationId xmlns:a16="http://schemas.microsoft.com/office/drawing/2014/main" id="{F41EA0D7-16DD-7992-1496-A506FB53A0F5}"/>
                </a:ext>
              </a:extLst>
            </p:cNvPr>
            <p:cNvSpPr/>
            <p:nvPr/>
          </p:nvSpPr>
          <p:spPr>
            <a:xfrm>
              <a:off x="5451352"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97" name="Freeform: Shape 596">
              <a:extLst>
                <a:ext uri="{FF2B5EF4-FFF2-40B4-BE49-F238E27FC236}">
                  <a16:creationId xmlns:a16="http://schemas.microsoft.com/office/drawing/2014/main" id="{865C3C2F-B7FE-8685-D905-48E1D7651024}"/>
                </a:ext>
              </a:extLst>
            </p:cNvPr>
            <p:cNvSpPr/>
            <p:nvPr/>
          </p:nvSpPr>
          <p:spPr>
            <a:xfrm>
              <a:off x="5565608"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98" name="Freeform: Shape 597">
              <a:extLst>
                <a:ext uri="{FF2B5EF4-FFF2-40B4-BE49-F238E27FC236}">
                  <a16:creationId xmlns:a16="http://schemas.microsoft.com/office/drawing/2014/main" id="{652D7C09-023C-B6A5-C6A2-78FF93496DED}"/>
                </a:ext>
              </a:extLst>
            </p:cNvPr>
            <p:cNvSpPr/>
            <p:nvPr/>
          </p:nvSpPr>
          <p:spPr>
            <a:xfrm>
              <a:off x="5679863"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99" name="Freeform: Shape 598">
              <a:extLst>
                <a:ext uri="{FF2B5EF4-FFF2-40B4-BE49-F238E27FC236}">
                  <a16:creationId xmlns:a16="http://schemas.microsoft.com/office/drawing/2014/main" id="{96286FA3-2234-C974-C127-E98B90308677}"/>
                </a:ext>
              </a:extLst>
            </p:cNvPr>
            <p:cNvSpPr/>
            <p:nvPr/>
          </p:nvSpPr>
          <p:spPr>
            <a:xfrm>
              <a:off x="5794119"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00" name="Freeform: Shape 599">
              <a:extLst>
                <a:ext uri="{FF2B5EF4-FFF2-40B4-BE49-F238E27FC236}">
                  <a16:creationId xmlns:a16="http://schemas.microsoft.com/office/drawing/2014/main" id="{EBF7C3B4-430D-825D-8282-1C73E7702C26}"/>
                </a:ext>
              </a:extLst>
            </p:cNvPr>
            <p:cNvSpPr/>
            <p:nvPr/>
          </p:nvSpPr>
          <p:spPr>
            <a:xfrm>
              <a:off x="5908375"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01" name="Freeform: Shape 600">
              <a:extLst>
                <a:ext uri="{FF2B5EF4-FFF2-40B4-BE49-F238E27FC236}">
                  <a16:creationId xmlns:a16="http://schemas.microsoft.com/office/drawing/2014/main" id="{0B04B5FC-564F-6E23-0B1F-1EEDDC207DA9}"/>
                </a:ext>
              </a:extLst>
            </p:cNvPr>
            <p:cNvSpPr/>
            <p:nvPr/>
          </p:nvSpPr>
          <p:spPr>
            <a:xfrm>
              <a:off x="6022631"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02" name="Freeform: Shape 601">
              <a:extLst>
                <a:ext uri="{FF2B5EF4-FFF2-40B4-BE49-F238E27FC236}">
                  <a16:creationId xmlns:a16="http://schemas.microsoft.com/office/drawing/2014/main" id="{3D62171E-E336-10EE-31A3-485660A692F4}"/>
                </a:ext>
              </a:extLst>
            </p:cNvPr>
            <p:cNvSpPr/>
            <p:nvPr/>
          </p:nvSpPr>
          <p:spPr>
            <a:xfrm>
              <a:off x="6136886"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03" name="Freeform: Shape 602">
              <a:extLst>
                <a:ext uri="{FF2B5EF4-FFF2-40B4-BE49-F238E27FC236}">
                  <a16:creationId xmlns:a16="http://schemas.microsoft.com/office/drawing/2014/main" id="{0F93C0FE-848F-C522-61AC-B633ED092CD6}"/>
                </a:ext>
              </a:extLst>
            </p:cNvPr>
            <p:cNvSpPr/>
            <p:nvPr/>
          </p:nvSpPr>
          <p:spPr>
            <a:xfrm>
              <a:off x="6251142"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04" name="Freeform: Shape 603">
              <a:extLst>
                <a:ext uri="{FF2B5EF4-FFF2-40B4-BE49-F238E27FC236}">
                  <a16:creationId xmlns:a16="http://schemas.microsoft.com/office/drawing/2014/main" id="{CBF735D6-35E6-0516-7384-5BFEFCA6C8AD}"/>
                </a:ext>
              </a:extLst>
            </p:cNvPr>
            <p:cNvSpPr/>
            <p:nvPr/>
          </p:nvSpPr>
          <p:spPr>
            <a:xfrm>
              <a:off x="6365398"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05" name="Freeform: Shape 604">
              <a:extLst>
                <a:ext uri="{FF2B5EF4-FFF2-40B4-BE49-F238E27FC236}">
                  <a16:creationId xmlns:a16="http://schemas.microsoft.com/office/drawing/2014/main" id="{0737563F-BF16-D063-0BE6-13663AEE2496}"/>
                </a:ext>
              </a:extLst>
            </p:cNvPr>
            <p:cNvSpPr/>
            <p:nvPr/>
          </p:nvSpPr>
          <p:spPr>
            <a:xfrm>
              <a:off x="6479610"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06" name="Freeform: Shape 605">
              <a:extLst>
                <a:ext uri="{FF2B5EF4-FFF2-40B4-BE49-F238E27FC236}">
                  <a16:creationId xmlns:a16="http://schemas.microsoft.com/office/drawing/2014/main" id="{1AC0DFE2-1B81-FF7E-FAAC-183FB11F4BB7}"/>
                </a:ext>
              </a:extLst>
            </p:cNvPr>
            <p:cNvSpPr/>
            <p:nvPr/>
          </p:nvSpPr>
          <p:spPr>
            <a:xfrm>
              <a:off x="6593865"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07" name="Freeform: Shape 606">
              <a:extLst>
                <a:ext uri="{FF2B5EF4-FFF2-40B4-BE49-F238E27FC236}">
                  <a16:creationId xmlns:a16="http://schemas.microsoft.com/office/drawing/2014/main" id="{8BF62544-15F8-BA81-C9A3-54215BA95198}"/>
                </a:ext>
              </a:extLst>
            </p:cNvPr>
            <p:cNvSpPr/>
            <p:nvPr/>
          </p:nvSpPr>
          <p:spPr>
            <a:xfrm>
              <a:off x="6708121" y="148943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08" name="Freeform: Shape 607">
              <a:extLst>
                <a:ext uri="{FF2B5EF4-FFF2-40B4-BE49-F238E27FC236}">
                  <a16:creationId xmlns:a16="http://schemas.microsoft.com/office/drawing/2014/main" id="{DB0091C2-2DB0-C2F5-6D3E-34B26D21E67F}"/>
                </a:ext>
              </a:extLst>
            </p:cNvPr>
            <p:cNvSpPr/>
            <p:nvPr/>
          </p:nvSpPr>
          <p:spPr>
            <a:xfrm>
              <a:off x="6822377"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09" name="Freeform: Shape 608">
              <a:extLst>
                <a:ext uri="{FF2B5EF4-FFF2-40B4-BE49-F238E27FC236}">
                  <a16:creationId xmlns:a16="http://schemas.microsoft.com/office/drawing/2014/main" id="{7751A8EE-E83F-F165-E5E6-35B6D070A9AA}"/>
                </a:ext>
              </a:extLst>
            </p:cNvPr>
            <p:cNvSpPr/>
            <p:nvPr/>
          </p:nvSpPr>
          <p:spPr>
            <a:xfrm>
              <a:off x="6936633"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10" name="Freeform: Shape 609">
              <a:extLst>
                <a:ext uri="{FF2B5EF4-FFF2-40B4-BE49-F238E27FC236}">
                  <a16:creationId xmlns:a16="http://schemas.microsoft.com/office/drawing/2014/main" id="{B999733C-C5F6-7A93-75A2-C28DB889CDEF}"/>
                </a:ext>
              </a:extLst>
            </p:cNvPr>
            <p:cNvSpPr/>
            <p:nvPr/>
          </p:nvSpPr>
          <p:spPr>
            <a:xfrm>
              <a:off x="7050888" y="148943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11" name="Freeform: Shape 610">
              <a:extLst>
                <a:ext uri="{FF2B5EF4-FFF2-40B4-BE49-F238E27FC236}">
                  <a16:creationId xmlns:a16="http://schemas.microsoft.com/office/drawing/2014/main" id="{288C9B9D-3A70-2FEB-1E01-F5C879149FC1}"/>
                </a:ext>
              </a:extLst>
            </p:cNvPr>
            <p:cNvSpPr/>
            <p:nvPr/>
          </p:nvSpPr>
          <p:spPr>
            <a:xfrm>
              <a:off x="7165144"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12" name="Freeform: Shape 611">
              <a:extLst>
                <a:ext uri="{FF2B5EF4-FFF2-40B4-BE49-F238E27FC236}">
                  <a16:creationId xmlns:a16="http://schemas.microsoft.com/office/drawing/2014/main" id="{9489255A-ED9B-4022-C0D4-A0A8F4A65DE4}"/>
                </a:ext>
              </a:extLst>
            </p:cNvPr>
            <p:cNvSpPr/>
            <p:nvPr/>
          </p:nvSpPr>
          <p:spPr>
            <a:xfrm>
              <a:off x="2366578"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13" name="Freeform: Shape 612">
              <a:extLst>
                <a:ext uri="{FF2B5EF4-FFF2-40B4-BE49-F238E27FC236}">
                  <a16:creationId xmlns:a16="http://schemas.microsoft.com/office/drawing/2014/main" id="{E826879B-D2F6-0D39-16A6-E4A501FDBB03}"/>
                </a:ext>
              </a:extLst>
            </p:cNvPr>
            <p:cNvSpPr/>
            <p:nvPr/>
          </p:nvSpPr>
          <p:spPr>
            <a:xfrm>
              <a:off x="2480790"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14" name="Freeform: Shape 613">
              <a:extLst>
                <a:ext uri="{FF2B5EF4-FFF2-40B4-BE49-F238E27FC236}">
                  <a16:creationId xmlns:a16="http://schemas.microsoft.com/office/drawing/2014/main" id="{23B80AAB-5390-5177-3370-37D6E43D03ED}"/>
                </a:ext>
              </a:extLst>
            </p:cNvPr>
            <p:cNvSpPr/>
            <p:nvPr/>
          </p:nvSpPr>
          <p:spPr>
            <a:xfrm>
              <a:off x="2595046"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15" name="Freeform: Shape 614">
              <a:extLst>
                <a:ext uri="{FF2B5EF4-FFF2-40B4-BE49-F238E27FC236}">
                  <a16:creationId xmlns:a16="http://schemas.microsoft.com/office/drawing/2014/main" id="{252CD6A2-6A53-84B0-B8C0-554143DD60FA}"/>
                </a:ext>
              </a:extLst>
            </p:cNvPr>
            <p:cNvSpPr/>
            <p:nvPr/>
          </p:nvSpPr>
          <p:spPr>
            <a:xfrm>
              <a:off x="2709301"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16" name="Freeform: Shape 615">
              <a:extLst>
                <a:ext uri="{FF2B5EF4-FFF2-40B4-BE49-F238E27FC236}">
                  <a16:creationId xmlns:a16="http://schemas.microsoft.com/office/drawing/2014/main" id="{A08F80FB-B3D6-91AF-2DDF-DB0B08255173}"/>
                </a:ext>
              </a:extLst>
            </p:cNvPr>
            <p:cNvSpPr/>
            <p:nvPr/>
          </p:nvSpPr>
          <p:spPr>
            <a:xfrm>
              <a:off x="2823557"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17" name="Freeform: Shape 616">
              <a:extLst>
                <a:ext uri="{FF2B5EF4-FFF2-40B4-BE49-F238E27FC236}">
                  <a16:creationId xmlns:a16="http://schemas.microsoft.com/office/drawing/2014/main" id="{ABE4F1EA-DAD4-220D-0FAB-4C89A88B115A}"/>
                </a:ext>
              </a:extLst>
            </p:cNvPr>
            <p:cNvSpPr/>
            <p:nvPr/>
          </p:nvSpPr>
          <p:spPr>
            <a:xfrm>
              <a:off x="2937813"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18" name="Freeform: Shape 617">
              <a:extLst>
                <a:ext uri="{FF2B5EF4-FFF2-40B4-BE49-F238E27FC236}">
                  <a16:creationId xmlns:a16="http://schemas.microsoft.com/office/drawing/2014/main" id="{695A41F1-4BDF-81AB-D331-6E329E859032}"/>
                </a:ext>
              </a:extLst>
            </p:cNvPr>
            <p:cNvSpPr/>
            <p:nvPr/>
          </p:nvSpPr>
          <p:spPr>
            <a:xfrm>
              <a:off x="3052069"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19" name="Freeform: Shape 618">
              <a:extLst>
                <a:ext uri="{FF2B5EF4-FFF2-40B4-BE49-F238E27FC236}">
                  <a16:creationId xmlns:a16="http://schemas.microsoft.com/office/drawing/2014/main" id="{37C45EC1-D843-19BC-47E2-32C5603C3379}"/>
                </a:ext>
              </a:extLst>
            </p:cNvPr>
            <p:cNvSpPr/>
            <p:nvPr/>
          </p:nvSpPr>
          <p:spPr>
            <a:xfrm>
              <a:off x="3166325"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20" name="Freeform: Shape 619">
              <a:extLst>
                <a:ext uri="{FF2B5EF4-FFF2-40B4-BE49-F238E27FC236}">
                  <a16:creationId xmlns:a16="http://schemas.microsoft.com/office/drawing/2014/main" id="{98D7F094-C0F0-C3D3-76EE-D814C3DD53C7}"/>
                </a:ext>
              </a:extLst>
            </p:cNvPr>
            <p:cNvSpPr/>
            <p:nvPr/>
          </p:nvSpPr>
          <p:spPr>
            <a:xfrm>
              <a:off x="3280580"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21" name="Freeform: Shape 620">
              <a:extLst>
                <a:ext uri="{FF2B5EF4-FFF2-40B4-BE49-F238E27FC236}">
                  <a16:creationId xmlns:a16="http://schemas.microsoft.com/office/drawing/2014/main" id="{7590EABF-DB81-B92B-E17D-9A583650D637}"/>
                </a:ext>
              </a:extLst>
            </p:cNvPr>
            <p:cNvSpPr/>
            <p:nvPr/>
          </p:nvSpPr>
          <p:spPr>
            <a:xfrm>
              <a:off x="3394836"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22" name="Freeform: Shape 621">
              <a:extLst>
                <a:ext uri="{FF2B5EF4-FFF2-40B4-BE49-F238E27FC236}">
                  <a16:creationId xmlns:a16="http://schemas.microsoft.com/office/drawing/2014/main" id="{17987906-B1E2-E607-28FD-D8618FCCF2A7}"/>
                </a:ext>
              </a:extLst>
            </p:cNvPr>
            <p:cNvSpPr/>
            <p:nvPr/>
          </p:nvSpPr>
          <p:spPr>
            <a:xfrm>
              <a:off x="3509092"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23" name="Freeform: Shape 622">
              <a:extLst>
                <a:ext uri="{FF2B5EF4-FFF2-40B4-BE49-F238E27FC236}">
                  <a16:creationId xmlns:a16="http://schemas.microsoft.com/office/drawing/2014/main" id="{ADDC7340-D436-3608-EA50-6BFF12713790}"/>
                </a:ext>
              </a:extLst>
            </p:cNvPr>
            <p:cNvSpPr/>
            <p:nvPr/>
          </p:nvSpPr>
          <p:spPr>
            <a:xfrm>
              <a:off x="3623348"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24" name="Freeform: Shape 623">
              <a:extLst>
                <a:ext uri="{FF2B5EF4-FFF2-40B4-BE49-F238E27FC236}">
                  <a16:creationId xmlns:a16="http://schemas.microsoft.com/office/drawing/2014/main" id="{E505CA03-A951-9892-103E-172558ACB903}"/>
                </a:ext>
              </a:extLst>
            </p:cNvPr>
            <p:cNvSpPr/>
            <p:nvPr/>
          </p:nvSpPr>
          <p:spPr>
            <a:xfrm>
              <a:off x="3737603"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25" name="Freeform: Shape 624">
              <a:extLst>
                <a:ext uri="{FF2B5EF4-FFF2-40B4-BE49-F238E27FC236}">
                  <a16:creationId xmlns:a16="http://schemas.microsoft.com/office/drawing/2014/main" id="{8FC521EE-1992-41BB-E41D-9967E0F7765B}"/>
                </a:ext>
              </a:extLst>
            </p:cNvPr>
            <p:cNvSpPr/>
            <p:nvPr/>
          </p:nvSpPr>
          <p:spPr>
            <a:xfrm>
              <a:off x="3851815"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26" name="Freeform: Shape 625">
              <a:extLst>
                <a:ext uri="{FF2B5EF4-FFF2-40B4-BE49-F238E27FC236}">
                  <a16:creationId xmlns:a16="http://schemas.microsoft.com/office/drawing/2014/main" id="{176204EA-B4EF-549E-024E-2DC4B37033DB}"/>
                </a:ext>
              </a:extLst>
            </p:cNvPr>
            <p:cNvSpPr/>
            <p:nvPr/>
          </p:nvSpPr>
          <p:spPr>
            <a:xfrm>
              <a:off x="3966071"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27" name="Freeform: Shape 626">
              <a:extLst>
                <a:ext uri="{FF2B5EF4-FFF2-40B4-BE49-F238E27FC236}">
                  <a16:creationId xmlns:a16="http://schemas.microsoft.com/office/drawing/2014/main" id="{C1459428-9B97-F523-7C3E-F9C79B615A43}"/>
                </a:ext>
              </a:extLst>
            </p:cNvPr>
            <p:cNvSpPr/>
            <p:nvPr/>
          </p:nvSpPr>
          <p:spPr>
            <a:xfrm>
              <a:off x="4080327"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28" name="Freeform: Shape 627">
              <a:extLst>
                <a:ext uri="{FF2B5EF4-FFF2-40B4-BE49-F238E27FC236}">
                  <a16:creationId xmlns:a16="http://schemas.microsoft.com/office/drawing/2014/main" id="{8A9B8B35-7C56-6250-7E47-2E295FF5858E}"/>
                </a:ext>
              </a:extLst>
            </p:cNvPr>
            <p:cNvSpPr/>
            <p:nvPr/>
          </p:nvSpPr>
          <p:spPr>
            <a:xfrm>
              <a:off x="4194582"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29" name="Freeform: Shape 628">
              <a:extLst>
                <a:ext uri="{FF2B5EF4-FFF2-40B4-BE49-F238E27FC236}">
                  <a16:creationId xmlns:a16="http://schemas.microsoft.com/office/drawing/2014/main" id="{D6F23E1A-B386-DBAB-9D3A-3BD8E7E49DFC}"/>
                </a:ext>
              </a:extLst>
            </p:cNvPr>
            <p:cNvSpPr/>
            <p:nvPr/>
          </p:nvSpPr>
          <p:spPr>
            <a:xfrm>
              <a:off x="4308838"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30" name="Freeform: Shape 629">
              <a:extLst>
                <a:ext uri="{FF2B5EF4-FFF2-40B4-BE49-F238E27FC236}">
                  <a16:creationId xmlns:a16="http://schemas.microsoft.com/office/drawing/2014/main" id="{2A54E660-E8FB-2411-3138-9812EAE3F0C6}"/>
                </a:ext>
              </a:extLst>
            </p:cNvPr>
            <p:cNvSpPr/>
            <p:nvPr/>
          </p:nvSpPr>
          <p:spPr>
            <a:xfrm>
              <a:off x="4423094"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31" name="Freeform: Shape 630">
              <a:extLst>
                <a:ext uri="{FF2B5EF4-FFF2-40B4-BE49-F238E27FC236}">
                  <a16:creationId xmlns:a16="http://schemas.microsoft.com/office/drawing/2014/main" id="{B0ADD621-49B7-B3CD-4BB6-051894F21685}"/>
                </a:ext>
              </a:extLst>
            </p:cNvPr>
            <p:cNvSpPr/>
            <p:nvPr/>
          </p:nvSpPr>
          <p:spPr>
            <a:xfrm>
              <a:off x="4537350"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32" name="Freeform: Shape 631">
              <a:extLst>
                <a:ext uri="{FF2B5EF4-FFF2-40B4-BE49-F238E27FC236}">
                  <a16:creationId xmlns:a16="http://schemas.microsoft.com/office/drawing/2014/main" id="{F8245059-3A18-C024-C711-4F3678566C8D}"/>
                </a:ext>
              </a:extLst>
            </p:cNvPr>
            <p:cNvSpPr/>
            <p:nvPr/>
          </p:nvSpPr>
          <p:spPr>
            <a:xfrm>
              <a:off x="4651605"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33" name="Freeform: Shape 632">
              <a:extLst>
                <a:ext uri="{FF2B5EF4-FFF2-40B4-BE49-F238E27FC236}">
                  <a16:creationId xmlns:a16="http://schemas.microsoft.com/office/drawing/2014/main" id="{AB190BF6-E83C-1084-FBC7-483D60D4B673}"/>
                </a:ext>
              </a:extLst>
            </p:cNvPr>
            <p:cNvSpPr/>
            <p:nvPr/>
          </p:nvSpPr>
          <p:spPr>
            <a:xfrm>
              <a:off x="4765861"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34" name="Freeform: Shape 633">
              <a:extLst>
                <a:ext uri="{FF2B5EF4-FFF2-40B4-BE49-F238E27FC236}">
                  <a16:creationId xmlns:a16="http://schemas.microsoft.com/office/drawing/2014/main" id="{B1A64EA0-60A2-0F5B-7023-EBA6C7B60756}"/>
                </a:ext>
              </a:extLst>
            </p:cNvPr>
            <p:cNvSpPr/>
            <p:nvPr/>
          </p:nvSpPr>
          <p:spPr>
            <a:xfrm>
              <a:off x="4880117"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35" name="Freeform: Shape 634">
              <a:extLst>
                <a:ext uri="{FF2B5EF4-FFF2-40B4-BE49-F238E27FC236}">
                  <a16:creationId xmlns:a16="http://schemas.microsoft.com/office/drawing/2014/main" id="{0C993565-7EC4-6C27-E291-7AEDA130BAFA}"/>
                </a:ext>
              </a:extLst>
            </p:cNvPr>
            <p:cNvSpPr/>
            <p:nvPr/>
          </p:nvSpPr>
          <p:spPr>
            <a:xfrm>
              <a:off x="4994373"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36" name="Freeform: Shape 635">
              <a:extLst>
                <a:ext uri="{FF2B5EF4-FFF2-40B4-BE49-F238E27FC236}">
                  <a16:creationId xmlns:a16="http://schemas.microsoft.com/office/drawing/2014/main" id="{170444F5-C8C6-E2D5-187E-51A6C609C4C1}"/>
                </a:ext>
              </a:extLst>
            </p:cNvPr>
            <p:cNvSpPr/>
            <p:nvPr/>
          </p:nvSpPr>
          <p:spPr>
            <a:xfrm>
              <a:off x="5108629"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37" name="Freeform: Shape 636">
              <a:extLst>
                <a:ext uri="{FF2B5EF4-FFF2-40B4-BE49-F238E27FC236}">
                  <a16:creationId xmlns:a16="http://schemas.microsoft.com/office/drawing/2014/main" id="{C54C8FDD-A893-E34F-C294-C4094771A484}"/>
                </a:ext>
              </a:extLst>
            </p:cNvPr>
            <p:cNvSpPr/>
            <p:nvPr/>
          </p:nvSpPr>
          <p:spPr>
            <a:xfrm>
              <a:off x="5222840"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38" name="Freeform: Shape 637">
              <a:extLst>
                <a:ext uri="{FF2B5EF4-FFF2-40B4-BE49-F238E27FC236}">
                  <a16:creationId xmlns:a16="http://schemas.microsoft.com/office/drawing/2014/main" id="{C099E2A6-1040-02F0-19CE-18076672408F}"/>
                </a:ext>
              </a:extLst>
            </p:cNvPr>
            <p:cNvSpPr/>
            <p:nvPr/>
          </p:nvSpPr>
          <p:spPr>
            <a:xfrm>
              <a:off x="5337096"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39" name="Freeform: Shape 638">
              <a:extLst>
                <a:ext uri="{FF2B5EF4-FFF2-40B4-BE49-F238E27FC236}">
                  <a16:creationId xmlns:a16="http://schemas.microsoft.com/office/drawing/2014/main" id="{36074DC2-8BF2-CAB1-14F9-3F3E47FA77E0}"/>
                </a:ext>
              </a:extLst>
            </p:cNvPr>
            <p:cNvSpPr/>
            <p:nvPr/>
          </p:nvSpPr>
          <p:spPr>
            <a:xfrm>
              <a:off x="5451352"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40" name="Freeform: Shape 639">
              <a:extLst>
                <a:ext uri="{FF2B5EF4-FFF2-40B4-BE49-F238E27FC236}">
                  <a16:creationId xmlns:a16="http://schemas.microsoft.com/office/drawing/2014/main" id="{7594A893-1A17-FB86-6659-F7BABA87496C}"/>
                </a:ext>
              </a:extLst>
            </p:cNvPr>
            <p:cNvSpPr/>
            <p:nvPr/>
          </p:nvSpPr>
          <p:spPr>
            <a:xfrm>
              <a:off x="5565608"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41" name="Freeform: Shape 640">
              <a:extLst>
                <a:ext uri="{FF2B5EF4-FFF2-40B4-BE49-F238E27FC236}">
                  <a16:creationId xmlns:a16="http://schemas.microsoft.com/office/drawing/2014/main" id="{53F4FD1D-9D04-42ED-002E-647280244A97}"/>
                </a:ext>
              </a:extLst>
            </p:cNvPr>
            <p:cNvSpPr/>
            <p:nvPr/>
          </p:nvSpPr>
          <p:spPr>
            <a:xfrm>
              <a:off x="5679863"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42" name="Freeform: Shape 641">
              <a:extLst>
                <a:ext uri="{FF2B5EF4-FFF2-40B4-BE49-F238E27FC236}">
                  <a16:creationId xmlns:a16="http://schemas.microsoft.com/office/drawing/2014/main" id="{5E7F8FC7-945D-12E9-E33E-2F6D5B9163B8}"/>
                </a:ext>
              </a:extLst>
            </p:cNvPr>
            <p:cNvSpPr/>
            <p:nvPr/>
          </p:nvSpPr>
          <p:spPr>
            <a:xfrm>
              <a:off x="5794119"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43" name="Freeform: Shape 642">
              <a:extLst>
                <a:ext uri="{FF2B5EF4-FFF2-40B4-BE49-F238E27FC236}">
                  <a16:creationId xmlns:a16="http://schemas.microsoft.com/office/drawing/2014/main" id="{C94C0558-3E31-F6D4-7D1B-79B9A85BBFEF}"/>
                </a:ext>
              </a:extLst>
            </p:cNvPr>
            <p:cNvSpPr/>
            <p:nvPr/>
          </p:nvSpPr>
          <p:spPr>
            <a:xfrm>
              <a:off x="5908375"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44" name="Freeform: Shape 643">
              <a:extLst>
                <a:ext uri="{FF2B5EF4-FFF2-40B4-BE49-F238E27FC236}">
                  <a16:creationId xmlns:a16="http://schemas.microsoft.com/office/drawing/2014/main" id="{EEAFA0D7-3AD1-3533-DEBC-DB59E3AF786B}"/>
                </a:ext>
              </a:extLst>
            </p:cNvPr>
            <p:cNvSpPr/>
            <p:nvPr/>
          </p:nvSpPr>
          <p:spPr>
            <a:xfrm>
              <a:off x="6022631"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45" name="Freeform: Shape 644">
              <a:extLst>
                <a:ext uri="{FF2B5EF4-FFF2-40B4-BE49-F238E27FC236}">
                  <a16:creationId xmlns:a16="http://schemas.microsoft.com/office/drawing/2014/main" id="{F0FAD909-FE97-030D-78CB-094C96D49B58}"/>
                </a:ext>
              </a:extLst>
            </p:cNvPr>
            <p:cNvSpPr/>
            <p:nvPr/>
          </p:nvSpPr>
          <p:spPr>
            <a:xfrm>
              <a:off x="6136886"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46" name="Freeform: Shape 645">
              <a:extLst>
                <a:ext uri="{FF2B5EF4-FFF2-40B4-BE49-F238E27FC236}">
                  <a16:creationId xmlns:a16="http://schemas.microsoft.com/office/drawing/2014/main" id="{02857AAF-1B93-B000-18CF-5427B27C66DA}"/>
                </a:ext>
              </a:extLst>
            </p:cNvPr>
            <p:cNvSpPr/>
            <p:nvPr/>
          </p:nvSpPr>
          <p:spPr>
            <a:xfrm>
              <a:off x="6251142"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47" name="Freeform: Shape 646">
              <a:extLst>
                <a:ext uri="{FF2B5EF4-FFF2-40B4-BE49-F238E27FC236}">
                  <a16:creationId xmlns:a16="http://schemas.microsoft.com/office/drawing/2014/main" id="{17345618-1063-F414-FC00-ACA09B18B603}"/>
                </a:ext>
              </a:extLst>
            </p:cNvPr>
            <p:cNvSpPr/>
            <p:nvPr/>
          </p:nvSpPr>
          <p:spPr>
            <a:xfrm>
              <a:off x="6365398"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48" name="Freeform: Shape 647">
              <a:extLst>
                <a:ext uri="{FF2B5EF4-FFF2-40B4-BE49-F238E27FC236}">
                  <a16:creationId xmlns:a16="http://schemas.microsoft.com/office/drawing/2014/main" id="{14716597-33E6-AEC9-CA8C-96F7B04E75EE}"/>
                </a:ext>
              </a:extLst>
            </p:cNvPr>
            <p:cNvSpPr/>
            <p:nvPr/>
          </p:nvSpPr>
          <p:spPr>
            <a:xfrm>
              <a:off x="6479610"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49" name="Freeform: Shape 648">
              <a:extLst>
                <a:ext uri="{FF2B5EF4-FFF2-40B4-BE49-F238E27FC236}">
                  <a16:creationId xmlns:a16="http://schemas.microsoft.com/office/drawing/2014/main" id="{8E1C88D0-C9F8-C301-8993-8529F49E6583}"/>
                </a:ext>
              </a:extLst>
            </p:cNvPr>
            <p:cNvSpPr/>
            <p:nvPr/>
          </p:nvSpPr>
          <p:spPr>
            <a:xfrm>
              <a:off x="6593865"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50" name="Freeform: Shape 649">
              <a:extLst>
                <a:ext uri="{FF2B5EF4-FFF2-40B4-BE49-F238E27FC236}">
                  <a16:creationId xmlns:a16="http://schemas.microsoft.com/office/drawing/2014/main" id="{2863E789-7860-3CC8-8A50-DE74759C4D31}"/>
                </a:ext>
              </a:extLst>
            </p:cNvPr>
            <p:cNvSpPr/>
            <p:nvPr/>
          </p:nvSpPr>
          <p:spPr>
            <a:xfrm>
              <a:off x="6708121" y="160364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51" name="Freeform: Shape 650">
              <a:extLst>
                <a:ext uri="{FF2B5EF4-FFF2-40B4-BE49-F238E27FC236}">
                  <a16:creationId xmlns:a16="http://schemas.microsoft.com/office/drawing/2014/main" id="{6A10E43C-7832-8D94-6289-4B8352713BF2}"/>
                </a:ext>
              </a:extLst>
            </p:cNvPr>
            <p:cNvSpPr/>
            <p:nvPr/>
          </p:nvSpPr>
          <p:spPr>
            <a:xfrm>
              <a:off x="6822377"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52" name="Freeform: Shape 651">
              <a:extLst>
                <a:ext uri="{FF2B5EF4-FFF2-40B4-BE49-F238E27FC236}">
                  <a16:creationId xmlns:a16="http://schemas.microsoft.com/office/drawing/2014/main" id="{78E328B0-7900-FDE8-FAF9-3ADF2094695C}"/>
                </a:ext>
              </a:extLst>
            </p:cNvPr>
            <p:cNvSpPr/>
            <p:nvPr/>
          </p:nvSpPr>
          <p:spPr>
            <a:xfrm>
              <a:off x="6936633"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53" name="Freeform: Shape 652">
              <a:extLst>
                <a:ext uri="{FF2B5EF4-FFF2-40B4-BE49-F238E27FC236}">
                  <a16:creationId xmlns:a16="http://schemas.microsoft.com/office/drawing/2014/main" id="{4901BA4B-E5A8-1A28-A973-2FEBE6679EC7}"/>
                </a:ext>
              </a:extLst>
            </p:cNvPr>
            <p:cNvSpPr/>
            <p:nvPr/>
          </p:nvSpPr>
          <p:spPr>
            <a:xfrm>
              <a:off x="7050888" y="160364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54" name="Freeform: Shape 653">
              <a:extLst>
                <a:ext uri="{FF2B5EF4-FFF2-40B4-BE49-F238E27FC236}">
                  <a16:creationId xmlns:a16="http://schemas.microsoft.com/office/drawing/2014/main" id="{6CDE12D7-62DD-7D35-85E2-944E30EFAA37}"/>
                </a:ext>
              </a:extLst>
            </p:cNvPr>
            <p:cNvSpPr/>
            <p:nvPr/>
          </p:nvSpPr>
          <p:spPr>
            <a:xfrm>
              <a:off x="7165144"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55" name="Freeform: Shape 654">
              <a:extLst>
                <a:ext uri="{FF2B5EF4-FFF2-40B4-BE49-F238E27FC236}">
                  <a16:creationId xmlns:a16="http://schemas.microsoft.com/office/drawing/2014/main" id="{C32D739E-9EAD-913E-2DA2-9BBD8D01783A}"/>
                </a:ext>
              </a:extLst>
            </p:cNvPr>
            <p:cNvSpPr/>
            <p:nvPr/>
          </p:nvSpPr>
          <p:spPr>
            <a:xfrm>
              <a:off x="2366578"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56" name="Freeform: Shape 655">
              <a:extLst>
                <a:ext uri="{FF2B5EF4-FFF2-40B4-BE49-F238E27FC236}">
                  <a16:creationId xmlns:a16="http://schemas.microsoft.com/office/drawing/2014/main" id="{6FB834CB-31F5-B1C7-89A1-919B3177840C}"/>
                </a:ext>
              </a:extLst>
            </p:cNvPr>
            <p:cNvSpPr/>
            <p:nvPr/>
          </p:nvSpPr>
          <p:spPr>
            <a:xfrm>
              <a:off x="2480790"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57" name="Freeform: Shape 656">
              <a:extLst>
                <a:ext uri="{FF2B5EF4-FFF2-40B4-BE49-F238E27FC236}">
                  <a16:creationId xmlns:a16="http://schemas.microsoft.com/office/drawing/2014/main" id="{C32BFC22-5DA3-F490-987F-4109034AD72D}"/>
                </a:ext>
              </a:extLst>
            </p:cNvPr>
            <p:cNvSpPr/>
            <p:nvPr/>
          </p:nvSpPr>
          <p:spPr>
            <a:xfrm>
              <a:off x="2595046"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58" name="Freeform: Shape 657">
              <a:extLst>
                <a:ext uri="{FF2B5EF4-FFF2-40B4-BE49-F238E27FC236}">
                  <a16:creationId xmlns:a16="http://schemas.microsoft.com/office/drawing/2014/main" id="{C73BE004-A8E7-F411-197A-9AAC80874400}"/>
                </a:ext>
              </a:extLst>
            </p:cNvPr>
            <p:cNvSpPr/>
            <p:nvPr/>
          </p:nvSpPr>
          <p:spPr>
            <a:xfrm>
              <a:off x="2709301"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59" name="Freeform: Shape 658">
              <a:extLst>
                <a:ext uri="{FF2B5EF4-FFF2-40B4-BE49-F238E27FC236}">
                  <a16:creationId xmlns:a16="http://schemas.microsoft.com/office/drawing/2014/main" id="{F1B19F11-C95D-9FA5-14C8-E2A38B14BF7C}"/>
                </a:ext>
              </a:extLst>
            </p:cNvPr>
            <p:cNvSpPr/>
            <p:nvPr/>
          </p:nvSpPr>
          <p:spPr>
            <a:xfrm>
              <a:off x="2823557"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60" name="Freeform: Shape 659">
              <a:extLst>
                <a:ext uri="{FF2B5EF4-FFF2-40B4-BE49-F238E27FC236}">
                  <a16:creationId xmlns:a16="http://schemas.microsoft.com/office/drawing/2014/main" id="{DB5BCD33-C2D8-1DC3-55CB-8DFBE7FF2E34}"/>
                </a:ext>
              </a:extLst>
            </p:cNvPr>
            <p:cNvSpPr/>
            <p:nvPr/>
          </p:nvSpPr>
          <p:spPr>
            <a:xfrm>
              <a:off x="2937813"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61" name="Freeform: Shape 660">
              <a:extLst>
                <a:ext uri="{FF2B5EF4-FFF2-40B4-BE49-F238E27FC236}">
                  <a16:creationId xmlns:a16="http://schemas.microsoft.com/office/drawing/2014/main" id="{CBEB2862-B342-A5A0-CBF0-88B2B2F5F141}"/>
                </a:ext>
              </a:extLst>
            </p:cNvPr>
            <p:cNvSpPr/>
            <p:nvPr/>
          </p:nvSpPr>
          <p:spPr>
            <a:xfrm>
              <a:off x="3052069"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62" name="Freeform: Shape 661">
              <a:extLst>
                <a:ext uri="{FF2B5EF4-FFF2-40B4-BE49-F238E27FC236}">
                  <a16:creationId xmlns:a16="http://schemas.microsoft.com/office/drawing/2014/main" id="{89E21F53-6B41-D472-08BE-4A4F81246669}"/>
                </a:ext>
              </a:extLst>
            </p:cNvPr>
            <p:cNvSpPr/>
            <p:nvPr/>
          </p:nvSpPr>
          <p:spPr>
            <a:xfrm>
              <a:off x="3166325"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63" name="Freeform: Shape 662">
              <a:extLst>
                <a:ext uri="{FF2B5EF4-FFF2-40B4-BE49-F238E27FC236}">
                  <a16:creationId xmlns:a16="http://schemas.microsoft.com/office/drawing/2014/main" id="{35E7A31E-EB75-B05E-652E-608B0694A48D}"/>
                </a:ext>
              </a:extLst>
            </p:cNvPr>
            <p:cNvSpPr/>
            <p:nvPr/>
          </p:nvSpPr>
          <p:spPr>
            <a:xfrm>
              <a:off x="3280580"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64" name="Freeform: Shape 663">
              <a:extLst>
                <a:ext uri="{FF2B5EF4-FFF2-40B4-BE49-F238E27FC236}">
                  <a16:creationId xmlns:a16="http://schemas.microsoft.com/office/drawing/2014/main" id="{0A81DEAF-DB56-FC08-10F9-0596A68E6FF7}"/>
                </a:ext>
              </a:extLst>
            </p:cNvPr>
            <p:cNvSpPr/>
            <p:nvPr/>
          </p:nvSpPr>
          <p:spPr>
            <a:xfrm>
              <a:off x="3394836"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65" name="Freeform: Shape 664">
              <a:extLst>
                <a:ext uri="{FF2B5EF4-FFF2-40B4-BE49-F238E27FC236}">
                  <a16:creationId xmlns:a16="http://schemas.microsoft.com/office/drawing/2014/main" id="{EC99721B-C26F-2AC6-5622-047E1BE295E8}"/>
                </a:ext>
              </a:extLst>
            </p:cNvPr>
            <p:cNvSpPr/>
            <p:nvPr/>
          </p:nvSpPr>
          <p:spPr>
            <a:xfrm>
              <a:off x="3509092"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66" name="Freeform: Shape 665">
              <a:extLst>
                <a:ext uri="{FF2B5EF4-FFF2-40B4-BE49-F238E27FC236}">
                  <a16:creationId xmlns:a16="http://schemas.microsoft.com/office/drawing/2014/main" id="{D0B9C9D3-90A6-9939-B0D5-1FC735F6BBE2}"/>
                </a:ext>
              </a:extLst>
            </p:cNvPr>
            <p:cNvSpPr/>
            <p:nvPr/>
          </p:nvSpPr>
          <p:spPr>
            <a:xfrm>
              <a:off x="3623348"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67" name="Freeform: Shape 666">
              <a:extLst>
                <a:ext uri="{FF2B5EF4-FFF2-40B4-BE49-F238E27FC236}">
                  <a16:creationId xmlns:a16="http://schemas.microsoft.com/office/drawing/2014/main" id="{DDBC4A20-5DD4-E689-7016-72A569F31795}"/>
                </a:ext>
              </a:extLst>
            </p:cNvPr>
            <p:cNvSpPr/>
            <p:nvPr/>
          </p:nvSpPr>
          <p:spPr>
            <a:xfrm>
              <a:off x="3737603"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68" name="Freeform: Shape 667">
              <a:extLst>
                <a:ext uri="{FF2B5EF4-FFF2-40B4-BE49-F238E27FC236}">
                  <a16:creationId xmlns:a16="http://schemas.microsoft.com/office/drawing/2014/main" id="{01D5C485-6C55-7E59-9C36-91B589EE8528}"/>
                </a:ext>
              </a:extLst>
            </p:cNvPr>
            <p:cNvSpPr/>
            <p:nvPr/>
          </p:nvSpPr>
          <p:spPr>
            <a:xfrm>
              <a:off x="3851815"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69" name="Freeform: Shape 668">
              <a:extLst>
                <a:ext uri="{FF2B5EF4-FFF2-40B4-BE49-F238E27FC236}">
                  <a16:creationId xmlns:a16="http://schemas.microsoft.com/office/drawing/2014/main" id="{450D9EC8-049C-AB94-38D1-8CAE9D0119DB}"/>
                </a:ext>
              </a:extLst>
            </p:cNvPr>
            <p:cNvSpPr/>
            <p:nvPr/>
          </p:nvSpPr>
          <p:spPr>
            <a:xfrm>
              <a:off x="3966071"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70" name="Freeform: Shape 669">
              <a:extLst>
                <a:ext uri="{FF2B5EF4-FFF2-40B4-BE49-F238E27FC236}">
                  <a16:creationId xmlns:a16="http://schemas.microsoft.com/office/drawing/2014/main" id="{E4F3280D-DADF-7DEA-4190-F8B0D7452758}"/>
                </a:ext>
              </a:extLst>
            </p:cNvPr>
            <p:cNvSpPr/>
            <p:nvPr/>
          </p:nvSpPr>
          <p:spPr>
            <a:xfrm>
              <a:off x="4080327"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71" name="Freeform: Shape 670">
              <a:extLst>
                <a:ext uri="{FF2B5EF4-FFF2-40B4-BE49-F238E27FC236}">
                  <a16:creationId xmlns:a16="http://schemas.microsoft.com/office/drawing/2014/main" id="{0EB8300F-0E78-7CB2-1EF2-1B7A65C7F135}"/>
                </a:ext>
              </a:extLst>
            </p:cNvPr>
            <p:cNvSpPr/>
            <p:nvPr/>
          </p:nvSpPr>
          <p:spPr>
            <a:xfrm>
              <a:off x="4194582"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72" name="Freeform: Shape 671">
              <a:extLst>
                <a:ext uri="{FF2B5EF4-FFF2-40B4-BE49-F238E27FC236}">
                  <a16:creationId xmlns:a16="http://schemas.microsoft.com/office/drawing/2014/main" id="{44024B00-6FF6-7E8A-B961-5F4FA8B2D306}"/>
                </a:ext>
              </a:extLst>
            </p:cNvPr>
            <p:cNvSpPr/>
            <p:nvPr/>
          </p:nvSpPr>
          <p:spPr>
            <a:xfrm>
              <a:off x="4308838"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73" name="Freeform: Shape 672">
              <a:extLst>
                <a:ext uri="{FF2B5EF4-FFF2-40B4-BE49-F238E27FC236}">
                  <a16:creationId xmlns:a16="http://schemas.microsoft.com/office/drawing/2014/main" id="{071DEDF5-3B3A-4CBC-B08D-97ED1E9B159B}"/>
                </a:ext>
              </a:extLst>
            </p:cNvPr>
            <p:cNvSpPr/>
            <p:nvPr/>
          </p:nvSpPr>
          <p:spPr>
            <a:xfrm>
              <a:off x="4423094"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74" name="Freeform: Shape 673">
              <a:extLst>
                <a:ext uri="{FF2B5EF4-FFF2-40B4-BE49-F238E27FC236}">
                  <a16:creationId xmlns:a16="http://schemas.microsoft.com/office/drawing/2014/main" id="{C9CA4E07-5CEC-A17C-03E8-978713E4E8FE}"/>
                </a:ext>
              </a:extLst>
            </p:cNvPr>
            <p:cNvSpPr/>
            <p:nvPr/>
          </p:nvSpPr>
          <p:spPr>
            <a:xfrm>
              <a:off x="4537350"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75" name="Freeform: Shape 674">
              <a:extLst>
                <a:ext uri="{FF2B5EF4-FFF2-40B4-BE49-F238E27FC236}">
                  <a16:creationId xmlns:a16="http://schemas.microsoft.com/office/drawing/2014/main" id="{438B901E-D303-B9E1-A069-58DD311DBE62}"/>
                </a:ext>
              </a:extLst>
            </p:cNvPr>
            <p:cNvSpPr/>
            <p:nvPr/>
          </p:nvSpPr>
          <p:spPr>
            <a:xfrm>
              <a:off x="4651605"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76" name="Freeform: Shape 675">
              <a:extLst>
                <a:ext uri="{FF2B5EF4-FFF2-40B4-BE49-F238E27FC236}">
                  <a16:creationId xmlns:a16="http://schemas.microsoft.com/office/drawing/2014/main" id="{987274C3-35B4-8969-8C27-72F8FA7C1359}"/>
                </a:ext>
              </a:extLst>
            </p:cNvPr>
            <p:cNvSpPr/>
            <p:nvPr/>
          </p:nvSpPr>
          <p:spPr>
            <a:xfrm>
              <a:off x="4765861"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77" name="Freeform: Shape 676">
              <a:extLst>
                <a:ext uri="{FF2B5EF4-FFF2-40B4-BE49-F238E27FC236}">
                  <a16:creationId xmlns:a16="http://schemas.microsoft.com/office/drawing/2014/main" id="{8AD76FE3-061D-F972-5726-8CB504F1B61F}"/>
                </a:ext>
              </a:extLst>
            </p:cNvPr>
            <p:cNvSpPr/>
            <p:nvPr/>
          </p:nvSpPr>
          <p:spPr>
            <a:xfrm>
              <a:off x="4880117"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78" name="Freeform: Shape 677">
              <a:extLst>
                <a:ext uri="{FF2B5EF4-FFF2-40B4-BE49-F238E27FC236}">
                  <a16:creationId xmlns:a16="http://schemas.microsoft.com/office/drawing/2014/main" id="{FC8A76D5-14D2-C474-E83B-03F96EFFBBF2}"/>
                </a:ext>
              </a:extLst>
            </p:cNvPr>
            <p:cNvSpPr/>
            <p:nvPr/>
          </p:nvSpPr>
          <p:spPr>
            <a:xfrm>
              <a:off x="4994373"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79" name="Freeform: Shape 678">
              <a:extLst>
                <a:ext uri="{FF2B5EF4-FFF2-40B4-BE49-F238E27FC236}">
                  <a16:creationId xmlns:a16="http://schemas.microsoft.com/office/drawing/2014/main" id="{81B94AED-3E27-F846-C060-5E81B2E2BD13}"/>
                </a:ext>
              </a:extLst>
            </p:cNvPr>
            <p:cNvSpPr/>
            <p:nvPr/>
          </p:nvSpPr>
          <p:spPr>
            <a:xfrm>
              <a:off x="5108629"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80" name="Freeform: Shape 679">
              <a:extLst>
                <a:ext uri="{FF2B5EF4-FFF2-40B4-BE49-F238E27FC236}">
                  <a16:creationId xmlns:a16="http://schemas.microsoft.com/office/drawing/2014/main" id="{EEE787A0-9014-75A6-B53B-90AC890B7D37}"/>
                </a:ext>
              </a:extLst>
            </p:cNvPr>
            <p:cNvSpPr/>
            <p:nvPr/>
          </p:nvSpPr>
          <p:spPr>
            <a:xfrm>
              <a:off x="5222840"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81" name="Freeform: Shape 680">
              <a:extLst>
                <a:ext uri="{FF2B5EF4-FFF2-40B4-BE49-F238E27FC236}">
                  <a16:creationId xmlns:a16="http://schemas.microsoft.com/office/drawing/2014/main" id="{84B6A28A-747E-35CF-4584-809CF0546AD7}"/>
                </a:ext>
              </a:extLst>
            </p:cNvPr>
            <p:cNvSpPr/>
            <p:nvPr/>
          </p:nvSpPr>
          <p:spPr>
            <a:xfrm>
              <a:off x="5337096"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82" name="Freeform: Shape 681">
              <a:extLst>
                <a:ext uri="{FF2B5EF4-FFF2-40B4-BE49-F238E27FC236}">
                  <a16:creationId xmlns:a16="http://schemas.microsoft.com/office/drawing/2014/main" id="{67366A68-AAF7-4E3F-8B29-9C86790C5081}"/>
                </a:ext>
              </a:extLst>
            </p:cNvPr>
            <p:cNvSpPr/>
            <p:nvPr/>
          </p:nvSpPr>
          <p:spPr>
            <a:xfrm>
              <a:off x="5451352"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83" name="Freeform: Shape 682">
              <a:extLst>
                <a:ext uri="{FF2B5EF4-FFF2-40B4-BE49-F238E27FC236}">
                  <a16:creationId xmlns:a16="http://schemas.microsoft.com/office/drawing/2014/main" id="{732312A7-1B53-6168-07CF-AC75B9E9B488}"/>
                </a:ext>
              </a:extLst>
            </p:cNvPr>
            <p:cNvSpPr/>
            <p:nvPr/>
          </p:nvSpPr>
          <p:spPr>
            <a:xfrm>
              <a:off x="5565608"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84" name="Freeform: Shape 683">
              <a:extLst>
                <a:ext uri="{FF2B5EF4-FFF2-40B4-BE49-F238E27FC236}">
                  <a16:creationId xmlns:a16="http://schemas.microsoft.com/office/drawing/2014/main" id="{286F1350-FB6B-702C-7F84-D5268D721C1F}"/>
                </a:ext>
              </a:extLst>
            </p:cNvPr>
            <p:cNvSpPr/>
            <p:nvPr/>
          </p:nvSpPr>
          <p:spPr>
            <a:xfrm>
              <a:off x="5679863"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85" name="Freeform: Shape 684">
              <a:extLst>
                <a:ext uri="{FF2B5EF4-FFF2-40B4-BE49-F238E27FC236}">
                  <a16:creationId xmlns:a16="http://schemas.microsoft.com/office/drawing/2014/main" id="{78672369-D99C-6482-E36B-EC75525027EE}"/>
                </a:ext>
              </a:extLst>
            </p:cNvPr>
            <p:cNvSpPr/>
            <p:nvPr/>
          </p:nvSpPr>
          <p:spPr>
            <a:xfrm>
              <a:off x="5794119"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86" name="Freeform: Shape 685">
              <a:extLst>
                <a:ext uri="{FF2B5EF4-FFF2-40B4-BE49-F238E27FC236}">
                  <a16:creationId xmlns:a16="http://schemas.microsoft.com/office/drawing/2014/main" id="{080D3EA0-8E38-56F4-4679-598EC94F9A5B}"/>
                </a:ext>
              </a:extLst>
            </p:cNvPr>
            <p:cNvSpPr/>
            <p:nvPr/>
          </p:nvSpPr>
          <p:spPr>
            <a:xfrm>
              <a:off x="5908375"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87" name="Freeform: Shape 686">
              <a:extLst>
                <a:ext uri="{FF2B5EF4-FFF2-40B4-BE49-F238E27FC236}">
                  <a16:creationId xmlns:a16="http://schemas.microsoft.com/office/drawing/2014/main" id="{7265F4A0-BA49-3594-F476-D47CB5D616CF}"/>
                </a:ext>
              </a:extLst>
            </p:cNvPr>
            <p:cNvSpPr/>
            <p:nvPr/>
          </p:nvSpPr>
          <p:spPr>
            <a:xfrm>
              <a:off x="6022631"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88" name="Freeform: Shape 687">
              <a:extLst>
                <a:ext uri="{FF2B5EF4-FFF2-40B4-BE49-F238E27FC236}">
                  <a16:creationId xmlns:a16="http://schemas.microsoft.com/office/drawing/2014/main" id="{1E8660D6-A236-1B4D-8BC7-3527DA142924}"/>
                </a:ext>
              </a:extLst>
            </p:cNvPr>
            <p:cNvSpPr/>
            <p:nvPr/>
          </p:nvSpPr>
          <p:spPr>
            <a:xfrm>
              <a:off x="6136886"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89" name="Freeform: Shape 688">
              <a:extLst>
                <a:ext uri="{FF2B5EF4-FFF2-40B4-BE49-F238E27FC236}">
                  <a16:creationId xmlns:a16="http://schemas.microsoft.com/office/drawing/2014/main" id="{50571425-BD61-FE59-6A05-9A87B88084BE}"/>
                </a:ext>
              </a:extLst>
            </p:cNvPr>
            <p:cNvSpPr/>
            <p:nvPr/>
          </p:nvSpPr>
          <p:spPr>
            <a:xfrm>
              <a:off x="6251142"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90" name="Freeform: Shape 689">
              <a:extLst>
                <a:ext uri="{FF2B5EF4-FFF2-40B4-BE49-F238E27FC236}">
                  <a16:creationId xmlns:a16="http://schemas.microsoft.com/office/drawing/2014/main" id="{E693419F-00FC-5B6B-0340-A58736E096A9}"/>
                </a:ext>
              </a:extLst>
            </p:cNvPr>
            <p:cNvSpPr/>
            <p:nvPr/>
          </p:nvSpPr>
          <p:spPr>
            <a:xfrm>
              <a:off x="6365398"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91" name="Freeform: Shape 690">
              <a:extLst>
                <a:ext uri="{FF2B5EF4-FFF2-40B4-BE49-F238E27FC236}">
                  <a16:creationId xmlns:a16="http://schemas.microsoft.com/office/drawing/2014/main" id="{7E736796-5A17-BCAA-2848-3C7024C6885A}"/>
                </a:ext>
              </a:extLst>
            </p:cNvPr>
            <p:cNvSpPr/>
            <p:nvPr/>
          </p:nvSpPr>
          <p:spPr>
            <a:xfrm>
              <a:off x="6479610"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92" name="Freeform: Shape 691">
              <a:extLst>
                <a:ext uri="{FF2B5EF4-FFF2-40B4-BE49-F238E27FC236}">
                  <a16:creationId xmlns:a16="http://schemas.microsoft.com/office/drawing/2014/main" id="{B4396162-78D3-CF81-60AE-7927B21D62F8}"/>
                </a:ext>
              </a:extLst>
            </p:cNvPr>
            <p:cNvSpPr/>
            <p:nvPr/>
          </p:nvSpPr>
          <p:spPr>
            <a:xfrm>
              <a:off x="6593865"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93" name="Freeform: Shape 692">
              <a:extLst>
                <a:ext uri="{FF2B5EF4-FFF2-40B4-BE49-F238E27FC236}">
                  <a16:creationId xmlns:a16="http://schemas.microsoft.com/office/drawing/2014/main" id="{4B469336-6B9F-C1EA-26D0-F1592E5996CD}"/>
                </a:ext>
              </a:extLst>
            </p:cNvPr>
            <p:cNvSpPr/>
            <p:nvPr/>
          </p:nvSpPr>
          <p:spPr>
            <a:xfrm>
              <a:off x="6708121" y="171790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94" name="Freeform: Shape 693">
              <a:extLst>
                <a:ext uri="{FF2B5EF4-FFF2-40B4-BE49-F238E27FC236}">
                  <a16:creationId xmlns:a16="http://schemas.microsoft.com/office/drawing/2014/main" id="{1ADF58A6-6246-6DDE-EB07-E7140C3FAFB7}"/>
                </a:ext>
              </a:extLst>
            </p:cNvPr>
            <p:cNvSpPr/>
            <p:nvPr/>
          </p:nvSpPr>
          <p:spPr>
            <a:xfrm>
              <a:off x="6822377"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95" name="Freeform: Shape 694">
              <a:extLst>
                <a:ext uri="{FF2B5EF4-FFF2-40B4-BE49-F238E27FC236}">
                  <a16:creationId xmlns:a16="http://schemas.microsoft.com/office/drawing/2014/main" id="{E9E44313-F88A-749E-2817-285F26CB5D70}"/>
                </a:ext>
              </a:extLst>
            </p:cNvPr>
            <p:cNvSpPr/>
            <p:nvPr/>
          </p:nvSpPr>
          <p:spPr>
            <a:xfrm>
              <a:off x="6936633"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96" name="Freeform: Shape 695">
              <a:extLst>
                <a:ext uri="{FF2B5EF4-FFF2-40B4-BE49-F238E27FC236}">
                  <a16:creationId xmlns:a16="http://schemas.microsoft.com/office/drawing/2014/main" id="{6D43F6C7-BF5A-C6C3-1E0D-C4CBC031EBE6}"/>
                </a:ext>
              </a:extLst>
            </p:cNvPr>
            <p:cNvSpPr/>
            <p:nvPr/>
          </p:nvSpPr>
          <p:spPr>
            <a:xfrm>
              <a:off x="7050888" y="171790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97" name="Freeform: Shape 696">
              <a:extLst>
                <a:ext uri="{FF2B5EF4-FFF2-40B4-BE49-F238E27FC236}">
                  <a16:creationId xmlns:a16="http://schemas.microsoft.com/office/drawing/2014/main" id="{F8B6464C-B945-B7D8-B498-983CA2446CAA}"/>
                </a:ext>
              </a:extLst>
            </p:cNvPr>
            <p:cNvSpPr/>
            <p:nvPr/>
          </p:nvSpPr>
          <p:spPr>
            <a:xfrm>
              <a:off x="7165144"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98" name="Freeform: Shape 697">
              <a:extLst>
                <a:ext uri="{FF2B5EF4-FFF2-40B4-BE49-F238E27FC236}">
                  <a16:creationId xmlns:a16="http://schemas.microsoft.com/office/drawing/2014/main" id="{562732F8-A7EE-B17E-802D-BDFBC2A75345}"/>
                </a:ext>
              </a:extLst>
            </p:cNvPr>
            <p:cNvSpPr/>
            <p:nvPr/>
          </p:nvSpPr>
          <p:spPr>
            <a:xfrm>
              <a:off x="2366578"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99" name="Freeform: Shape 698">
              <a:extLst>
                <a:ext uri="{FF2B5EF4-FFF2-40B4-BE49-F238E27FC236}">
                  <a16:creationId xmlns:a16="http://schemas.microsoft.com/office/drawing/2014/main" id="{194FFDED-D071-A9DB-695E-B570F6C0A4DC}"/>
                </a:ext>
              </a:extLst>
            </p:cNvPr>
            <p:cNvSpPr/>
            <p:nvPr/>
          </p:nvSpPr>
          <p:spPr>
            <a:xfrm>
              <a:off x="2480790"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00" name="Freeform: Shape 699">
              <a:extLst>
                <a:ext uri="{FF2B5EF4-FFF2-40B4-BE49-F238E27FC236}">
                  <a16:creationId xmlns:a16="http://schemas.microsoft.com/office/drawing/2014/main" id="{95095602-7CA8-6752-D451-2DCE4F0D1FCF}"/>
                </a:ext>
              </a:extLst>
            </p:cNvPr>
            <p:cNvSpPr/>
            <p:nvPr/>
          </p:nvSpPr>
          <p:spPr>
            <a:xfrm>
              <a:off x="2595046"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01" name="Freeform: Shape 700">
              <a:extLst>
                <a:ext uri="{FF2B5EF4-FFF2-40B4-BE49-F238E27FC236}">
                  <a16:creationId xmlns:a16="http://schemas.microsoft.com/office/drawing/2014/main" id="{F5EAD84A-6D75-E86D-6FA8-36DA32AAA2F6}"/>
                </a:ext>
              </a:extLst>
            </p:cNvPr>
            <p:cNvSpPr/>
            <p:nvPr/>
          </p:nvSpPr>
          <p:spPr>
            <a:xfrm>
              <a:off x="2709301"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02" name="Freeform: Shape 701">
              <a:extLst>
                <a:ext uri="{FF2B5EF4-FFF2-40B4-BE49-F238E27FC236}">
                  <a16:creationId xmlns:a16="http://schemas.microsoft.com/office/drawing/2014/main" id="{DDC44374-5255-2D01-2613-6187D47BA007}"/>
                </a:ext>
              </a:extLst>
            </p:cNvPr>
            <p:cNvSpPr/>
            <p:nvPr/>
          </p:nvSpPr>
          <p:spPr>
            <a:xfrm>
              <a:off x="2823557"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03" name="Freeform: Shape 702">
              <a:extLst>
                <a:ext uri="{FF2B5EF4-FFF2-40B4-BE49-F238E27FC236}">
                  <a16:creationId xmlns:a16="http://schemas.microsoft.com/office/drawing/2014/main" id="{2403578D-6C48-49F6-AC3E-38D26FDA83EC}"/>
                </a:ext>
              </a:extLst>
            </p:cNvPr>
            <p:cNvSpPr/>
            <p:nvPr/>
          </p:nvSpPr>
          <p:spPr>
            <a:xfrm>
              <a:off x="2937813"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04" name="Freeform: Shape 703">
              <a:extLst>
                <a:ext uri="{FF2B5EF4-FFF2-40B4-BE49-F238E27FC236}">
                  <a16:creationId xmlns:a16="http://schemas.microsoft.com/office/drawing/2014/main" id="{E5F8C2AB-4E6D-7F41-65F6-4C75F3F29CF3}"/>
                </a:ext>
              </a:extLst>
            </p:cNvPr>
            <p:cNvSpPr/>
            <p:nvPr/>
          </p:nvSpPr>
          <p:spPr>
            <a:xfrm>
              <a:off x="3052069"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05" name="Freeform: Shape 704">
              <a:extLst>
                <a:ext uri="{FF2B5EF4-FFF2-40B4-BE49-F238E27FC236}">
                  <a16:creationId xmlns:a16="http://schemas.microsoft.com/office/drawing/2014/main" id="{99611CED-5801-AD95-42F4-DE62FB8B0547}"/>
                </a:ext>
              </a:extLst>
            </p:cNvPr>
            <p:cNvSpPr/>
            <p:nvPr/>
          </p:nvSpPr>
          <p:spPr>
            <a:xfrm>
              <a:off x="3166325"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06" name="Freeform: Shape 705">
              <a:extLst>
                <a:ext uri="{FF2B5EF4-FFF2-40B4-BE49-F238E27FC236}">
                  <a16:creationId xmlns:a16="http://schemas.microsoft.com/office/drawing/2014/main" id="{142E464E-88C7-9BBF-9FC5-783E9588DFC3}"/>
                </a:ext>
              </a:extLst>
            </p:cNvPr>
            <p:cNvSpPr/>
            <p:nvPr/>
          </p:nvSpPr>
          <p:spPr>
            <a:xfrm>
              <a:off x="3280580"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07" name="Freeform: Shape 706">
              <a:extLst>
                <a:ext uri="{FF2B5EF4-FFF2-40B4-BE49-F238E27FC236}">
                  <a16:creationId xmlns:a16="http://schemas.microsoft.com/office/drawing/2014/main" id="{D2E6AD48-5C10-E712-2BEA-907D028A8F56}"/>
                </a:ext>
              </a:extLst>
            </p:cNvPr>
            <p:cNvSpPr/>
            <p:nvPr/>
          </p:nvSpPr>
          <p:spPr>
            <a:xfrm>
              <a:off x="3394836"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08" name="Freeform: Shape 707">
              <a:extLst>
                <a:ext uri="{FF2B5EF4-FFF2-40B4-BE49-F238E27FC236}">
                  <a16:creationId xmlns:a16="http://schemas.microsoft.com/office/drawing/2014/main" id="{B34AF1D0-892F-1B11-EB29-C508CE6EB24D}"/>
                </a:ext>
              </a:extLst>
            </p:cNvPr>
            <p:cNvSpPr/>
            <p:nvPr/>
          </p:nvSpPr>
          <p:spPr>
            <a:xfrm>
              <a:off x="3509092"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09" name="Freeform: Shape 708">
              <a:extLst>
                <a:ext uri="{FF2B5EF4-FFF2-40B4-BE49-F238E27FC236}">
                  <a16:creationId xmlns:a16="http://schemas.microsoft.com/office/drawing/2014/main" id="{C8460819-A202-28C4-BECB-CD98C87AE5BF}"/>
                </a:ext>
              </a:extLst>
            </p:cNvPr>
            <p:cNvSpPr/>
            <p:nvPr/>
          </p:nvSpPr>
          <p:spPr>
            <a:xfrm>
              <a:off x="3623348"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10" name="Freeform: Shape 709">
              <a:extLst>
                <a:ext uri="{FF2B5EF4-FFF2-40B4-BE49-F238E27FC236}">
                  <a16:creationId xmlns:a16="http://schemas.microsoft.com/office/drawing/2014/main" id="{069BC723-12E3-34F2-7E36-C591C12CCF6C}"/>
                </a:ext>
              </a:extLst>
            </p:cNvPr>
            <p:cNvSpPr/>
            <p:nvPr/>
          </p:nvSpPr>
          <p:spPr>
            <a:xfrm>
              <a:off x="3737603"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11" name="Freeform: Shape 710">
              <a:extLst>
                <a:ext uri="{FF2B5EF4-FFF2-40B4-BE49-F238E27FC236}">
                  <a16:creationId xmlns:a16="http://schemas.microsoft.com/office/drawing/2014/main" id="{0F8E988D-2D63-E91A-A768-E66292C2FBD4}"/>
                </a:ext>
              </a:extLst>
            </p:cNvPr>
            <p:cNvSpPr/>
            <p:nvPr/>
          </p:nvSpPr>
          <p:spPr>
            <a:xfrm>
              <a:off x="3851815"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12" name="Freeform: Shape 711">
              <a:extLst>
                <a:ext uri="{FF2B5EF4-FFF2-40B4-BE49-F238E27FC236}">
                  <a16:creationId xmlns:a16="http://schemas.microsoft.com/office/drawing/2014/main" id="{779605A8-67DF-B385-EE15-24885D3EA14A}"/>
                </a:ext>
              </a:extLst>
            </p:cNvPr>
            <p:cNvSpPr/>
            <p:nvPr/>
          </p:nvSpPr>
          <p:spPr>
            <a:xfrm>
              <a:off x="3966071"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13" name="Freeform: Shape 712">
              <a:extLst>
                <a:ext uri="{FF2B5EF4-FFF2-40B4-BE49-F238E27FC236}">
                  <a16:creationId xmlns:a16="http://schemas.microsoft.com/office/drawing/2014/main" id="{4C123048-3AB5-252C-96D1-FB29EAAF50A0}"/>
                </a:ext>
              </a:extLst>
            </p:cNvPr>
            <p:cNvSpPr/>
            <p:nvPr/>
          </p:nvSpPr>
          <p:spPr>
            <a:xfrm>
              <a:off x="4080327"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14" name="Freeform: Shape 713">
              <a:extLst>
                <a:ext uri="{FF2B5EF4-FFF2-40B4-BE49-F238E27FC236}">
                  <a16:creationId xmlns:a16="http://schemas.microsoft.com/office/drawing/2014/main" id="{A3665A19-9F42-3EBF-F9A4-E7689AB2C0C1}"/>
                </a:ext>
              </a:extLst>
            </p:cNvPr>
            <p:cNvSpPr/>
            <p:nvPr/>
          </p:nvSpPr>
          <p:spPr>
            <a:xfrm>
              <a:off x="4194582"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15" name="Freeform: Shape 714">
              <a:extLst>
                <a:ext uri="{FF2B5EF4-FFF2-40B4-BE49-F238E27FC236}">
                  <a16:creationId xmlns:a16="http://schemas.microsoft.com/office/drawing/2014/main" id="{63D680F7-626D-9588-1E56-63E47E4BE39F}"/>
                </a:ext>
              </a:extLst>
            </p:cNvPr>
            <p:cNvSpPr/>
            <p:nvPr/>
          </p:nvSpPr>
          <p:spPr>
            <a:xfrm>
              <a:off x="4308838"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16" name="Freeform: Shape 715">
              <a:extLst>
                <a:ext uri="{FF2B5EF4-FFF2-40B4-BE49-F238E27FC236}">
                  <a16:creationId xmlns:a16="http://schemas.microsoft.com/office/drawing/2014/main" id="{F32C8D02-B1A1-2ADC-F415-1978A761C754}"/>
                </a:ext>
              </a:extLst>
            </p:cNvPr>
            <p:cNvSpPr/>
            <p:nvPr/>
          </p:nvSpPr>
          <p:spPr>
            <a:xfrm>
              <a:off x="4423094"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17" name="Freeform: Shape 716">
              <a:extLst>
                <a:ext uri="{FF2B5EF4-FFF2-40B4-BE49-F238E27FC236}">
                  <a16:creationId xmlns:a16="http://schemas.microsoft.com/office/drawing/2014/main" id="{FEE42732-81FD-C6CA-56D0-2384CEEEE9C9}"/>
                </a:ext>
              </a:extLst>
            </p:cNvPr>
            <p:cNvSpPr/>
            <p:nvPr/>
          </p:nvSpPr>
          <p:spPr>
            <a:xfrm>
              <a:off x="4537350"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18" name="Freeform: Shape 717">
              <a:extLst>
                <a:ext uri="{FF2B5EF4-FFF2-40B4-BE49-F238E27FC236}">
                  <a16:creationId xmlns:a16="http://schemas.microsoft.com/office/drawing/2014/main" id="{B009A16F-AC11-B103-8620-CC3287BF3F95}"/>
                </a:ext>
              </a:extLst>
            </p:cNvPr>
            <p:cNvSpPr/>
            <p:nvPr/>
          </p:nvSpPr>
          <p:spPr>
            <a:xfrm>
              <a:off x="4651605"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19" name="Freeform: Shape 718">
              <a:extLst>
                <a:ext uri="{FF2B5EF4-FFF2-40B4-BE49-F238E27FC236}">
                  <a16:creationId xmlns:a16="http://schemas.microsoft.com/office/drawing/2014/main" id="{C385A288-3DC2-9E43-DA9C-4A7149B90BED}"/>
                </a:ext>
              </a:extLst>
            </p:cNvPr>
            <p:cNvSpPr/>
            <p:nvPr/>
          </p:nvSpPr>
          <p:spPr>
            <a:xfrm>
              <a:off x="4765861"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20" name="Freeform: Shape 719">
              <a:extLst>
                <a:ext uri="{FF2B5EF4-FFF2-40B4-BE49-F238E27FC236}">
                  <a16:creationId xmlns:a16="http://schemas.microsoft.com/office/drawing/2014/main" id="{005521B9-A636-1A40-8638-B74C02D613A9}"/>
                </a:ext>
              </a:extLst>
            </p:cNvPr>
            <p:cNvSpPr/>
            <p:nvPr/>
          </p:nvSpPr>
          <p:spPr>
            <a:xfrm>
              <a:off x="4880117"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21" name="Freeform: Shape 720">
              <a:extLst>
                <a:ext uri="{FF2B5EF4-FFF2-40B4-BE49-F238E27FC236}">
                  <a16:creationId xmlns:a16="http://schemas.microsoft.com/office/drawing/2014/main" id="{9AC9841F-85D4-77E7-2FF4-62850566B6C9}"/>
                </a:ext>
              </a:extLst>
            </p:cNvPr>
            <p:cNvSpPr/>
            <p:nvPr/>
          </p:nvSpPr>
          <p:spPr>
            <a:xfrm>
              <a:off x="4994373"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22" name="Freeform: Shape 721">
              <a:extLst>
                <a:ext uri="{FF2B5EF4-FFF2-40B4-BE49-F238E27FC236}">
                  <a16:creationId xmlns:a16="http://schemas.microsoft.com/office/drawing/2014/main" id="{FB02440C-E880-926A-AEC3-6EDF20E4450A}"/>
                </a:ext>
              </a:extLst>
            </p:cNvPr>
            <p:cNvSpPr/>
            <p:nvPr/>
          </p:nvSpPr>
          <p:spPr>
            <a:xfrm>
              <a:off x="5108629"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23" name="Freeform: Shape 722">
              <a:extLst>
                <a:ext uri="{FF2B5EF4-FFF2-40B4-BE49-F238E27FC236}">
                  <a16:creationId xmlns:a16="http://schemas.microsoft.com/office/drawing/2014/main" id="{E9C08390-7C1E-31EB-CA99-8C5A83E37BDE}"/>
                </a:ext>
              </a:extLst>
            </p:cNvPr>
            <p:cNvSpPr/>
            <p:nvPr/>
          </p:nvSpPr>
          <p:spPr>
            <a:xfrm>
              <a:off x="5222840"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24" name="Freeform: Shape 723">
              <a:extLst>
                <a:ext uri="{FF2B5EF4-FFF2-40B4-BE49-F238E27FC236}">
                  <a16:creationId xmlns:a16="http://schemas.microsoft.com/office/drawing/2014/main" id="{2941479E-21AA-1A6B-FF08-52D67F5B31C4}"/>
                </a:ext>
              </a:extLst>
            </p:cNvPr>
            <p:cNvSpPr/>
            <p:nvPr/>
          </p:nvSpPr>
          <p:spPr>
            <a:xfrm>
              <a:off x="5337096"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25" name="Freeform: Shape 724">
              <a:extLst>
                <a:ext uri="{FF2B5EF4-FFF2-40B4-BE49-F238E27FC236}">
                  <a16:creationId xmlns:a16="http://schemas.microsoft.com/office/drawing/2014/main" id="{3CC6C677-EA30-4873-20E2-C14D9B7E7207}"/>
                </a:ext>
              </a:extLst>
            </p:cNvPr>
            <p:cNvSpPr/>
            <p:nvPr/>
          </p:nvSpPr>
          <p:spPr>
            <a:xfrm>
              <a:off x="5451352"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26" name="Freeform: Shape 725">
              <a:extLst>
                <a:ext uri="{FF2B5EF4-FFF2-40B4-BE49-F238E27FC236}">
                  <a16:creationId xmlns:a16="http://schemas.microsoft.com/office/drawing/2014/main" id="{EE019772-F445-BFFD-895E-A02521228F70}"/>
                </a:ext>
              </a:extLst>
            </p:cNvPr>
            <p:cNvSpPr/>
            <p:nvPr/>
          </p:nvSpPr>
          <p:spPr>
            <a:xfrm>
              <a:off x="5565608"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27" name="Freeform: Shape 726">
              <a:extLst>
                <a:ext uri="{FF2B5EF4-FFF2-40B4-BE49-F238E27FC236}">
                  <a16:creationId xmlns:a16="http://schemas.microsoft.com/office/drawing/2014/main" id="{BE0FA438-C7CD-D46C-C3DC-7418E03F49F1}"/>
                </a:ext>
              </a:extLst>
            </p:cNvPr>
            <p:cNvSpPr/>
            <p:nvPr/>
          </p:nvSpPr>
          <p:spPr>
            <a:xfrm>
              <a:off x="5679863"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28" name="Freeform: Shape 727">
              <a:extLst>
                <a:ext uri="{FF2B5EF4-FFF2-40B4-BE49-F238E27FC236}">
                  <a16:creationId xmlns:a16="http://schemas.microsoft.com/office/drawing/2014/main" id="{EC6BB22D-7317-3CA0-8EB2-8DA4D0EF3424}"/>
                </a:ext>
              </a:extLst>
            </p:cNvPr>
            <p:cNvSpPr/>
            <p:nvPr/>
          </p:nvSpPr>
          <p:spPr>
            <a:xfrm>
              <a:off x="5794119"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29" name="Freeform: Shape 728">
              <a:extLst>
                <a:ext uri="{FF2B5EF4-FFF2-40B4-BE49-F238E27FC236}">
                  <a16:creationId xmlns:a16="http://schemas.microsoft.com/office/drawing/2014/main" id="{2DF27F3A-824C-2847-98A0-C60CCDFBA22A}"/>
                </a:ext>
              </a:extLst>
            </p:cNvPr>
            <p:cNvSpPr/>
            <p:nvPr/>
          </p:nvSpPr>
          <p:spPr>
            <a:xfrm>
              <a:off x="5908375"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30" name="Freeform: Shape 729">
              <a:extLst>
                <a:ext uri="{FF2B5EF4-FFF2-40B4-BE49-F238E27FC236}">
                  <a16:creationId xmlns:a16="http://schemas.microsoft.com/office/drawing/2014/main" id="{855F84EE-225E-BF60-F56C-7AB2AF932774}"/>
                </a:ext>
              </a:extLst>
            </p:cNvPr>
            <p:cNvSpPr/>
            <p:nvPr/>
          </p:nvSpPr>
          <p:spPr>
            <a:xfrm>
              <a:off x="6022631"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31" name="Freeform: Shape 730">
              <a:extLst>
                <a:ext uri="{FF2B5EF4-FFF2-40B4-BE49-F238E27FC236}">
                  <a16:creationId xmlns:a16="http://schemas.microsoft.com/office/drawing/2014/main" id="{48CA6117-20CB-4D5E-07CE-B59CA19DD146}"/>
                </a:ext>
              </a:extLst>
            </p:cNvPr>
            <p:cNvSpPr/>
            <p:nvPr/>
          </p:nvSpPr>
          <p:spPr>
            <a:xfrm>
              <a:off x="6136886"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32" name="Freeform: Shape 731">
              <a:extLst>
                <a:ext uri="{FF2B5EF4-FFF2-40B4-BE49-F238E27FC236}">
                  <a16:creationId xmlns:a16="http://schemas.microsoft.com/office/drawing/2014/main" id="{321505A1-D0C4-EF5B-B715-6FC64C6FF91C}"/>
                </a:ext>
              </a:extLst>
            </p:cNvPr>
            <p:cNvSpPr/>
            <p:nvPr/>
          </p:nvSpPr>
          <p:spPr>
            <a:xfrm>
              <a:off x="6251142"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33" name="Freeform: Shape 732">
              <a:extLst>
                <a:ext uri="{FF2B5EF4-FFF2-40B4-BE49-F238E27FC236}">
                  <a16:creationId xmlns:a16="http://schemas.microsoft.com/office/drawing/2014/main" id="{8D9C0225-7502-80DC-F605-1409DAC5F67E}"/>
                </a:ext>
              </a:extLst>
            </p:cNvPr>
            <p:cNvSpPr/>
            <p:nvPr/>
          </p:nvSpPr>
          <p:spPr>
            <a:xfrm>
              <a:off x="6365398"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34" name="Freeform: Shape 733">
              <a:extLst>
                <a:ext uri="{FF2B5EF4-FFF2-40B4-BE49-F238E27FC236}">
                  <a16:creationId xmlns:a16="http://schemas.microsoft.com/office/drawing/2014/main" id="{68817DD3-C2A2-8C94-949A-36F48280A450}"/>
                </a:ext>
              </a:extLst>
            </p:cNvPr>
            <p:cNvSpPr/>
            <p:nvPr/>
          </p:nvSpPr>
          <p:spPr>
            <a:xfrm>
              <a:off x="6479610"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35" name="Freeform: Shape 734">
              <a:extLst>
                <a:ext uri="{FF2B5EF4-FFF2-40B4-BE49-F238E27FC236}">
                  <a16:creationId xmlns:a16="http://schemas.microsoft.com/office/drawing/2014/main" id="{894B3509-2E93-96A3-D526-072CFA6FAEF7}"/>
                </a:ext>
              </a:extLst>
            </p:cNvPr>
            <p:cNvSpPr/>
            <p:nvPr/>
          </p:nvSpPr>
          <p:spPr>
            <a:xfrm>
              <a:off x="6593865"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36" name="Freeform: Shape 735">
              <a:extLst>
                <a:ext uri="{FF2B5EF4-FFF2-40B4-BE49-F238E27FC236}">
                  <a16:creationId xmlns:a16="http://schemas.microsoft.com/office/drawing/2014/main" id="{D95A6242-B34D-A5B0-7FD3-83CCBA8B2663}"/>
                </a:ext>
              </a:extLst>
            </p:cNvPr>
            <p:cNvSpPr/>
            <p:nvPr/>
          </p:nvSpPr>
          <p:spPr>
            <a:xfrm>
              <a:off x="6708121" y="183216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37" name="Freeform: Shape 736">
              <a:extLst>
                <a:ext uri="{FF2B5EF4-FFF2-40B4-BE49-F238E27FC236}">
                  <a16:creationId xmlns:a16="http://schemas.microsoft.com/office/drawing/2014/main" id="{7CD185F9-9B5E-A566-EAA0-46EDF3C9450B}"/>
                </a:ext>
              </a:extLst>
            </p:cNvPr>
            <p:cNvSpPr/>
            <p:nvPr/>
          </p:nvSpPr>
          <p:spPr>
            <a:xfrm>
              <a:off x="6822377"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38" name="Freeform: Shape 737">
              <a:extLst>
                <a:ext uri="{FF2B5EF4-FFF2-40B4-BE49-F238E27FC236}">
                  <a16:creationId xmlns:a16="http://schemas.microsoft.com/office/drawing/2014/main" id="{07958219-5984-E636-25D9-E100F015B2DB}"/>
                </a:ext>
              </a:extLst>
            </p:cNvPr>
            <p:cNvSpPr/>
            <p:nvPr/>
          </p:nvSpPr>
          <p:spPr>
            <a:xfrm>
              <a:off x="6936633"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39" name="Freeform: Shape 738">
              <a:extLst>
                <a:ext uri="{FF2B5EF4-FFF2-40B4-BE49-F238E27FC236}">
                  <a16:creationId xmlns:a16="http://schemas.microsoft.com/office/drawing/2014/main" id="{AC7B3649-5430-E147-3B33-727C4F6AAAAA}"/>
                </a:ext>
              </a:extLst>
            </p:cNvPr>
            <p:cNvSpPr/>
            <p:nvPr/>
          </p:nvSpPr>
          <p:spPr>
            <a:xfrm>
              <a:off x="7050888" y="183216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40" name="Freeform: Shape 739">
              <a:extLst>
                <a:ext uri="{FF2B5EF4-FFF2-40B4-BE49-F238E27FC236}">
                  <a16:creationId xmlns:a16="http://schemas.microsoft.com/office/drawing/2014/main" id="{4D6BCBAC-A6B5-DEF3-66E7-D2DD45A56A42}"/>
                </a:ext>
              </a:extLst>
            </p:cNvPr>
            <p:cNvSpPr/>
            <p:nvPr/>
          </p:nvSpPr>
          <p:spPr>
            <a:xfrm>
              <a:off x="7165144"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41" name="Freeform: Shape 740">
              <a:extLst>
                <a:ext uri="{FF2B5EF4-FFF2-40B4-BE49-F238E27FC236}">
                  <a16:creationId xmlns:a16="http://schemas.microsoft.com/office/drawing/2014/main" id="{E32BA38B-3F79-8AF1-73F9-2AFC4546CD8C}"/>
                </a:ext>
              </a:extLst>
            </p:cNvPr>
            <p:cNvSpPr/>
            <p:nvPr/>
          </p:nvSpPr>
          <p:spPr>
            <a:xfrm>
              <a:off x="2366578"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42" name="Freeform: Shape 741">
              <a:extLst>
                <a:ext uri="{FF2B5EF4-FFF2-40B4-BE49-F238E27FC236}">
                  <a16:creationId xmlns:a16="http://schemas.microsoft.com/office/drawing/2014/main" id="{E55DE30B-FE6D-574C-0D08-3B2B54ABC383}"/>
                </a:ext>
              </a:extLst>
            </p:cNvPr>
            <p:cNvSpPr/>
            <p:nvPr/>
          </p:nvSpPr>
          <p:spPr>
            <a:xfrm>
              <a:off x="2480790"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43" name="Freeform: Shape 742">
              <a:extLst>
                <a:ext uri="{FF2B5EF4-FFF2-40B4-BE49-F238E27FC236}">
                  <a16:creationId xmlns:a16="http://schemas.microsoft.com/office/drawing/2014/main" id="{C287178A-1BBF-00EC-DC33-F79D81927927}"/>
                </a:ext>
              </a:extLst>
            </p:cNvPr>
            <p:cNvSpPr/>
            <p:nvPr/>
          </p:nvSpPr>
          <p:spPr>
            <a:xfrm>
              <a:off x="2595046"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44" name="Freeform: Shape 743">
              <a:extLst>
                <a:ext uri="{FF2B5EF4-FFF2-40B4-BE49-F238E27FC236}">
                  <a16:creationId xmlns:a16="http://schemas.microsoft.com/office/drawing/2014/main" id="{518C7AC0-3752-4364-6077-249EB7C2693A}"/>
                </a:ext>
              </a:extLst>
            </p:cNvPr>
            <p:cNvSpPr/>
            <p:nvPr/>
          </p:nvSpPr>
          <p:spPr>
            <a:xfrm>
              <a:off x="2709301"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45" name="Freeform: Shape 744">
              <a:extLst>
                <a:ext uri="{FF2B5EF4-FFF2-40B4-BE49-F238E27FC236}">
                  <a16:creationId xmlns:a16="http://schemas.microsoft.com/office/drawing/2014/main" id="{B54E3536-4E81-B958-BD8C-833A1EA95C0C}"/>
                </a:ext>
              </a:extLst>
            </p:cNvPr>
            <p:cNvSpPr/>
            <p:nvPr/>
          </p:nvSpPr>
          <p:spPr>
            <a:xfrm>
              <a:off x="2823557"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46" name="Freeform: Shape 745">
              <a:extLst>
                <a:ext uri="{FF2B5EF4-FFF2-40B4-BE49-F238E27FC236}">
                  <a16:creationId xmlns:a16="http://schemas.microsoft.com/office/drawing/2014/main" id="{FB57E72A-2D74-3240-5FC9-8AEA7FA13DD8}"/>
                </a:ext>
              </a:extLst>
            </p:cNvPr>
            <p:cNvSpPr/>
            <p:nvPr/>
          </p:nvSpPr>
          <p:spPr>
            <a:xfrm>
              <a:off x="2937813"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47" name="Freeform: Shape 746">
              <a:extLst>
                <a:ext uri="{FF2B5EF4-FFF2-40B4-BE49-F238E27FC236}">
                  <a16:creationId xmlns:a16="http://schemas.microsoft.com/office/drawing/2014/main" id="{3B8BB1CF-48F6-579D-B8AD-85483C53AA62}"/>
                </a:ext>
              </a:extLst>
            </p:cNvPr>
            <p:cNvSpPr/>
            <p:nvPr/>
          </p:nvSpPr>
          <p:spPr>
            <a:xfrm>
              <a:off x="3052069"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48" name="Freeform: Shape 747">
              <a:extLst>
                <a:ext uri="{FF2B5EF4-FFF2-40B4-BE49-F238E27FC236}">
                  <a16:creationId xmlns:a16="http://schemas.microsoft.com/office/drawing/2014/main" id="{5042D1F5-3ADB-0312-5FE3-9148991D5074}"/>
                </a:ext>
              </a:extLst>
            </p:cNvPr>
            <p:cNvSpPr/>
            <p:nvPr/>
          </p:nvSpPr>
          <p:spPr>
            <a:xfrm>
              <a:off x="3166325"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49" name="Freeform: Shape 748">
              <a:extLst>
                <a:ext uri="{FF2B5EF4-FFF2-40B4-BE49-F238E27FC236}">
                  <a16:creationId xmlns:a16="http://schemas.microsoft.com/office/drawing/2014/main" id="{9937427E-11C2-B27C-1A3D-B1E901A03250}"/>
                </a:ext>
              </a:extLst>
            </p:cNvPr>
            <p:cNvSpPr/>
            <p:nvPr/>
          </p:nvSpPr>
          <p:spPr>
            <a:xfrm>
              <a:off x="3280580"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50" name="Freeform: Shape 749">
              <a:extLst>
                <a:ext uri="{FF2B5EF4-FFF2-40B4-BE49-F238E27FC236}">
                  <a16:creationId xmlns:a16="http://schemas.microsoft.com/office/drawing/2014/main" id="{CA82F0FC-8A9F-CB14-5DDB-0779D4C17380}"/>
                </a:ext>
              </a:extLst>
            </p:cNvPr>
            <p:cNvSpPr/>
            <p:nvPr/>
          </p:nvSpPr>
          <p:spPr>
            <a:xfrm>
              <a:off x="3394836"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51" name="Freeform: Shape 750">
              <a:extLst>
                <a:ext uri="{FF2B5EF4-FFF2-40B4-BE49-F238E27FC236}">
                  <a16:creationId xmlns:a16="http://schemas.microsoft.com/office/drawing/2014/main" id="{2D23B7F3-596E-6EEC-B1D4-DE7CA32B7180}"/>
                </a:ext>
              </a:extLst>
            </p:cNvPr>
            <p:cNvSpPr/>
            <p:nvPr/>
          </p:nvSpPr>
          <p:spPr>
            <a:xfrm>
              <a:off x="3509092"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52" name="Freeform: Shape 751">
              <a:extLst>
                <a:ext uri="{FF2B5EF4-FFF2-40B4-BE49-F238E27FC236}">
                  <a16:creationId xmlns:a16="http://schemas.microsoft.com/office/drawing/2014/main" id="{8D5505FF-DED0-484A-D664-89E44417CDF6}"/>
                </a:ext>
              </a:extLst>
            </p:cNvPr>
            <p:cNvSpPr/>
            <p:nvPr/>
          </p:nvSpPr>
          <p:spPr>
            <a:xfrm>
              <a:off x="3623348"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53" name="Freeform: Shape 752">
              <a:extLst>
                <a:ext uri="{FF2B5EF4-FFF2-40B4-BE49-F238E27FC236}">
                  <a16:creationId xmlns:a16="http://schemas.microsoft.com/office/drawing/2014/main" id="{2D0E7FDF-1316-CA7F-EF2E-BFF8D0AAE1DC}"/>
                </a:ext>
              </a:extLst>
            </p:cNvPr>
            <p:cNvSpPr/>
            <p:nvPr/>
          </p:nvSpPr>
          <p:spPr>
            <a:xfrm>
              <a:off x="3737603"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54" name="Freeform: Shape 753">
              <a:extLst>
                <a:ext uri="{FF2B5EF4-FFF2-40B4-BE49-F238E27FC236}">
                  <a16:creationId xmlns:a16="http://schemas.microsoft.com/office/drawing/2014/main" id="{1F11389A-D93B-D909-2FA3-C3C107BA409D}"/>
                </a:ext>
              </a:extLst>
            </p:cNvPr>
            <p:cNvSpPr/>
            <p:nvPr/>
          </p:nvSpPr>
          <p:spPr>
            <a:xfrm>
              <a:off x="3851815"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55" name="Freeform: Shape 754">
              <a:extLst>
                <a:ext uri="{FF2B5EF4-FFF2-40B4-BE49-F238E27FC236}">
                  <a16:creationId xmlns:a16="http://schemas.microsoft.com/office/drawing/2014/main" id="{DCBFEB76-0624-141F-F63F-673DD3664923}"/>
                </a:ext>
              </a:extLst>
            </p:cNvPr>
            <p:cNvSpPr/>
            <p:nvPr/>
          </p:nvSpPr>
          <p:spPr>
            <a:xfrm>
              <a:off x="3966071"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56" name="Freeform: Shape 755">
              <a:extLst>
                <a:ext uri="{FF2B5EF4-FFF2-40B4-BE49-F238E27FC236}">
                  <a16:creationId xmlns:a16="http://schemas.microsoft.com/office/drawing/2014/main" id="{B9FAD56B-66BF-AF43-0F5A-56BA9C9E4354}"/>
                </a:ext>
              </a:extLst>
            </p:cNvPr>
            <p:cNvSpPr/>
            <p:nvPr/>
          </p:nvSpPr>
          <p:spPr>
            <a:xfrm>
              <a:off x="4080327"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57" name="Freeform: Shape 756">
              <a:extLst>
                <a:ext uri="{FF2B5EF4-FFF2-40B4-BE49-F238E27FC236}">
                  <a16:creationId xmlns:a16="http://schemas.microsoft.com/office/drawing/2014/main" id="{1D395FBF-C534-D96B-E47A-D14F76DE60C5}"/>
                </a:ext>
              </a:extLst>
            </p:cNvPr>
            <p:cNvSpPr/>
            <p:nvPr/>
          </p:nvSpPr>
          <p:spPr>
            <a:xfrm>
              <a:off x="4194582"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58" name="Freeform: Shape 757">
              <a:extLst>
                <a:ext uri="{FF2B5EF4-FFF2-40B4-BE49-F238E27FC236}">
                  <a16:creationId xmlns:a16="http://schemas.microsoft.com/office/drawing/2014/main" id="{3CC66797-5066-2448-3F6A-7C055FB6CBE8}"/>
                </a:ext>
              </a:extLst>
            </p:cNvPr>
            <p:cNvSpPr/>
            <p:nvPr/>
          </p:nvSpPr>
          <p:spPr>
            <a:xfrm>
              <a:off x="4308838"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59" name="Freeform: Shape 758">
              <a:extLst>
                <a:ext uri="{FF2B5EF4-FFF2-40B4-BE49-F238E27FC236}">
                  <a16:creationId xmlns:a16="http://schemas.microsoft.com/office/drawing/2014/main" id="{CCC2ECDC-2777-9DE5-018A-0AB0C30A42E0}"/>
                </a:ext>
              </a:extLst>
            </p:cNvPr>
            <p:cNvSpPr/>
            <p:nvPr/>
          </p:nvSpPr>
          <p:spPr>
            <a:xfrm>
              <a:off x="4423094"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60" name="Freeform: Shape 759">
              <a:extLst>
                <a:ext uri="{FF2B5EF4-FFF2-40B4-BE49-F238E27FC236}">
                  <a16:creationId xmlns:a16="http://schemas.microsoft.com/office/drawing/2014/main" id="{E0FBBFC0-4D37-3B06-F42D-0FDA85DDDE70}"/>
                </a:ext>
              </a:extLst>
            </p:cNvPr>
            <p:cNvSpPr/>
            <p:nvPr/>
          </p:nvSpPr>
          <p:spPr>
            <a:xfrm>
              <a:off x="4537350"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61" name="Freeform: Shape 760">
              <a:extLst>
                <a:ext uri="{FF2B5EF4-FFF2-40B4-BE49-F238E27FC236}">
                  <a16:creationId xmlns:a16="http://schemas.microsoft.com/office/drawing/2014/main" id="{968D3438-648C-A6F2-9687-C34741B0B0D7}"/>
                </a:ext>
              </a:extLst>
            </p:cNvPr>
            <p:cNvSpPr/>
            <p:nvPr/>
          </p:nvSpPr>
          <p:spPr>
            <a:xfrm>
              <a:off x="4651605"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62" name="Freeform: Shape 761">
              <a:extLst>
                <a:ext uri="{FF2B5EF4-FFF2-40B4-BE49-F238E27FC236}">
                  <a16:creationId xmlns:a16="http://schemas.microsoft.com/office/drawing/2014/main" id="{85C38F40-9896-C51A-D420-6E0B4A60E205}"/>
                </a:ext>
              </a:extLst>
            </p:cNvPr>
            <p:cNvSpPr/>
            <p:nvPr/>
          </p:nvSpPr>
          <p:spPr>
            <a:xfrm>
              <a:off x="4765861"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63" name="Freeform: Shape 762">
              <a:extLst>
                <a:ext uri="{FF2B5EF4-FFF2-40B4-BE49-F238E27FC236}">
                  <a16:creationId xmlns:a16="http://schemas.microsoft.com/office/drawing/2014/main" id="{6335C604-738A-E769-787B-FB6203637F3B}"/>
                </a:ext>
              </a:extLst>
            </p:cNvPr>
            <p:cNvSpPr/>
            <p:nvPr/>
          </p:nvSpPr>
          <p:spPr>
            <a:xfrm>
              <a:off x="4880117"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64" name="Freeform: Shape 763">
              <a:extLst>
                <a:ext uri="{FF2B5EF4-FFF2-40B4-BE49-F238E27FC236}">
                  <a16:creationId xmlns:a16="http://schemas.microsoft.com/office/drawing/2014/main" id="{171CB175-E4A8-3666-7610-0443866DA1D7}"/>
                </a:ext>
              </a:extLst>
            </p:cNvPr>
            <p:cNvSpPr/>
            <p:nvPr/>
          </p:nvSpPr>
          <p:spPr>
            <a:xfrm>
              <a:off x="4994373"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65" name="Freeform: Shape 764">
              <a:extLst>
                <a:ext uri="{FF2B5EF4-FFF2-40B4-BE49-F238E27FC236}">
                  <a16:creationId xmlns:a16="http://schemas.microsoft.com/office/drawing/2014/main" id="{83F05001-562D-F3A3-E5D5-DB4209737E3C}"/>
                </a:ext>
              </a:extLst>
            </p:cNvPr>
            <p:cNvSpPr/>
            <p:nvPr/>
          </p:nvSpPr>
          <p:spPr>
            <a:xfrm>
              <a:off x="5108629"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66" name="Freeform: Shape 765">
              <a:extLst>
                <a:ext uri="{FF2B5EF4-FFF2-40B4-BE49-F238E27FC236}">
                  <a16:creationId xmlns:a16="http://schemas.microsoft.com/office/drawing/2014/main" id="{D59AA660-8077-B51A-5141-2776086F2936}"/>
                </a:ext>
              </a:extLst>
            </p:cNvPr>
            <p:cNvSpPr/>
            <p:nvPr/>
          </p:nvSpPr>
          <p:spPr>
            <a:xfrm>
              <a:off x="5222840"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67" name="Freeform: Shape 766">
              <a:extLst>
                <a:ext uri="{FF2B5EF4-FFF2-40B4-BE49-F238E27FC236}">
                  <a16:creationId xmlns:a16="http://schemas.microsoft.com/office/drawing/2014/main" id="{63EAFCCC-512C-7B36-6D4F-D7851693E263}"/>
                </a:ext>
              </a:extLst>
            </p:cNvPr>
            <p:cNvSpPr/>
            <p:nvPr/>
          </p:nvSpPr>
          <p:spPr>
            <a:xfrm>
              <a:off x="5337096"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68" name="Freeform: Shape 767">
              <a:extLst>
                <a:ext uri="{FF2B5EF4-FFF2-40B4-BE49-F238E27FC236}">
                  <a16:creationId xmlns:a16="http://schemas.microsoft.com/office/drawing/2014/main" id="{1A5B087E-3D8F-80D2-E826-8F66EA291652}"/>
                </a:ext>
              </a:extLst>
            </p:cNvPr>
            <p:cNvSpPr/>
            <p:nvPr/>
          </p:nvSpPr>
          <p:spPr>
            <a:xfrm>
              <a:off x="5451352"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69" name="Freeform: Shape 768">
              <a:extLst>
                <a:ext uri="{FF2B5EF4-FFF2-40B4-BE49-F238E27FC236}">
                  <a16:creationId xmlns:a16="http://schemas.microsoft.com/office/drawing/2014/main" id="{26910130-FAEC-078C-D929-1F865E20611A}"/>
                </a:ext>
              </a:extLst>
            </p:cNvPr>
            <p:cNvSpPr/>
            <p:nvPr/>
          </p:nvSpPr>
          <p:spPr>
            <a:xfrm>
              <a:off x="5565608"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70" name="Freeform: Shape 769">
              <a:extLst>
                <a:ext uri="{FF2B5EF4-FFF2-40B4-BE49-F238E27FC236}">
                  <a16:creationId xmlns:a16="http://schemas.microsoft.com/office/drawing/2014/main" id="{0C3EF7E4-8987-F916-A642-E6A104FC25E7}"/>
                </a:ext>
              </a:extLst>
            </p:cNvPr>
            <p:cNvSpPr/>
            <p:nvPr/>
          </p:nvSpPr>
          <p:spPr>
            <a:xfrm>
              <a:off x="5679863"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71" name="Freeform: Shape 770">
              <a:extLst>
                <a:ext uri="{FF2B5EF4-FFF2-40B4-BE49-F238E27FC236}">
                  <a16:creationId xmlns:a16="http://schemas.microsoft.com/office/drawing/2014/main" id="{9C0AFE63-20AB-559B-F5DD-BEF00CF70A57}"/>
                </a:ext>
              </a:extLst>
            </p:cNvPr>
            <p:cNvSpPr/>
            <p:nvPr/>
          </p:nvSpPr>
          <p:spPr>
            <a:xfrm>
              <a:off x="5794119"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72" name="Freeform: Shape 771">
              <a:extLst>
                <a:ext uri="{FF2B5EF4-FFF2-40B4-BE49-F238E27FC236}">
                  <a16:creationId xmlns:a16="http://schemas.microsoft.com/office/drawing/2014/main" id="{9AC112EC-1C42-F867-2DF3-608341CE6651}"/>
                </a:ext>
              </a:extLst>
            </p:cNvPr>
            <p:cNvSpPr/>
            <p:nvPr/>
          </p:nvSpPr>
          <p:spPr>
            <a:xfrm>
              <a:off x="5908375"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73" name="Freeform: Shape 772">
              <a:extLst>
                <a:ext uri="{FF2B5EF4-FFF2-40B4-BE49-F238E27FC236}">
                  <a16:creationId xmlns:a16="http://schemas.microsoft.com/office/drawing/2014/main" id="{B5176AB9-F542-AD29-6F9A-41B174375024}"/>
                </a:ext>
              </a:extLst>
            </p:cNvPr>
            <p:cNvSpPr/>
            <p:nvPr/>
          </p:nvSpPr>
          <p:spPr>
            <a:xfrm>
              <a:off x="6022631"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74" name="Freeform: Shape 773">
              <a:extLst>
                <a:ext uri="{FF2B5EF4-FFF2-40B4-BE49-F238E27FC236}">
                  <a16:creationId xmlns:a16="http://schemas.microsoft.com/office/drawing/2014/main" id="{40E2EC1C-2337-325C-F8CD-E0FDF9A69DFC}"/>
                </a:ext>
              </a:extLst>
            </p:cNvPr>
            <p:cNvSpPr/>
            <p:nvPr/>
          </p:nvSpPr>
          <p:spPr>
            <a:xfrm>
              <a:off x="6136886"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75" name="Freeform: Shape 774">
              <a:extLst>
                <a:ext uri="{FF2B5EF4-FFF2-40B4-BE49-F238E27FC236}">
                  <a16:creationId xmlns:a16="http://schemas.microsoft.com/office/drawing/2014/main" id="{7D59C270-8668-985B-79C8-EBFD5EB4135C}"/>
                </a:ext>
              </a:extLst>
            </p:cNvPr>
            <p:cNvSpPr/>
            <p:nvPr/>
          </p:nvSpPr>
          <p:spPr>
            <a:xfrm>
              <a:off x="6251142"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76" name="Freeform: Shape 775">
              <a:extLst>
                <a:ext uri="{FF2B5EF4-FFF2-40B4-BE49-F238E27FC236}">
                  <a16:creationId xmlns:a16="http://schemas.microsoft.com/office/drawing/2014/main" id="{295550BD-8870-E222-897B-748A1263E48A}"/>
                </a:ext>
              </a:extLst>
            </p:cNvPr>
            <p:cNvSpPr/>
            <p:nvPr/>
          </p:nvSpPr>
          <p:spPr>
            <a:xfrm>
              <a:off x="6365398"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77" name="Freeform: Shape 776">
              <a:extLst>
                <a:ext uri="{FF2B5EF4-FFF2-40B4-BE49-F238E27FC236}">
                  <a16:creationId xmlns:a16="http://schemas.microsoft.com/office/drawing/2014/main" id="{CF286D63-7794-273F-AA57-DFBC259C4B0B}"/>
                </a:ext>
              </a:extLst>
            </p:cNvPr>
            <p:cNvSpPr/>
            <p:nvPr/>
          </p:nvSpPr>
          <p:spPr>
            <a:xfrm>
              <a:off x="6479610"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78" name="Freeform: Shape 777">
              <a:extLst>
                <a:ext uri="{FF2B5EF4-FFF2-40B4-BE49-F238E27FC236}">
                  <a16:creationId xmlns:a16="http://schemas.microsoft.com/office/drawing/2014/main" id="{A76F76D1-CEBD-3334-BC98-FC4877915436}"/>
                </a:ext>
              </a:extLst>
            </p:cNvPr>
            <p:cNvSpPr/>
            <p:nvPr/>
          </p:nvSpPr>
          <p:spPr>
            <a:xfrm>
              <a:off x="6593865"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79" name="Freeform: Shape 778">
              <a:extLst>
                <a:ext uri="{FF2B5EF4-FFF2-40B4-BE49-F238E27FC236}">
                  <a16:creationId xmlns:a16="http://schemas.microsoft.com/office/drawing/2014/main" id="{05D4BDF5-48C0-1D58-5F92-8D69A52FBE79}"/>
                </a:ext>
              </a:extLst>
            </p:cNvPr>
            <p:cNvSpPr/>
            <p:nvPr/>
          </p:nvSpPr>
          <p:spPr>
            <a:xfrm>
              <a:off x="6708121" y="194641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80" name="Freeform: Shape 779">
              <a:extLst>
                <a:ext uri="{FF2B5EF4-FFF2-40B4-BE49-F238E27FC236}">
                  <a16:creationId xmlns:a16="http://schemas.microsoft.com/office/drawing/2014/main" id="{7D52DBB3-90B7-DFC1-9628-CB67C4546015}"/>
                </a:ext>
              </a:extLst>
            </p:cNvPr>
            <p:cNvSpPr/>
            <p:nvPr/>
          </p:nvSpPr>
          <p:spPr>
            <a:xfrm>
              <a:off x="6822377"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81" name="Freeform: Shape 780">
              <a:extLst>
                <a:ext uri="{FF2B5EF4-FFF2-40B4-BE49-F238E27FC236}">
                  <a16:creationId xmlns:a16="http://schemas.microsoft.com/office/drawing/2014/main" id="{2B5F7D35-6CE6-91D7-D828-D50AC12D845F}"/>
                </a:ext>
              </a:extLst>
            </p:cNvPr>
            <p:cNvSpPr/>
            <p:nvPr/>
          </p:nvSpPr>
          <p:spPr>
            <a:xfrm>
              <a:off x="6936633"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82" name="Freeform: Shape 781">
              <a:extLst>
                <a:ext uri="{FF2B5EF4-FFF2-40B4-BE49-F238E27FC236}">
                  <a16:creationId xmlns:a16="http://schemas.microsoft.com/office/drawing/2014/main" id="{9E556466-75E6-009F-29D1-09BE8AD47BED}"/>
                </a:ext>
              </a:extLst>
            </p:cNvPr>
            <p:cNvSpPr/>
            <p:nvPr/>
          </p:nvSpPr>
          <p:spPr>
            <a:xfrm>
              <a:off x="7050888" y="194641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83" name="Freeform: Shape 782">
              <a:extLst>
                <a:ext uri="{FF2B5EF4-FFF2-40B4-BE49-F238E27FC236}">
                  <a16:creationId xmlns:a16="http://schemas.microsoft.com/office/drawing/2014/main" id="{B16C2701-0FE1-7A5C-6D3D-6AF4666C1880}"/>
                </a:ext>
              </a:extLst>
            </p:cNvPr>
            <p:cNvSpPr/>
            <p:nvPr/>
          </p:nvSpPr>
          <p:spPr>
            <a:xfrm>
              <a:off x="7165144"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84" name="Freeform: Shape 783">
              <a:extLst>
                <a:ext uri="{FF2B5EF4-FFF2-40B4-BE49-F238E27FC236}">
                  <a16:creationId xmlns:a16="http://schemas.microsoft.com/office/drawing/2014/main" id="{9DED7E53-D56A-BDC8-233B-D486E0CC518B}"/>
                </a:ext>
              </a:extLst>
            </p:cNvPr>
            <p:cNvSpPr/>
            <p:nvPr/>
          </p:nvSpPr>
          <p:spPr>
            <a:xfrm>
              <a:off x="2366578"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85" name="Freeform: Shape 784">
              <a:extLst>
                <a:ext uri="{FF2B5EF4-FFF2-40B4-BE49-F238E27FC236}">
                  <a16:creationId xmlns:a16="http://schemas.microsoft.com/office/drawing/2014/main" id="{5C48E86E-41FF-D81E-02B1-53521BAD0916}"/>
                </a:ext>
              </a:extLst>
            </p:cNvPr>
            <p:cNvSpPr/>
            <p:nvPr/>
          </p:nvSpPr>
          <p:spPr>
            <a:xfrm>
              <a:off x="2480790"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86" name="Freeform: Shape 785">
              <a:extLst>
                <a:ext uri="{FF2B5EF4-FFF2-40B4-BE49-F238E27FC236}">
                  <a16:creationId xmlns:a16="http://schemas.microsoft.com/office/drawing/2014/main" id="{B9FF08CA-B31C-F738-4B1C-49D34074B026}"/>
                </a:ext>
              </a:extLst>
            </p:cNvPr>
            <p:cNvSpPr/>
            <p:nvPr/>
          </p:nvSpPr>
          <p:spPr>
            <a:xfrm>
              <a:off x="2595046"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87" name="Freeform: Shape 786">
              <a:extLst>
                <a:ext uri="{FF2B5EF4-FFF2-40B4-BE49-F238E27FC236}">
                  <a16:creationId xmlns:a16="http://schemas.microsoft.com/office/drawing/2014/main" id="{092D6E4A-AC85-3E9B-8A28-A36BCF5EB593}"/>
                </a:ext>
              </a:extLst>
            </p:cNvPr>
            <p:cNvSpPr/>
            <p:nvPr/>
          </p:nvSpPr>
          <p:spPr>
            <a:xfrm>
              <a:off x="2709301"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88" name="Freeform: Shape 787">
              <a:extLst>
                <a:ext uri="{FF2B5EF4-FFF2-40B4-BE49-F238E27FC236}">
                  <a16:creationId xmlns:a16="http://schemas.microsoft.com/office/drawing/2014/main" id="{3220C970-F75D-973B-A399-C74B3CB7A389}"/>
                </a:ext>
              </a:extLst>
            </p:cNvPr>
            <p:cNvSpPr/>
            <p:nvPr/>
          </p:nvSpPr>
          <p:spPr>
            <a:xfrm>
              <a:off x="2823557"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89" name="Freeform: Shape 788">
              <a:extLst>
                <a:ext uri="{FF2B5EF4-FFF2-40B4-BE49-F238E27FC236}">
                  <a16:creationId xmlns:a16="http://schemas.microsoft.com/office/drawing/2014/main" id="{5C08CEE3-DBAD-2B76-2D9D-CFDB328B344D}"/>
                </a:ext>
              </a:extLst>
            </p:cNvPr>
            <p:cNvSpPr/>
            <p:nvPr/>
          </p:nvSpPr>
          <p:spPr>
            <a:xfrm>
              <a:off x="2937813"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90" name="Freeform: Shape 789">
              <a:extLst>
                <a:ext uri="{FF2B5EF4-FFF2-40B4-BE49-F238E27FC236}">
                  <a16:creationId xmlns:a16="http://schemas.microsoft.com/office/drawing/2014/main" id="{A4F2DAC2-9936-2938-336E-2832A4DD4A61}"/>
                </a:ext>
              </a:extLst>
            </p:cNvPr>
            <p:cNvSpPr/>
            <p:nvPr/>
          </p:nvSpPr>
          <p:spPr>
            <a:xfrm>
              <a:off x="3052069"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91" name="Freeform: Shape 790">
              <a:extLst>
                <a:ext uri="{FF2B5EF4-FFF2-40B4-BE49-F238E27FC236}">
                  <a16:creationId xmlns:a16="http://schemas.microsoft.com/office/drawing/2014/main" id="{3CCD3B7D-F1A1-CE27-33D0-2D60205ED285}"/>
                </a:ext>
              </a:extLst>
            </p:cNvPr>
            <p:cNvSpPr/>
            <p:nvPr/>
          </p:nvSpPr>
          <p:spPr>
            <a:xfrm>
              <a:off x="3166325"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92" name="Freeform: Shape 791">
              <a:extLst>
                <a:ext uri="{FF2B5EF4-FFF2-40B4-BE49-F238E27FC236}">
                  <a16:creationId xmlns:a16="http://schemas.microsoft.com/office/drawing/2014/main" id="{FABE87A7-FCD0-FEB1-3AEE-99815E64E843}"/>
                </a:ext>
              </a:extLst>
            </p:cNvPr>
            <p:cNvSpPr/>
            <p:nvPr/>
          </p:nvSpPr>
          <p:spPr>
            <a:xfrm>
              <a:off x="3280580"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93" name="Freeform: Shape 792">
              <a:extLst>
                <a:ext uri="{FF2B5EF4-FFF2-40B4-BE49-F238E27FC236}">
                  <a16:creationId xmlns:a16="http://schemas.microsoft.com/office/drawing/2014/main" id="{12E34B46-6723-BA54-0A1B-CB755EFBF7E4}"/>
                </a:ext>
              </a:extLst>
            </p:cNvPr>
            <p:cNvSpPr/>
            <p:nvPr/>
          </p:nvSpPr>
          <p:spPr>
            <a:xfrm>
              <a:off x="3394836"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94" name="Freeform: Shape 793">
              <a:extLst>
                <a:ext uri="{FF2B5EF4-FFF2-40B4-BE49-F238E27FC236}">
                  <a16:creationId xmlns:a16="http://schemas.microsoft.com/office/drawing/2014/main" id="{DC457931-AABE-0A79-813D-6E9AEA107FF9}"/>
                </a:ext>
              </a:extLst>
            </p:cNvPr>
            <p:cNvSpPr/>
            <p:nvPr/>
          </p:nvSpPr>
          <p:spPr>
            <a:xfrm>
              <a:off x="3509092"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95" name="Freeform: Shape 794">
              <a:extLst>
                <a:ext uri="{FF2B5EF4-FFF2-40B4-BE49-F238E27FC236}">
                  <a16:creationId xmlns:a16="http://schemas.microsoft.com/office/drawing/2014/main" id="{76CC8FE6-57E2-F576-719B-8E9015F8C761}"/>
                </a:ext>
              </a:extLst>
            </p:cNvPr>
            <p:cNvSpPr/>
            <p:nvPr/>
          </p:nvSpPr>
          <p:spPr>
            <a:xfrm>
              <a:off x="3623348"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96" name="Freeform: Shape 795">
              <a:extLst>
                <a:ext uri="{FF2B5EF4-FFF2-40B4-BE49-F238E27FC236}">
                  <a16:creationId xmlns:a16="http://schemas.microsoft.com/office/drawing/2014/main" id="{35D36026-4A13-825C-70DF-9E55482A5971}"/>
                </a:ext>
              </a:extLst>
            </p:cNvPr>
            <p:cNvSpPr/>
            <p:nvPr/>
          </p:nvSpPr>
          <p:spPr>
            <a:xfrm>
              <a:off x="3737603"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97" name="Freeform: Shape 796">
              <a:extLst>
                <a:ext uri="{FF2B5EF4-FFF2-40B4-BE49-F238E27FC236}">
                  <a16:creationId xmlns:a16="http://schemas.microsoft.com/office/drawing/2014/main" id="{3AB5F5E1-7956-CCEB-A33C-DA749DE7A3B0}"/>
                </a:ext>
              </a:extLst>
            </p:cNvPr>
            <p:cNvSpPr/>
            <p:nvPr/>
          </p:nvSpPr>
          <p:spPr>
            <a:xfrm>
              <a:off x="3851815"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98" name="Freeform: Shape 797">
              <a:extLst>
                <a:ext uri="{FF2B5EF4-FFF2-40B4-BE49-F238E27FC236}">
                  <a16:creationId xmlns:a16="http://schemas.microsoft.com/office/drawing/2014/main" id="{14143AF5-8D02-11B5-0FE6-FF89F07D9309}"/>
                </a:ext>
              </a:extLst>
            </p:cNvPr>
            <p:cNvSpPr/>
            <p:nvPr/>
          </p:nvSpPr>
          <p:spPr>
            <a:xfrm>
              <a:off x="3966071"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99" name="Freeform: Shape 798">
              <a:extLst>
                <a:ext uri="{FF2B5EF4-FFF2-40B4-BE49-F238E27FC236}">
                  <a16:creationId xmlns:a16="http://schemas.microsoft.com/office/drawing/2014/main" id="{E7888E1C-3DC1-4566-FD24-337731B51249}"/>
                </a:ext>
              </a:extLst>
            </p:cNvPr>
            <p:cNvSpPr/>
            <p:nvPr/>
          </p:nvSpPr>
          <p:spPr>
            <a:xfrm>
              <a:off x="4080327"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00" name="Freeform: Shape 799">
              <a:extLst>
                <a:ext uri="{FF2B5EF4-FFF2-40B4-BE49-F238E27FC236}">
                  <a16:creationId xmlns:a16="http://schemas.microsoft.com/office/drawing/2014/main" id="{8374A502-EC0B-BE55-80E6-1CB806E08767}"/>
                </a:ext>
              </a:extLst>
            </p:cNvPr>
            <p:cNvSpPr/>
            <p:nvPr/>
          </p:nvSpPr>
          <p:spPr>
            <a:xfrm>
              <a:off x="4194582"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01" name="Freeform: Shape 800">
              <a:extLst>
                <a:ext uri="{FF2B5EF4-FFF2-40B4-BE49-F238E27FC236}">
                  <a16:creationId xmlns:a16="http://schemas.microsoft.com/office/drawing/2014/main" id="{B9E6C641-0583-6A28-B61F-9380D7C7ABC6}"/>
                </a:ext>
              </a:extLst>
            </p:cNvPr>
            <p:cNvSpPr/>
            <p:nvPr/>
          </p:nvSpPr>
          <p:spPr>
            <a:xfrm>
              <a:off x="4308838"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02" name="Freeform: Shape 801">
              <a:extLst>
                <a:ext uri="{FF2B5EF4-FFF2-40B4-BE49-F238E27FC236}">
                  <a16:creationId xmlns:a16="http://schemas.microsoft.com/office/drawing/2014/main" id="{77A622E3-5FBC-9CF0-34C3-136BBF20431E}"/>
                </a:ext>
              </a:extLst>
            </p:cNvPr>
            <p:cNvSpPr/>
            <p:nvPr/>
          </p:nvSpPr>
          <p:spPr>
            <a:xfrm>
              <a:off x="4423094"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03" name="Freeform: Shape 802">
              <a:extLst>
                <a:ext uri="{FF2B5EF4-FFF2-40B4-BE49-F238E27FC236}">
                  <a16:creationId xmlns:a16="http://schemas.microsoft.com/office/drawing/2014/main" id="{9383D5B6-9B2C-DEFD-5501-4164AE0558ED}"/>
                </a:ext>
              </a:extLst>
            </p:cNvPr>
            <p:cNvSpPr/>
            <p:nvPr/>
          </p:nvSpPr>
          <p:spPr>
            <a:xfrm>
              <a:off x="4537350"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04" name="Freeform: Shape 803">
              <a:extLst>
                <a:ext uri="{FF2B5EF4-FFF2-40B4-BE49-F238E27FC236}">
                  <a16:creationId xmlns:a16="http://schemas.microsoft.com/office/drawing/2014/main" id="{0771E5A8-44A5-0A6D-982E-906B417113B0}"/>
                </a:ext>
              </a:extLst>
            </p:cNvPr>
            <p:cNvSpPr/>
            <p:nvPr/>
          </p:nvSpPr>
          <p:spPr>
            <a:xfrm>
              <a:off x="4651605"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05" name="Freeform: Shape 804">
              <a:extLst>
                <a:ext uri="{FF2B5EF4-FFF2-40B4-BE49-F238E27FC236}">
                  <a16:creationId xmlns:a16="http://schemas.microsoft.com/office/drawing/2014/main" id="{B4E7BF58-3BA6-4763-9ED9-917AFCC50A16}"/>
                </a:ext>
              </a:extLst>
            </p:cNvPr>
            <p:cNvSpPr/>
            <p:nvPr/>
          </p:nvSpPr>
          <p:spPr>
            <a:xfrm>
              <a:off x="4765861"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06" name="Freeform: Shape 805">
              <a:extLst>
                <a:ext uri="{FF2B5EF4-FFF2-40B4-BE49-F238E27FC236}">
                  <a16:creationId xmlns:a16="http://schemas.microsoft.com/office/drawing/2014/main" id="{12707A3A-C847-0709-AF07-866CB1186010}"/>
                </a:ext>
              </a:extLst>
            </p:cNvPr>
            <p:cNvSpPr/>
            <p:nvPr/>
          </p:nvSpPr>
          <p:spPr>
            <a:xfrm>
              <a:off x="4880117"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07" name="Freeform: Shape 806">
              <a:extLst>
                <a:ext uri="{FF2B5EF4-FFF2-40B4-BE49-F238E27FC236}">
                  <a16:creationId xmlns:a16="http://schemas.microsoft.com/office/drawing/2014/main" id="{F0C8BDA0-C724-1C7D-63A3-4D7CDA4A48C9}"/>
                </a:ext>
              </a:extLst>
            </p:cNvPr>
            <p:cNvSpPr/>
            <p:nvPr/>
          </p:nvSpPr>
          <p:spPr>
            <a:xfrm>
              <a:off x="4994373"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08" name="Freeform: Shape 807">
              <a:extLst>
                <a:ext uri="{FF2B5EF4-FFF2-40B4-BE49-F238E27FC236}">
                  <a16:creationId xmlns:a16="http://schemas.microsoft.com/office/drawing/2014/main" id="{9D032732-915B-149B-7CD2-C4AF1B0FC44F}"/>
                </a:ext>
              </a:extLst>
            </p:cNvPr>
            <p:cNvSpPr/>
            <p:nvPr/>
          </p:nvSpPr>
          <p:spPr>
            <a:xfrm>
              <a:off x="5108629"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09" name="Freeform: Shape 808">
              <a:extLst>
                <a:ext uri="{FF2B5EF4-FFF2-40B4-BE49-F238E27FC236}">
                  <a16:creationId xmlns:a16="http://schemas.microsoft.com/office/drawing/2014/main" id="{9823844D-974B-0D89-5525-0D2C96EBAD5E}"/>
                </a:ext>
              </a:extLst>
            </p:cNvPr>
            <p:cNvSpPr/>
            <p:nvPr/>
          </p:nvSpPr>
          <p:spPr>
            <a:xfrm>
              <a:off x="5222840"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10" name="Freeform: Shape 809">
              <a:extLst>
                <a:ext uri="{FF2B5EF4-FFF2-40B4-BE49-F238E27FC236}">
                  <a16:creationId xmlns:a16="http://schemas.microsoft.com/office/drawing/2014/main" id="{36912A95-F36E-ECAE-4D3F-2280F177B22D}"/>
                </a:ext>
              </a:extLst>
            </p:cNvPr>
            <p:cNvSpPr/>
            <p:nvPr/>
          </p:nvSpPr>
          <p:spPr>
            <a:xfrm>
              <a:off x="5337096"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11" name="Freeform: Shape 810">
              <a:extLst>
                <a:ext uri="{FF2B5EF4-FFF2-40B4-BE49-F238E27FC236}">
                  <a16:creationId xmlns:a16="http://schemas.microsoft.com/office/drawing/2014/main" id="{7E50B090-63B5-C6BC-6847-6464172FB40F}"/>
                </a:ext>
              </a:extLst>
            </p:cNvPr>
            <p:cNvSpPr/>
            <p:nvPr/>
          </p:nvSpPr>
          <p:spPr>
            <a:xfrm>
              <a:off x="5451352"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12" name="Freeform: Shape 811">
              <a:extLst>
                <a:ext uri="{FF2B5EF4-FFF2-40B4-BE49-F238E27FC236}">
                  <a16:creationId xmlns:a16="http://schemas.microsoft.com/office/drawing/2014/main" id="{7E816E7D-9882-8884-80D5-8F58E6AC0CC3}"/>
                </a:ext>
              </a:extLst>
            </p:cNvPr>
            <p:cNvSpPr/>
            <p:nvPr/>
          </p:nvSpPr>
          <p:spPr>
            <a:xfrm>
              <a:off x="5565608"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13" name="Freeform: Shape 812">
              <a:extLst>
                <a:ext uri="{FF2B5EF4-FFF2-40B4-BE49-F238E27FC236}">
                  <a16:creationId xmlns:a16="http://schemas.microsoft.com/office/drawing/2014/main" id="{E4AD84A2-E388-68A9-FFF8-F8172800574D}"/>
                </a:ext>
              </a:extLst>
            </p:cNvPr>
            <p:cNvSpPr/>
            <p:nvPr/>
          </p:nvSpPr>
          <p:spPr>
            <a:xfrm>
              <a:off x="5679863"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14" name="Freeform: Shape 813">
              <a:extLst>
                <a:ext uri="{FF2B5EF4-FFF2-40B4-BE49-F238E27FC236}">
                  <a16:creationId xmlns:a16="http://schemas.microsoft.com/office/drawing/2014/main" id="{3858FCA0-9284-33D6-B0BF-DC0F396E46B7}"/>
                </a:ext>
              </a:extLst>
            </p:cNvPr>
            <p:cNvSpPr/>
            <p:nvPr/>
          </p:nvSpPr>
          <p:spPr>
            <a:xfrm>
              <a:off x="5794119"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15" name="Freeform: Shape 814">
              <a:extLst>
                <a:ext uri="{FF2B5EF4-FFF2-40B4-BE49-F238E27FC236}">
                  <a16:creationId xmlns:a16="http://schemas.microsoft.com/office/drawing/2014/main" id="{A4B7319D-C0EB-E7E5-758D-C54F08B459A9}"/>
                </a:ext>
              </a:extLst>
            </p:cNvPr>
            <p:cNvSpPr/>
            <p:nvPr/>
          </p:nvSpPr>
          <p:spPr>
            <a:xfrm>
              <a:off x="5908375"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16" name="Freeform: Shape 815">
              <a:extLst>
                <a:ext uri="{FF2B5EF4-FFF2-40B4-BE49-F238E27FC236}">
                  <a16:creationId xmlns:a16="http://schemas.microsoft.com/office/drawing/2014/main" id="{FBF28403-5740-17AD-03F2-1A0795E22982}"/>
                </a:ext>
              </a:extLst>
            </p:cNvPr>
            <p:cNvSpPr/>
            <p:nvPr/>
          </p:nvSpPr>
          <p:spPr>
            <a:xfrm>
              <a:off x="6022631"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17" name="Freeform: Shape 816">
              <a:extLst>
                <a:ext uri="{FF2B5EF4-FFF2-40B4-BE49-F238E27FC236}">
                  <a16:creationId xmlns:a16="http://schemas.microsoft.com/office/drawing/2014/main" id="{4D085EE8-7C1F-0168-2F8A-13677882D101}"/>
                </a:ext>
              </a:extLst>
            </p:cNvPr>
            <p:cNvSpPr/>
            <p:nvPr/>
          </p:nvSpPr>
          <p:spPr>
            <a:xfrm>
              <a:off x="6136886"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18" name="Freeform: Shape 817">
              <a:extLst>
                <a:ext uri="{FF2B5EF4-FFF2-40B4-BE49-F238E27FC236}">
                  <a16:creationId xmlns:a16="http://schemas.microsoft.com/office/drawing/2014/main" id="{195DEDFE-8FB2-0308-9284-A4E439B36AC8}"/>
                </a:ext>
              </a:extLst>
            </p:cNvPr>
            <p:cNvSpPr/>
            <p:nvPr/>
          </p:nvSpPr>
          <p:spPr>
            <a:xfrm>
              <a:off x="6251142"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19" name="Freeform: Shape 818">
              <a:extLst>
                <a:ext uri="{FF2B5EF4-FFF2-40B4-BE49-F238E27FC236}">
                  <a16:creationId xmlns:a16="http://schemas.microsoft.com/office/drawing/2014/main" id="{2671788F-CC46-36AA-FAD3-E0BF63520984}"/>
                </a:ext>
              </a:extLst>
            </p:cNvPr>
            <p:cNvSpPr/>
            <p:nvPr/>
          </p:nvSpPr>
          <p:spPr>
            <a:xfrm>
              <a:off x="6365398"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20" name="Freeform: Shape 819">
              <a:extLst>
                <a:ext uri="{FF2B5EF4-FFF2-40B4-BE49-F238E27FC236}">
                  <a16:creationId xmlns:a16="http://schemas.microsoft.com/office/drawing/2014/main" id="{76D87398-FD79-1016-105D-B94226EE8FC4}"/>
                </a:ext>
              </a:extLst>
            </p:cNvPr>
            <p:cNvSpPr/>
            <p:nvPr/>
          </p:nvSpPr>
          <p:spPr>
            <a:xfrm>
              <a:off x="6479610"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21" name="Freeform: Shape 820">
              <a:extLst>
                <a:ext uri="{FF2B5EF4-FFF2-40B4-BE49-F238E27FC236}">
                  <a16:creationId xmlns:a16="http://schemas.microsoft.com/office/drawing/2014/main" id="{1A4CC53C-AC48-9A06-47F3-2134DF31E543}"/>
                </a:ext>
              </a:extLst>
            </p:cNvPr>
            <p:cNvSpPr/>
            <p:nvPr/>
          </p:nvSpPr>
          <p:spPr>
            <a:xfrm>
              <a:off x="6593865"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22" name="Freeform: Shape 821">
              <a:extLst>
                <a:ext uri="{FF2B5EF4-FFF2-40B4-BE49-F238E27FC236}">
                  <a16:creationId xmlns:a16="http://schemas.microsoft.com/office/drawing/2014/main" id="{59BDFB6D-4747-F2C8-35F8-DBD47C3D98D7}"/>
                </a:ext>
              </a:extLst>
            </p:cNvPr>
            <p:cNvSpPr/>
            <p:nvPr/>
          </p:nvSpPr>
          <p:spPr>
            <a:xfrm>
              <a:off x="6708121" y="206067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23" name="Freeform: Shape 822">
              <a:extLst>
                <a:ext uri="{FF2B5EF4-FFF2-40B4-BE49-F238E27FC236}">
                  <a16:creationId xmlns:a16="http://schemas.microsoft.com/office/drawing/2014/main" id="{0DE3DF39-EDB4-B29D-0210-31EA45931BAC}"/>
                </a:ext>
              </a:extLst>
            </p:cNvPr>
            <p:cNvSpPr/>
            <p:nvPr/>
          </p:nvSpPr>
          <p:spPr>
            <a:xfrm>
              <a:off x="6822377"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24" name="Freeform: Shape 823">
              <a:extLst>
                <a:ext uri="{FF2B5EF4-FFF2-40B4-BE49-F238E27FC236}">
                  <a16:creationId xmlns:a16="http://schemas.microsoft.com/office/drawing/2014/main" id="{BB1B3016-6F40-DAA5-2683-717A9F38F71B}"/>
                </a:ext>
              </a:extLst>
            </p:cNvPr>
            <p:cNvSpPr/>
            <p:nvPr/>
          </p:nvSpPr>
          <p:spPr>
            <a:xfrm>
              <a:off x="6936633"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25" name="Freeform: Shape 824">
              <a:extLst>
                <a:ext uri="{FF2B5EF4-FFF2-40B4-BE49-F238E27FC236}">
                  <a16:creationId xmlns:a16="http://schemas.microsoft.com/office/drawing/2014/main" id="{D1B77EBC-795D-CAB3-8144-92BB377B279D}"/>
                </a:ext>
              </a:extLst>
            </p:cNvPr>
            <p:cNvSpPr/>
            <p:nvPr/>
          </p:nvSpPr>
          <p:spPr>
            <a:xfrm>
              <a:off x="7050888" y="206067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26" name="Freeform: Shape 825">
              <a:extLst>
                <a:ext uri="{FF2B5EF4-FFF2-40B4-BE49-F238E27FC236}">
                  <a16:creationId xmlns:a16="http://schemas.microsoft.com/office/drawing/2014/main" id="{913DEE7B-3DE6-B9BD-D18A-A30B96FC6ECC}"/>
                </a:ext>
              </a:extLst>
            </p:cNvPr>
            <p:cNvSpPr/>
            <p:nvPr/>
          </p:nvSpPr>
          <p:spPr>
            <a:xfrm>
              <a:off x="7165144"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27" name="Freeform: Shape 826">
              <a:extLst>
                <a:ext uri="{FF2B5EF4-FFF2-40B4-BE49-F238E27FC236}">
                  <a16:creationId xmlns:a16="http://schemas.microsoft.com/office/drawing/2014/main" id="{27BBC27C-81EE-DB14-0F62-622D111AE6EB}"/>
                </a:ext>
              </a:extLst>
            </p:cNvPr>
            <p:cNvSpPr/>
            <p:nvPr/>
          </p:nvSpPr>
          <p:spPr>
            <a:xfrm>
              <a:off x="2366578"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28" name="Freeform: Shape 827">
              <a:extLst>
                <a:ext uri="{FF2B5EF4-FFF2-40B4-BE49-F238E27FC236}">
                  <a16:creationId xmlns:a16="http://schemas.microsoft.com/office/drawing/2014/main" id="{F6C243C1-55B6-ACAE-C033-847CCD8F841D}"/>
                </a:ext>
              </a:extLst>
            </p:cNvPr>
            <p:cNvSpPr/>
            <p:nvPr/>
          </p:nvSpPr>
          <p:spPr>
            <a:xfrm>
              <a:off x="2480790"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29" name="Freeform: Shape 828">
              <a:extLst>
                <a:ext uri="{FF2B5EF4-FFF2-40B4-BE49-F238E27FC236}">
                  <a16:creationId xmlns:a16="http://schemas.microsoft.com/office/drawing/2014/main" id="{6CCD787C-124E-5E6C-AA24-93034CDA464A}"/>
                </a:ext>
              </a:extLst>
            </p:cNvPr>
            <p:cNvSpPr/>
            <p:nvPr/>
          </p:nvSpPr>
          <p:spPr>
            <a:xfrm>
              <a:off x="2595046"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30" name="Freeform: Shape 829">
              <a:extLst>
                <a:ext uri="{FF2B5EF4-FFF2-40B4-BE49-F238E27FC236}">
                  <a16:creationId xmlns:a16="http://schemas.microsoft.com/office/drawing/2014/main" id="{419A2B5D-F34E-96AE-5C2C-9FE6A181EF1E}"/>
                </a:ext>
              </a:extLst>
            </p:cNvPr>
            <p:cNvSpPr/>
            <p:nvPr/>
          </p:nvSpPr>
          <p:spPr>
            <a:xfrm>
              <a:off x="2709301"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31" name="Freeform: Shape 830">
              <a:extLst>
                <a:ext uri="{FF2B5EF4-FFF2-40B4-BE49-F238E27FC236}">
                  <a16:creationId xmlns:a16="http://schemas.microsoft.com/office/drawing/2014/main" id="{62817F28-DCC8-5DF0-428A-250614FF82BB}"/>
                </a:ext>
              </a:extLst>
            </p:cNvPr>
            <p:cNvSpPr/>
            <p:nvPr/>
          </p:nvSpPr>
          <p:spPr>
            <a:xfrm>
              <a:off x="2823557"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32" name="Freeform: Shape 831">
              <a:extLst>
                <a:ext uri="{FF2B5EF4-FFF2-40B4-BE49-F238E27FC236}">
                  <a16:creationId xmlns:a16="http://schemas.microsoft.com/office/drawing/2014/main" id="{4926EA94-E1EA-1949-2981-FA4F73AC1848}"/>
                </a:ext>
              </a:extLst>
            </p:cNvPr>
            <p:cNvSpPr/>
            <p:nvPr/>
          </p:nvSpPr>
          <p:spPr>
            <a:xfrm>
              <a:off x="2937813"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33" name="Freeform: Shape 832">
              <a:extLst>
                <a:ext uri="{FF2B5EF4-FFF2-40B4-BE49-F238E27FC236}">
                  <a16:creationId xmlns:a16="http://schemas.microsoft.com/office/drawing/2014/main" id="{87A32DF3-BE43-5BBA-F349-CB70A093A4BE}"/>
                </a:ext>
              </a:extLst>
            </p:cNvPr>
            <p:cNvSpPr/>
            <p:nvPr/>
          </p:nvSpPr>
          <p:spPr>
            <a:xfrm>
              <a:off x="3052069"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34" name="Freeform: Shape 833">
              <a:extLst>
                <a:ext uri="{FF2B5EF4-FFF2-40B4-BE49-F238E27FC236}">
                  <a16:creationId xmlns:a16="http://schemas.microsoft.com/office/drawing/2014/main" id="{DD9E6862-A236-5AC0-F1F0-4660588E4BF9}"/>
                </a:ext>
              </a:extLst>
            </p:cNvPr>
            <p:cNvSpPr/>
            <p:nvPr/>
          </p:nvSpPr>
          <p:spPr>
            <a:xfrm>
              <a:off x="3166325"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35" name="Freeform: Shape 834">
              <a:extLst>
                <a:ext uri="{FF2B5EF4-FFF2-40B4-BE49-F238E27FC236}">
                  <a16:creationId xmlns:a16="http://schemas.microsoft.com/office/drawing/2014/main" id="{B7D37503-E692-2483-CD6C-6E04C0680146}"/>
                </a:ext>
              </a:extLst>
            </p:cNvPr>
            <p:cNvSpPr/>
            <p:nvPr/>
          </p:nvSpPr>
          <p:spPr>
            <a:xfrm>
              <a:off x="3280580"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36" name="Freeform: Shape 835">
              <a:extLst>
                <a:ext uri="{FF2B5EF4-FFF2-40B4-BE49-F238E27FC236}">
                  <a16:creationId xmlns:a16="http://schemas.microsoft.com/office/drawing/2014/main" id="{7AB7C083-90BE-91C9-7728-21BBCC3F5927}"/>
                </a:ext>
              </a:extLst>
            </p:cNvPr>
            <p:cNvSpPr/>
            <p:nvPr/>
          </p:nvSpPr>
          <p:spPr>
            <a:xfrm>
              <a:off x="3394836"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37" name="Freeform: Shape 836">
              <a:extLst>
                <a:ext uri="{FF2B5EF4-FFF2-40B4-BE49-F238E27FC236}">
                  <a16:creationId xmlns:a16="http://schemas.microsoft.com/office/drawing/2014/main" id="{F10E117A-5426-E9D1-ACB3-F48BA87957E0}"/>
                </a:ext>
              </a:extLst>
            </p:cNvPr>
            <p:cNvSpPr/>
            <p:nvPr/>
          </p:nvSpPr>
          <p:spPr>
            <a:xfrm>
              <a:off x="3509092"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38" name="Freeform: Shape 837">
              <a:extLst>
                <a:ext uri="{FF2B5EF4-FFF2-40B4-BE49-F238E27FC236}">
                  <a16:creationId xmlns:a16="http://schemas.microsoft.com/office/drawing/2014/main" id="{3389FDBC-761C-5F87-4060-89E5E5CE7430}"/>
                </a:ext>
              </a:extLst>
            </p:cNvPr>
            <p:cNvSpPr/>
            <p:nvPr/>
          </p:nvSpPr>
          <p:spPr>
            <a:xfrm>
              <a:off x="3623348"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39" name="Freeform: Shape 838">
              <a:extLst>
                <a:ext uri="{FF2B5EF4-FFF2-40B4-BE49-F238E27FC236}">
                  <a16:creationId xmlns:a16="http://schemas.microsoft.com/office/drawing/2014/main" id="{6981C0CD-DD5F-BF98-10D1-384C3A6D2605}"/>
                </a:ext>
              </a:extLst>
            </p:cNvPr>
            <p:cNvSpPr/>
            <p:nvPr/>
          </p:nvSpPr>
          <p:spPr>
            <a:xfrm>
              <a:off x="3737603"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40" name="Freeform: Shape 839">
              <a:extLst>
                <a:ext uri="{FF2B5EF4-FFF2-40B4-BE49-F238E27FC236}">
                  <a16:creationId xmlns:a16="http://schemas.microsoft.com/office/drawing/2014/main" id="{12C28935-2EC4-3B75-1708-6A42545D45B8}"/>
                </a:ext>
              </a:extLst>
            </p:cNvPr>
            <p:cNvSpPr/>
            <p:nvPr/>
          </p:nvSpPr>
          <p:spPr>
            <a:xfrm>
              <a:off x="3851815"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41" name="Freeform: Shape 840">
              <a:extLst>
                <a:ext uri="{FF2B5EF4-FFF2-40B4-BE49-F238E27FC236}">
                  <a16:creationId xmlns:a16="http://schemas.microsoft.com/office/drawing/2014/main" id="{696DC98B-527D-4F00-4609-5F36564AEE99}"/>
                </a:ext>
              </a:extLst>
            </p:cNvPr>
            <p:cNvSpPr/>
            <p:nvPr/>
          </p:nvSpPr>
          <p:spPr>
            <a:xfrm>
              <a:off x="3966071"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42" name="Freeform: Shape 841">
              <a:extLst>
                <a:ext uri="{FF2B5EF4-FFF2-40B4-BE49-F238E27FC236}">
                  <a16:creationId xmlns:a16="http://schemas.microsoft.com/office/drawing/2014/main" id="{3C01D34A-96A5-39F9-C93B-42BC1A87DD73}"/>
                </a:ext>
              </a:extLst>
            </p:cNvPr>
            <p:cNvSpPr/>
            <p:nvPr/>
          </p:nvSpPr>
          <p:spPr>
            <a:xfrm>
              <a:off x="4080327"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43" name="Freeform: Shape 842">
              <a:extLst>
                <a:ext uri="{FF2B5EF4-FFF2-40B4-BE49-F238E27FC236}">
                  <a16:creationId xmlns:a16="http://schemas.microsoft.com/office/drawing/2014/main" id="{3EE31B99-ED5E-F9E2-A229-A73B3802A430}"/>
                </a:ext>
              </a:extLst>
            </p:cNvPr>
            <p:cNvSpPr/>
            <p:nvPr/>
          </p:nvSpPr>
          <p:spPr>
            <a:xfrm>
              <a:off x="4194582"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44" name="Freeform: Shape 843">
              <a:extLst>
                <a:ext uri="{FF2B5EF4-FFF2-40B4-BE49-F238E27FC236}">
                  <a16:creationId xmlns:a16="http://schemas.microsoft.com/office/drawing/2014/main" id="{1B5A3DD9-9558-CBDC-40C2-356BBD1CE665}"/>
                </a:ext>
              </a:extLst>
            </p:cNvPr>
            <p:cNvSpPr/>
            <p:nvPr/>
          </p:nvSpPr>
          <p:spPr>
            <a:xfrm>
              <a:off x="4308838"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45" name="Freeform: Shape 844">
              <a:extLst>
                <a:ext uri="{FF2B5EF4-FFF2-40B4-BE49-F238E27FC236}">
                  <a16:creationId xmlns:a16="http://schemas.microsoft.com/office/drawing/2014/main" id="{820467B3-7159-E5CF-9E85-9A5030A6FD2E}"/>
                </a:ext>
              </a:extLst>
            </p:cNvPr>
            <p:cNvSpPr/>
            <p:nvPr/>
          </p:nvSpPr>
          <p:spPr>
            <a:xfrm>
              <a:off x="4423094"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46" name="Freeform: Shape 845">
              <a:extLst>
                <a:ext uri="{FF2B5EF4-FFF2-40B4-BE49-F238E27FC236}">
                  <a16:creationId xmlns:a16="http://schemas.microsoft.com/office/drawing/2014/main" id="{0FB2145A-587F-1320-17AE-5FAF465A51A2}"/>
                </a:ext>
              </a:extLst>
            </p:cNvPr>
            <p:cNvSpPr/>
            <p:nvPr/>
          </p:nvSpPr>
          <p:spPr>
            <a:xfrm>
              <a:off x="4537350"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47" name="Freeform: Shape 846">
              <a:extLst>
                <a:ext uri="{FF2B5EF4-FFF2-40B4-BE49-F238E27FC236}">
                  <a16:creationId xmlns:a16="http://schemas.microsoft.com/office/drawing/2014/main" id="{16DA0D5B-1142-B4D1-5728-46B388BCB92F}"/>
                </a:ext>
              </a:extLst>
            </p:cNvPr>
            <p:cNvSpPr/>
            <p:nvPr/>
          </p:nvSpPr>
          <p:spPr>
            <a:xfrm>
              <a:off x="4651605"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48" name="Freeform: Shape 847">
              <a:extLst>
                <a:ext uri="{FF2B5EF4-FFF2-40B4-BE49-F238E27FC236}">
                  <a16:creationId xmlns:a16="http://schemas.microsoft.com/office/drawing/2014/main" id="{44F3162D-B482-F9DE-E8F6-5A4C395874F8}"/>
                </a:ext>
              </a:extLst>
            </p:cNvPr>
            <p:cNvSpPr/>
            <p:nvPr/>
          </p:nvSpPr>
          <p:spPr>
            <a:xfrm>
              <a:off x="4765861"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49" name="Freeform: Shape 848">
              <a:extLst>
                <a:ext uri="{FF2B5EF4-FFF2-40B4-BE49-F238E27FC236}">
                  <a16:creationId xmlns:a16="http://schemas.microsoft.com/office/drawing/2014/main" id="{D1472EE5-49D6-F030-A73C-8723BAAD3F59}"/>
                </a:ext>
              </a:extLst>
            </p:cNvPr>
            <p:cNvSpPr/>
            <p:nvPr/>
          </p:nvSpPr>
          <p:spPr>
            <a:xfrm>
              <a:off x="4880117"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50" name="Freeform: Shape 849">
              <a:extLst>
                <a:ext uri="{FF2B5EF4-FFF2-40B4-BE49-F238E27FC236}">
                  <a16:creationId xmlns:a16="http://schemas.microsoft.com/office/drawing/2014/main" id="{36A4C0F7-7C69-8802-66EE-30F4840561E9}"/>
                </a:ext>
              </a:extLst>
            </p:cNvPr>
            <p:cNvSpPr/>
            <p:nvPr/>
          </p:nvSpPr>
          <p:spPr>
            <a:xfrm>
              <a:off x="4994373"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51" name="Freeform: Shape 850">
              <a:extLst>
                <a:ext uri="{FF2B5EF4-FFF2-40B4-BE49-F238E27FC236}">
                  <a16:creationId xmlns:a16="http://schemas.microsoft.com/office/drawing/2014/main" id="{0E9BAD43-BD67-7328-0B45-BB8C9FB7459C}"/>
                </a:ext>
              </a:extLst>
            </p:cNvPr>
            <p:cNvSpPr/>
            <p:nvPr/>
          </p:nvSpPr>
          <p:spPr>
            <a:xfrm>
              <a:off x="5108629"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52" name="Freeform: Shape 851">
              <a:extLst>
                <a:ext uri="{FF2B5EF4-FFF2-40B4-BE49-F238E27FC236}">
                  <a16:creationId xmlns:a16="http://schemas.microsoft.com/office/drawing/2014/main" id="{6671F044-F95A-BEA8-10D4-17EB14975C5D}"/>
                </a:ext>
              </a:extLst>
            </p:cNvPr>
            <p:cNvSpPr/>
            <p:nvPr/>
          </p:nvSpPr>
          <p:spPr>
            <a:xfrm>
              <a:off x="5222840"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53" name="Freeform: Shape 852">
              <a:extLst>
                <a:ext uri="{FF2B5EF4-FFF2-40B4-BE49-F238E27FC236}">
                  <a16:creationId xmlns:a16="http://schemas.microsoft.com/office/drawing/2014/main" id="{F53202CB-1178-878D-FE8A-124DFF93548A}"/>
                </a:ext>
              </a:extLst>
            </p:cNvPr>
            <p:cNvSpPr/>
            <p:nvPr/>
          </p:nvSpPr>
          <p:spPr>
            <a:xfrm>
              <a:off x="5337096"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54" name="Freeform: Shape 853">
              <a:extLst>
                <a:ext uri="{FF2B5EF4-FFF2-40B4-BE49-F238E27FC236}">
                  <a16:creationId xmlns:a16="http://schemas.microsoft.com/office/drawing/2014/main" id="{327E79CC-B8F1-23D2-4D7E-5A37616E79E7}"/>
                </a:ext>
              </a:extLst>
            </p:cNvPr>
            <p:cNvSpPr/>
            <p:nvPr/>
          </p:nvSpPr>
          <p:spPr>
            <a:xfrm>
              <a:off x="5451352"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55" name="Freeform: Shape 854">
              <a:extLst>
                <a:ext uri="{FF2B5EF4-FFF2-40B4-BE49-F238E27FC236}">
                  <a16:creationId xmlns:a16="http://schemas.microsoft.com/office/drawing/2014/main" id="{C22FAC31-AFC8-A74E-2D2F-635959717CA2}"/>
                </a:ext>
              </a:extLst>
            </p:cNvPr>
            <p:cNvSpPr/>
            <p:nvPr/>
          </p:nvSpPr>
          <p:spPr>
            <a:xfrm>
              <a:off x="5565608"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56" name="Freeform: Shape 855">
              <a:extLst>
                <a:ext uri="{FF2B5EF4-FFF2-40B4-BE49-F238E27FC236}">
                  <a16:creationId xmlns:a16="http://schemas.microsoft.com/office/drawing/2014/main" id="{BA504BB9-1C85-5694-E766-900B609892EB}"/>
                </a:ext>
              </a:extLst>
            </p:cNvPr>
            <p:cNvSpPr/>
            <p:nvPr/>
          </p:nvSpPr>
          <p:spPr>
            <a:xfrm>
              <a:off x="5679863"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57" name="Freeform: Shape 856">
              <a:extLst>
                <a:ext uri="{FF2B5EF4-FFF2-40B4-BE49-F238E27FC236}">
                  <a16:creationId xmlns:a16="http://schemas.microsoft.com/office/drawing/2014/main" id="{A4EE6B8C-FF6D-05AB-2D7A-1A9036D7A7F5}"/>
                </a:ext>
              </a:extLst>
            </p:cNvPr>
            <p:cNvSpPr/>
            <p:nvPr/>
          </p:nvSpPr>
          <p:spPr>
            <a:xfrm>
              <a:off x="5794119"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58" name="Freeform: Shape 857">
              <a:extLst>
                <a:ext uri="{FF2B5EF4-FFF2-40B4-BE49-F238E27FC236}">
                  <a16:creationId xmlns:a16="http://schemas.microsoft.com/office/drawing/2014/main" id="{034F067D-2CA0-6C70-97CF-9F0557DD2455}"/>
                </a:ext>
              </a:extLst>
            </p:cNvPr>
            <p:cNvSpPr/>
            <p:nvPr/>
          </p:nvSpPr>
          <p:spPr>
            <a:xfrm>
              <a:off x="5908375"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59" name="Freeform: Shape 858">
              <a:extLst>
                <a:ext uri="{FF2B5EF4-FFF2-40B4-BE49-F238E27FC236}">
                  <a16:creationId xmlns:a16="http://schemas.microsoft.com/office/drawing/2014/main" id="{671F3867-CB73-9101-4778-5D406AC81A90}"/>
                </a:ext>
              </a:extLst>
            </p:cNvPr>
            <p:cNvSpPr/>
            <p:nvPr/>
          </p:nvSpPr>
          <p:spPr>
            <a:xfrm>
              <a:off x="6022631"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60" name="Freeform: Shape 859">
              <a:extLst>
                <a:ext uri="{FF2B5EF4-FFF2-40B4-BE49-F238E27FC236}">
                  <a16:creationId xmlns:a16="http://schemas.microsoft.com/office/drawing/2014/main" id="{54DCC34A-C10B-F920-74AF-DCDDB4357A30}"/>
                </a:ext>
              </a:extLst>
            </p:cNvPr>
            <p:cNvSpPr/>
            <p:nvPr/>
          </p:nvSpPr>
          <p:spPr>
            <a:xfrm>
              <a:off x="6136886"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61" name="Freeform: Shape 860">
              <a:extLst>
                <a:ext uri="{FF2B5EF4-FFF2-40B4-BE49-F238E27FC236}">
                  <a16:creationId xmlns:a16="http://schemas.microsoft.com/office/drawing/2014/main" id="{11BFB07A-2727-8204-9FD7-1095A1E0DE1C}"/>
                </a:ext>
              </a:extLst>
            </p:cNvPr>
            <p:cNvSpPr/>
            <p:nvPr/>
          </p:nvSpPr>
          <p:spPr>
            <a:xfrm>
              <a:off x="6251142"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62" name="Freeform: Shape 861">
              <a:extLst>
                <a:ext uri="{FF2B5EF4-FFF2-40B4-BE49-F238E27FC236}">
                  <a16:creationId xmlns:a16="http://schemas.microsoft.com/office/drawing/2014/main" id="{7B3D054F-EC29-E29F-985E-D298ADEF4516}"/>
                </a:ext>
              </a:extLst>
            </p:cNvPr>
            <p:cNvSpPr/>
            <p:nvPr/>
          </p:nvSpPr>
          <p:spPr>
            <a:xfrm>
              <a:off x="6365398"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63" name="Freeform: Shape 862">
              <a:extLst>
                <a:ext uri="{FF2B5EF4-FFF2-40B4-BE49-F238E27FC236}">
                  <a16:creationId xmlns:a16="http://schemas.microsoft.com/office/drawing/2014/main" id="{D36F01BD-5D34-E043-1D1D-83F9C563CF89}"/>
                </a:ext>
              </a:extLst>
            </p:cNvPr>
            <p:cNvSpPr/>
            <p:nvPr/>
          </p:nvSpPr>
          <p:spPr>
            <a:xfrm>
              <a:off x="6479610"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64" name="Freeform: Shape 863">
              <a:extLst>
                <a:ext uri="{FF2B5EF4-FFF2-40B4-BE49-F238E27FC236}">
                  <a16:creationId xmlns:a16="http://schemas.microsoft.com/office/drawing/2014/main" id="{D60DE055-D552-3EDC-0E21-DBDDF87DF97E}"/>
                </a:ext>
              </a:extLst>
            </p:cNvPr>
            <p:cNvSpPr/>
            <p:nvPr/>
          </p:nvSpPr>
          <p:spPr>
            <a:xfrm>
              <a:off x="6593865"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65" name="Freeform: Shape 864">
              <a:extLst>
                <a:ext uri="{FF2B5EF4-FFF2-40B4-BE49-F238E27FC236}">
                  <a16:creationId xmlns:a16="http://schemas.microsoft.com/office/drawing/2014/main" id="{ECEE1543-05EC-5192-D84B-8558C91D14F2}"/>
                </a:ext>
              </a:extLst>
            </p:cNvPr>
            <p:cNvSpPr/>
            <p:nvPr/>
          </p:nvSpPr>
          <p:spPr>
            <a:xfrm>
              <a:off x="6708121" y="217492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66" name="Freeform: Shape 865">
              <a:extLst>
                <a:ext uri="{FF2B5EF4-FFF2-40B4-BE49-F238E27FC236}">
                  <a16:creationId xmlns:a16="http://schemas.microsoft.com/office/drawing/2014/main" id="{F3D75CA4-ADE8-CE1C-5B98-645DA7BD36BD}"/>
                </a:ext>
              </a:extLst>
            </p:cNvPr>
            <p:cNvSpPr/>
            <p:nvPr/>
          </p:nvSpPr>
          <p:spPr>
            <a:xfrm>
              <a:off x="6822377"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67" name="Freeform: Shape 866">
              <a:extLst>
                <a:ext uri="{FF2B5EF4-FFF2-40B4-BE49-F238E27FC236}">
                  <a16:creationId xmlns:a16="http://schemas.microsoft.com/office/drawing/2014/main" id="{22F707E1-FE70-63A3-FA35-59BD26D3D12E}"/>
                </a:ext>
              </a:extLst>
            </p:cNvPr>
            <p:cNvSpPr/>
            <p:nvPr/>
          </p:nvSpPr>
          <p:spPr>
            <a:xfrm>
              <a:off x="6936633"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68" name="Freeform: Shape 867">
              <a:extLst>
                <a:ext uri="{FF2B5EF4-FFF2-40B4-BE49-F238E27FC236}">
                  <a16:creationId xmlns:a16="http://schemas.microsoft.com/office/drawing/2014/main" id="{4FC118B1-2BC7-1ACC-EC56-0E50C4A35F67}"/>
                </a:ext>
              </a:extLst>
            </p:cNvPr>
            <p:cNvSpPr/>
            <p:nvPr/>
          </p:nvSpPr>
          <p:spPr>
            <a:xfrm>
              <a:off x="7050888" y="217492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69" name="Freeform: Shape 868">
              <a:extLst>
                <a:ext uri="{FF2B5EF4-FFF2-40B4-BE49-F238E27FC236}">
                  <a16:creationId xmlns:a16="http://schemas.microsoft.com/office/drawing/2014/main" id="{C1BFA460-4340-312D-3283-005203808A79}"/>
                </a:ext>
              </a:extLst>
            </p:cNvPr>
            <p:cNvSpPr/>
            <p:nvPr/>
          </p:nvSpPr>
          <p:spPr>
            <a:xfrm>
              <a:off x="7165144"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70" name="Freeform: Shape 869">
              <a:extLst>
                <a:ext uri="{FF2B5EF4-FFF2-40B4-BE49-F238E27FC236}">
                  <a16:creationId xmlns:a16="http://schemas.microsoft.com/office/drawing/2014/main" id="{17C56D47-CC7E-7DFC-42C9-88E7FF4C87BB}"/>
                </a:ext>
              </a:extLst>
            </p:cNvPr>
            <p:cNvSpPr/>
            <p:nvPr/>
          </p:nvSpPr>
          <p:spPr>
            <a:xfrm>
              <a:off x="2366578"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71" name="Freeform: Shape 870">
              <a:extLst>
                <a:ext uri="{FF2B5EF4-FFF2-40B4-BE49-F238E27FC236}">
                  <a16:creationId xmlns:a16="http://schemas.microsoft.com/office/drawing/2014/main" id="{4C9081FC-AC5C-6A32-F3B3-CE78AB19563A}"/>
                </a:ext>
              </a:extLst>
            </p:cNvPr>
            <p:cNvSpPr/>
            <p:nvPr/>
          </p:nvSpPr>
          <p:spPr>
            <a:xfrm>
              <a:off x="2480790"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72" name="Freeform: Shape 871">
              <a:extLst>
                <a:ext uri="{FF2B5EF4-FFF2-40B4-BE49-F238E27FC236}">
                  <a16:creationId xmlns:a16="http://schemas.microsoft.com/office/drawing/2014/main" id="{FBD5540D-9F7A-6BBF-1C58-6473E8E2A3B2}"/>
                </a:ext>
              </a:extLst>
            </p:cNvPr>
            <p:cNvSpPr/>
            <p:nvPr/>
          </p:nvSpPr>
          <p:spPr>
            <a:xfrm>
              <a:off x="2595046"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73" name="Freeform: Shape 872">
              <a:extLst>
                <a:ext uri="{FF2B5EF4-FFF2-40B4-BE49-F238E27FC236}">
                  <a16:creationId xmlns:a16="http://schemas.microsoft.com/office/drawing/2014/main" id="{626BBDD1-6BAF-02A9-E28A-8083A08D1CD6}"/>
                </a:ext>
              </a:extLst>
            </p:cNvPr>
            <p:cNvSpPr/>
            <p:nvPr/>
          </p:nvSpPr>
          <p:spPr>
            <a:xfrm>
              <a:off x="2709301"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74" name="Freeform: Shape 873">
              <a:extLst>
                <a:ext uri="{FF2B5EF4-FFF2-40B4-BE49-F238E27FC236}">
                  <a16:creationId xmlns:a16="http://schemas.microsoft.com/office/drawing/2014/main" id="{ED63EF70-359E-5BAE-4A0F-3E831E80E3CC}"/>
                </a:ext>
              </a:extLst>
            </p:cNvPr>
            <p:cNvSpPr/>
            <p:nvPr/>
          </p:nvSpPr>
          <p:spPr>
            <a:xfrm>
              <a:off x="2823557"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75" name="Freeform: Shape 874">
              <a:extLst>
                <a:ext uri="{FF2B5EF4-FFF2-40B4-BE49-F238E27FC236}">
                  <a16:creationId xmlns:a16="http://schemas.microsoft.com/office/drawing/2014/main" id="{4135ADEB-CF47-CB3B-DECE-C6DDA8061DC6}"/>
                </a:ext>
              </a:extLst>
            </p:cNvPr>
            <p:cNvSpPr/>
            <p:nvPr/>
          </p:nvSpPr>
          <p:spPr>
            <a:xfrm>
              <a:off x="2937813"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76" name="Freeform: Shape 875">
              <a:extLst>
                <a:ext uri="{FF2B5EF4-FFF2-40B4-BE49-F238E27FC236}">
                  <a16:creationId xmlns:a16="http://schemas.microsoft.com/office/drawing/2014/main" id="{DF22B76C-2BE6-907A-A5AA-F23E5AB8E997}"/>
                </a:ext>
              </a:extLst>
            </p:cNvPr>
            <p:cNvSpPr/>
            <p:nvPr/>
          </p:nvSpPr>
          <p:spPr>
            <a:xfrm>
              <a:off x="3052069"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77" name="Freeform: Shape 876">
              <a:extLst>
                <a:ext uri="{FF2B5EF4-FFF2-40B4-BE49-F238E27FC236}">
                  <a16:creationId xmlns:a16="http://schemas.microsoft.com/office/drawing/2014/main" id="{DD32EC7F-70DC-8582-8617-947C1D8CE940}"/>
                </a:ext>
              </a:extLst>
            </p:cNvPr>
            <p:cNvSpPr/>
            <p:nvPr/>
          </p:nvSpPr>
          <p:spPr>
            <a:xfrm>
              <a:off x="3166325"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78" name="Freeform: Shape 877">
              <a:extLst>
                <a:ext uri="{FF2B5EF4-FFF2-40B4-BE49-F238E27FC236}">
                  <a16:creationId xmlns:a16="http://schemas.microsoft.com/office/drawing/2014/main" id="{DD6723FA-28FF-CCAC-A6C3-997F456D5E4F}"/>
                </a:ext>
              </a:extLst>
            </p:cNvPr>
            <p:cNvSpPr/>
            <p:nvPr/>
          </p:nvSpPr>
          <p:spPr>
            <a:xfrm>
              <a:off x="3280580"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79" name="Freeform: Shape 878">
              <a:extLst>
                <a:ext uri="{FF2B5EF4-FFF2-40B4-BE49-F238E27FC236}">
                  <a16:creationId xmlns:a16="http://schemas.microsoft.com/office/drawing/2014/main" id="{D956ED70-BBCB-A440-7EF8-C3D13D22815E}"/>
                </a:ext>
              </a:extLst>
            </p:cNvPr>
            <p:cNvSpPr/>
            <p:nvPr/>
          </p:nvSpPr>
          <p:spPr>
            <a:xfrm>
              <a:off x="3394836"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80" name="Freeform: Shape 879">
              <a:extLst>
                <a:ext uri="{FF2B5EF4-FFF2-40B4-BE49-F238E27FC236}">
                  <a16:creationId xmlns:a16="http://schemas.microsoft.com/office/drawing/2014/main" id="{2ECD02AA-F340-DC70-D9A1-75EC670EDAA7}"/>
                </a:ext>
              </a:extLst>
            </p:cNvPr>
            <p:cNvSpPr/>
            <p:nvPr/>
          </p:nvSpPr>
          <p:spPr>
            <a:xfrm>
              <a:off x="3509092"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81" name="Freeform: Shape 880">
              <a:extLst>
                <a:ext uri="{FF2B5EF4-FFF2-40B4-BE49-F238E27FC236}">
                  <a16:creationId xmlns:a16="http://schemas.microsoft.com/office/drawing/2014/main" id="{A16F3771-A19C-07ED-CFCF-044DCE5438AE}"/>
                </a:ext>
              </a:extLst>
            </p:cNvPr>
            <p:cNvSpPr/>
            <p:nvPr/>
          </p:nvSpPr>
          <p:spPr>
            <a:xfrm>
              <a:off x="3623348"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82" name="Freeform: Shape 881">
              <a:extLst>
                <a:ext uri="{FF2B5EF4-FFF2-40B4-BE49-F238E27FC236}">
                  <a16:creationId xmlns:a16="http://schemas.microsoft.com/office/drawing/2014/main" id="{AABDFCC8-1F02-2DEC-8F11-6E6704C003C6}"/>
                </a:ext>
              </a:extLst>
            </p:cNvPr>
            <p:cNvSpPr/>
            <p:nvPr/>
          </p:nvSpPr>
          <p:spPr>
            <a:xfrm>
              <a:off x="3737603"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83" name="Freeform: Shape 882">
              <a:extLst>
                <a:ext uri="{FF2B5EF4-FFF2-40B4-BE49-F238E27FC236}">
                  <a16:creationId xmlns:a16="http://schemas.microsoft.com/office/drawing/2014/main" id="{564E6505-8010-CA44-8B7A-114F13F1DCB8}"/>
                </a:ext>
              </a:extLst>
            </p:cNvPr>
            <p:cNvSpPr/>
            <p:nvPr/>
          </p:nvSpPr>
          <p:spPr>
            <a:xfrm>
              <a:off x="3851815"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84" name="Freeform: Shape 883">
              <a:extLst>
                <a:ext uri="{FF2B5EF4-FFF2-40B4-BE49-F238E27FC236}">
                  <a16:creationId xmlns:a16="http://schemas.microsoft.com/office/drawing/2014/main" id="{372E3A7E-0669-0861-C43D-4E4B80BD6B4D}"/>
                </a:ext>
              </a:extLst>
            </p:cNvPr>
            <p:cNvSpPr/>
            <p:nvPr/>
          </p:nvSpPr>
          <p:spPr>
            <a:xfrm>
              <a:off x="3966071"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85" name="Freeform: Shape 884">
              <a:extLst>
                <a:ext uri="{FF2B5EF4-FFF2-40B4-BE49-F238E27FC236}">
                  <a16:creationId xmlns:a16="http://schemas.microsoft.com/office/drawing/2014/main" id="{D5FF8EEE-ACD2-0FC0-AE62-6B649ACD02DB}"/>
                </a:ext>
              </a:extLst>
            </p:cNvPr>
            <p:cNvSpPr/>
            <p:nvPr/>
          </p:nvSpPr>
          <p:spPr>
            <a:xfrm>
              <a:off x="4080327"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86" name="Freeform: Shape 885">
              <a:extLst>
                <a:ext uri="{FF2B5EF4-FFF2-40B4-BE49-F238E27FC236}">
                  <a16:creationId xmlns:a16="http://schemas.microsoft.com/office/drawing/2014/main" id="{33C80797-DA85-D296-B5FF-C97567C0AEA8}"/>
                </a:ext>
              </a:extLst>
            </p:cNvPr>
            <p:cNvSpPr/>
            <p:nvPr/>
          </p:nvSpPr>
          <p:spPr>
            <a:xfrm>
              <a:off x="4194582"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87" name="Freeform: Shape 886">
              <a:extLst>
                <a:ext uri="{FF2B5EF4-FFF2-40B4-BE49-F238E27FC236}">
                  <a16:creationId xmlns:a16="http://schemas.microsoft.com/office/drawing/2014/main" id="{BD869A03-848F-4B15-3FBB-C26E1932E7B1}"/>
                </a:ext>
              </a:extLst>
            </p:cNvPr>
            <p:cNvSpPr/>
            <p:nvPr/>
          </p:nvSpPr>
          <p:spPr>
            <a:xfrm>
              <a:off x="4308838"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88" name="Freeform: Shape 887">
              <a:extLst>
                <a:ext uri="{FF2B5EF4-FFF2-40B4-BE49-F238E27FC236}">
                  <a16:creationId xmlns:a16="http://schemas.microsoft.com/office/drawing/2014/main" id="{50B55861-1C15-922C-9D8A-038B8AC3BD81}"/>
                </a:ext>
              </a:extLst>
            </p:cNvPr>
            <p:cNvSpPr/>
            <p:nvPr/>
          </p:nvSpPr>
          <p:spPr>
            <a:xfrm>
              <a:off x="4423094"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89" name="Freeform: Shape 888">
              <a:extLst>
                <a:ext uri="{FF2B5EF4-FFF2-40B4-BE49-F238E27FC236}">
                  <a16:creationId xmlns:a16="http://schemas.microsoft.com/office/drawing/2014/main" id="{DBB8854D-75AD-5809-4EBF-BDF7B4D93030}"/>
                </a:ext>
              </a:extLst>
            </p:cNvPr>
            <p:cNvSpPr/>
            <p:nvPr/>
          </p:nvSpPr>
          <p:spPr>
            <a:xfrm>
              <a:off x="4537350"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90" name="Freeform: Shape 889">
              <a:extLst>
                <a:ext uri="{FF2B5EF4-FFF2-40B4-BE49-F238E27FC236}">
                  <a16:creationId xmlns:a16="http://schemas.microsoft.com/office/drawing/2014/main" id="{48C5CAF1-388F-5DFA-9CA6-CCD5EA69C3D1}"/>
                </a:ext>
              </a:extLst>
            </p:cNvPr>
            <p:cNvSpPr/>
            <p:nvPr/>
          </p:nvSpPr>
          <p:spPr>
            <a:xfrm>
              <a:off x="4651605"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91" name="Freeform: Shape 890">
              <a:extLst>
                <a:ext uri="{FF2B5EF4-FFF2-40B4-BE49-F238E27FC236}">
                  <a16:creationId xmlns:a16="http://schemas.microsoft.com/office/drawing/2014/main" id="{8DF946FE-4875-48C6-3507-66198A19A38F}"/>
                </a:ext>
              </a:extLst>
            </p:cNvPr>
            <p:cNvSpPr/>
            <p:nvPr/>
          </p:nvSpPr>
          <p:spPr>
            <a:xfrm>
              <a:off x="4765861"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92" name="Freeform: Shape 891">
              <a:extLst>
                <a:ext uri="{FF2B5EF4-FFF2-40B4-BE49-F238E27FC236}">
                  <a16:creationId xmlns:a16="http://schemas.microsoft.com/office/drawing/2014/main" id="{4B7C5AC3-C016-94D9-C59C-47428288CB21}"/>
                </a:ext>
              </a:extLst>
            </p:cNvPr>
            <p:cNvSpPr/>
            <p:nvPr/>
          </p:nvSpPr>
          <p:spPr>
            <a:xfrm>
              <a:off x="4880117"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93" name="Freeform: Shape 892">
              <a:extLst>
                <a:ext uri="{FF2B5EF4-FFF2-40B4-BE49-F238E27FC236}">
                  <a16:creationId xmlns:a16="http://schemas.microsoft.com/office/drawing/2014/main" id="{14062F18-BF8C-2513-A895-EA6295897C24}"/>
                </a:ext>
              </a:extLst>
            </p:cNvPr>
            <p:cNvSpPr/>
            <p:nvPr/>
          </p:nvSpPr>
          <p:spPr>
            <a:xfrm>
              <a:off x="4994373"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94" name="Freeform: Shape 893">
              <a:extLst>
                <a:ext uri="{FF2B5EF4-FFF2-40B4-BE49-F238E27FC236}">
                  <a16:creationId xmlns:a16="http://schemas.microsoft.com/office/drawing/2014/main" id="{A1D88209-473C-3BA8-4C03-9A8C52B4AC70}"/>
                </a:ext>
              </a:extLst>
            </p:cNvPr>
            <p:cNvSpPr/>
            <p:nvPr/>
          </p:nvSpPr>
          <p:spPr>
            <a:xfrm>
              <a:off x="5108629"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95" name="Freeform: Shape 894">
              <a:extLst>
                <a:ext uri="{FF2B5EF4-FFF2-40B4-BE49-F238E27FC236}">
                  <a16:creationId xmlns:a16="http://schemas.microsoft.com/office/drawing/2014/main" id="{3A3F4DA1-8DC5-3ED1-AFA0-11DDDDDD4A03}"/>
                </a:ext>
              </a:extLst>
            </p:cNvPr>
            <p:cNvSpPr/>
            <p:nvPr/>
          </p:nvSpPr>
          <p:spPr>
            <a:xfrm>
              <a:off x="5222840"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96" name="Freeform: Shape 895">
              <a:extLst>
                <a:ext uri="{FF2B5EF4-FFF2-40B4-BE49-F238E27FC236}">
                  <a16:creationId xmlns:a16="http://schemas.microsoft.com/office/drawing/2014/main" id="{0515C773-F19C-E780-8D0B-726C2E424B28}"/>
                </a:ext>
              </a:extLst>
            </p:cNvPr>
            <p:cNvSpPr/>
            <p:nvPr/>
          </p:nvSpPr>
          <p:spPr>
            <a:xfrm>
              <a:off x="5337096"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97" name="Freeform: Shape 896">
              <a:extLst>
                <a:ext uri="{FF2B5EF4-FFF2-40B4-BE49-F238E27FC236}">
                  <a16:creationId xmlns:a16="http://schemas.microsoft.com/office/drawing/2014/main" id="{2BE432A9-6119-B048-8275-C6C544967ADE}"/>
                </a:ext>
              </a:extLst>
            </p:cNvPr>
            <p:cNvSpPr/>
            <p:nvPr/>
          </p:nvSpPr>
          <p:spPr>
            <a:xfrm>
              <a:off x="5451352"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98" name="Freeform: Shape 897">
              <a:extLst>
                <a:ext uri="{FF2B5EF4-FFF2-40B4-BE49-F238E27FC236}">
                  <a16:creationId xmlns:a16="http://schemas.microsoft.com/office/drawing/2014/main" id="{4B794E18-65AC-3ECC-1828-CF307A4258A5}"/>
                </a:ext>
              </a:extLst>
            </p:cNvPr>
            <p:cNvSpPr/>
            <p:nvPr/>
          </p:nvSpPr>
          <p:spPr>
            <a:xfrm>
              <a:off x="5565608"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99" name="Freeform: Shape 898">
              <a:extLst>
                <a:ext uri="{FF2B5EF4-FFF2-40B4-BE49-F238E27FC236}">
                  <a16:creationId xmlns:a16="http://schemas.microsoft.com/office/drawing/2014/main" id="{A48BD343-001B-47E6-E5D6-69156070B959}"/>
                </a:ext>
              </a:extLst>
            </p:cNvPr>
            <p:cNvSpPr/>
            <p:nvPr/>
          </p:nvSpPr>
          <p:spPr>
            <a:xfrm>
              <a:off x="5679863"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00" name="Freeform: Shape 899">
              <a:extLst>
                <a:ext uri="{FF2B5EF4-FFF2-40B4-BE49-F238E27FC236}">
                  <a16:creationId xmlns:a16="http://schemas.microsoft.com/office/drawing/2014/main" id="{C1EB11DC-140E-E2A2-35F3-3C67C4ADEEF9}"/>
                </a:ext>
              </a:extLst>
            </p:cNvPr>
            <p:cNvSpPr/>
            <p:nvPr/>
          </p:nvSpPr>
          <p:spPr>
            <a:xfrm>
              <a:off x="5794119"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01" name="Freeform: Shape 900">
              <a:extLst>
                <a:ext uri="{FF2B5EF4-FFF2-40B4-BE49-F238E27FC236}">
                  <a16:creationId xmlns:a16="http://schemas.microsoft.com/office/drawing/2014/main" id="{1123F89F-C236-215F-0BE1-052B57458819}"/>
                </a:ext>
              </a:extLst>
            </p:cNvPr>
            <p:cNvSpPr/>
            <p:nvPr/>
          </p:nvSpPr>
          <p:spPr>
            <a:xfrm>
              <a:off x="5908375"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02" name="Freeform: Shape 901">
              <a:extLst>
                <a:ext uri="{FF2B5EF4-FFF2-40B4-BE49-F238E27FC236}">
                  <a16:creationId xmlns:a16="http://schemas.microsoft.com/office/drawing/2014/main" id="{093EF1DA-9F22-9E0A-47EE-A4220AFD628E}"/>
                </a:ext>
              </a:extLst>
            </p:cNvPr>
            <p:cNvSpPr/>
            <p:nvPr/>
          </p:nvSpPr>
          <p:spPr>
            <a:xfrm>
              <a:off x="6022631"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03" name="Freeform: Shape 902">
              <a:extLst>
                <a:ext uri="{FF2B5EF4-FFF2-40B4-BE49-F238E27FC236}">
                  <a16:creationId xmlns:a16="http://schemas.microsoft.com/office/drawing/2014/main" id="{E46FD6FC-7958-9ECA-4DD6-ECCB4D94C712}"/>
                </a:ext>
              </a:extLst>
            </p:cNvPr>
            <p:cNvSpPr/>
            <p:nvPr/>
          </p:nvSpPr>
          <p:spPr>
            <a:xfrm>
              <a:off x="6136886"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04" name="Freeform: Shape 903">
              <a:extLst>
                <a:ext uri="{FF2B5EF4-FFF2-40B4-BE49-F238E27FC236}">
                  <a16:creationId xmlns:a16="http://schemas.microsoft.com/office/drawing/2014/main" id="{09CA420E-1242-4FB9-6CD6-3E4809A134C7}"/>
                </a:ext>
              </a:extLst>
            </p:cNvPr>
            <p:cNvSpPr/>
            <p:nvPr/>
          </p:nvSpPr>
          <p:spPr>
            <a:xfrm>
              <a:off x="6251142"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05" name="Freeform: Shape 904">
              <a:extLst>
                <a:ext uri="{FF2B5EF4-FFF2-40B4-BE49-F238E27FC236}">
                  <a16:creationId xmlns:a16="http://schemas.microsoft.com/office/drawing/2014/main" id="{D2A98FF1-8F93-1C02-A3E0-A11119CBAC97}"/>
                </a:ext>
              </a:extLst>
            </p:cNvPr>
            <p:cNvSpPr/>
            <p:nvPr/>
          </p:nvSpPr>
          <p:spPr>
            <a:xfrm>
              <a:off x="6365398"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06" name="Freeform: Shape 905">
              <a:extLst>
                <a:ext uri="{FF2B5EF4-FFF2-40B4-BE49-F238E27FC236}">
                  <a16:creationId xmlns:a16="http://schemas.microsoft.com/office/drawing/2014/main" id="{600147DB-3670-C0A0-22F6-415F96419AC9}"/>
                </a:ext>
              </a:extLst>
            </p:cNvPr>
            <p:cNvSpPr/>
            <p:nvPr/>
          </p:nvSpPr>
          <p:spPr>
            <a:xfrm>
              <a:off x="6479610"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07" name="Freeform: Shape 906">
              <a:extLst>
                <a:ext uri="{FF2B5EF4-FFF2-40B4-BE49-F238E27FC236}">
                  <a16:creationId xmlns:a16="http://schemas.microsoft.com/office/drawing/2014/main" id="{12180487-8EAD-264B-C7E3-F8684999D373}"/>
                </a:ext>
              </a:extLst>
            </p:cNvPr>
            <p:cNvSpPr/>
            <p:nvPr/>
          </p:nvSpPr>
          <p:spPr>
            <a:xfrm>
              <a:off x="6593865"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08" name="Freeform: Shape 907">
              <a:extLst>
                <a:ext uri="{FF2B5EF4-FFF2-40B4-BE49-F238E27FC236}">
                  <a16:creationId xmlns:a16="http://schemas.microsoft.com/office/drawing/2014/main" id="{918F358A-1154-287C-E91A-1AE04290FD22}"/>
                </a:ext>
              </a:extLst>
            </p:cNvPr>
            <p:cNvSpPr/>
            <p:nvPr/>
          </p:nvSpPr>
          <p:spPr>
            <a:xfrm>
              <a:off x="6708121" y="228918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09" name="Freeform: Shape 908">
              <a:extLst>
                <a:ext uri="{FF2B5EF4-FFF2-40B4-BE49-F238E27FC236}">
                  <a16:creationId xmlns:a16="http://schemas.microsoft.com/office/drawing/2014/main" id="{E242D918-14E5-44BE-8582-4A24D1485345}"/>
                </a:ext>
              </a:extLst>
            </p:cNvPr>
            <p:cNvSpPr/>
            <p:nvPr/>
          </p:nvSpPr>
          <p:spPr>
            <a:xfrm>
              <a:off x="6822377"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10" name="Freeform: Shape 909">
              <a:extLst>
                <a:ext uri="{FF2B5EF4-FFF2-40B4-BE49-F238E27FC236}">
                  <a16:creationId xmlns:a16="http://schemas.microsoft.com/office/drawing/2014/main" id="{70F89FC0-1E1A-886E-B31F-082114B31D34}"/>
                </a:ext>
              </a:extLst>
            </p:cNvPr>
            <p:cNvSpPr/>
            <p:nvPr/>
          </p:nvSpPr>
          <p:spPr>
            <a:xfrm>
              <a:off x="6936633"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11" name="Freeform: Shape 910">
              <a:extLst>
                <a:ext uri="{FF2B5EF4-FFF2-40B4-BE49-F238E27FC236}">
                  <a16:creationId xmlns:a16="http://schemas.microsoft.com/office/drawing/2014/main" id="{E26EE28F-F95D-37D2-1DAA-0896B3E66E72}"/>
                </a:ext>
              </a:extLst>
            </p:cNvPr>
            <p:cNvSpPr/>
            <p:nvPr/>
          </p:nvSpPr>
          <p:spPr>
            <a:xfrm>
              <a:off x="7050888" y="228918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12" name="Freeform: Shape 911">
              <a:extLst>
                <a:ext uri="{FF2B5EF4-FFF2-40B4-BE49-F238E27FC236}">
                  <a16:creationId xmlns:a16="http://schemas.microsoft.com/office/drawing/2014/main" id="{EFC0B044-A6E8-B0D0-0BCD-8E998B3522A3}"/>
                </a:ext>
              </a:extLst>
            </p:cNvPr>
            <p:cNvSpPr/>
            <p:nvPr/>
          </p:nvSpPr>
          <p:spPr>
            <a:xfrm>
              <a:off x="7165144"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13" name="Freeform: Shape 912">
              <a:extLst>
                <a:ext uri="{FF2B5EF4-FFF2-40B4-BE49-F238E27FC236}">
                  <a16:creationId xmlns:a16="http://schemas.microsoft.com/office/drawing/2014/main" id="{32D90A29-C102-CEAA-F1E7-FD3FC3E2AAFD}"/>
                </a:ext>
              </a:extLst>
            </p:cNvPr>
            <p:cNvSpPr/>
            <p:nvPr/>
          </p:nvSpPr>
          <p:spPr>
            <a:xfrm>
              <a:off x="2366578"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14" name="Freeform: Shape 913">
              <a:extLst>
                <a:ext uri="{FF2B5EF4-FFF2-40B4-BE49-F238E27FC236}">
                  <a16:creationId xmlns:a16="http://schemas.microsoft.com/office/drawing/2014/main" id="{3EE3A91F-0133-0D9E-4545-8BE6648A1D03}"/>
                </a:ext>
              </a:extLst>
            </p:cNvPr>
            <p:cNvSpPr/>
            <p:nvPr/>
          </p:nvSpPr>
          <p:spPr>
            <a:xfrm>
              <a:off x="2480790"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15" name="Freeform: Shape 914">
              <a:extLst>
                <a:ext uri="{FF2B5EF4-FFF2-40B4-BE49-F238E27FC236}">
                  <a16:creationId xmlns:a16="http://schemas.microsoft.com/office/drawing/2014/main" id="{C5583E24-3C88-F4B6-4964-C2BB8B86FE85}"/>
                </a:ext>
              </a:extLst>
            </p:cNvPr>
            <p:cNvSpPr/>
            <p:nvPr/>
          </p:nvSpPr>
          <p:spPr>
            <a:xfrm>
              <a:off x="2595046"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16" name="Freeform: Shape 915">
              <a:extLst>
                <a:ext uri="{FF2B5EF4-FFF2-40B4-BE49-F238E27FC236}">
                  <a16:creationId xmlns:a16="http://schemas.microsoft.com/office/drawing/2014/main" id="{36964B3E-EA61-53E4-9889-B71F718CF800}"/>
                </a:ext>
              </a:extLst>
            </p:cNvPr>
            <p:cNvSpPr/>
            <p:nvPr/>
          </p:nvSpPr>
          <p:spPr>
            <a:xfrm>
              <a:off x="2709301"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17" name="Freeform: Shape 916">
              <a:extLst>
                <a:ext uri="{FF2B5EF4-FFF2-40B4-BE49-F238E27FC236}">
                  <a16:creationId xmlns:a16="http://schemas.microsoft.com/office/drawing/2014/main" id="{CF9F3AB6-CCC5-3862-F994-F6BB07D70D67}"/>
                </a:ext>
              </a:extLst>
            </p:cNvPr>
            <p:cNvSpPr/>
            <p:nvPr/>
          </p:nvSpPr>
          <p:spPr>
            <a:xfrm>
              <a:off x="2823557"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18" name="Freeform: Shape 917">
              <a:extLst>
                <a:ext uri="{FF2B5EF4-FFF2-40B4-BE49-F238E27FC236}">
                  <a16:creationId xmlns:a16="http://schemas.microsoft.com/office/drawing/2014/main" id="{98AC520E-1456-D8AE-46F9-64B7D4991BD2}"/>
                </a:ext>
              </a:extLst>
            </p:cNvPr>
            <p:cNvSpPr/>
            <p:nvPr/>
          </p:nvSpPr>
          <p:spPr>
            <a:xfrm>
              <a:off x="2937813"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19" name="Freeform: Shape 918">
              <a:extLst>
                <a:ext uri="{FF2B5EF4-FFF2-40B4-BE49-F238E27FC236}">
                  <a16:creationId xmlns:a16="http://schemas.microsoft.com/office/drawing/2014/main" id="{0E5DC09D-ECAB-3441-57C0-82B6036DA324}"/>
                </a:ext>
              </a:extLst>
            </p:cNvPr>
            <p:cNvSpPr/>
            <p:nvPr/>
          </p:nvSpPr>
          <p:spPr>
            <a:xfrm>
              <a:off x="3052069"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20" name="Freeform: Shape 919">
              <a:extLst>
                <a:ext uri="{FF2B5EF4-FFF2-40B4-BE49-F238E27FC236}">
                  <a16:creationId xmlns:a16="http://schemas.microsoft.com/office/drawing/2014/main" id="{DA620B39-071D-0753-2850-23237B53CEF6}"/>
                </a:ext>
              </a:extLst>
            </p:cNvPr>
            <p:cNvSpPr/>
            <p:nvPr/>
          </p:nvSpPr>
          <p:spPr>
            <a:xfrm>
              <a:off x="3166325"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21" name="Freeform: Shape 920">
              <a:extLst>
                <a:ext uri="{FF2B5EF4-FFF2-40B4-BE49-F238E27FC236}">
                  <a16:creationId xmlns:a16="http://schemas.microsoft.com/office/drawing/2014/main" id="{1C8BF55A-3680-1A2E-92AF-4EE34AC984CC}"/>
                </a:ext>
              </a:extLst>
            </p:cNvPr>
            <p:cNvSpPr/>
            <p:nvPr/>
          </p:nvSpPr>
          <p:spPr>
            <a:xfrm>
              <a:off x="3280580"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22" name="Freeform: Shape 921">
              <a:extLst>
                <a:ext uri="{FF2B5EF4-FFF2-40B4-BE49-F238E27FC236}">
                  <a16:creationId xmlns:a16="http://schemas.microsoft.com/office/drawing/2014/main" id="{B1ECC779-6353-E61E-AD1D-393676D91743}"/>
                </a:ext>
              </a:extLst>
            </p:cNvPr>
            <p:cNvSpPr/>
            <p:nvPr/>
          </p:nvSpPr>
          <p:spPr>
            <a:xfrm>
              <a:off x="3394836"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23" name="Freeform: Shape 922">
              <a:extLst>
                <a:ext uri="{FF2B5EF4-FFF2-40B4-BE49-F238E27FC236}">
                  <a16:creationId xmlns:a16="http://schemas.microsoft.com/office/drawing/2014/main" id="{0D5389AC-FA7F-C3B1-3772-975A2CC772FF}"/>
                </a:ext>
              </a:extLst>
            </p:cNvPr>
            <p:cNvSpPr/>
            <p:nvPr/>
          </p:nvSpPr>
          <p:spPr>
            <a:xfrm>
              <a:off x="3509092"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24" name="Freeform: Shape 923">
              <a:extLst>
                <a:ext uri="{FF2B5EF4-FFF2-40B4-BE49-F238E27FC236}">
                  <a16:creationId xmlns:a16="http://schemas.microsoft.com/office/drawing/2014/main" id="{4B55229C-27D2-4DF6-4A87-37CD88B2FC6F}"/>
                </a:ext>
              </a:extLst>
            </p:cNvPr>
            <p:cNvSpPr/>
            <p:nvPr/>
          </p:nvSpPr>
          <p:spPr>
            <a:xfrm>
              <a:off x="3623348"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25" name="Freeform: Shape 924">
              <a:extLst>
                <a:ext uri="{FF2B5EF4-FFF2-40B4-BE49-F238E27FC236}">
                  <a16:creationId xmlns:a16="http://schemas.microsoft.com/office/drawing/2014/main" id="{F63235D3-4576-CB16-CF8E-0B9818F062E1}"/>
                </a:ext>
              </a:extLst>
            </p:cNvPr>
            <p:cNvSpPr/>
            <p:nvPr/>
          </p:nvSpPr>
          <p:spPr>
            <a:xfrm>
              <a:off x="3737603"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26" name="Freeform: Shape 925">
              <a:extLst>
                <a:ext uri="{FF2B5EF4-FFF2-40B4-BE49-F238E27FC236}">
                  <a16:creationId xmlns:a16="http://schemas.microsoft.com/office/drawing/2014/main" id="{60C813FB-21C1-34F6-A165-AACAA605FDC2}"/>
                </a:ext>
              </a:extLst>
            </p:cNvPr>
            <p:cNvSpPr/>
            <p:nvPr/>
          </p:nvSpPr>
          <p:spPr>
            <a:xfrm>
              <a:off x="3851815"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27" name="Freeform: Shape 926">
              <a:extLst>
                <a:ext uri="{FF2B5EF4-FFF2-40B4-BE49-F238E27FC236}">
                  <a16:creationId xmlns:a16="http://schemas.microsoft.com/office/drawing/2014/main" id="{D85F7D4C-349D-7213-6623-33E4B80D75CB}"/>
                </a:ext>
              </a:extLst>
            </p:cNvPr>
            <p:cNvSpPr/>
            <p:nvPr/>
          </p:nvSpPr>
          <p:spPr>
            <a:xfrm>
              <a:off x="3966071"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28" name="Freeform: Shape 927">
              <a:extLst>
                <a:ext uri="{FF2B5EF4-FFF2-40B4-BE49-F238E27FC236}">
                  <a16:creationId xmlns:a16="http://schemas.microsoft.com/office/drawing/2014/main" id="{01A3D9A4-C56A-5867-6AB8-132EB59E9A53}"/>
                </a:ext>
              </a:extLst>
            </p:cNvPr>
            <p:cNvSpPr/>
            <p:nvPr/>
          </p:nvSpPr>
          <p:spPr>
            <a:xfrm>
              <a:off x="4080327"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29" name="Freeform: Shape 928">
              <a:extLst>
                <a:ext uri="{FF2B5EF4-FFF2-40B4-BE49-F238E27FC236}">
                  <a16:creationId xmlns:a16="http://schemas.microsoft.com/office/drawing/2014/main" id="{EFED6B35-4FB7-7824-3A18-313A0A2E7880}"/>
                </a:ext>
              </a:extLst>
            </p:cNvPr>
            <p:cNvSpPr/>
            <p:nvPr/>
          </p:nvSpPr>
          <p:spPr>
            <a:xfrm>
              <a:off x="4194582"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30" name="Freeform: Shape 929">
              <a:extLst>
                <a:ext uri="{FF2B5EF4-FFF2-40B4-BE49-F238E27FC236}">
                  <a16:creationId xmlns:a16="http://schemas.microsoft.com/office/drawing/2014/main" id="{D680A353-0D06-9792-BB4B-3D93C171F674}"/>
                </a:ext>
              </a:extLst>
            </p:cNvPr>
            <p:cNvSpPr/>
            <p:nvPr/>
          </p:nvSpPr>
          <p:spPr>
            <a:xfrm>
              <a:off x="4308838"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31" name="Freeform: Shape 930">
              <a:extLst>
                <a:ext uri="{FF2B5EF4-FFF2-40B4-BE49-F238E27FC236}">
                  <a16:creationId xmlns:a16="http://schemas.microsoft.com/office/drawing/2014/main" id="{D37836FC-8F05-CD6E-A540-886DDCFDE0D0}"/>
                </a:ext>
              </a:extLst>
            </p:cNvPr>
            <p:cNvSpPr/>
            <p:nvPr/>
          </p:nvSpPr>
          <p:spPr>
            <a:xfrm>
              <a:off x="4423094"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32" name="Freeform: Shape 931">
              <a:extLst>
                <a:ext uri="{FF2B5EF4-FFF2-40B4-BE49-F238E27FC236}">
                  <a16:creationId xmlns:a16="http://schemas.microsoft.com/office/drawing/2014/main" id="{5F17E44E-C893-8642-F8AD-F95C366B907D}"/>
                </a:ext>
              </a:extLst>
            </p:cNvPr>
            <p:cNvSpPr/>
            <p:nvPr/>
          </p:nvSpPr>
          <p:spPr>
            <a:xfrm>
              <a:off x="4537350"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33" name="Freeform: Shape 932">
              <a:extLst>
                <a:ext uri="{FF2B5EF4-FFF2-40B4-BE49-F238E27FC236}">
                  <a16:creationId xmlns:a16="http://schemas.microsoft.com/office/drawing/2014/main" id="{B4E7019E-8589-379E-12EA-0FD8C2EE731E}"/>
                </a:ext>
              </a:extLst>
            </p:cNvPr>
            <p:cNvSpPr/>
            <p:nvPr/>
          </p:nvSpPr>
          <p:spPr>
            <a:xfrm>
              <a:off x="4651605"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34" name="Freeform: Shape 933">
              <a:extLst>
                <a:ext uri="{FF2B5EF4-FFF2-40B4-BE49-F238E27FC236}">
                  <a16:creationId xmlns:a16="http://schemas.microsoft.com/office/drawing/2014/main" id="{348570FA-01B4-B9C0-2250-92FEC7A328DF}"/>
                </a:ext>
              </a:extLst>
            </p:cNvPr>
            <p:cNvSpPr/>
            <p:nvPr/>
          </p:nvSpPr>
          <p:spPr>
            <a:xfrm>
              <a:off x="4765861"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35" name="Freeform: Shape 934">
              <a:extLst>
                <a:ext uri="{FF2B5EF4-FFF2-40B4-BE49-F238E27FC236}">
                  <a16:creationId xmlns:a16="http://schemas.microsoft.com/office/drawing/2014/main" id="{51B72F36-BCC8-47E5-D365-B82203B78D6F}"/>
                </a:ext>
              </a:extLst>
            </p:cNvPr>
            <p:cNvSpPr/>
            <p:nvPr/>
          </p:nvSpPr>
          <p:spPr>
            <a:xfrm>
              <a:off x="4880117"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36" name="Freeform: Shape 935">
              <a:extLst>
                <a:ext uri="{FF2B5EF4-FFF2-40B4-BE49-F238E27FC236}">
                  <a16:creationId xmlns:a16="http://schemas.microsoft.com/office/drawing/2014/main" id="{35079ED4-2F7C-6407-DC2F-0960A5A4E7C2}"/>
                </a:ext>
              </a:extLst>
            </p:cNvPr>
            <p:cNvSpPr/>
            <p:nvPr/>
          </p:nvSpPr>
          <p:spPr>
            <a:xfrm>
              <a:off x="4994373"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37" name="Freeform: Shape 936">
              <a:extLst>
                <a:ext uri="{FF2B5EF4-FFF2-40B4-BE49-F238E27FC236}">
                  <a16:creationId xmlns:a16="http://schemas.microsoft.com/office/drawing/2014/main" id="{C0B3C7FB-F4AA-9ADE-FB6E-E078FD729715}"/>
                </a:ext>
              </a:extLst>
            </p:cNvPr>
            <p:cNvSpPr/>
            <p:nvPr/>
          </p:nvSpPr>
          <p:spPr>
            <a:xfrm>
              <a:off x="5108629"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38" name="Freeform: Shape 937">
              <a:extLst>
                <a:ext uri="{FF2B5EF4-FFF2-40B4-BE49-F238E27FC236}">
                  <a16:creationId xmlns:a16="http://schemas.microsoft.com/office/drawing/2014/main" id="{B8B24859-7ED0-0BB2-C601-11B2F22AEF9C}"/>
                </a:ext>
              </a:extLst>
            </p:cNvPr>
            <p:cNvSpPr/>
            <p:nvPr/>
          </p:nvSpPr>
          <p:spPr>
            <a:xfrm>
              <a:off x="5222840"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39" name="Freeform: Shape 938">
              <a:extLst>
                <a:ext uri="{FF2B5EF4-FFF2-40B4-BE49-F238E27FC236}">
                  <a16:creationId xmlns:a16="http://schemas.microsoft.com/office/drawing/2014/main" id="{A2D7FF0B-5AB6-F6FF-1588-7D83C8B4DF7A}"/>
                </a:ext>
              </a:extLst>
            </p:cNvPr>
            <p:cNvSpPr/>
            <p:nvPr/>
          </p:nvSpPr>
          <p:spPr>
            <a:xfrm>
              <a:off x="5337096"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40" name="Freeform: Shape 939">
              <a:extLst>
                <a:ext uri="{FF2B5EF4-FFF2-40B4-BE49-F238E27FC236}">
                  <a16:creationId xmlns:a16="http://schemas.microsoft.com/office/drawing/2014/main" id="{DB6FFB9D-EC0D-DA77-DCCD-F9CDF2C3C3B6}"/>
                </a:ext>
              </a:extLst>
            </p:cNvPr>
            <p:cNvSpPr/>
            <p:nvPr/>
          </p:nvSpPr>
          <p:spPr>
            <a:xfrm>
              <a:off x="5451352"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41" name="Freeform: Shape 940">
              <a:extLst>
                <a:ext uri="{FF2B5EF4-FFF2-40B4-BE49-F238E27FC236}">
                  <a16:creationId xmlns:a16="http://schemas.microsoft.com/office/drawing/2014/main" id="{FE0C3DF7-0122-C2F5-F559-39B9DE9D9DD9}"/>
                </a:ext>
              </a:extLst>
            </p:cNvPr>
            <p:cNvSpPr/>
            <p:nvPr/>
          </p:nvSpPr>
          <p:spPr>
            <a:xfrm>
              <a:off x="5565608"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42" name="Freeform: Shape 941">
              <a:extLst>
                <a:ext uri="{FF2B5EF4-FFF2-40B4-BE49-F238E27FC236}">
                  <a16:creationId xmlns:a16="http://schemas.microsoft.com/office/drawing/2014/main" id="{BFAE50F2-3C15-BE22-0BD4-D8B43287BA7F}"/>
                </a:ext>
              </a:extLst>
            </p:cNvPr>
            <p:cNvSpPr/>
            <p:nvPr/>
          </p:nvSpPr>
          <p:spPr>
            <a:xfrm>
              <a:off x="5679863"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43" name="Freeform: Shape 942">
              <a:extLst>
                <a:ext uri="{FF2B5EF4-FFF2-40B4-BE49-F238E27FC236}">
                  <a16:creationId xmlns:a16="http://schemas.microsoft.com/office/drawing/2014/main" id="{A445A139-9D87-66DE-0B62-03F9D53D1A3F}"/>
                </a:ext>
              </a:extLst>
            </p:cNvPr>
            <p:cNvSpPr/>
            <p:nvPr/>
          </p:nvSpPr>
          <p:spPr>
            <a:xfrm>
              <a:off x="5794119"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44" name="Freeform: Shape 943">
              <a:extLst>
                <a:ext uri="{FF2B5EF4-FFF2-40B4-BE49-F238E27FC236}">
                  <a16:creationId xmlns:a16="http://schemas.microsoft.com/office/drawing/2014/main" id="{DEE2B031-4EAE-75A4-0C84-FE6C35B8F72B}"/>
                </a:ext>
              </a:extLst>
            </p:cNvPr>
            <p:cNvSpPr/>
            <p:nvPr/>
          </p:nvSpPr>
          <p:spPr>
            <a:xfrm>
              <a:off x="5908375"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45" name="Freeform: Shape 944">
              <a:extLst>
                <a:ext uri="{FF2B5EF4-FFF2-40B4-BE49-F238E27FC236}">
                  <a16:creationId xmlns:a16="http://schemas.microsoft.com/office/drawing/2014/main" id="{22061AB2-A0E6-BBCD-FAE2-EB1C046F16D1}"/>
                </a:ext>
              </a:extLst>
            </p:cNvPr>
            <p:cNvSpPr/>
            <p:nvPr/>
          </p:nvSpPr>
          <p:spPr>
            <a:xfrm>
              <a:off x="6022631"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46" name="Freeform: Shape 945">
              <a:extLst>
                <a:ext uri="{FF2B5EF4-FFF2-40B4-BE49-F238E27FC236}">
                  <a16:creationId xmlns:a16="http://schemas.microsoft.com/office/drawing/2014/main" id="{73DD716A-6EDA-3D4A-0DB1-412C534F7AFE}"/>
                </a:ext>
              </a:extLst>
            </p:cNvPr>
            <p:cNvSpPr/>
            <p:nvPr/>
          </p:nvSpPr>
          <p:spPr>
            <a:xfrm>
              <a:off x="6136886"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47" name="Freeform: Shape 946">
              <a:extLst>
                <a:ext uri="{FF2B5EF4-FFF2-40B4-BE49-F238E27FC236}">
                  <a16:creationId xmlns:a16="http://schemas.microsoft.com/office/drawing/2014/main" id="{17EEE927-5A13-5159-B5EE-F9BCBBE595C4}"/>
                </a:ext>
              </a:extLst>
            </p:cNvPr>
            <p:cNvSpPr/>
            <p:nvPr/>
          </p:nvSpPr>
          <p:spPr>
            <a:xfrm>
              <a:off x="6251142"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48" name="Freeform: Shape 947">
              <a:extLst>
                <a:ext uri="{FF2B5EF4-FFF2-40B4-BE49-F238E27FC236}">
                  <a16:creationId xmlns:a16="http://schemas.microsoft.com/office/drawing/2014/main" id="{AF3CC4D6-AA60-F693-CAB1-D39B797F5F01}"/>
                </a:ext>
              </a:extLst>
            </p:cNvPr>
            <p:cNvSpPr/>
            <p:nvPr/>
          </p:nvSpPr>
          <p:spPr>
            <a:xfrm>
              <a:off x="6365398"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49" name="Freeform: Shape 948">
              <a:extLst>
                <a:ext uri="{FF2B5EF4-FFF2-40B4-BE49-F238E27FC236}">
                  <a16:creationId xmlns:a16="http://schemas.microsoft.com/office/drawing/2014/main" id="{F947EFD2-40E8-61F4-28DC-C0CCC7BB827A}"/>
                </a:ext>
              </a:extLst>
            </p:cNvPr>
            <p:cNvSpPr/>
            <p:nvPr/>
          </p:nvSpPr>
          <p:spPr>
            <a:xfrm>
              <a:off x="6479610"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50" name="Freeform: Shape 949">
              <a:extLst>
                <a:ext uri="{FF2B5EF4-FFF2-40B4-BE49-F238E27FC236}">
                  <a16:creationId xmlns:a16="http://schemas.microsoft.com/office/drawing/2014/main" id="{302AE4FC-7A98-0A7F-3DDB-D7CEA3043F78}"/>
                </a:ext>
              </a:extLst>
            </p:cNvPr>
            <p:cNvSpPr/>
            <p:nvPr/>
          </p:nvSpPr>
          <p:spPr>
            <a:xfrm>
              <a:off x="6593865"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51" name="Freeform: Shape 950">
              <a:extLst>
                <a:ext uri="{FF2B5EF4-FFF2-40B4-BE49-F238E27FC236}">
                  <a16:creationId xmlns:a16="http://schemas.microsoft.com/office/drawing/2014/main" id="{D566DB44-1255-DEB0-12A4-912E600829D2}"/>
                </a:ext>
              </a:extLst>
            </p:cNvPr>
            <p:cNvSpPr/>
            <p:nvPr/>
          </p:nvSpPr>
          <p:spPr>
            <a:xfrm>
              <a:off x="6708121" y="240343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52" name="Freeform: Shape 951">
              <a:extLst>
                <a:ext uri="{FF2B5EF4-FFF2-40B4-BE49-F238E27FC236}">
                  <a16:creationId xmlns:a16="http://schemas.microsoft.com/office/drawing/2014/main" id="{09CDA5D7-AB5A-CD28-091D-0CA51EEF7453}"/>
                </a:ext>
              </a:extLst>
            </p:cNvPr>
            <p:cNvSpPr/>
            <p:nvPr/>
          </p:nvSpPr>
          <p:spPr>
            <a:xfrm>
              <a:off x="6822377"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53" name="Freeform: Shape 952">
              <a:extLst>
                <a:ext uri="{FF2B5EF4-FFF2-40B4-BE49-F238E27FC236}">
                  <a16:creationId xmlns:a16="http://schemas.microsoft.com/office/drawing/2014/main" id="{FBE0C698-C109-673D-2D7E-7F59929153CA}"/>
                </a:ext>
              </a:extLst>
            </p:cNvPr>
            <p:cNvSpPr/>
            <p:nvPr/>
          </p:nvSpPr>
          <p:spPr>
            <a:xfrm>
              <a:off x="6936633"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54" name="Freeform: Shape 953">
              <a:extLst>
                <a:ext uri="{FF2B5EF4-FFF2-40B4-BE49-F238E27FC236}">
                  <a16:creationId xmlns:a16="http://schemas.microsoft.com/office/drawing/2014/main" id="{153FE2DD-3818-AD1F-70C9-AE096AEC9A51}"/>
                </a:ext>
              </a:extLst>
            </p:cNvPr>
            <p:cNvSpPr/>
            <p:nvPr/>
          </p:nvSpPr>
          <p:spPr>
            <a:xfrm>
              <a:off x="7050888" y="240343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55" name="Freeform: Shape 954">
              <a:extLst>
                <a:ext uri="{FF2B5EF4-FFF2-40B4-BE49-F238E27FC236}">
                  <a16:creationId xmlns:a16="http://schemas.microsoft.com/office/drawing/2014/main" id="{401D0BAC-11A6-64ED-6B8D-5D9611B3F88C}"/>
                </a:ext>
              </a:extLst>
            </p:cNvPr>
            <p:cNvSpPr/>
            <p:nvPr/>
          </p:nvSpPr>
          <p:spPr>
            <a:xfrm>
              <a:off x="7165144"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56" name="Freeform: Shape 955">
              <a:extLst>
                <a:ext uri="{FF2B5EF4-FFF2-40B4-BE49-F238E27FC236}">
                  <a16:creationId xmlns:a16="http://schemas.microsoft.com/office/drawing/2014/main" id="{51DF68DA-87E5-9744-E972-4969BE5C1AE1}"/>
                </a:ext>
              </a:extLst>
            </p:cNvPr>
            <p:cNvSpPr/>
            <p:nvPr/>
          </p:nvSpPr>
          <p:spPr>
            <a:xfrm>
              <a:off x="2366578"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57" name="Freeform: Shape 956">
              <a:extLst>
                <a:ext uri="{FF2B5EF4-FFF2-40B4-BE49-F238E27FC236}">
                  <a16:creationId xmlns:a16="http://schemas.microsoft.com/office/drawing/2014/main" id="{500000CB-BE34-5AA0-079F-C31A9627B3A9}"/>
                </a:ext>
              </a:extLst>
            </p:cNvPr>
            <p:cNvSpPr/>
            <p:nvPr/>
          </p:nvSpPr>
          <p:spPr>
            <a:xfrm>
              <a:off x="2480790"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58" name="Freeform: Shape 957">
              <a:extLst>
                <a:ext uri="{FF2B5EF4-FFF2-40B4-BE49-F238E27FC236}">
                  <a16:creationId xmlns:a16="http://schemas.microsoft.com/office/drawing/2014/main" id="{FF36680A-10C7-6C7F-6042-25D629C5D290}"/>
                </a:ext>
              </a:extLst>
            </p:cNvPr>
            <p:cNvSpPr/>
            <p:nvPr/>
          </p:nvSpPr>
          <p:spPr>
            <a:xfrm>
              <a:off x="2595046"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59" name="Freeform: Shape 958">
              <a:extLst>
                <a:ext uri="{FF2B5EF4-FFF2-40B4-BE49-F238E27FC236}">
                  <a16:creationId xmlns:a16="http://schemas.microsoft.com/office/drawing/2014/main" id="{D54987D6-C7BE-B2D3-6E5E-19D6D1EA32C9}"/>
                </a:ext>
              </a:extLst>
            </p:cNvPr>
            <p:cNvSpPr/>
            <p:nvPr/>
          </p:nvSpPr>
          <p:spPr>
            <a:xfrm>
              <a:off x="2709301"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60" name="Freeform: Shape 959">
              <a:extLst>
                <a:ext uri="{FF2B5EF4-FFF2-40B4-BE49-F238E27FC236}">
                  <a16:creationId xmlns:a16="http://schemas.microsoft.com/office/drawing/2014/main" id="{6F08B655-D6A5-A0A0-A093-4FF5E93E3BB3}"/>
                </a:ext>
              </a:extLst>
            </p:cNvPr>
            <p:cNvSpPr/>
            <p:nvPr/>
          </p:nvSpPr>
          <p:spPr>
            <a:xfrm>
              <a:off x="2823557"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61" name="Freeform: Shape 960">
              <a:extLst>
                <a:ext uri="{FF2B5EF4-FFF2-40B4-BE49-F238E27FC236}">
                  <a16:creationId xmlns:a16="http://schemas.microsoft.com/office/drawing/2014/main" id="{06C22D29-F4B8-C371-A594-D04E4ACD0E8F}"/>
                </a:ext>
              </a:extLst>
            </p:cNvPr>
            <p:cNvSpPr/>
            <p:nvPr/>
          </p:nvSpPr>
          <p:spPr>
            <a:xfrm>
              <a:off x="2937813"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62" name="Freeform: Shape 961">
              <a:extLst>
                <a:ext uri="{FF2B5EF4-FFF2-40B4-BE49-F238E27FC236}">
                  <a16:creationId xmlns:a16="http://schemas.microsoft.com/office/drawing/2014/main" id="{8F2B0484-D449-3539-D265-0F3BC30571B4}"/>
                </a:ext>
              </a:extLst>
            </p:cNvPr>
            <p:cNvSpPr/>
            <p:nvPr/>
          </p:nvSpPr>
          <p:spPr>
            <a:xfrm>
              <a:off x="3052069"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63" name="Freeform: Shape 962">
              <a:extLst>
                <a:ext uri="{FF2B5EF4-FFF2-40B4-BE49-F238E27FC236}">
                  <a16:creationId xmlns:a16="http://schemas.microsoft.com/office/drawing/2014/main" id="{36C83AA7-86EE-FF74-423F-6C84FB35D578}"/>
                </a:ext>
              </a:extLst>
            </p:cNvPr>
            <p:cNvSpPr/>
            <p:nvPr/>
          </p:nvSpPr>
          <p:spPr>
            <a:xfrm>
              <a:off x="3166325"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64" name="Freeform: Shape 963">
              <a:extLst>
                <a:ext uri="{FF2B5EF4-FFF2-40B4-BE49-F238E27FC236}">
                  <a16:creationId xmlns:a16="http://schemas.microsoft.com/office/drawing/2014/main" id="{0C289BF8-FAB6-ED1B-157D-62215995D9F8}"/>
                </a:ext>
              </a:extLst>
            </p:cNvPr>
            <p:cNvSpPr/>
            <p:nvPr/>
          </p:nvSpPr>
          <p:spPr>
            <a:xfrm>
              <a:off x="3280580"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65" name="Freeform: Shape 964">
              <a:extLst>
                <a:ext uri="{FF2B5EF4-FFF2-40B4-BE49-F238E27FC236}">
                  <a16:creationId xmlns:a16="http://schemas.microsoft.com/office/drawing/2014/main" id="{F2395426-1C9A-7760-0AA9-E1A721D65CE5}"/>
                </a:ext>
              </a:extLst>
            </p:cNvPr>
            <p:cNvSpPr/>
            <p:nvPr/>
          </p:nvSpPr>
          <p:spPr>
            <a:xfrm>
              <a:off x="3394836"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66" name="Freeform: Shape 965">
              <a:extLst>
                <a:ext uri="{FF2B5EF4-FFF2-40B4-BE49-F238E27FC236}">
                  <a16:creationId xmlns:a16="http://schemas.microsoft.com/office/drawing/2014/main" id="{C721C9A0-53DA-3602-3D51-A5E4BFD35585}"/>
                </a:ext>
              </a:extLst>
            </p:cNvPr>
            <p:cNvSpPr/>
            <p:nvPr/>
          </p:nvSpPr>
          <p:spPr>
            <a:xfrm>
              <a:off x="3509092"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67" name="Freeform: Shape 966">
              <a:extLst>
                <a:ext uri="{FF2B5EF4-FFF2-40B4-BE49-F238E27FC236}">
                  <a16:creationId xmlns:a16="http://schemas.microsoft.com/office/drawing/2014/main" id="{7DE2B2B7-C134-1D50-2787-B79C36101B3D}"/>
                </a:ext>
              </a:extLst>
            </p:cNvPr>
            <p:cNvSpPr/>
            <p:nvPr/>
          </p:nvSpPr>
          <p:spPr>
            <a:xfrm>
              <a:off x="3623348"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68" name="Freeform: Shape 967">
              <a:extLst>
                <a:ext uri="{FF2B5EF4-FFF2-40B4-BE49-F238E27FC236}">
                  <a16:creationId xmlns:a16="http://schemas.microsoft.com/office/drawing/2014/main" id="{24514AF2-CBCD-0B0C-FCFB-133BDD19AB56}"/>
                </a:ext>
              </a:extLst>
            </p:cNvPr>
            <p:cNvSpPr/>
            <p:nvPr/>
          </p:nvSpPr>
          <p:spPr>
            <a:xfrm>
              <a:off x="3737603"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69" name="Freeform: Shape 968">
              <a:extLst>
                <a:ext uri="{FF2B5EF4-FFF2-40B4-BE49-F238E27FC236}">
                  <a16:creationId xmlns:a16="http://schemas.microsoft.com/office/drawing/2014/main" id="{DEC031A7-08A9-8FCE-21FF-04DF8258739F}"/>
                </a:ext>
              </a:extLst>
            </p:cNvPr>
            <p:cNvSpPr/>
            <p:nvPr/>
          </p:nvSpPr>
          <p:spPr>
            <a:xfrm>
              <a:off x="3851815"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70" name="Freeform: Shape 969">
              <a:extLst>
                <a:ext uri="{FF2B5EF4-FFF2-40B4-BE49-F238E27FC236}">
                  <a16:creationId xmlns:a16="http://schemas.microsoft.com/office/drawing/2014/main" id="{D493E44B-131B-E19B-5FD1-01A6C56E6E6D}"/>
                </a:ext>
              </a:extLst>
            </p:cNvPr>
            <p:cNvSpPr/>
            <p:nvPr/>
          </p:nvSpPr>
          <p:spPr>
            <a:xfrm>
              <a:off x="3966071"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71" name="Freeform: Shape 970">
              <a:extLst>
                <a:ext uri="{FF2B5EF4-FFF2-40B4-BE49-F238E27FC236}">
                  <a16:creationId xmlns:a16="http://schemas.microsoft.com/office/drawing/2014/main" id="{3A884A41-B462-FA0D-2B2A-821D1525F141}"/>
                </a:ext>
              </a:extLst>
            </p:cNvPr>
            <p:cNvSpPr/>
            <p:nvPr/>
          </p:nvSpPr>
          <p:spPr>
            <a:xfrm>
              <a:off x="4080327"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72" name="Freeform: Shape 971">
              <a:extLst>
                <a:ext uri="{FF2B5EF4-FFF2-40B4-BE49-F238E27FC236}">
                  <a16:creationId xmlns:a16="http://schemas.microsoft.com/office/drawing/2014/main" id="{A29868C7-38F8-B430-CE63-FE2F1E13CBBF}"/>
                </a:ext>
              </a:extLst>
            </p:cNvPr>
            <p:cNvSpPr/>
            <p:nvPr/>
          </p:nvSpPr>
          <p:spPr>
            <a:xfrm>
              <a:off x="4194582"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73" name="Freeform: Shape 972">
              <a:extLst>
                <a:ext uri="{FF2B5EF4-FFF2-40B4-BE49-F238E27FC236}">
                  <a16:creationId xmlns:a16="http://schemas.microsoft.com/office/drawing/2014/main" id="{2CE6B485-682D-D883-8C7A-855BDAB38BF3}"/>
                </a:ext>
              </a:extLst>
            </p:cNvPr>
            <p:cNvSpPr/>
            <p:nvPr/>
          </p:nvSpPr>
          <p:spPr>
            <a:xfrm>
              <a:off x="4308838"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74" name="Freeform: Shape 973">
              <a:extLst>
                <a:ext uri="{FF2B5EF4-FFF2-40B4-BE49-F238E27FC236}">
                  <a16:creationId xmlns:a16="http://schemas.microsoft.com/office/drawing/2014/main" id="{3EEE7F79-A2AC-892A-4670-DA09162A3251}"/>
                </a:ext>
              </a:extLst>
            </p:cNvPr>
            <p:cNvSpPr/>
            <p:nvPr/>
          </p:nvSpPr>
          <p:spPr>
            <a:xfrm>
              <a:off x="4423094"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75" name="Freeform: Shape 974">
              <a:extLst>
                <a:ext uri="{FF2B5EF4-FFF2-40B4-BE49-F238E27FC236}">
                  <a16:creationId xmlns:a16="http://schemas.microsoft.com/office/drawing/2014/main" id="{187FE771-2F92-902C-5DE9-65CB50D620EA}"/>
                </a:ext>
              </a:extLst>
            </p:cNvPr>
            <p:cNvSpPr/>
            <p:nvPr/>
          </p:nvSpPr>
          <p:spPr>
            <a:xfrm>
              <a:off x="4537350"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76" name="Freeform: Shape 975">
              <a:extLst>
                <a:ext uri="{FF2B5EF4-FFF2-40B4-BE49-F238E27FC236}">
                  <a16:creationId xmlns:a16="http://schemas.microsoft.com/office/drawing/2014/main" id="{6EAD650E-301D-2DB8-42DC-680BF1D185A5}"/>
                </a:ext>
              </a:extLst>
            </p:cNvPr>
            <p:cNvSpPr/>
            <p:nvPr/>
          </p:nvSpPr>
          <p:spPr>
            <a:xfrm>
              <a:off x="4651605"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77" name="Freeform: Shape 976">
              <a:extLst>
                <a:ext uri="{FF2B5EF4-FFF2-40B4-BE49-F238E27FC236}">
                  <a16:creationId xmlns:a16="http://schemas.microsoft.com/office/drawing/2014/main" id="{78DE329B-6E58-657C-89DF-358D0A136705}"/>
                </a:ext>
              </a:extLst>
            </p:cNvPr>
            <p:cNvSpPr/>
            <p:nvPr/>
          </p:nvSpPr>
          <p:spPr>
            <a:xfrm>
              <a:off x="4765861"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78" name="Freeform: Shape 977">
              <a:extLst>
                <a:ext uri="{FF2B5EF4-FFF2-40B4-BE49-F238E27FC236}">
                  <a16:creationId xmlns:a16="http://schemas.microsoft.com/office/drawing/2014/main" id="{8A09E766-2CB7-3208-CC8A-594E482C2F63}"/>
                </a:ext>
              </a:extLst>
            </p:cNvPr>
            <p:cNvSpPr/>
            <p:nvPr/>
          </p:nvSpPr>
          <p:spPr>
            <a:xfrm>
              <a:off x="4880117"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79" name="Freeform: Shape 978">
              <a:extLst>
                <a:ext uri="{FF2B5EF4-FFF2-40B4-BE49-F238E27FC236}">
                  <a16:creationId xmlns:a16="http://schemas.microsoft.com/office/drawing/2014/main" id="{57B02FD1-111B-B725-36C9-7E28A7524C63}"/>
                </a:ext>
              </a:extLst>
            </p:cNvPr>
            <p:cNvSpPr/>
            <p:nvPr/>
          </p:nvSpPr>
          <p:spPr>
            <a:xfrm>
              <a:off x="4994373"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80" name="Freeform: Shape 979">
              <a:extLst>
                <a:ext uri="{FF2B5EF4-FFF2-40B4-BE49-F238E27FC236}">
                  <a16:creationId xmlns:a16="http://schemas.microsoft.com/office/drawing/2014/main" id="{B32514E8-BD77-0399-B8A0-DB9CF6E4C12F}"/>
                </a:ext>
              </a:extLst>
            </p:cNvPr>
            <p:cNvSpPr/>
            <p:nvPr/>
          </p:nvSpPr>
          <p:spPr>
            <a:xfrm>
              <a:off x="5108629"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81" name="Freeform: Shape 980">
              <a:extLst>
                <a:ext uri="{FF2B5EF4-FFF2-40B4-BE49-F238E27FC236}">
                  <a16:creationId xmlns:a16="http://schemas.microsoft.com/office/drawing/2014/main" id="{51CAA8AE-2D7C-934E-3273-8E5D99C5981B}"/>
                </a:ext>
              </a:extLst>
            </p:cNvPr>
            <p:cNvSpPr/>
            <p:nvPr/>
          </p:nvSpPr>
          <p:spPr>
            <a:xfrm>
              <a:off x="5222840"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82" name="Freeform: Shape 981">
              <a:extLst>
                <a:ext uri="{FF2B5EF4-FFF2-40B4-BE49-F238E27FC236}">
                  <a16:creationId xmlns:a16="http://schemas.microsoft.com/office/drawing/2014/main" id="{CF9BFEF3-0630-1073-3B2B-80A6F10E7339}"/>
                </a:ext>
              </a:extLst>
            </p:cNvPr>
            <p:cNvSpPr/>
            <p:nvPr/>
          </p:nvSpPr>
          <p:spPr>
            <a:xfrm>
              <a:off x="5337096"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83" name="Freeform: Shape 982">
              <a:extLst>
                <a:ext uri="{FF2B5EF4-FFF2-40B4-BE49-F238E27FC236}">
                  <a16:creationId xmlns:a16="http://schemas.microsoft.com/office/drawing/2014/main" id="{6422EAD7-AE30-4911-F51A-1C75590F6FB7}"/>
                </a:ext>
              </a:extLst>
            </p:cNvPr>
            <p:cNvSpPr/>
            <p:nvPr/>
          </p:nvSpPr>
          <p:spPr>
            <a:xfrm>
              <a:off x="5451352"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84" name="Freeform: Shape 983">
              <a:extLst>
                <a:ext uri="{FF2B5EF4-FFF2-40B4-BE49-F238E27FC236}">
                  <a16:creationId xmlns:a16="http://schemas.microsoft.com/office/drawing/2014/main" id="{01B15E2B-8797-E13D-DB7F-F0E032E12600}"/>
                </a:ext>
              </a:extLst>
            </p:cNvPr>
            <p:cNvSpPr/>
            <p:nvPr/>
          </p:nvSpPr>
          <p:spPr>
            <a:xfrm>
              <a:off x="5565608"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85" name="Freeform: Shape 984">
              <a:extLst>
                <a:ext uri="{FF2B5EF4-FFF2-40B4-BE49-F238E27FC236}">
                  <a16:creationId xmlns:a16="http://schemas.microsoft.com/office/drawing/2014/main" id="{519E9C76-48B8-A2BD-34CC-263D22A6CE8F}"/>
                </a:ext>
              </a:extLst>
            </p:cNvPr>
            <p:cNvSpPr/>
            <p:nvPr/>
          </p:nvSpPr>
          <p:spPr>
            <a:xfrm>
              <a:off x="5679863"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86" name="Freeform: Shape 985">
              <a:extLst>
                <a:ext uri="{FF2B5EF4-FFF2-40B4-BE49-F238E27FC236}">
                  <a16:creationId xmlns:a16="http://schemas.microsoft.com/office/drawing/2014/main" id="{0386F283-EFF9-6952-3589-90A34324102C}"/>
                </a:ext>
              </a:extLst>
            </p:cNvPr>
            <p:cNvSpPr/>
            <p:nvPr/>
          </p:nvSpPr>
          <p:spPr>
            <a:xfrm>
              <a:off x="5794119"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87" name="Freeform: Shape 986">
              <a:extLst>
                <a:ext uri="{FF2B5EF4-FFF2-40B4-BE49-F238E27FC236}">
                  <a16:creationId xmlns:a16="http://schemas.microsoft.com/office/drawing/2014/main" id="{E77A9A7A-0434-7D7A-92D1-B022FBED7423}"/>
                </a:ext>
              </a:extLst>
            </p:cNvPr>
            <p:cNvSpPr/>
            <p:nvPr/>
          </p:nvSpPr>
          <p:spPr>
            <a:xfrm>
              <a:off x="5908375"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88" name="Freeform: Shape 987">
              <a:extLst>
                <a:ext uri="{FF2B5EF4-FFF2-40B4-BE49-F238E27FC236}">
                  <a16:creationId xmlns:a16="http://schemas.microsoft.com/office/drawing/2014/main" id="{E9934F29-DDC8-08FE-EDB6-83447FF41748}"/>
                </a:ext>
              </a:extLst>
            </p:cNvPr>
            <p:cNvSpPr/>
            <p:nvPr/>
          </p:nvSpPr>
          <p:spPr>
            <a:xfrm>
              <a:off x="6022631"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89" name="Freeform: Shape 988">
              <a:extLst>
                <a:ext uri="{FF2B5EF4-FFF2-40B4-BE49-F238E27FC236}">
                  <a16:creationId xmlns:a16="http://schemas.microsoft.com/office/drawing/2014/main" id="{581194BF-A6F5-4680-9DDD-BDE0A6021CF5}"/>
                </a:ext>
              </a:extLst>
            </p:cNvPr>
            <p:cNvSpPr/>
            <p:nvPr/>
          </p:nvSpPr>
          <p:spPr>
            <a:xfrm>
              <a:off x="6136886"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90" name="Freeform: Shape 989">
              <a:extLst>
                <a:ext uri="{FF2B5EF4-FFF2-40B4-BE49-F238E27FC236}">
                  <a16:creationId xmlns:a16="http://schemas.microsoft.com/office/drawing/2014/main" id="{2A6F9623-104A-52E0-BA13-43431E5BA02D}"/>
                </a:ext>
              </a:extLst>
            </p:cNvPr>
            <p:cNvSpPr/>
            <p:nvPr/>
          </p:nvSpPr>
          <p:spPr>
            <a:xfrm>
              <a:off x="6251142"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91" name="Freeform: Shape 990">
              <a:extLst>
                <a:ext uri="{FF2B5EF4-FFF2-40B4-BE49-F238E27FC236}">
                  <a16:creationId xmlns:a16="http://schemas.microsoft.com/office/drawing/2014/main" id="{1F085B17-B242-1F63-7156-58D21C858275}"/>
                </a:ext>
              </a:extLst>
            </p:cNvPr>
            <p:cNvSpPr/>
            <p:nvPr/>
          </p:nvSpPr>
          <p:spPr>
            <a:xfrm>
              <a:off x="6365398"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92" name="Freeform: Shape 991">
              <a:extLst>
                <a:ext uri="{FF2B5EF4-FFF2-40B4-BE49-F238E27FC236}">
                  <a16:creationId xmlns:a16="http://schemas.microsoft.com/office/drawing/2014/main" id="{70884AB0-947B-82A1-22F4-DC9471731200}"/>
                </a:ext>
              </a:extLst>
            </p:cNvPr>
            <p:cNvSpPr/>
            <p:nvPr/>
          </p:nvSpPr>
          <p:spPr>
            <a:xfrm>
              <a:off x="6479610"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93" name="Freeform: Shape 992">
              <a:extLst>
                <a:ext uri="{FF2B5EF4-FFF2-40B4-BE49-F238E27FC236}">
                  <a16:creationId xmlns:a16="http://schemas.microsoft.com/office/drawing/2014/main" id="{FE8DEE31-9746-455B-3F5F-405976C6FEAF}"/>
                </a:ext>
              </a:extLst>
            </p:cNvPr>
            <p:cNvSpPr/>
            <p:nvPr/>
          </p:nvSpPr>
          <p:spPr>
            <a:xfrm>
              <a:off x="6593865"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94" name="Freeform: Shape 993">
              <a:extLst>
                <a:ext uri="{FF2B5EF4-FFF2-40B4-BE49-F238E27FC236}">
                  <a16:creationId xmlns:a16="http://schemas.microsoft.com/office/drawing/2014/main" id="{D94DF915-988D-D3E3-F205-28665C7E94E1}"/>
                </a:ext>
              </a:extLst>
            </p:cNvPr>
            <p:cNvSpPr/>
            <p:nvPr/>
          </p:nvSpPr>
          <p:spPr>
            <a:xfrm>
              <a:off x="6708121" y="251769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95" name="Freeform: Shape 994">
              <a:extLst>
                <a:ext uri="{FF2B5EF4-FFF2-40B4-BE49-F238E27FC236}">
                  <a16:creationId xmlns:a16="http://schemas.microsoft.com/office/drawing/2014/main" id="{D8F4EE6C-1DC9-9394-A39F-FD0A667508C0}"/>
                </a:ext>
              </a:extLst>
            </p:cNvPr>
            <p:cNvSpPr/>
            <p:nvPr/>
          </p:nvSpPr>
          <p:spPr>
            <a:xfrm>
              <a:off x="6822377"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96" name="Freeform: Shape 995">
              <a:extLst>
                <a:ext uri="{FF2B5EF4-FFF2-40B4-BE49-F238E27FC236}">
                  <a16:creationId xmlns:a16="http://schemas.microsoft.com/office/drawing/2014/main" id="{86F74D10-9176-505D-1001-AA0691D8671B}"/>
                </a:ext>
              </a:extLst>
            </p:cNvPr>
            <p:cNvSpPr/>
            <p:nvPr/>
          </p:nvSpPr>
          <p:spPr>
            <a:xfrm>
              <a:off x="6936633"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97" name="Freeform: Shape 996">
              <a:extLst>
                <a:ext uri="{FF2B5EF4-FFF2-40B4-BE49-F238E27FC236}">
                  <a16:creationId xmlns:a16="http://schemas.microsoft.com/office/drawing/2014/main" id="{0F63F8C9-35A8-446C-09B3-DEE163386073}"/>
                </a:ext>
              </a:extLst>
            </p:cNvPr>
            <p:cNvSpPr/>
            <p:nvPr/>
          </p:nvSpPr>
          <p:spPr>
            <a:xfrm>
              <a:off x="7050888" y="251769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98" name="Freeform: Shape 997">
              <a:extLst>
                <a:ext uri="{FF2B5EF4-FFF2-40B4-BE49-F238E27FC236}">
                  <a16:creationId xmlns:a16="http://schemas.microsoft.com/office/drawing/2014/main" id="{4CD51376-8965-C85D-2128-189251832968}"/>
                </a:ext>
              </a:extLst>
            </p:cNvPr>
            <p:cNvSpPr/>
            <p:nvPr/>
          </p:nvSpPr>
          <p:spPr>
            <a:xfrm>
              <a:off x="7165144"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99" name="Freeform: Shape 998">
              <a:extLst>
                <a:ext uri="{FF2B5EF4-FFF2-40B4-BE49-F238E27FC236}">
                  <a16:creationId xmlns:a16="http://schemas.microsoft.com/office/drawing/2014/main" id="{866C1179-E9A2-3B9D-3A2C-B8C8C8E00899}"/>
                </a:ext>
              </a:extLst>
            </p:cNvPr>
            <p:cNvSpPr/>
            <p:nvPr/>
          </p:nvSpPr>
          <p:spPr>
            <a:xfrm>
              <a:off x="2366578"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00" name="Freeform: Shape 999">
              <a:extLst>
                <a:ext uri="{FF2B5EF4-FFF2-40B4-BE49-F238E27FC236}">
                  <a16:creationId xmlns:a16="http://schemas.microsoft.com/office/drawing/2014/main" id="{E1709F23-0834-EF00-3655-797BB442F772}"/>
                </a:ext>
              </a:extLst>
            </p:cNvPr>
            <p:cNvSpPr/>
            <p:nvPr/>
          </p:nvSpPr>
          <p:spPr>
            <a:xfrm>
              <a:off x="2480790"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01" name="Freeform: Shape 1000">
              <a:extLst>
                <a:ext uri="{FF2B5EF4-FFF2-40B4-BE49-F238E27FC236}">
                  <a16:creationId xmlns:a16="http://schemas.microsoft.com/office/drawing/2014/main" id="{251D6D90-CD65-6F03-1C51-20DC54B1E337}"/>
                </a:ext>
              </a:extLst>
            </p:cNvPr>
            <p:cNvSpPr/>
            <p:nvPr/>
          </p:nvSpPr>
          <p:spPr>
            <a:xfrm>
              <a:off x="2595046"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02" name="Freeform: Shape 1001">
              <a:extLst>
                <a:ext uri="{FF2B5EF4-FFF2-40B4-BE49-F238E27FC236}">
                  <a16:creationId xmlns:a16="http://schemas.microsoft.com/office/drawing/2014/main" id="{9DAB07C0-6537-5335-9B44-5AE025095AAA}"/>
                </a:ext>
              </a:extLst>
            </p:cNvPr>
            <p:cNvSpPr/>
            <p:nvPr/>
          </p:nvSpPr>
          <p:spPr>
            <a:xfrm>
              <a:off x="2709301"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03" name="Freeform: Shape 1002">
              <a:extLst>
                <a:ext uri="{FF2B5EF4-FFF2-40B4-BE49-F238E27FC236}">
                  <a16:creationId xmlns:a16="http://schemas.microsoft.com/office/drawing/2014/main" id="{8AD05BEF-98B3-E61A-C6D0-4B71D0949727}"/>
                </a:ext>
              </a:extLst>
            </p:cNvPr>
            <p:cNvSpPr/>
            <p:nvPr/>
          </p:nvSpPr>
          <p:spPr>
            <a:xfrm>
              <a:off x="2823557"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04" name="Freeform: Shape 1003">
              <a:extLst>
                <a:ext uri="{FF2B5EF4-FFF2-40B4-BE49-F238E27FC236}">
                  <a16:creationId xmlns:a16="http://schemas.microsoft.com/office/drawing/2014/main" id="{0C1443BD-BF3E-FCCE-9BE0-992375E0CF1D}"/>
                </a:ext>
              </a:extLst>
            </p:cNvPr>
            <p:cNvSpPr/>
            <p:nvPr/>
          </p:nvSpPr>
          <p:spPr>
            <a:xfrm>
              <a:off x="2937813"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05" name="Freeform: Shape 1004">
              <a:extLst>
                <a:ext uri="{FF2B5EF4-FFF2-40B4-BE49-F238E27FC236}">
                  <a16:creationId xmlns:a16="http://schemas.microsoft.com/office/drawing/2014/main" id="{ABC94326-2C1C-AB4A-BD44-1133967E50C7}"/>
                </a:ext>
              </a:extLst>
            </p:cNvPr>
            <p:cNvSpPr/>
            <p:nvPr/>
          </p:nvSpPr>
          <p:spPr>
            <a:xfrm>
              <a:off x="3052069"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06" name="Freeform: Shape 1005">
              <a:extLst>
                <a:ext uri="{FF2B5EF4-FFF2-40B4-BE49-F238E27FC236}">
                  <a16:creationId xmlns:a16="http://schemas.microsoft.com/office/drawing/2014/main" id="{CC7AAA62-F5DC-4937-9579-27D7A58A902B}"/>
                </a:ext>
              </a:extLst>
            </p:cNvPr>
            <p:cNvSpPr/>
            <p:nvPr/>
          </p:nvSpPr>
          <p:spPr>
            <a:xfrm>
              <a:off x="3166325"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07" name="Freeform: Shape 1006">
              <a:extLst>
                <a:ext uri="{FF2B5EF4-FFF2-40B4-BE49-F238E27FC236}">
                  <a16:creationId xmlns:a16="http://schemas.microsoft.com/office/drawing/2014/main" id="{70E7374F-54D1-4AB4-4414-97767CD02119}"/>
                </a:ext>
              </a:extLst>
            </p:cNvPr>
            <p:cNvSpPr/>
            <p:nvPr/>
          </p:nvSpPr>
          <p:spPr>
            <a:xfrm>
              <a:off x="3280580"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08" name="Freeform: Shape 1007">
              <a:extLst>
                <a:ext uri="{FF2B5EF4-FFF2-40B4-BE49-F238E27FC236}">
                  <a16:creationId xmlns:a16="http://schemas.microsoft.com/office/drawing/2014/main" id="{62296344-7C15-3AD6-BF0D-9C34AC7E73F2}"/>
                </a:ext>
              </a:extLst>
            </p:cNvPr>
            <p:cNvSpPr/>
            <p:nvPr/>
          </p:nvSpPr>
          <p:spPr>
            <a:xfrm>
              <a:off x="3394836"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09" name="Freeform: Shape 1008">
              <a:extLst>
                <a:ext uri="{FF2B5EF4-FFF2-40B4-BE49-F238E27FC236}">
                  <a16:creationId xmlns:a16="http://schemas.microsoft.com/office/drawing/2014/main" id="{FF6700A9-6D72-1CE6-4DCF-0377828D18DB}"/>
                </a:ext>
              </a:extLst>
            </p:cNvPr>
            <p:cNvSpPr/>
            <p:nvPr/>
          </p:nvSpPr>
          <p:spPr>
            <a:xfrm>
              <a:off x="3509092"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10" name="Freeform: Shape 1009">
              <a:extLst>
                <a:ext uri="{FF2B5EF4-FFF2-40B4-BE49-F238E27FC236}">
                  <a16:creationId xmlns:a16="http://schemas.microsoft.com/office/drawing/2014/main" id="{129868F6-C97F-C82A-BF3E-F7F22449C40D}"/>
                </a:ext>
              </a:extLst>
            </p:cNvPr>
            <p:cNvSpPr/>
            <p:nvPr/>
          </p:nvSpPr>
          <p:spPr>
            <a:xfrm>
              <a:off x="3623348"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11" name="Freeform: Shape 1010">
              <a:extLst>
                <a:ext uri="{FF2B5EF4-FFF2-40B4-BE49-F238E27FC236}">
                  <a16:creationId xmlns:a16="http://schemas.microsoft.com/office/drawing/2014/main" id="{ACDF6EA6-9FD1-6427-17C5-7ADE8F2F2AAE}"/>
                </a:ext>
              </a:extLst>
            </p:cNvPr>
            <p:cNvSpPr/>
            <p:nvPr/>
          </p:nvSpPr>
          <p:spPr>
            <a:xfrm>
              <a:off x="3737603"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12" name="Freeform: Shape 1011">
              <a:extLst>
                <a:ext uri="{FF2B5EF4-FFF2-40B4-BE49-F238E27FC236}">
                  <a16:creationId xmlns:a16="http://schemas.microsoft.com/office/drawing/2014/main" id="{FB9954D6-2ADE-81C9-C76B-A6414F71D8E7}"/>
                </a:ext>
              </a:extLst>
            </p:cNvPr>
            <p:cNvSpPr/>
            <p:nvPr/>
          </p:nvSpPr>
          <p:spPr>
            <a:xfrm>
              <a:off x="3851815"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13" name="Freeform: Shape 1012">
              <a:extLst>
                <a:ext uri="{FF2B5EF4-FFF2-40B4-BE49-F238E27FC236}">
                  <a16:creationId xmlns:a16="http://schemas.microsoft.com/office/drawing/2014/main" id="{8E62B0B1-84FD-F477-613A-F29342476999}"/>
                </a:ext>
              </a:extLst>
            </p:cNvPr>
            <p:cNvSpPr/>
            <p:nvPr/>
          </p:nvSpPr>
          <p:spPr>
            <a:xfrm>
              <a:off x="3966071"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14" name="Freeform: Shape 1013">
              <a:extLst>
                <a:ext uri="{FF2B5EF4-FFF2-40B4-BE49-F238E27FC236}">
                  <a16:creationId xmlns:a16="http://schemas.microsoft.com/office/drawing/2014/main" id="{5CC07378-D83E-4F3F-918F-A7A38DEE1A1D}"/>
                </a:ext>
              </a:extLst>
            </p:cNvPr>
            <p:cNvSpPr/>
            <p:nvPr/>
          </p:nvSpPr>
          <p:spPr>
            <a:xfrm>
              <a:off x="4080327"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15" name="Freeform: Shape 1014">
              <a:extLst>
                <a:ext uri="{FF2B5EF4-FFF2-40B4-BE49-F238E27FC236}">
                  <a16:creationId xmlns:a16="http://schemas.microsoft.com/office/drawing/2014/main" id="{BBA46B81-2B98-FDAA-6ECA-87234D616FB1}"/>
                </a:ext>
              </a:extLst>
            </p:cNvPr>
            <p:cNvSpPr/>
            <p:nvPr/>
          </p:nvSpPr>
          <p:spPr>
            <a:xfrm>
              <a:off x="4194582"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16" name="Freeform: Shape 1015">
              <a:extLst>
                <a:ext uri="{FF2B5EF4-FFF2-40B4-BE49-F238E27FC236}">
                  <a16:creationId xmlns:a16="http://schemas.microsoft.com/office/drawing/2014/main" id="{5985BDAB-72FE-FE0B-8A22-FAF4A3B7461E}"/>
                </a:ext>
              </a:extLst>
            </p:cNvPr>
            <p:cNvSpPr/>
            <p:nvPr/>
          </p:nvSpPr>
          <p:spPr>
            <a:xfrm>
              <a:off x="4308838"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17" name="Freeform: Shape 1016">
              <a:extLst>
                <a:ext uri="{FF2B5EF4-FFF2-40B4-BE49-F238E27FC236}">
                  <a16:creationId xmlns:a16="http://schemas.microsoft.com/office/drawing/2014/main" id="{01F8C50B-5720-336A-684A-A01289A4E93C}"/>
                </a:ext>
              </a:extLst>
            </p:cNvPr>
            <p:cNvSpPr/>
            <p:nvPr/>
          </p:nvSpPr>
          <p:spPr>
            <a:xfrm>
              <a:off x="4423094"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18" name="Freeform: Shape 1017">
              <a:extLst>
                <a:ext uri="{FF2B5EF4-FFF2-40B4-BE49-F238E27FC236}">
                  <a16:creationId xmlns:a16="http://schemas.microsoft.com/office/drawing/2014/main" id="{97EB3134-48B6-6AB9-03F6-A5741F05D021}"/>
                </a:ext>
              </a:extLst>
            </p:cNvPr>
            <p:cNvSpPr/>
            <p:nvPr/>
          </p:nvSpPr>
          <p:spPr>
            <a:xfrm>
              <a:off x="4537350"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19" name="Freeform: Shape 1018">
              <a:extLst>
                <a:ext uri="{FF2B5EF4-FFF2-40B4-BE49-F238E27FC236}">
                  <a16:creationId xmlns:a16="http://schemas.microsoft.com/office/drawing/2014/main" id="{1699D5F8-9EB6-6581-443F-0662C6F3F3D4}"/>
                </a:ext>
              </a:extLst>
            </p:cNvPr>
            <p:cNvSpPr/>
            <p:nvPr/>
          </p:nvSpPr>
          <p:spPr>
            <a:xfrm>
              <a:off x="4651605"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20" name="Freeform: Shape 1019">
              <a:extLst>
                <a:ext uri="{FF2B5EF4-FFF2-40B4-BE49-F238E27FC236}">
                  <a16:creationId xmlns:a16="http://schemas.microsoft.com/office/drawing/2014/main" id="{DDB2BC5F-4D64-1B96-8A33-7CC7B686D319}"/>
                </a:ext>
              </a:extLst>
            </p:cNvPr>
            <p:cNvSpPr/>
            <p:nvPr/>
          </p:nvSpPr>
          <p:spPr>
            <a:xfrm>
              <a:off x="4765861"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21" name="Freeform: Shape 1020">
              <a:extLst>
                <a:ext uri="{FF2B5EF4-FFF2-40B4-BE49-F238E27FC236}">
                  <a16:creationId xmlns:a16="http://schemas.microsoft.com/office/drawing/2014/main" id="{8819F082-0075-535A-D8AD-2DE55AA2AA4D}"/>
                </a:ext>
              </a:extLst>
            </p:cNvPr>
            <p:cNvSpPr/>
            <p:nvPr/>
          </p:nvSpPr>
          <p:spPr>
            <a:xfrm>
              <a:off x="4880117"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22" name="Freeform: Shape 1021">
              <a:extLst>
                <a:ext uri="{FF2B5EF4-FFF2-40B4-BE49-F238E27FC236}">
                  <a16:creationId xmlns:a16="http://schemas.microsoft.com/office/drawing/2014/main" id="{525EBCBF-F8FC-963D-805A-652C9E235FF3}"/>
                </a:ext>
              </a:extLst>
            </p:cNvPr>
            <p:cNvSpPr/>
            <p:nvPr/>
          </p:nvSpPr>
          <p:spPr>
            <a:xfrm>
              <a:off x="4994373"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23" name="Freeform: Shape 1022">
              <a:extLst>
                <a:ext uri="{FF2B5EF4-FFF2-40B4-BE49-F238E27FC236}">
                  <a16:creationId xmlns:a16="http://schemas.microsoft.com/office/drawing/2014/main" id="{1E20AB67-D8D9-B4E3-DD0B-1B05BDA2BB5E}"/>
                </a:ext>
              </a:extLst>
            </p:cNvPr>
            <p:cNvSpPr/>
            <p:nvPr/>
          </p:nvSpPr>
          <p:spPr>
            <a:xfrm>
              <a:off x="5108629"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24" name="Freeform: Shape 1023">
              <a:extLst>
                <a:ext uri="{FF2B5EF4-FFF2-40B4-BE49-F238E27FC236}">
                  <a16:creationId xmlns:a16="http://schemas.microsoft.com/office/drawing/2014/main" id="{8C729090-2EA1-CD59-8C20-1950E53EA5DF}"/>
                </a:ext>
              </a:extLst>
            </p:cNvPr>
            <p:cNvSpPr/>
            <p:nvPr/>
          </p:nvSpPr>
          <p:spPr>
            <a:xfrm>
              <a:off x="5222840"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25" name="Freeform: Shape 1024">
              <a:extLst>
                <a:ext uri="{FF2B5EF4-FFF2-40B4-BE49-F238E27FC236}">
                  <a16:creationId xmlns:a16="http://schemas.microsoft.com/office/drawing/2014/main" id="{475C7DB2-3203-ADB1-E291-536965596CAB}"/>
                </a:ext>
              </a:extLst>
            </p:cNvPr>
            <p:cNvSpPr/>
            <p:nvPr/>
          </p:nvSpPr>
          <p:spPr>
            <a:xfrm>
              <a:off x="5337096"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26" name="Freeform: Shape 1025">
              <a:extLst>
                <a:ext uri="{FF2B5EF4-FFF2-40B4-BE49-F238E27FC236}">
                  <a16:creationId xmlns:a16="http://schemas.microsoft.com/office/drawing/2014/main" id="{8FDB17F0-B0E8-D6A6-73FD-17DB6F25F380}"/>
                </a:ext>
              </a:extLst>
            </p:cNvPr>
            <p:cNvSpPr/>
            <p:nvPr/>
          </p:nvSpPr>
          <p:spPr>
            <a:xfrm>
              <a:off x="5451352"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27" name="Freeform: Shape 1026">
              <a:extLst>
                <a:ext uri="{FF2B5EF4-FFF2-40B4-BE49-F238E27FC236}">
                  <a16:creationId xmlns:a16="http://schemas.microsoft.com/office/drawing/2014/main" id="{65991EB6-9DAD-CE6A-0711-EA2C65273968}"/>
                </a:ext>
              </a:extLst>
            </p:cNvPr>
            <p:cNvSpPr/>
            <p:nvPr/>
          </p:nvSpPr>
          <p:spPr>
            <a:xfrm>
              <a:off x="5565608"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28" name="Freeform: Shape 1027">
              <a:extLst>
                <a:ext uri="{FF2B5EF4-FFF2-40B4-BE49-F238E27FC236}">
                  <a16:creationId xmlns:a16="http://schemas.microsoft.com/office/drawing/2014/main" id="{281499E7-F9EC-5B72-6B16-33882CDF7AB0}"/>
                </a:ext>
              </a:extLst>
            </p:cNvPr>
            <p:cNvSpPr/>
            <p:nvPr/>
          </p:nvSpPr>
          <p:spPr>
            <a:xfrm>
              <a:off x="5679863"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29" name="Freeform: Shape 1028">
              <a:extLst>
                <a:ext uri="{FF2B5EF4-FFF2-40B4-BE49-F238E27FC236}">
                  <a16:creationId xmlns:a16="http://schemas.microsoft.com/office/drawing/2014/main" id="{20E4C6C7-40F1-C84F-874A-F2ED545085BE}"/>
                </a:ext>
              </a:extLst>
            </p:cNvPr>
            <p:cNvSpPr/>
            <p:nvPr/>
          </p:nvSpPr>
          <p:spPr>
            <a:xfrm>
              <a:off x="5794119"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30" name="Freeform: Shape 1029">
              <a:extLst>
                <a:ext uri="{FF2B5EF4-FFF2-40B4-BE49-F238E27FC236}">
                  <a16:creationId xmlns:a16="http://schemas.microsoft.com/office/drawing/2014/main" id="{68E13E8C-3A96-020F-44D7-EB6F0DDBE2A4}"/>
                </a:ext>
              </a:extLst>
            </p:cNvPr>
            <p:cNvSpPr/>
            <p:nvPr/>
          </p:nvSpPr>
          <p:spPr>
            <a:xfrm>
              <a:off x="5908375"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31" name="Freeform: Shape 1030">
              <a:extLst>
                <a:ext uri="{FF2B5EF4-FFF2-40B4-BE49-F238E27FC236}">
                  <a16:creationId xmlns:a16="http://schemas.microsoft.com/office/drawing/2014/main" id="{95DCB847-5A6D-3903-A821-38C2B41BFA91}"/>
                </a:ext>
              </a:extLst>
            </p:cNvPr>
            <p:cNvSpPr/>
            <p:nvPr/>
          </p:nvSpPr>
          <p:spPr>
            <a:xfrm>
              <a:off x="6022631"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32" name="Freeform: Shape 1031">
              <a:extLst>
                <a:ext uri="{FF2B5EF4-FFF2-40B4-BE49-F238E27FC236}">
                  <a16:creationId xmlns:a16="http://schemas.microsoft.com/office/drawing/2014/main" id="{2093626D-3E5C-D5F7-C807-FC6C7CD43EEE}"/>
                </a:ext>
              </a:extLst>
            </p:cNvPr>
            <p:cNvSpPr/>
            <p:nvPr/>
          </p:nvSpPr>
          <p:spPr>
            <a:xfrm>
              <a:off x="6136886"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33" name="Freeform: Shape 1032">
              <a:extLst>
                <a:ext uri="{FF2B5EF4-FFF2-40B4-BE49-F238E27FC236}">
                  <a16:creationId xmlns:a16="http://schemas.microsoft.com/office/drawing/2014/main" id="{4A2B8886-2A07-B04F-0261-E26B467B9EB8}"/>
                </a:ext>
              </a:extLst>
            </p:cNvPr>
            <p:cNvSpPr/>
            <p:nvPr/>
          </p:nvSpPr>
          <p:spPr>
            <a:xfrm>
              <a:off x="6251142"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34" name="Freeform: Shape 1033">
              <a:extLst>
                <a:ext uri="{FF2B5EF4-FFF2-40B4-BE49-F238E27FC236}">
                  <a16:creationId xmlns:a16="http://schemas.microsoft.com/office/drawing/2014/main" id="{C48EE5E5-3668-B595-F24D-25CA4EAA9ADA}"/>
                </a:ext>
              </a:extLst>
            </p:cNvPr>
            <p:cNvSpPr/>
            <p:nvPr/>
          </p:nvSpPr>
          <p:spPr>
            <a:xfrm>
              <a:off x="6365398"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35" name="Freeform: Shape 1034">
              <a:extLst>
                <a:ext uri="{FF2B5EF4-FFF2-40B4-BE49-F238E27FC236}">
                  <a16:creationId xmlns:a16="http://schemas.microsoft.com/office/drawing/2014/main" id="{B7CEF4C7-D38F-7DC0-E2F6-0741C6901F54}"/>
                </a:ext>
              </a:extLst>
            </p:cNvPr>
            <p:cNvSpPr/>
            <p:nvPr/>
          </p:nvSpPr>
          <p:spPr>
            <a:xfrm>
              <a:off x="6479610"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36" name="Freeform: Shape 1035">
              <a:extLst>
                <a:ext uri="{FF2B5EF4-FFF2-40B4-BE49-F238E27FC236}">
                  <a16:creationId xmlns:a16="http://schemas.microsoft.com/office/drawing/2014/main" id="{DD47392F-E219-6047-661E-B3E428CFF81E}"/>
                </a:ext>
              </a:extLst>
            </p:cNvPr>
            <p:cNvSpPr/>
            <p:nvPr/>
          </p:nvSpPr>
          <p:spPr>
            <a:xfrm>
              <a:off x="6593865"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37" name="Freeform: Shape 1036">
              <a:extLst>
                <a:ext uri="{FF2B5EF4-FFF2-40B4-BE49-F238E27FC236}">
                  <a16:creationId xmlns:a16="http://schemas.microsoft.com/office/drawing/2014/main" id="{64600B5E-D44C-407A-7E7B-D504676B5361}"/>
                </a:ext>
              </a:extLst>
            </p:cNvPr>
            <p:cNvSpPr/>
            <p:nvPr/>
          </p:nvSpPr>
          <p:spPr>
            <a:xfrm>
              <a:off x="6708121" y="263195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38" name="Freeform: Shape 1037">
              <a:extLst>
                <a:ext uri="{FF2B5EF4-FFF2-40B4-BE49-F238E27FC236}">
                  <a16:creationId xmlns:a16="http://schemas.microsoft.com/office/drawing/2014/main" id="{D264D5E4-6D36-A43E-EA55-1DB1FB349EE3}"/>
                </a:ext>
              </a:extLst>
            </p:cNvPr>
            <p:cNvSpPr/>
            <p:nvPr/>
          </p:nvSpPr>
          <p:spPr>
            <a:xfrm>
              <a:off x="6822377"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39" name="Freeform: Shape 1038">
              <a:extLst>
                <a:ext uri="{FF2B5EF4-FFF2-40B4-BE49-F238E27FC236}">
                  <a16:creationId xmlns:a16="http://schemas.microsoft.com/office/drawing/2014/main" id="{CA70F916-8EBE-1464-8A70-2FE8DA7D3602}"/>
                </a:ext>
              </a:extLst>
            </p:cNvPr>
            <p:cNvSpPr/>
            <p:nvPr/>
          </p:nvSpPr>
          <p:spPr>
            <a:xfrm>
              <a:off x="6936633"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40" name="Freeform: Shape 1039">
              <a:extLst>
                <a:ext uri="{FF2B5EF4-FFF2-40B4-BE49-F238E27FC236}">
                  <a16:creationId xmlns:a16="http://schemas.microsoft.com/office/drawing/2014/main" id="{EA783DF3-DBE9-F8B9-B0FD-994AE8D46295}"/>
                </a:ext>
              </a:extLst>
            </p:cNvPr>
            <p:cNvSpPr/>
            <p:nvPr/>
          </p:nvSpPr>
          <p:spPr>
            <a:xfrm>
              <a:off x="7050888" y="263195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41" name="Freeform: Shape 1040">
              <a:extLst>
                <a:ext uri="{FF2B5EF4-FFF2-40B4-BE49-F238E27FC236}">
                  <a16:creationId xmlns:a16="http://schemas.microsoft.com/office/drawing/2014/main" id="{722D1866-AC8A-EB50-2C6F-3ABCE20633AE}"/>
                </a:ext>
              </a:extLst>
            </p:cNvPr>
            <p:cNvSpPr/>
            <p:nvPr/>
          </p:nvSpPr>
          <p:spPr>
            <a:xfrm>
              <a:off x="7165144"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42" name="Freeform: Shape 1041">
              <a:extLst>
                <a:ext uri="{FF2B5EF4-FFF2-40B4-BE49-F238E27FC236}">
                  <a16:creationId xmlns:a16="http://schemas.microsoft.com/office/drawing/2014/main" id="{466CDE70-9476-6A61-6583-1BCCEE8EC611}"/>
                </a:ext>
              </a:extLst>
            </p:cNvPr>
            <p:cNvSpPr/>
            <p:nvPr/>
          </p:nvSpPr>
          <p:spPr>
            <a:xfrm>
              <a:off x="2366578"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43" name="Freeform: Shape 1042">
              <a:extLst>
                <a:ext uri="{FF2B5EF4-FFF2-40B4-BE49-F238E27FC236}">
                  <a16:creationId xmlns:a16="http://schemas.microsoft.com/office/drawing/2014/main" id="{92F52A42-99AC-8C80-15AF-FA6AF4228259}"/>
                </a:ext>
              </a:extLst>
            </p:cNvPr>
            <p:cNvSpPr/>
            <p:nvPr/>
          </p:nvSpPr>
          <p:spPr>
            <a:xfrm>
              <a:off x="2480790"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44" name="Freeform: Shape 1043">
              <a:extLst>
                <a:ext uri="{FF2B5EF4-FFF2-40B4-BE49-F238E27FC236}">
                  <a16:creationId xmlns:a16="http://schemas.microsoft.com/office/drawing/2014/main" id="{52DE8A0D-48B3-58AD-B98C-C3A301677E69}"/>
                </a:ext>
              </a:extLst>
            </p:cNvPr>
            <p:cNvSpPr/>
            <p:nvPr/>
          </p:nvSpPr>
          <p:spPr>
            <a:xfrm>
              <a:off x="2595046"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45" name="Freeform: Shape 1044">
              <a:extLst>
                <a:ext uri="{FF2B5EF4-FFF2-40B4-BE49-F238E27FC236}">
                  <a16:creationId xmlns:a16="http://schemas.microsoft.com/office/drawing/2014/main" id="{59203116-4D2C-150A-5807-9FEEB6072B1E}"/>
                </a:ext>
              </a:extLst>
            </p:cNvPr>
            <p:cNvSpPr/>
            <p:nvPr/>
          </p:nvSpPr>
          <p:spPr>
            <a:xfrm>
              <a:off x="2709301"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46" name="Freeform: Shape 1045">
              <a:extLst>
                <a:ext uri="{FF2B5EF4-FFF2-40B4-BE49-F238E27FC236}">
                  <a16:creationId xmlns:a16="http://schemas.microsoft.com/office/drawing/2014/main" id="{89ACB844-B17C-05B9-C56E-6DC60CFE1B97}"/>
                </a:ext>
              </a:extLst>
            </p:cNvPr>
            <p:cNvSpPr/>
            <p:nvPr/>
          </p:nvSpPr>
          <p:spPr>
            <a:xfrm>
              <a:off x="2823557"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47" name="Freeform: Shape 1046">
              <a:extLst>
                <a:ext uri="{FF2B5EF4-FFF2-40B4-BE49-F238E27FC236}">
                  <a16:creationId xmlns:a16="http://schemas.microsoft.com/office/drawing/2014/main" id="{F5D6FE21-8801-2FE4-6EA1-8FECC68ABD50}"/>
                </a:ext>
              </a:extLst>
            </p:cNvPr>
            <p:cNvSpPr/>
            <p:nvPr/>
          </p:nvSpPr>
          <p:spPr>
            <a:xfrm>
              <a:off x="2937813"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48" name="Freeform: Shape 1047">
              <a:extLst>
                <a:ext uri="{FF2B5EF4-FFF2-40B4-BE49-F238E27FC236}">
                  <a16:creationId xmlns:a16="http://schemas.microsoft.com/office/drawing/2014/main" id="{33C5EBF2-2DF3-28FD-DAEE-81D090F9B651}"/>
                </a:ext>
              </a:extLst>
            </p:cNvPr>
            <p:cNvSpPr/>
            <p:nvPr/>
          </p:nvSpPr>
          <p:spPr>
            <a:xfrm>
              <a:off x="3052069"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49" name="Freeform: Shape 1048">
              <a:extLst>
                <a:ext uri="{FF2B5EF4-FFF2-40B4-BE49-F238E27FC236}">
                  <a16:creationId xmlns:a16="http://schemas.microsoft.com/office/drawing/2014/main" id="{A1E1FC0E-347F-9C70-E65D-948DA7C42314}"/>
                </a:ext>
              </a:extLst>
            </p:cNvPr>
            <p:cNvSpPr/>
            <p:nvPr/>
          </p:nvSpPr>
          <p:spPr>
            <a:xfrm>
              <a:off x="3166325"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50" name="Freeform: Shape 1049">
              <a:extLst>
                <a:ext uri="{FF2B5EF4-FFF2-40B4-BE49-F238E27FC236}">
                  <a16:creationId xmlns:a16="http://schemas.microsoft.com/office/drawing/2014/main" id="{478F0D87-2520-71DF-0BD1-E0899B769C01}"/>
                </a:ext>
              </a:extLst>
            </p:cNvPr>
            <p:cNvSpPr/>
            <p:nvPr/>
          </p:nvSpPr>
          <p:spPr>
            <a:xfrm>
              <a:off x="3280580"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51" name="Freeform: Shape 1050">
              <a:extLst>
                <a:ext uri="{FF2B5EF4-FFF2-40B4-BE49-F238E27FC236}">
                  <a16:creationId xmlns:a16="http://schemas.microsoft.com/office/drawing/2014/main" id="{208931BE-590D-9423-86E3-24FEE508530D}"/>
                </a:ext>
              </a:extLst>
            </p:cNvPr>
            <p:cNvSpPr/>
            <p:nvPr/>
          </p:nvSpPr>
          <p:spPr>
            <a:xfrm>
              <a:off x="3394836"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52" name="Freeform: Shape 1051">
              <a:extLst>
                <a:ext uri="{FF2B5EF4-FFF2-40B4-BE49-F238E27FC236}">
                  <a16:creationId xmlns:a16="http://schemas.microsoft.com/office/drawing/2014/main" id="{C182B01C-2ACD-9C3A-264A-56F612637C48}"/>
                </a:ext>
              </a:extLst>
            </p:cNvPr>
            <p:cNvSpPr/>
            <p:nvPr/>
          </p:nvSpPr>
          <p:spPr>
            <a:xfrm>
              <a:off x="3509092"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53" name="Freeform: Shape 1052">
              <a:extLst>
                <a:ext uri="{FF2B5EF4-FFF2-40B4-BE49-F238E27FC236}">
                  <a16:creationId xmlns:a16="http://schemas.microsoft.com/office/drawing/2014/main" id="{EC752CCC-377F-A02F-CCD6-8D17BB324C0A}"/>
                </a:ext>
              </a:extLst>
            </p:cNvPr>
            <p:cNvSpPr/>
            <p:nvPr/>
          </p:nvSpPr>
          <p:spPr>
            <a:xfrm>
              <a:off x="3623348"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54" name="Freeform: Shape 1053">
              <a:extLst>
                <a:ext uri="{FF2B5EF4-FFF2-40B4-BE49-F238E27FC236}">
                  <a16:creationId xmlns:a16="http://schemas.microsoft.com/office/drawing/2014/main" id="{D993BBE0-2778-7FE1-8168-AD732797BC54}"/>
                </a:ext>
              </a:extLst>
            </p:cNvPr>
            <p:cNvSpPr/>
            <p:nvPr/>
          </p:nvSpPr>
          <p:spPr>
            <a:xfrm>
              <a:off x="3737603"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55" name="Freeform: Shape 1054">
              <a:extLst>
                <a:ext uri="{FF2B5EF4-FFF2-40B4-BE49-F238E27FC236}">
                  <a16:creationId xmlns:a16="http://schemas.microsoft.com/office/drawing/2014/main" id="{904B9DC3-D48C-A94C-CC97-3061355D7A6D}"/>
                </a:ext>
              </a:extLst>
            </p:cNvPr>
            <p:cNvSpPr/>
            <p:nvPr/>
          </p:nvSpPr>
          <p:spPr>
            <a:xfrm>
              <a:off x="3851815"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56" name="Freeform: Shape 1055">
              <a:extLst>
                <a:ext uri="{FF2B5EF4-FFF2-40B4-BE49-F238E27FC236}">
                  <a16:creationId xmlns:a16="http://schemas.microsoft.com/office/drawing/2014/main" id="{759214DC-A9C3-E125-E797-F9AE23D7B88A}"/>
                </a:ext>
              </a:extLst>
            </p:cNvPr>
            <p:cNvSpPr/>
            <p:nvPr/>
          </p:nvSpPr>
          <p:spPr>
            <a:xfrm>
              <a:off x="3966071"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57" name="Freeform: Shape 1056">
              <a:extLst>
                <a:ext uri="{FF2B5EF4-FFF2-40B4-BE49-F238E27FC236}">
                  <a16:creationId xmlns:a16="http://schemas.microsoft.com/office/drawing/2014/main" id="{003E5EBE-8C93-CE63-8624-A486E745FBD6}"/>
                </a:ext>
              </a:extLst>
            </p:cNvPr>
            <p:cNvSpPr/>
            <p:nvPr/>
          </p:nvSpPr>
          <p:spPr>
            <a:xfrm>
              <a:off x="4080327"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58" name="Freeform: Shape 1057">
              <a:extLst>
                <a:ext uri="{FF2B5EF4-FFF2-40B4-BE49-F238E27FC236}">
                  <a16:creationId xmlns:a16="http://schemas.microsoft.com/office/drawing/2014/main" id="{CCA85996-ACED-218D-45D0-71CA20C3B199}"/>
                </a:ext>
              </a:extLst>
            </p:cNvPr>
            <p:cNvSpPr/>
            <p:nvPr/>
          </p:nvSpPr>
          <p:spPr>
            <a:xfrm>
              <a:off x="4194582"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59" name="Freeform: Shape 1058">
              <a:extLst>
                <a:ext uri="{FF2B5EF4-FFF2-40B4-BE49-F238E27FC236}">
                  <a16:creationId xmlns:a16="http://schemas.microsoft.com/office/drawing/2014/main" id="{C073CB76-76DC-1F2F-CA2A-B2F992790B5F}"/>
                </a:ext>
              </a:extLst>
            </p:cNvPr>
            <p:cNvSpPr/>
            <p:nvPr/>
          </p:nvSpPr>
          <p:spPr>
            <a:xfrm>
              <a:off x="4308838"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60" name="Freeform: Shape 1059">
              <a:extLst>
                <a:ext uri="{FF2B5EF4-FFF2-40B4-BE49-F238E27FC236}">
                  <a16:creationId xmlns:a16="http://schemas.microsoft.com/office/drawing/2014/main" id="{9E24E51F-AA0F-54CA-EC97-2706685B5415}"/>
                </a:ext>
              </a:extLst>
            </p:cNvPr>
            <p:cNvSpPr/>
            <p:nvPr/>
          </p:nvSpPr>
          <p:spPr>
            <a:xfrm>
              <a:off x="4423094"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61" name="Freeform: Shape 1060">
              <a:extLst>
                <a:ext uri="{FF2B5EF4-FFF2-40B4-BE49-F238E27FC236}">
                  <a16:creationId xmlns:a16="http://schemas.microsoft.com/office/drawing/2014/main" id="{B1A6A0E9-D1FB-1563-F3E7-29389587934B}"/>
                </a:ext>
              </a:extLst>
            </p:cNvPr>
            <p:cNvSpPr/>
            <p:nvPr/>
          </p:nvSpPr>
          <p:spPr>
            <a:xfrm>
              <a:off x="4537350"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62" name="Freeform: Shape 1061">
              <a:extLst>
                <a:ext uri="{FF2B5EF4-FFF2-40B4-BE49-F238E27FC236}">
                  <a16:creationId xmlns:a16="http://schemas.microsoft.com/office/drawing/2014/main" id="{2B81BA55-4D03-0DDA-B2DC-C66D7E706084}"/>
                </a:ext>
              </a:extLst>
            </p:cNvPr>
            <p:cNvSpPr/>
            <p:nvPr/>
          </p:nvSpPr>
          <p:spPr>
            <a:xfrm>
              <a:off x="4651605"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63" name="Freeform: Shape 1062">
              <a:extLst>
                <a:ext uri="{FF2B5EF4-FFF2-40B4-BE49-F238E27FC236}">
                  <a16:creationId xmlns:a16="http://schemas.microsoft.com/office/drawing/2014/main" id="{EC664750-A0B3-80EA-6BED-4ACB0BCD9097}"/>
                </a:ext>
              </a:extLst>
            </p:cNvPr>
            <p:cNvSpPr/>
            <p:nvPr/>
          </p:nvSpPr>
          <p:spPr>
            <a:xfrm>
              <a:off x="4765861"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64" name="Freeform: Shape 1063">
              <a:extLst>
                <a:ext uri="{FF2B5EF4-FFF2-40B4-BE49-F238E27FC236}">
                  <a16:creationId xmlns:a16="http://schemas.microsoft.com/office/drawing/2014/main" id="{5E79DBA3-184C-8B7D-F397-584D08CB27F7}"/>
                </a:ext>
              </a:extLst>
            </p:cNvPr>
            <p:cNvSpPr/>
            <p:nvPr/>
          </p:nvSpPr>
          <p:spPr>
            <a:xfrm>
              <a:off x="4880117"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65" name="Freeform: Shape 1064">
              <a:extLst>
                <a:ext uri="{FF2B5EF4-FFF2-40B4-BE49-F238E27FC236}">
                  <a16:creationId xmlns:a16="http://schemas.microsoft.com/office/drawing/2014/main" id="{47F4ACAE-D516-E427-9D20-7FD0E4739026}"/>
                </a:ext>
              </a:extLst>
            </p:cNvPr>
            <p:cNvSpPr/>
            <p:nvPr/>
          </p:nvSpPr>
          <p:spPr>
            <a:xfrm>
              <a:off x="4994373"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66" name="Freeform: Shape 1065">
              <a:extLst>
                <a:ext uri="{FF2B5EF4-FFF2-40B4-BE49-F238E27FC236}">
                  <a16:creationId xmlns:a16="http://schemas.microsoft.com/office/drawing/2014/main" id="{C3C0F60E-D00A-5B1D-D766-D2FDFD12997A}"/>
                </a:ext>
              </a:extLst>
            </p:cNvPr>
            <p:cNvSpPr/>
            <p:nvPr/>
          </p:nvSpPr>
          <p:spPr>
            <a:xfrm>
              <a:off x="5108629"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67" name="Freeform: Shape 1066">
              <a:extLst>
                <a:ext uri="{FF2B5EF4-FFF2-40B4-BE49-F238E27FC236}">
                  <a16:creationId xmlns:a16="http://schemas.microsoft.com/office/drawing/2014/main" id="{BE9D20D4-1723-D320-D18E-3110061AD74B}"/>
                </a:ext>
              </a:extLst>
            </p:cNvPr>
            <p:cNvSpPr/>
            <p:nvPr/>
          </p:nvSpPr>
          <p:spPr>
            <a:xfrm>
              <a:off x="5222840"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68" name="Freeform: Shape 1067">
              <a:extLst>
                <a:ext uri="{FF2B5EF4-FFF2-40B4-BE49-F238E27FC236}">
                  <a16:creationId xmlns:a16="http://schemas.microsoft.com/office/drawing/2014/main" id="{1B96F6FD-8A35-5CE9-B576-DF59C5EB94D3}"/>
                </a:ext>
              </a:extLst>
            </p:cNvPr>
            <p:cNvSpPr/>
            <p:nvPr/>
          </p:nvSpPr>
          <p:spPr>
            <a:xfrm>
              <a:off x="5337096"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69" name="Freeform: Shape 1068">
              <a:extLst>
                <a:ext uri="{FF2B5EF4-FFF2-40B4-BE49-F238E27FC236}">
                  <a16:creationId xmlns:a16="http://schemas.microsoft.com/office/drawing/2014/main" id="{DB04C719-AE77-F875-C195-552854F8C8D5}"/>
                </a:ext>
              </a:extLst>
            </p:cNvPr>
            <p:cNvSpPr/>
            <p:nvPr/>
          </p:nvSpPr>
          <p:spPr>
            <a:xfrm>
              <a:off x="5451352"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70" name="Freeform: Shape 1069">
              <a:extLst>
                <a:ext uri="{FF2B5EF4-FFF2-40B4-BE49-F238E27FC236}">
                  <a16:creationId xmlns:a16="http://schemas.microsoft.com/office/drawing/2014/main" id="{5D7FBC44-83A1-962B-118C-24B97BB2A61A}"/>
                </a:ext>
              </a:extLst>
            </p:cNvPr>
            <p:cNvSpPr/>
            <p:nvPr/>
          </p:nvSpPr>
          <p:spPr>
            <a:xfrm>
              <a:off x="5565608"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71" name="Freeform: Shape 1070">
              <a:extLst>
                <a:ext uri="{FF2B5EF4-FFF2-40B4-BE49-F238E27FC236}">
                  <a16:creationId xmlns:a16="http://schemas.microsoft.com/office/drawing/2014/main" id="{D3EB5F1E-F108-8BEF-12AE-FE78C913AA75}"/>
                </a:ext>
              </a:extLst>
            </p:cNvPr>
            <p:cNvSpPr/>
            <p:nvPr/>
          </p:nvSpPr>
          <p:spPr>
            <a:xfrm>
              <a:off x="5679863"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72" name="Freeform: Shape 1071">
              <a:extLst>
                <a:ext uri="{FF2B5EF4-FFF2-40B4-BE49-F238E27FC236}">
                  <a16:creationId xmlns:a16="http://schemas.microsoft.com/office/drawing/2014/main" id="{8471EE4E-33B7-F255-74F9-24C18BBFF810}"/>
                </a:ext>
              </a:extLst>
            </p:cNvPr>
            <p:cNvSpPr/>
            <p:nvPr/>
          </p:nvSpPr>
          <p:spPr>
            <a:xfrm>
              <a:off x="5794119"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73" name="Freeform: Shape 1072">
              <a:extLst>
                <a:ext uri="{FF2B5EF4-FFF2-40B4-BE49-F238E27FC236}">
                  <a16:creationId xmlns:a16="http://schemas.microsoft.com/office/drawing/2014/main" id="{C7AA3D5B-CD10-ED59-C5C7-F6FF3A466EB2}"/>
                </a:ext>
              </a:extLst>
            </p:cNvPr>
            <p:cNvSpPr/>
            <p:nvPr/>
          </p:nvSpPr>
          <p:spPr>
            <a:xfrm>
              <a:off x="5908375"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74" name="Freeform: Shape 1073">
              <a:extLst>
                <a:ext uri="{FF2B5EF4-FFF2-40B4-BE49-F238E27FC236}">
                  <a16:creationId xmlns:a16="http://schemas.microsoft.com/office/drawing/2014/main" id="{BD9DA41F-0517-3E28-07B1-BEE70ECFA99D}"/>
                </a:ext>
              </a:extLst>
            </p:cNvPr>
            <p:cNvSpPr/>
            <p:nvPr/>
          </p:nvSpPr>
          <p:spPr>
            <a:xfrm>
              <a:off x="6022631"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75" name="Freeform: Shape 1074">
              <a:extLst>
                <a:ext uri="{FF2B5EF4-FFF2-40B4-BE49-F238E27FC236}">
                  <a16:creationId xmlns:a16="http://schemas.microsoft.com/office/drawing/2014/main" id="{4AD4E768-A6D9-D8AF-3A04-C12740C9A990}"/>
                </a:ext>
              </a:extLst>
            </p:cNvPr>
            <p:cNvSpPr/>
            <p:nvPr/>
          </p:nvSpPr>
          <p:spPr>
            <a:xfrm>
              <a:off x="6136886"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76" name="Freeform: Shape 1075">
              <a:extLst>
                <a:ext uri="{FF2B5EF4-FFF2-40B4-BE49-F238E27FC236}">
                  <a16:creationId xmlns:a16="http://schemas.microsoft.com/office/drawing/2014/main" id="{FC54FDC5-8CA6-C200-B14C-56AF71D13276}"/>
                </a:ext>
              </a:extLst>
            </p:cNvPr>
            <p:cNvSpPr/>
            <p:nvPr/>
          </p:nvSpPr>
          <p:spPr>
            <a:xfrm>
              <a:off x="6251142"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77" name="Freeform: Shape 1076">
              <a:extLst>
                <a:ext uri="{FF2B5EF4-FFF2-40B4-BE49-F238E27FC236}">
                  <a16:creationId xmlns:a16="http://schemas.microsoft.com/office/drawing/2014/main" id="{CDEA0C14-2C25-79C0-5A20-875F7F59F7FB}"/>
                </a:ext>
              </a:extLst>
            </p:cNvPr>
            <p:cNvSpPr/>
            <p:nvPr/>
          </p:nvSpPr>
          <p:spPr>
            <a:xfrm>
              <a:off x="6365398"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78" name="Freeform: Shape 1077">
              <a:extLst>
                <a:ext uri="{FF2B5EF4-FFF2-40B4-BE49-F238E27FC236}">
                  <a16:creationId xmlns:a16="http://schemas.microsoft.com/office/drawing/2014/main" id="{6780A758-8D35-C726-D9C6-354BA0619FFB}"/>
                </a:ext>
              </a:extLst>
            </p:cNvPr>
            <p:cNvSpPr/>
            <p:nvPr/>
          </p:nvSpPr>
          <p:spPr>
            <a:xfrm>
              <a:off x="6479610"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79" name="Freeform: Shape 1078">
              <a:extLst>
                <a:ext uri="{FF2B5EF4-FFF2-40B4-BE49-F238E27FC236}">
                  <a16:creationId xmlns:a16="http://schemas.microsoft.com/office/drawing/2014/main" id="{BA2E859B-F957-DC0F-9A09-C7CD5103873A}"/>
                </a:ext>
              </a:extLst>
            </p:cNvPr>
            <p:cNvSpPr/>
            <p:nvPr/>
          </p:nvSpPr>
          <p:spPr>
            <a:xfrm>
              <a:off x="6593865"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80" name="Freeform: Shape 1079">
              <a:extLst>
                <a:ext uri="{FF2B5EF4-FFF2-40B4-BE49-F238E27FC236}">
                  <a16:creationId xmlns:a16="http://schemas.microsoft.com/office/drawing/2014/main" id="{E7042028-B895-76FD-2E24-BB7C376693CB}"/>
                </a:ext>
              </a:extLst>
            </p:cNvPr>
            <p:cNvSpPr/>
            <p:nvPr/>
          </p:nvSpPr>
          <p:spPr>
            <a:xfrm>
              <a:off x="6708121" y="274620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81" name="Freeform: Shape 1080">
              <a:extLst>
                <a:ext uri="{FF2B5EF4-FFF2-40B4-BE49-F238E27FC236}">
                  <a16:creationId xmlns:a16="http://schemas.microsoft.com/office/drawing/2014/main" id="{4899EE36-3232-E9DD-D1F3-9227D43C2D70}"/>
                </a:ext>
              </a:extLst>
            </p:cNvPr>
            <p:cNvSpPr/>
            <p:nvPr/>
          </p:nvSpPr>
          <p:spPr>
            <a:xfrm>
              <a:off x="6822377"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82" name="Freeform: Shape 1081">
              <a:extLst>
                <a:ext uri="{FF2B5EF4-FFF2-40B4-BE49-F238E27FC236}">
                  <a16:creationId xmlns:a16="http://schemas.microsoft.com/office/drawing/2014/main" id="{749AC7EA-7F74-5774-B02A-9F8907004584}"/>
                </a:ext>
              </a:extLst>
            </p:cNvPr>
            <p:cNvSpPr/>
            <p:nvPr/>
          </p:nvSpPr>
          <p:spPr>
            <a:xfrm>
              <a:off x="6936633"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83" name="Freeform: Shape 1082">
              <a:extLst>
                <a:ext uri="{FF2B5EF4-FFF2-40B4-BE49-F238E27FC236}">
                  <a16:creationId xmlns:a16="http://schemas.microsoft.com/office/drawing/2014/main" id="{0D18513A-9FD2-4EA3-CD17-48609BF2D863}"/>
                </a:ext>
              </a:extLst>
            </p:cNvPr>
            <p:cNvSpPr/>
            <p:nvPr/>
          </p:nvSpPr>
          <p:spPr>
            <a:xfrm>
              <a:off x="7050888" y="274620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84" name="Freeform: Shape 1083">
              <a:extLst>
                <a:ext uri="{FF2B5EF4-FFF2-40B4-BE49-F238E27FC236}">
                  <a16:creationId xmlns:a16="http://schemas.microsoft.com/office/drawing/2014/main" id="{E387D552-38CC-D3CA-E523-4BCF87064E4A}"/>
                </a:ext>
              </a:extLst>
            </p:cNvPr>
            <p:cNvSpPr/>
            <p:nvPr/>
          </p:nvSpPr>
          <p:spPr>
            <a:xfrm>
              <a:off x="7165144"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85" name="Freeform: Shape 1084">
              <a:extLst>
                <a:ext uri="{FF2B5EF4-FFF2-40B4-BE49-F238E27FC236}">
                  <a16:creationId xmlns:a16="http://schemas.microsoft.com/office/drawing/2014/main" id="{051D0B20-76EE-6DE7-5A44-8B31EABE1AC0}"/>
                </a:ext>
              </a:extLst>
            </p:cNvPr>
            <p:cNvSpPr/>
            <p:nvPr/>
          </p:nvSpPr>
          <p:spPr>
            <a:xfrm>
              <a:off x="2366578"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86" name="Freeform: Shape 1085">
              <a:extLst>
                <a:ext uri="{FF2B5EF4-FFF2-40B4-BE49-F238E27FC236}">
                  <a16:creationId xmlns:a16="http://schemas.microsoft.com/office/drawing/2014/main" id="{18D3CC69-3935-DD01-01E0-8DB667BA37B1}"/>
                </a:ext>
              </a:extLst>
            </p:cNvPr>
            <p:cNvSpPr/>
            <p:nvPr/>
          </p:nvSpPr>
          <p:spPr>
            <a:xfrm>
              <a:off x="2480790"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87" name="Freeform: Shape 1086">
              <a:extLst>
                <a:ext uri="{FF2B5EF4-FFF2-40B4-BE49-F238E27FC236}">
                  <a16:creationId xmlns:a16="http://schemas.microsoft.com/office/drawing/2014/main" id="{DCC36ED5-84F5-9510-1CB1-0F4069AD2C8F}"/>
                </a:ext>
              </a:extLst>
            </p:cNvPr>
            <p:cNvSpPr/>
            <p:nvPr/>
          </p:nvSpPr>
          <p:spPr>
            <a:xfrm>
              <a:off x="2595046"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88" name="Freeform: Shape 1087">
              <a:extLst>
                <a:ext uri="{FF2B5EF4-FFF2-40B4-BE49-F238E27FC236}">
                  <a16:creationId xmlns:a16="http://schemas.microsoft.com/office/drawing/2014/main" id="{90C4E395-4FB3-F459-62FD-FDE176FE50D2}"/>
                </a:ext>
              </a:extLst>
            </p:cNvPr>
            <p:cNvSpPr/>
            <p:nvPr/>
          </p:nvSpPr>
          <p:spPr>
            <a:xfrm>
              <a:off x="2709301"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89" name="Freeform: Shape 1088">
              <a:extLst>
                <a:ext uri="{FF2B5EF4-FFF2-40B4-BE49-F238E27FC236}">
                  <a16:creationId xmlns:a16="http://schemas.microsoft.com/office/drawing/2014/main" id="{1FF23D9C-A5F7-6584-222F-0E48D6341304}"/>
                </a:ext>
              </a:extLst>
            </p:cNvPr>
            <p:cNvSpPr/>
            <p:nvPr/>
          </p:nvSpPr>
          <p:spPr>
            <a:xfrm>
              <a:off x="2823557"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90" name="Freeform: Shape 1089">
              <a:extLst>
                <a:ext uri="{FF2B5EF4-FFF2-40B4-BE49-F238E27FC236}">
                  <a16:creationId xmlns:a16="http://schemas.microsoft.com/office/drawing/2014/main" id="{544EDC66-DF66-ED1C-AD2C-F5BFB71DC6B1}"/>
                </a:ext>
              </a:extLst>
            </p:cNvPr>
            <p:cNvSpPr/>
            <p:nvPr/>
          </p:nvSpPr>
          <p:spPr>
            <a:xfrm>
              <a:off x="2937813"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91" name="Freeform: Shape 1090">
              <a:extLst>
                <a:ext uri="{FF2B5EF4-FFF2-40B4-BE49-F238E27FC236}">
                  <a16:creationId xmlns:a16="http://schemas.microsoft.com/office/drawing/2014/main" id="{E66DC577-41F7-6B5E-9F90-90F0996A4BD9}"/>
                </a:ext>
              </a:extLst>
            </p:cNvPr>
            <p:cNvSpPr/>
            <p:nvPr/>
          </p:nvSpPr>
          <p:spPr>
            <a:xfrm>
              <a:off x="3052069"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92" name="Freeform: Shape 1091">
              <a:extLst>
                <a:ext uri="{FF2B5EF4-FFF2-40B4-BE49-F238E27FC236}">
                  <a16:creationId xmlns:a16="http://schemas.microsoft.com/office/drawing/2014/main" id="{CFD6967A-6CED-E816-078D-0AFB0136B272}"/>
                </a:ext>
              </a:extLst>
            </p:cNvPr>
            <p:cNvSpPr/>
            <p:nvPr/>
          </p:nvSpPr>
          <p:spPr>
            <a:xfrm>
              <a:off x="3166325"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93" name="Freeform: Shape 1092">
              <a:extLst>
                <a:ext uri="{FF2B5EF4-FFF2-40B4-BE49-F238E27FC236}">
                  <a16:creationId xmlns:a16="http://schemas.microsoft.com/office/drawing/2014/main" id="{6D25F946-4F36-F046-CF8F-B94B862CF510}"/>
                </a:ext>
              </a:extLst>
            </p:cNvPr>
            <p:cNvSpPr/>
            <p:nvPr/>
          </p:nvSpPr>
          <p:spPr>
            <a:xfrm>
              <a:off x="3280580"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94" name="Freeform: Shape 1093">
              <a:extLst>
                <a:ext uri="{FF2B5EF4-FFF2-40B4-BE49-F238E27FC236}">
                  <a16:creationId xmlns:a16="http://schemas.microsoft.com/office/drawing/2014/main" id="{0EA66E45-2CF7-ECFE-9DFB-1FC48A3BBD13}"/>
                </a:ext>
              </a:extLst>
            </p:cNvPr>
            <p:cNvSpPr/>
            <p:nvPr/>
          </p:nvSpPr>
          <p:spPr>
            <a:xfrm>
              <a:off x="3394836"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95" name="Freeform: Shape 1094">
              <a:extLst>
                <a:ext uri="{FF2B5EF4-FFF2-40B4-BE49-F238E27FC236}">
                  <a16:creationId xmlns:a16="http://schemas.microsoft.com/office/drawing/2014/main" id="{A3CDE71E-F3C8-EA49-CBA8-936FCE8E3A2E}"/>
                </a:ext>
              </a:extLst>
            </p:cNvPr>
            <p:cNvSpPr/>
            <p:nvPr/>
          </p:nvSpPr>
          <p:spPr>
            <a:xfrm>
              <a:off x="3509092"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96" name="Freeform: Shape 1095">
              <a:extLst>
                <a:ext uri="{FF2B5EF4-FFF2-40B4-BE49-F238E27FC236}">
                  <a16:creationId xmlns:a16="http://schemas.microsoft.com/office/drawing/2014/main" id="{8921831C-5AD6-585E-7673-D854DEDCB1B8}"/>
                </a:ext>
              </a:extLst>
            </p:cNvPr>
            <p:cNvSpPr/>
            <p:nvPr/>
          </p:nvSpPr>
          <p:spPr>
            <a:xfrm>
              <a:off x="3623348"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97" name="Freeform: Shape 1096">
              <a:extLst>
                <a:ext uri="{FF2B5EF4-FFF2-40B4-BE49-F238E27FC236}">
                  <a16:creationId xmlns:a16="http://schemas.microsoft.com/office/drawing/2014/main" id="{90C9D198-1B0A-BA84-4744-93C27A401610}"/>
                </a:ext>
              </a:extLst>
            </p:cNvPr>
            <p:cNvSpPr/>
            <p:nvPr/>
          </p:nvSpPr>
          <p:spPr>
            <a:xfrm>
              <a:off x="3737603"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98" name="Freeform: Shape 1097">
              <a:extLst>
                <a:ext uri="{FF2B5EF4-FFF2-40B4-BE49-F238E27FC236}">
                  <a16:creationId xmlns:a16="http://schemas.microsoft.com/office/drawing/2014/main" id="{8172E643-47FE-6279-3D4A-A2F8558F767B}"/>
                </a:ext>
              </a:extLst>
            </p:cNvPr>
            <p:cNvSpPr/>
            <p:nvPr/>
          </p:nvSpPr>
          <p:spPr>
            <a:xfrm>
              <a:off x="3851815"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99" name="Freeform: Shape 1098">
              <a:extLst>
                <a:ext uri="{FF2B5EF4-FFF2-40B4-BE49-F238E27FC236}">
                  <a16:creationId xmlns:a16="http://schemas.microsoft.com/office/drawing/2014/main" id="{DD9EE32B-E342-0D69-F411-CF9387F355E9}"/>
                </a:ext>
              </a:extLst>
            </p:cNvPr>
            <p:cNvSpPr/>
            <p:nvPr/>
          </p:nvSpPr>
          <p:spPr>
            <a:xfrm>
              <a:off x="3966071"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00" name="Freeform: Shape 1099">
              <a:extLst>
                <a:ext uri="{FF2B5EF4-FFF2-40B4-BE49-F238E27FC236}">
                  <a16:creationId xmlns:a16="http://schemas.microsoft.com/office/drawing/2014/main" id="{F49E1B00-56A9-D76C-6554-9A042BA772B0}"/>
                </a:ext>
              </a:extLst>
            </p:cNvPr>
            <p:cNvSpPr/>
            <p:nvPr/>
          </p:nvSpPr>
          <p:spPr>
            <a:xfrm>
              <a:off x="4080327"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01" name="Freeform: Shape 1100">
              <a:extLst>
                <a:ext uri="{FF2B5EF4-FFF2-40B4-BE49-F238E27FC236}">
                  <a16:creationId xmlns:a16="http://schemas.microsoft.com/office/drawing/2014/main" id="{6AFEEEDC-DE60-4B03-ADA1-1B0E2C6682CC}"/>
                </a:ext>
              </a:extLst>
            </p:cNvPr>
            <p:cNvSpPr/>
            <p:nvPr/>
          </p:nvSpPr>
          <p:spPr>
            <a:xfrm>
              <a:off x="4194582"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02" name="Freeform: Shape 1101">
              <a:extLst>
                <a:ext uri="{FF2B5EF4-FFF2-40B4-BE49-F238E27FC236}">
                  <a16:creationId xmlns:a16="http://schemas.microsoft.com/office/drawing/2014/main" id="{005F1202-62F9-DAFE-2354-5968A8FA6574}"/>
                </a:ext>
              </a:extLst>
            </p:cNvPr>
            <p:cNvSpPr/>
            <p:nvPr/>
          </p:nvSpPr>
          <p:spPr>
            <a:xfrm>
              <a:off x="4308838"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03" name="Freeform: Shape 1102">
              <a:extLst>
                <a:ext uri="{FF2B5EF4-FFF2-40B4-BE49-F238E27FC236}">
                  <a16:creationId xmlns:a16="http://schemas.microsoft.com/office/drawing/2014/main" id="{0F665BF6-A543-D6F5-ACC4-6EE451EFEA79}"/>
                </a:ext>
              </a:extLst>
            </p:cNvPr>
            <p:cNvSpPr/>
            <p:nvPr/>
          </p:nvSpPr>
          <p:spPr>
            <a:xfrm>
              <a:off x="4423094"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04" name="Freeform: Shape 1103">
              <a:extLst>
                <a:ext uri="{FF2B5EF4-FFF2-40B4-BE49-F238E27FC236}">
                  <a16:creationId xmlns:a16="http://schemas.microsoft.com/office/drawing/2014/main" id="{AD0E9B6E-38E2-1C04-8CD7-E0F94FB13831}"/>
                </a:ext>
              </a:extLst>
            </p:cNvPr>
            <p:cNvSpPr/>
            <p:nvPr/>
          </p:nvSpPr>
          <p:spPr>
            <a:xfrm>
              <a:off x="4537350"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05" name="Freeform: Shape 1104">
              <a:extLst>
                <a:ext uri="{FF2B5EF4-FFF2-40B4-BE49-F238E27FC236}">
                  <a16:creationId xmlns:a16="http://schemas.microsoft.com/office/drawing/2014/main" id="{39366980-DA55-46D8-00FD-F5A5628D6CD4}"/>
                </a:ext>
              </a:extLst>
            </p:cNvPr>
            <p:cNvSpPr/>
            <p:nvPr/>
          </p:nvSpPr>
          <p:spPr>
            <a:xfrm>
              <a:off x="4651605"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06" name="Freeform: Shape 1105">
              <a:extLst>
                <a:ext uri="{FF2B5EF4-FFF2-40B4-BE49-F238E27FC236}">
                  <a16:creationId xmlns:a16="http://schemas.microsoft.com/office/drawing/2014/main" id="{B016DF3B-1A3E-C1AB-4E72-88D309C36A08}"/>
                </a:ext>
              </a:extLst>
            </p:cNvPr>
            <p:cNvSpPr/>
            <p:nvPr/>
          </p:nvSpPr>
          <p:spPr>
            <a:xfrm>
              <a:off x="4765861"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07" name="Freeform: Shape 1106">
              <a:extLst>
                <a:ext uri="{FF2B5EF4-FFF2-40B4-BE49-F238E27FC236}">
                  <a16:creationId xmlns:a16="http://schemas.microsoft.com/office/drawing/2014/main" id="{995E73EC-DB6C-FE7A-B42B-0EBE725EEA07}"/>
                </a:ext>
              </a:extLst>
            </p:cNvPr>
            <p:cNvSpPr/>
            <p:nvPr/>
          </p:nvSpPr>
          <p:spPr>
            <a:xfrm>
              <a:off x="4880117"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08" name="Freeform: Shape 1107">
              <a:extLst>
                <a:ext uri="{FF2B5EF4-FFF2-40B4-BE49-F238E27FC236}">
                  <a16:creationId xmlns:a16="http://schemas.microsoft.com/office/drawing/2014/main" id="{A1725452-BAC3-4059-F1A5-942F8A46061C}"/>
                </a:ext>
              </a:extLst>
            </p:cNvPr>
            <p:cNvSpPr/>
            <p:nvPr/>
          </p:nvSpPr>
          <p:spPr>
            <a:xfrm>
              <a:off x="4994373"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09" name="Freeform: Shape 1108">
              <a:extLst>
                <a:ext uri="{FF2B5EF4-FFF2-40B4-BE49-F238E27FC236}">
                  <a16:creationId xmlns:a16="http://schemas.microsoft.com/office/drawing/2014/main" id="{0923B568-0ECA-D752-BCEE-8EEE92FBA295}"/>
                </a:ext>
              </a:extLst>
            </p:cNvPr>
            <p:cNvSpPr/>
            <p:nvPr/>
          </p:nvSpPr>
          <p:spPr>
            <a:xfrm>
              <a:off x="5108629"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10" name="Freeform: Shape 1109">
              <a:extLst>
                <a:ext uri="{FF2B5EF4-FFF2-40B4-BE49-F238E27FC236}">
                  <a16:creationId xmlns:a16="http://schemas.microsoft.com/office/drawing/2014/main" id="{A421F105-4130-35F1-8ACA-B64124F67499}"/>
                </a:ext>
              </a:extLst>
            </p:cNvPr>
            <p:cNvSpPr/>
            <p:nvPr/>
          </p:nvSpPr>
          <p:spPr>
            <a:xfrm>
              <a:off x="5222840"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11" name="Freeform: Shape 1110">
              <a:extLst>
                <a:ext uri="{FF2B5EF4-FFF2-40B4-BE49-F238E27FC236}">
                  <a16:creationId xmlns:a16="http://schemas.microsoft.com/office/drawing/2014/main" id="{E51730C2-2791-08C3-0082-6F70CD5EDC22}"/>
                </a:ext>
              </a:extLst>
            </p:cNvPr>
            <p:cNvSpPr/>
            <p:nvPr/>
          </p:nvSpPr>
          <p:spPr>
            <a:xfrm>
              <a:off x="5337096"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12" name="Freeform: Shape 1111">
              <a:extLst>
                <a:ext uri="{FF2B5EF4-FFF2-40B4-BE49-F238E27FC236}">
                  <a16:creationId xmlns:a16="http://schemas.microsoft.com/office/drawing/2014/main" id="{8EA023DA-D56A-C77C-0CCB-E49B70AA32C4}"/>
                </a:ext>
              </a:extLst>
            </p:cNvPr>
            <p:cNvSpPr/>
            <p:nvPr/>
          </p:nvSpPr>
          <p:spPr>
            <a:xfrm>
              <a:off x="5451352"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13" name="Freeform: Shape 1112">
              <a:extLst>
                <a:ext uri="{FF2B5EF4-FFF2-40B4-BE49-F238E27FC236}">
                  <a16:creationId xmlns:a16="http://schemas.microsoft.com/office/drawing/2014/main" id="{10D61286-FF50-CF66-627D-BF183BAB4F61}"/>
                </a:ext>
              </a:extLst>
            </p:cNvPr>
            <p:cNvSpPr/>
            <p:nvPr/>
          </p:nvSpPr>
          <p:spPr>
            <a:xfrm>
              <a:off x="5565608"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14" name="Freeform: Shape 1113">
              <a:extLst>
                <a:ext uri="{FF2B5EF4-FFF2-40B4-BE49-F238E27FC236}">
                  <a16:creationId xmlns:a16="http://schemas.microsoft.com/office/drawing/2014/main" id="{CD086EA2-1326-1CCC-C600-DF2E2B3E09CE}"/>
                </a:ext>
              </a:extLst>
            </p:cNvPr>
            <p:cNvSpPr/>
            <p:nvPr/>
          </p:nvSpPr>
          <p:spPr>
            <a:xfrm>
              <a:off x="5679863"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15" name="Freeform: Shape 1114">
              <a:extLst>
                <a:ext uri="{FF2B5EF4-FFF2-40B4-BE49-F238E27FC236}">
                  <a16:creationId xmlns:a16="http://schemas.microsoft.com/office/drawing/2014/main" id="{7B2EA5D8-2B0A-DF48-F415-780B3E114BE5}"/>
                </a:ext>
              </a:extLst>
            </p:cNvPr>
            <p:cNvSpPr/>
            <p:nvPr/>
          </p:nvSpPr>
          <p:spPr>
            <a:xfrm>
              <a:off x="5794119"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16" name="Freeform: Shape 1115">
              <a:extLst>
                <a:ext uri="{FF2B5EF4-FFF2-40B4-BE49-F238E27FC236}">
                  <a16:creationId xmlns:a16="http://schemas.microsoft.com/office/drawing/2014/main" id="{E20B75B9-9A41-2CD2-7EBB-4BF443BA5178}"/>
                </a:ext>
              </a:extLst>
            </p:cNvPr>
            <p:cNvSpPr/>
            <p:nvPr/>
          </p:nvSpPr>
          <p:spPr>
            <a:xfrm>
              <a:off x="5908375"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17" name="Freeform: Shape 1116">
              <a:extLst>
                <a:ext uri="{FF2B5EF4-FFF2-40B4-BE49-F238E27FC236}">
                  <a16:creationId xmlns:a16="http://schemas.microsoft.com/office/drawing/2014/main" id="{9C6752C2-5F9A-EB6C-4CC8-0817989B9DE2}"/>
                </a:ext>
              </a:extLst>
            </p:cNvPr>
            <p:cNvSpPr/>
            <p:nvPr/>
          </p:nvSpPr>
          <p:spPr>
            <a:xfrm>
              <a:off x="6022631"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18" name="Freeform: Shape 1117">
              <a:extLst>
                <a:ext uri="{FF2B5EF4-FFF2-40B4-BE49-F238E27FC236}">
                  <a16:creationId xmlns:a16="http://schemas.microsoft.com/office/drawing/2014/main" id="{D65C682F-2580-CBD3-8136-CC00304428BE}"/>
                </a:ext>
              </a:extLst>
            </p:cNvPr>
            <p:cNvSpPr/>
            <p:nvPr/>
          </p:nvSpPr>
          <p:spPr>
            <a:xfrm>
              <a:off x="6136886"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19" name="Freeform: Shape 1118">
              <a:extLst>
                <a:ext uri="{FF2B5EF4-FFF2-40B4-BE49-F238E27FC236}">
                  <a16:creationId xmlns:a16="http://schemas.microsoft.com/office/drawing/2014/main" id="{008A9D7F-610A-461A-4788-043561BFE148}"/>
                </a:ext>
              </a:extLst>
            </p:cNvPr>
            <p:cNvSpPr/>
            <p:nvPr/>
          </p:nvSpPr>
          <p:spPr>
            <a:xfrm>
              <a:off x="6251142"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20" name="Freeform: Shape 1119">
              <a:extLst>
                <a:ext uri="{FF2B5EF4-FFF2-40B4-BE49-F238E27FC236}">
                  <a16:creationId xmlns:a16="http://schemas.microsoft.com/office/drawing/2014/main" id="{B58FEE41-65CE-3D16-9E97-8FDC8136131E}"/>
                </a:ext>
              </a:extLst>
            </p:cNvPr>
            <p:cNvSpPr/>
            <p:nvPr/>
          </p:nvSpPr>
          <p:spPr>
            <a:xfrm>
              <a:off x="6365398"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21" name="Freeform: Shape 1120">
              <a:extLst>
                <a:ext uri="{FF2B5EF4-FFF2-40B4-BE49-F238E27FC236}">
                  <a16:creationId xmlns:a16="http://schemas.microsoft.com/office/drawing/2014/main" id="{C171347E-634E-3FB1-57F2-FDBE740A8DCB}"/>
                </a:ext>
              </a:extLst>
            </p:cNvPr>
            <p:cNvSpPr/>
            <p:nvPr/>
          </p:nvSpPr>
          <p:spPr>
            <a:xfrm>
              <a:off x="6479610"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22" name="Freeform: Shape 1121">
              <a:extLst>
                <a:ext uri="{FF2B5EF4-FFF2-40B4-BE49-F238E27FC236}">
                  <a16:creationId xmlns:a16="http://schemas.microsoft.com/office/drawing/2014/main" id="{5072985E-FD47-5C17-3940-096273779278}"/>
                </a:ext>
              </a:extLst>
            </p:cNvPr>
            <p:cNvSpPr/>
            <p:nvPr/>
          </p:nvSpPr>
          <p:spPr>
            <a:xfrm>
              <a:off x="6593865"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23" name="Freeform: Shape 1122">
              <a:extLst>
                <a:ext uri="{FF2B5EF4-FFF2-40B4-BE49-F238E27FC236}">
                  <a16:creationId xmlns:a16="http://schemas.microsoft.com/office/drawing/2014/main" id="{94A5C75A-E8C5-CEB9-CEA4-70A3581D9662}"/>
                </a:ext>
              </a:extLst>
            </p:cNvPr>
            <p:cNvSpPr/>
            <p:nvPr/>
          </p:nvSpPr>
          <p:spPr>
            <a:xfrm>
              <a:off x="6708121" y="286046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24" name="Freeform: Shape 1123">
              <a:extLst>
                <a:ext uri="{FF2B5EF4-FFF2-40B4-BE49-F238E27FC236}">
                  <a16:creationId xmlns:a16="http://schemas.microsoft.com/office/drawing/2014/main" id="{A1AE7498-A7EA-EADD-DDF2-F8554C5BB4E6}"/>
                </a:ext>
              </a:extLst>
            </p:cNvPr>
            <p:cNvSpPr/>
            <p:nvPr/>
          </p:nvSpPr>
          <p:spPr>
            <a:xfrm>
              <a:off x="6822377"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25" name="Freeform: Shape 1124">
              <a:extLst>
                <a:ext uri="{FF2B5EF4-FFF2-40B4-BE49-F238E27FC236}">
                  <a16:creationId xmlns:a16="http://schemas.microsoft.com/office/drawing/2014/main" id="{96E94217-D81D-D87E-2C7D-CFB79F101FBA}"/>
                </a:ext>
              </a:extLst>
            </p:cNvPr>
            <p:cNvSpPr/>
            <p:nvPr/>
          </p:nvSpPr>
          <p:spPr>
            <a:xfrm>
              <a:off x="6936633"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26" name="Freeform: Shape 1125">
              <a:extLst>
                <a:ext uri="{FF2B5EF4-FFF2-40B4-BE49-F238E27FC236}">
                  <a16:creationId xmlns:a16="http://schemas.microsoft.com/office/drawing/2014/main" id="{E0B5D582-9270-13C8-A6B6-01BE6EFAED88}"/>
                </a:ext>
              </a:extLst>
            </p:cNvPr>
            <p:cNvSpPr/>
            <p:nvPr/>
          </p:nvSpPr>
          <p:spPr>
            <a:xfrm>
              <a:off x="7050888" y="286046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27" name="Freeform: Shape 1126">
              <a:extLst>
                <a:ext uri="{FF2B5EF4-FFF2-40B4-BE49-F238E27FC236}">
                  <a16:creationId xmlns:a16="http://schemas.microsoft.com/office/drawing/2014/main" id="{9B2167C9-108F-1BD8-F054-024B0FA24A8E}"/>
                </a:ext>
              </a:extLst>
            </p:cNvPr>
            <p:cNvSpPr/>
            <p:nvPr/>
          </p:nvSpPr>
          <p:spPr>
            <a:xfrm>
              <a:off x="7165144"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28" name="Freeform: Shape 1127">
              <a:extLst>
                <a:ext uri="{FF2B5EF4-FFF2-40B4-BE49-F238E27FC236}">
                  <a16:creationId xmlns:a16="http://schemas.microsoft.com/office/drawing/2014/main" id="{A98C09E8-D4F4-D8AD-E506-CDFA3936D208}"/>
                </a:ext>
              </a:extLst>
            </p:cNvPr>
            <p:cNvSpPr/>
            <p:nvPr/>
          </p:nvSpPr>
          <p:spPr>
            <a:xfrm>
              <a:off x="2366578"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29" name="Freeform: Shape 1128">
              <a:extLst>
                <a:ext uri="{FF2B5EF4-FFF2-40B4-BE49-F238E27FC236}">
                  <a16:creationId xmlns:a16="http://schemas.microsoft.com/office/drawing/2014/main" id="{0393212E-F72F-B973-5D46-9C21E86E3A66}"/>
                </a:ext>
              </a:extLst>
            </p:cNvPr>
            <p:cNvSpPr/>
            <p:nvPr/>
          </p:nvSpPr>
          <p:spPr>
            <a:xfrm>
              <a:off x="2480790"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30" name="Freeform: Shape 1129">
              <a:extLst>
                <a:ext uri="{FF2B5EF4-FFF2-40B4-BE49-F238E27FC236}">
                  <a16:creationId xmlns:a16="http://schemas.microsoft.com/office/drawing/2014/main" id="{B66C193A-35C4-1347-D904-CB98657793D2}"/>
                </a:ext>
              </a:extLst>
            </p:cNvPr>
            <p:cNvSpPr/>
            <p:nvPr/>
          </p:nvSpPr>
          <p:spPr>
            <a:xfrm>
              <a:off x="2595046"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31" name="Freeform: Shape 1130">
              <a:extLst>
                <a:ext uri="{FF2B5EF4-FFF2-40B4-BE49-F238E27FC236}">
                  <a16:creationId xmlns:a16="http://schemas.microsoft.com/office/drawing/2014/main" id="{69F5B19A-BE76-17E8-EE94-CEEBB4B14284}"/>
                </a:ext>
              </a:extLst>
            </p:cNvPr>
            <p:cNvSpPr/>
            <p:nvPr/>
          </p:nvSpPr>
          <p:spPr>
            <a:xfrm>
              <a:off x="2709301"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32" name="Freeform: Shape 1131">
              <a:extLst>
                <a:ext uri="{FF2B5EF4-FFF2-40B4-BE49-F238E27FC236}">
                  <a16:creationId xmlns:a16="http://schemas.microsoft.com/office/drawing/2014/main" id="{72944567-06A9-E0AC-BA7F-E789DE4AF6A1}"/>
                </a:ext>
              </a:extLst>
            </p:cNvPr>
            <p:cNvSpPr/>
            <p:nvPr/>
          </p:nvSpPr>
          <p:spPr>
            <a:xfrm>
              <a:off x="2823557"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33" name="Freeform: Shape 1132">
              <a:extLst>
                <a:ext uri="{FF2B5EF4-FFF2-40B4-BE49-F238E27FC236}">
                  <a16:creationId xmlns:a16="http://schemas.microsoft.com/office/drawing/2014/main" id="{257A15DC-C865-4204-E40B-ACDEF2B312C6}"/>
                </a:ext>
              </a:extLst>
            </p:cNvPr>
            <p:cNvSpPr/>
            <p:nvPr/>
          </p:nvSpPr>
          <p:spPr>
            <a:xfrm>
              <a:off x="2937813"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34" name="Freeform: Shape 1133">
              <a:extLst>
                <a:ext uri="{FF2B5EF4-FFF2-40B4-BE49-F238E27FC236}">
                  <a16:creationId xmlns:a16="http://schemas.microsoft.com/office/drawing/2014/main" id="{319526D6-3FEF-740C-15B2-03B0365B2C9C}"/>
                </a:ext>
              </a:extLst>
            </p:cNvPr>
            <p:cNvSpPr/>
            <p:nvPr/>
          </p:nvSpPr>
          <p:spPr>
            <a:xfrm>
              <a:off x="3052069"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35" name="Freeform: Shape 1134">
              <a:extLst>
                <a:ext uri="{FF2B5EF4-FFF2-40B4-BE49-F238E27FC236}">
                  <a16:creationId xmlns:a16="http://schemas.microsoft.com/office/drawing/2014/main" id="{5CDCB521-C3E9-EB66-8326-262646C06252}"/>
                </a:ext>
              </a:extLst>
            </p:cNvPr>
            <p:cNvSpPr/>
            <p:nvPr/>
          </p:nvSpPr>
          <p:spPr>
            <a:xfrm>
              <a:off x="3166325"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36" name="Freeform: Shape 1135">
              <a:extLst>
                <a:ext uri="{FF2B5EF4-FFF2-40B4-BE49-F238E27FC236}">
                  <a16:creationId xmlns:a16="http://schemas.microsoft.com/office/drawing/2014/main" id="{994E9D17-6298-9BD3-53CC-D6BFD7AB51B8}"/>
                </a:ext>
              </a:extLst>
            </p:cNvPr>
            <p:cNvSpPr/>
            <p:nvPr/>
          </p:nvSpPr>
          <p:spPr>
            <a:xfrm>
              <a:off x="3280580"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37" name="Freeform: Shape 1136">
              <a:extLst>
                <a:ext uri="{FF2B5EF4-FFF2-40B4-BE49-F238E27FC236}">
                  <a16:creationId xmlns:a16="http://schemas.microsoft.com/office/drawing/2014/main" id="{6F74B7B2-6F6C-38D7-9EF3-A9DC4662AB0B}"/>
                </a:ext>
              </a:extLst>
            </p:cNvPr>
            <p:cNvSpPr/>
            <p:nvPr/>
          </p:nvSpPr>
          <p:spPr>
            <a:xfrm>
              <a:off x="3394836"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38" name="Freeform: Shape 1137">
              <a:extLst>
                <a:ext uri="{FF2B5EF4-FFF2-40B4-BE49-F238E27FC236}">
                  <a16:creationId xmlns:a16="http://schemas.microsoft.com/office/drawing/2014/main" id="{BD1A42F8-140F-2EE2-F185-1434F51CD18A}"/>
                </a:ext>
              </a:extLst>
            </p:cNvPr>
            <p:cNvSpPr/>
            <p:nvPr/>
          </p:nvSpPr>
          <p:spPr>
            <a:xfrm>
              <a:off x="3509092"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39" name="Freeform: Shape 1138">
              <a:extLst>
                <a:ext uri="{FF2B5EF4-FFF2-40B4-BE49-F238E27FC236}">
                  <a16:creationId xmlns:a16="http://schemas.microsoft.com/office/drawing/2014/main" id="{C0DC3D3A-DBEB-CE52-2019-5C898A6D30BC}"/>
                </a:ext>
              </a:extLst>
            </p:cNvPr>
            <p:cNvSpPr/>
            <p:nvPr/>
          </p:nvSpPr>
          <p:spPr>
            <a:xfrm>
              <a:off x="3623348"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40" name="Freeform: Shape 1139">
              <a:extLst>
                <a:ext uri="{FF2B5EF4-FFF2-40B4-BE49-F238E27FC236}">
                  <a16:creationId xmlns:a16="http://schemas.microsoft.com/office/drawing/2014/main" id="{4B308AAE-9B13-511E-999F-6963601AED7D}"/>
                </a:ext>
              </a:extLst>
            </p:cNvPr>
            <p:cNvSpPr/>
            <p:nvPr/>
          </p:nvSpPr>
          <p:spPr>
            <a:xfrm>
              <a:off x="3737603"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41" name="Freeform: Shape 1140">
              <a:extLst>
                <a:ext uri="{FF2B5EF4-FFF2-40B4-BE49-F238E27FC236}">
                  <a16:creationId xmlns:a16="http://schemas.microsoft.com/office/drawing/2014/main" id="{F6B26D31-A343-1488-8468-2D7EA42C533B}"/>
                </a:ext>
              </a:extLst>
            </p:cNvPr>
            <p:cNvSpPr/>
            <p:nvPr/>
          </p:nvSpPr>
          <p:spPr>
            <a:xfrm>
              <a:off x="3851815"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42" name="Freeform: Shape 1141">
              <a:extLst>
                <a:ext uri="{FF2B5EF4-FFF2-40B4-BE49-F238E27FC236}">
                  <a16:creationId xmlns:a16="http://schemas.microsoft.com/office/drawing/2014/main" id="{A5FFF427-76AA-12E5-4530-266662F84418}"/>
                </a:ext>
              </a:extLst>
            </p:cNvPr>
            <p:cNvSpPr/>
            <p:nvPr/>
          </p:nvSpPr>
          <p:spPr>
            <a:xfrm>
              <a:off x="3966071"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43" name="Freeform: Shape 1142">
              <a:extLst>
                <a:ext uri="{FF2B5EF4-FFF2-40B4-BE49-F238E27FC236}">
                  <a16:creationId xmlns:a16="http://schemas.microsoft.com/office/drawing/2014/main" id="{B23D3F05-3446-CDE9-DCCD-FB4430DEEB55}"/>
                </a:ext>
              </a:extLst>
            </p:cNvPr>
            <p:cNvSpPr/>
            <p:nvPr/>
          </p:nvSpPr>
          <p:spPr>
            <a:xfrm>
              <a:off x="4080327"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44" name="Freeform: Shape 1143">
              <a:extLst>
                <a:ext uri="{FF2B5EF4-FFF2-40B4-BE49-F238E27FC236}">
                  <a16:creationId xmlns:a16="http://schemas.microsoft.com/office/drawing/2014/main" id="{2DC38C04-F0B1-422E-9441-5F6EE4D022A6}"/>
                </a:ext>
              </a:extLst>
            </p:cNvPr>
            <p:cNvSpPr/>
            <p:nvPr/>
          </p:nvSpPr>
          <p:spPr>
            <a:xfrm>
              <a:off x="4194582"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45" name="Freeform: Shape 1144">
              <a:extLst>
                <a:ext uri="{FF2B5EF4-FFF2-40B4-BE49-F238E27FC236}">
                  <a16:creationId xmlns:a16="http://schemas.microsoft.com/office/drawing/2014/main" id="{9966677B-0598-2120-4A94-00A7981F9914}"/>
                </a:ext>
              </a:extLst>
            </p:cNvPr>
            <p:cNvSpPr/>
            <p:nvPr/>
          </p:nvSpPr>
          <p:spPr>
            <a:xfrm>
              <a:off x="4308838"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46" name="Freeform: Shape 1145">
              <a:extLst>
                <a:ext uri="{FF2B5EF4-FFF2-40B4-BE49-F238E27FC236}">
                  <a16:creationId xmlns:a16="http://schemas.microsoft.com/office/drawing/2014/main" id="{566A4430-20CF-97D3-FC00-64E28B5369F8}"/>
                </a:ext>
              </a:extLst>
            </p:cNvPr>
            <p:cNvSpPr/>
            <p:nvPr/>
          </p:nvSpPr>
          <p:spPr>
            <a:xfrm>
              <a:off x="4423094"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47" name="Freeform: Shape 1146">
              <a:extLst>
                <a:ext uri="{FF2B5EF4-FFF2-40B4-BE49-F238E27FC236}">
                  <a16:creationId xmlns:a16="http://schemas.microsoft.com/office/drawing/2014/main" id="{C9E010F4-EF76-4708-178A-6D2950D88B72}"/>
                </a:ext>
              </a:extLst>
            </p:cNvPr>
            <p:cNvSpPr/>
            <p:nvPr/>
          </p:nvSpPr>
          <p:spPr>
            <a:xfrm>
              <a:off x="4537350"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48" name="Freeform: Shape 1147">
              <a:extLst>
                <a:ext uri="{FF2B5EF4-FFF2-40B4-BE49-F238E27FC236}">
                  <a16:creationId xmlns:a16="http://schemas.microsoft.com/office/drawing/2014/main" id="{CA5A3C49-BDEA-563E-5B23-1808FF7CFB13}"/>
                </a:ext>
              </a:extLst>
            </p:cNvPr>
            <p:cNvSpPr/>
            <p:nvPr/>
          </p:nvSpPr>
          <p:spPr>
            <a:xfrm>
              <a:off x="4651605"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49" name="Freeform: Shape 1148">
              <a:extLst>
                <a:ext uri="{FF2B5EF4-FFF2-40B4-BE49-F238E27FC236}">
                  <a16:creationId xmlns:a16="http://schemas.microsoft.com/office/drawing/2014/main" id="{E1E61B7D-0C0C-59EC-73C0-3A0EE7D7A7E3}"/>
                </a:ext>
              </a:extLst>
            </p:cNvPr>
            <p:cNvSpPr/>
            <p:nvPr/>
          </p:nvSpPr>
          <p:spPr>
            <a:xfrm>
              <a:off x="4765861"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50" name="Freeform: Shape 1149">
              <a:extLst>
                <a:ext uri="{FF2B5EF4-FFF2-40B4-BE49-F238E27FC236}">
                  <a16:creationId xmlns:a16="http://schemas.microsoft.com/office/drawing/2014/main" id="{866E4324-B726-980A-EBF2-C6790730EBD6}"/>
                </a:ext>
              </a:extLst>
            </p:cNvPr>
            <p:cNvSpPr/>
            <p:nvPr/>
          </p:nvSpPr>
          <p:spPr>
            <a:xfrm>
              <a:off x="4880117"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51" name="Freeform: Shape 1150">
              <a:extLst>
                <a:ext uri="{FF2B5EF4-FFF2-40B4-BE49-F238E27FC236}">
                  <a16:creationId xmlns:a16="http://schemas.microsoft.com/office/drawing/2014/main" id="{B4FFEEFB-6342-CDCD-A4FF-A87993EE7685}"/>
                </a:ext>
              </a:extLst>
            </p:cNvPr>
            <p:cNvSpPr/>
            <p:nvPr/>
          </p:nvSpPr>
          <p:spPr>
            <a:xfrm>
              <a:off x="4994373"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52" name="Freeform: Shape 1151">
              <a:extLst>
                <a:ext uri="{FF2B5EF4-FFF2-40B4-BE49-F238E27FC236}">
                  <a16:creationId xmlns:a16="http://schemas.microsoft.com/office/drawing/2014/main" id="{D7F48A65-EBF2-B477-DD62-192B8077A946}"/>
                </a:ext>
              </a:extLst>
            </p:cNvPr>
            <p:cNvSpPr/>
            <p:nvPr/>
          </p:nvSpPr>
          <p:spPr>
            <a:xfrm>
              <a:off x="5108629"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53" name="Freeform: Shape 1152">
              <a:extLst>
                <a:ext uri="{FF2B5EF4-FFF2-40B4-BE49-F238E27FC236}">
                  <a16:creationId xmlns:a16="http://schemas.microsoft.com/office/drawing/2014/main" id="{9610EF57-D055-3DB2-09D5-EC4435868CF3}"/>
                </a:ext>
              </a:extLst>
            </p:cNvPr>
            <p:cNvSpPr/>
            <p:nvPr/>
          </p:nvSpPr>
          <p:spPr>
            <a:xfrm>
              <a:off x="5222840"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54" name="Freeform: Shape 1153">
              <a:extLst>
                <a:ext uri="{FF2B5EF4-FFF2-40B4-BE49-F238E27FC236}">
                  <a16:creationId xmlns:a16="http://schemas.microsoft.com/office/drawing/2014/main" id="{89DF0E00-00E1-C1DB-59AD-5623835C6731}"/>
                </a:ext>
              </a:extLst>
            </p:cNvPr>
            <p:cNvSpPr/>
            <p:nvPr/>
          </p:nvSpPr>
          <p:spPr>
            <a:xfrm>
              <a:off x="5337096"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55" name="Freeform: Shape 1154">
              <a:extLst>
                <a:ext uri="{FF2B5EF4-FFF2-40B4-BE49-F238E27FC236}">
                  <a16:creationId xmlns:a16="http://schemas.microsoft.com/office/drawing/2014/main" id="{9B7E8389-19E7-B293-42C9-AFD0025B4297}"/>
                </a:ext>
              </a:extLst>
            </p:cNvPr>
            <p:cNvSpPr/>
            <p:nvPr/>
          </p:nvSpPr>
          <p:spPr>
            <a:xfrm>
              <a:off x="5451352"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56" name="Freeform: Shape 1155">
              <a:extLst>
                <a:ext uri="{FF2B5EF4-FFF2-40B4-BE49-F238E27FC236}">
                  <a16:creationId xmlns:a16="http://schemas.microsoft.com/office/drawing/2014/main" id="{AE02A4AD-E39F-5445-C43D-5C359EC1D1A2}"/>
                </a:ext>
              </a:extLst>
            </p:cNvPr>
            <p:cNvSpPr/>
            <p:nvPr/>
          </p:nvSpPr>
          <p:spPr>
            <a:xfrm>
              <a:off x="5565608"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57" name="Freeform: Shape 1156">
              <a:extLst>
                <a:ext uri="{FF2B5EF4-FFF2-40B4-BE49-F238E27FC236}">
                  <a16:creationId xmlns:a16="http://schemas.microsoft.com/office/drawing/2014/main" id="{D6732093-40ED-2CDF-6488-B2E512882A60}"/>
                </a:ext>
              </a:extLst>
            </p:cNvPr>
            <p:cNvSpPr/>
            <p:nvPr/>
          </p:nvSpPr>
          <p:spPr>
            <a:xfrm>
              <a:off x="5679863"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58" name="Freeform: Shape 1157">
              <a:extLst>
                <a:ext uri="{FF2B5EF4-FFF2-40B4-BE49-F238E27FC236}">
                  <a16:creationId xmlns:a16="http://schemas.microsoft.com/office/drawing/2014/main" id="{C1C97CC4-6B0B-7435-D401-7D99E0E0F80A}"/>
                </a:ext>
              </a:extLst>
            </p:cNvPr>
            <p:cNvSpPr/>
            <p:nvPr/>
          </p:nvSpPr>
          <p:spPr>
            <a:xfrm>
              <a:off x="5794119"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59" name="Freeform: Shape 1158">
              <a:extLst>
                <a:ext uri="{FF2B5EF4-FFF2-40B4-BE49-F238E27FC236}">
                  <a16:creationId xmlns:a16="http://schemas.microsoft.com/office/drawing/2014/main" id="{38CE829F-D672-48E7-26A6-F2D0EFFE828A}"/>
                </a:ext>
              </a:extLst>
            </p:cNvPr>
            <p:cNvSpPr/>
            <p:nvPr/>
          </p:nvSpPr>
          <p:spPr>
            <a:xfrm>
              <a:off x="5908375"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60" name="Freeform: Shape 1159">
              <a:extLst>
                <a:ext uri="{FF2B5EF4-FFF2-40B4-BE49-F238E27FC236}">
                  <a16:creationId xmlns:a16="http://schemas.microsoft.com/office/drawing/2014/main" id="{A1060739-E991-5C25-AB02-16B474D9EB2F}"/>
                </a:ext>
              </a:extLst>
            </p:cNvPr>
            <p:cNvSpPr/>
            <p:nvPr/>
          </p:nvSpPr>
          <p:spPr>
            <a:xfrm>
              <a:off x="6022631"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61" name="Freeform: Shape 1160">
              <a:extLst>
                <a:ext uri="{FF2B5EF4-FFF2-40B4-BE49-F238E27FC236}">
                  <a16:creationId xmlns:a16="http://schemas.microsoft.com/office/drawing/2014/main" id="{4FA7670A-5ED3-8DD4-6C54-1B12DED45190}"/>
                </a:ext>
              </a:extLst>
            </p:cNvPr>
            <p:cNvSpPr/>
            <p:nvPr/>
          </p:nvSpPr>
          <p:spPr>
            <a:xfrm>
              <a:off x="6136886"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62" name="Freeform: Shape 1161">
              <a:extLst>
                <a:ext uri="{FF2B5EF4-FFF2-40B4-BE49-F238E27FC236}">
                  <a16:creationId xmlns:a16="http://schemas.microsoft.com/office/drawing/2014/main" id="{E747BB5C-6FE2-7B5F-27A5-BBE77E616458}"/>
                </a:ext>
              </a:extLst>
            </p:cNvPr>
            <p:cNvSpPr/>
            <p:nvPr/>
          </p:nvSpPr>
          <p:spPr>
            <a:xfrm>
              <a:off x="6251142"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63" name="Freeform: Shape 1162">
              <a:extLst>
                <a:ext uri="{FF2B5EF4-FFF2-40B4-BE49-F238E27FC236}">
                  <a16:creationId xmlns:a16="http://schemas.microsoft.com/office/drawing/2014/main" id="{9DFBCEE4-9FB5-95FB-E749-B9736925D3D1}"/>
                </a:ext>
              </a:extLst>
            </p:cNvPr>
            <p:cNvSpPr/>
            <p:nvPr/>
          </p:nvSpPr>
          <p:spPr>
            <a:xfrm>
              <a:off x="6365398"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64" name="Freeform: Shape 1163">
              <a:extLst>
                <a:ext uri="{FF2B5EF4-FFF2-40B4-BE49-F238E27FC236}">
                  <a16:creationId xmlns:a16="http://schemas.microsoft.com/office/drawing/2014/main" id="{8A676428-AAB8-1B96-CD51-649E391A31C1}"/>
                </a:ext>
              </a:extLst>
            </p:cNvPr>
            <p:cNvSpPr/>
            <p:nvPr/>
          </p:nvSpPr>
          <p:spPr>
            <a:xfrm>
              <a:off x="6479610"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65" name="Freeform: Shape 1164">
              <a:extLst>
                <a:ext uri="{FF2B5EF4-FFF2-40B4-BE49-F238E27FC236}">
                  <a16:creationId xmlns:a16="http://schemas.microsoft.com/office/drawing/2014/main" id="{0E673FFF-8E50-5A98-B245-4BA7251F40C5}"/>
                </a:ext>
              </a:extLst>
            </p:cNvPr>
            <p:cNvSpPr/>
            <p:nvPr/>
          </p:nvSpPr>
          <p:spPr>
            <a:xfrm>
              <a:off x="6593865"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66" name="Freeform: Shape 1165">
              <a:extLst>
                <a:ext uri="{FF2B5EF4-FFF2-40B4-BE49-F238E27FC236}">
                  <a16:creationId xmlns:a16="http://schemas.microsoft.com/office/drawing/2014/main" id="{3AFFD7E3-9F1F-6B03-80C5-46B3D2FFB63A}"/>
                </a:ext>
              </a:extLst>
            </p:cNvPr>
            <p:cNvSpPr/>
            <p:nvPr/>
          </p:nvSpPr>
          <p:spPr>
            <a:xfrm>
              <a:off x="6708121" y="297467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67" name="Freeform: Shape 1166">
              <a:extLst>
                <a:ext uri="{FF2B5EF4-FFF2-40B4-BE49-F238E27FC236}">
                  <a16:creationId xmlns:a16="http://schemas.microsoft.com/office/drawing/2014/main" id="{A64A2F80-F309-76ED-94E3-13F856836FA6}"/>
                </a:ext>
              </a:extLst>
            </p:cNvPr>
            <p:cNvSpPr/>
            <p:nvPr/>
          </p:nvSpPr>
          <p:spPr>
            <a:xfrm>
              <a:off x="6822377"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68" name="Freeform: Shape 1167">
              <a:extLst>
                <a:ext uri="{FF2B5EF4-FFF2-40B4-BE49-F238E27FC236}">
                  <a16:creationId xmlns:a16="http://schemas.microsoft.com/office/drawing/2014/main" id="{E2A8C534-38C5-420B-3748-03E368BA27EA}"/>
                </a:ext>
              </a:extLst>
            </p:cNvPr>
            <p:cNvSpPr/>
            <p:nvPr/>
          </p:nvSpPr>
          <p:spPr>
            <a:xfrm>
              <a:off x="6936633"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69" name="Freeform: Shape 1168">
              <a:extLst>
                <a:ext uri="{FF2B5EF4-FFF2-40B4-BE49-F238E27FC236}">
                  <a16:creationId xmlns:a16="http://schemas.microsoft.com/office/drawing/2014/main" id="{1220B42A-0F07-665F-2341-11147E8AC675}"/>
                </a:ext>
              </a:extLst>
            </p:cNvPr>
            <p:cNvSpPr/>
            <p:nvPr/>
          </p:nvSpPr>
          <p:spPr>
            <a:xfrm>
              <a:off x="7050888" y="297467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70" name="Freeform: Shape 1169">
              <a:extLst>
                <a:ext uri="{FF2B5EF4-FFF2-40B4-BE49-F238E27FC236}">
                  <a16:creationId xmlns:a16="http://schemas.microsoft.com/office/drawing/2014/main" id="{13B7AB98-430A-137F-6FC7-3B87119C0232}"/>
                </a:ext>
              </a:extLst>
            </p:cNvPr>
            <p:cNvSpPr/>
            <p:nvPr/>
          </p:nvSpPr>
          <p:spPr>
            <a:xfrm>
              <a:off x="7165144"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71" name="Freeform: Shape 1170">
              <a:extLst>
                <a:ext uri="{FF2B5EF4-FFF2-40B4-BE49-F238E27FC236}">
                  <a16:creationId xmlns:a16="http://schemas.microsoft.com/office/drawing/2014/main" id="{C49B6B5A-A083-D71A-C9C6-EED18E282BD5}"/>
                </a:ext>
              </a:extLst>
            </p:cNvPr>
            <p:cNvSpPr/>
            <p:nvPr/>
          </p:nvSpPr>
          <p:spPr>
            <a:xfrm>
              <a:off x="2366578"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72" name="Freeform: Shape 1171">
              <a:extLst>
                <a:ext uri="{FF2B5EF4-FFF2-40B4-BE49-F238E27FC236}">
                  <a16:creationId xmlns:a16="http://schemas.microsoft.com/office/drawing/2014/main" id="{3990DE87-62FA-2B93-BD83-A6A28FE4A1D8}"/>
                </a:ext>
              </a:extLst>
            </p:cNvPr>
            <p:cNvSpPr/>
            <p:nvPr/>
          </p:nvSpPr>
          <p:spPr>
            <a:xfrm>
              <a:off x="2480790"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73" name="Freeform: Shape 1172">
              <a:extLst>
                <a:ext uri="{FF2B5EF4-FFF2-40B4-BE49-F238E27FC236}">
                  <a16:creationId xmlns:a16="http://schemas.microsoft.com/office/drawing/2014/main" id="{BD50559B-2DEF-F03A-1690-C414E0ED9633}"/>
                </a:ext>
              </a:extLst>
            </p:cNvPr>
            <p:cNvSpPr/>
            <p:nvPr/>
          </p:nvSpPr>
          <p:spPr>
            <a:xfrm>
              <a:off x="2595046"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74" name="Freeform: Shape 1173">
              <a:extLst>
                <a:ext uri="{FF2B5EF4-FFF2-40B4-BE49-F238E27FC236}">
                  <a16:creationId xmlns:a16="http://schemas.microsoft.com/office/drawing/2014/main" id="{523B506B-AC5E-48E6-B6A2-29D1AA9A7927}"/>
                </a:ext>
              </a:extLst>
            </p:cNvPr>
            <p:cNvSpPr/>
            <p:nvPr/>
          </p:nvSpPr>
          <p:spPr>
            <a:xfrm>
              <a:off x="2709301"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75" name="Freeform: Shape 1174">
              <a:extLst>
                <a:ext uri="{FF2B5EF4-FFF2-40B4-BE49-F238E27FC236}">
                  <a16:creationId xmlns:a16="http://schemas.microsoft.com/office/drawing/2014/main" id="{5CC03ED0-01C6-1A29-42A8-444CF9917F9A}"/>
                </a:ext>
              </a:extLst>
            </p:cNvPr>
            <p:cNvSpPr/>
            <p:nvPr/>
          </p:nvSpPr>
          <p:spPr>
            <a:xfrm>
              <a:off x="2823557"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76" name="Freeform: Shape 1175">
              <a:extLst>
                <a:ext uri="{FF2B5EF4-FFF2-40B4-BE49-F238E27FC236}">
                  <a16:creationId xmlns:a16="http://schemas.microsoft.com/office/drawing/2014/main" id="{D2061144-D257-8D9E-0BAE-24B333F9D8F6}"/>
                </a:ext>
              </a:extLst>
            </p:cNvPr>
            <p:cNvSpPr/>
            <p:nvPr/>
          </p:nvSpPr>
          <p:spPr>
            <a:xfrm>
              <a:off x="2937813"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77" name="Freeform: Shape 1176">
              <a:extLst>
                <a:ext uri="{FF2B5EF4-FFF2-40B4-BE49-F238E27FC236}">
                  <a16:creationId xmlns:a16="http://schemas.microsoft.com/office/drawing/2014/main" id="{6081A4C6-E728-25F0-EE03-61F1F5186118}"/>
                </a:ext>
              </a:extLst>
            </p:cNvPr>
            <p:cNvSpPr/>
            <p:nvPr/>
          </p:nvSpPr>
          <p:spPr>
            <a:xfrm>
              <a:off x="3052069"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78" name="Freeform: Shape 1177">
              <a:extLst>
                <a:ext uri="{FF2B5EF4-FFF2-40B4-BE49-F238E27FC236}">
                  <a16:creationId xmlns:a16="http://schemas.microsoft.com/office/drawing/2014/main" id="{1B07FB52-9596-EA1B-FE50-4581D7E83049}"/>
                </a:ext>
              </a:extLst>
            </p:cNvPr>
            <p:cNvSpPr/>
            <p:nvPr/>
          </p:nvSpPr>
          <p:spPr>
            <a:xfrm>
              <a:off x="3166325"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79" name="Freeform: Shape 1178">
              <a:extLst>
                <a:ext uri="{FF2B5EF4-FFF2-40B4-BE49-F238E27FC236}">
                  <a16:creationId xmlns:a16="http://schemas.microsoft.com/office/drawing/2014/main" id="{D3653E02-975C-3EEA-39C9-EDF7CB94CB36}"/>
                </a:ext>
              </a:extLst>
            </p:cNvPr>
            <p:cNvSpPr/>
            <p:nvPr/>
          </p:nvSpPr>
          <p:spPr>
            <a:xfrm>
              <a:off x="3280580"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80" name="Freeform: Shape 1179">
              <a:extLst>
                <a:ext uri="{FF2B5EF4-FFF2-40B4-BE49-F238E27FC236}">
                  <a16:creationId xmlns:a16="http://schemas.microsoft.com/office/drawing/2014/main" id="{F8CAA2AB-5659-5EC9-786F-F0D42CAF93FE}"/>
                </a:ext>
              </a:extLst>
            </p:cNvPr>
            <p:cNvSpPr/>
            <p:nvPr/>
          </p:nvSpPr>
          <p:spPr>
            <a:xfrm>
              <a:off x="3394836"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81" name="Freeform: Shape 1180">
              <a:extLst>
                <a:ext uri="{FF2B5EF4-FFF2-40B4-BE49-F238E27FC236}">
                  <a16:creationId xmlns:a16="http://schemas.microsoft.com/office/drawing/2014/main" id="{21D5DA54-82B4-BCF6-E56B-68FC52D6C0D3}"/>
                </a:ext>
              </a:extLst>
            </p:cNvPr>
            <p:cNvSpPr/>
            <p:nvPr/>
          </p:nvSpPr>
          <p:spPr>
            <a:xfrm>
              <a:off x="3509092"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82" name="Freeform: Shape 1181">
              <a:extLst>
                <a:ext uri="{FF2B5EF4-FFF2-40B4-BE49-F238E27FC236}">
                  <a16:creationId xmlns:a16="http://schemas.microsoft.com/office/drawing/2014/main" id="{68AE1C46-CF8F-FCCE-8581-963D5D878048}"/>
                </a:ext>
              </a:extLst>
            </p:cNvPr>
            <p:cNvSpPr/>
            <p:nvPr/>
          </p:nvSpPr>
          <p:spPr>
            <a:xfrm>
              <a:off x="3623348"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83" name="Freeform: Shape 1182">
              <a:extLst>
                <a:ext uri="{FF2B5EF4-FFF2-40B4-BE49-F238E27FC236}">
                  <a16:creationId xmlns:a16="http://schemas.microsoft.com/office/drawing/2014/main" id="{867B89E6-8068-FCAE-9CC9-2AF44BEE41DF}"/>
                </a:ext>
              </a:extLst>
            </p:cNvPr>
            <p:cNvSpPr/>
            <p:nvPr/>
          </p:nvSpPr>
          <p:spPr>
            <a:xfrm>
              <a:off x="3737603"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84" name="Freeform: Shape 1183">
              <a:extLst>
                <a:ext uri="{FF2B5EF4-FFF2-40B4-BE49-F238E27FC236}">
                  <a16:creationId xmlns:a16="http://schemas.microsoft.com/office/drawing/2014/main" id="{279D5362-FC09-DA4D-D990-7A44630A68C6}"/>
                </a:ext>
              </a:extLst>
            </p:cNvPr>
            <p:cNvSpPr/>
            <p:nvPr/>
          </p:nvSpPr>
          <p:spPr>
            <a:xfrm>
              <a:off x="3851815"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85" name="Freeform: Shape 1184">
              <a:extLst>
                <a:ext uri="{FF2B5EF4-FFF2-40B4-BE49-F238E27FC236}">
                  <a16:creationId xmlns:a16="http://schemas.microsoft.com/office/drawing/2014/main" id="{E9EE860C-4D2F-154F-061B-89108D061DF6}"/>
                </a:ext>
              </a:extLst>
            </p:cNvPr>
            <p:cNvSpPr/>
            <p:nvPr/>
          </p:nvSpPr>
          <p:spPr>
            <a:xfrm>
              <a:off x="3966071"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86" name="Freeform: Shape 1185">
              <a:extLst>
                <a:ext uri="{FF2B5EF4-FFF2-40B4-BE49-F238E27FC236}">
                  <a16:creationId xmlns:a16="http://schemas.microsoft.com/office/drawing/2014/main" id="{4EB19428-2AF1-C140-7449-23BC58F608C0}"/>
                </a:ext>
              </a:extLst>
            </p:cNvPr>
            <p:cNvSpPr/>
            <p:nvPr/>
          </p:nvSpPr>
          <p:spPr>
            <a:xfrm>
              <a:off x="4080327"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87" name="Freeform: Shape 1186">
              <a:extLst>
                <a:ext uri="{FF2B5EF4-FFF2-40B4-BE49-F238E27FC236}">
                  <a16:creationId xmlns:a16="http://schemas.microsoft.com/office/drawing/2014/main" id="{8B93C2BC-5B0A-A203-BE7D-E20345DAB77B}"/>
                </a:ext>
              </a:extLst>
            </p:cNvPr>
            <p:cNvSpPr/>
            <p:nvPr/>
          </p:nvSpPr>
          <p:spPr>
            <a:xfrm>
              <a:off x="4194582"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88" name="Freeform: Shape 1187">
              <a:extLst>
                <a:ext uri="{FF2B5EF4-FFF2-40B4-BE49-F238E27FC236}">
                  <a16:creationId xmlns:a16="http://schemas.microsoft.com/office/drawing/2014/main" id="{EE96A3C3-917B-2E15-CCB6-DA5A4D5E6474}"/>
                </a:ext>
              </a:extLst>
            </p:cNvPr>
            <p:cNvSpPr/>
            <p:nvPr/>
          </p:nvSpPr>
          <p:spPr>
            <a:xfrm>
              <a:off x="4308838"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89" name="Freeform: Shape 1188">
              <a:extLst>
                <a:ext uri="{FF2B5EF4-FFF2-40B4-BE49-F238E27FC236}">
                  <a16:creationId xmlns:a16="http://schemas.microsoft.com/office/drawing/2014/main" id="{200D9A7D-B0B3-FDA8-B7E3-FBD11869E8F1}"/>
                </a:ext>
              </a:extLst>
            </p:cNvPr>
            <p:cNvSpPr/>
            <p:nvPr/>
          </p:nvSpPr>
          <p:spPr>
            <a:xfrm>
              <a:off x="4423094"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90" name="Freeform: Shape 1189">
              <a:extLst>
                <a:ext uri="{FF2B5EF4-FFF2-40B4-BE49-F238E27FC236}">
                  <a16:creationId xmlns:a16="http://schemas.microsoft.com/office/drawing/2014/main" id="{01A7605A-C530-C9C2-B5E7-C07FD71C778F}"/>
                </a:ext>
              </a:extLst>
            </p:cNvPr>
            <p:cNvSpPr/>
            <p:nvPr/>
          </p:nvSpPr>
          <p:spPr>
            <a:xfrm>
              <a:off x="4537350"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91" name="Freeform: Shape 1190">
              <a:extLst>
                <a:ext uri="{FF2B5EF4-FFF2-40B4-BE49-F238E27FC236}">
                  <a16:creationId xmlns:a16="http://schemas.microsoft.com/office/drawing/2014/main" id="{3E0DDFC3-4D40-85C1-C37D-33C56AFA9570}"/>
                </a:ext>
              </a:extLst>
            </p:cNvPr>
            <p:cNvSpPr/>
            <p:nvPr/>
          </p:nvSpPr>
          <p:spPr>
            <a:xfrm>
              <a:off x="4651605"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92" name="Freeform: Shape 1191">
              <a:extLst>
                <a:ext uri="{FF2B5EF4-FFF2-40B4-BE49-F238E27FC236}">
                  <a16:creationId xmlns:a16="http://schemas.microsoft.com/office/drawing/2014/main" id="{D2CB9D43-B842-08DD-A584-5CBCE71B7C99}"/>
                </a:ext>
              </a:extLst>
            </p:cNvPr>
            <p:cNvSpPr/>
            <p:nvPr/>
          </p:nvSpPr>
          <p:spPr>
            <a:xfrm>
              <a:off x="4765861"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93" name="Freeform: Shape 1192">
              <a:extLst>
                <a:ext uri="{FF2B5EF4-FFF2-40B4-BE49-F238E27FC236}">
                  <a16:creationId xmlns:a16="http://schemas.microsoft.com/office/drawing/2014/main" id="{A126CA4C-F4F4-E70C-B5A5-995C41FB6DF1}"/>
                </a:ext>
              </a:extLst>
            </p:cNvPr>
            <p:cNvSpPr/>
            <p:nvPr/>
          </p:nvSpPr>
          <p:spPr>
            <a:xfrm>
              <a:off x="4880117"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94" name="Freeform: Shape 1193">
              <a:extLst>
                <a:ext uri="{FF2B5EF4-FFF2-40B4-BE49-F238E27FC236}">
                  <a16:creationId xmlns:a16="http://schemas.microsoft.com/office/drawing/2014/main" id="{5E547590-9390-0D89-2BA8-4303D4B9D9E9}"/>
                </a:ext>
              </a:extLst>
            </p:cNvPr>
            <p:cNvSpPr/>
            <p:nvPr/>
          </p:nvSpPr>
          <p:spPr>
            <a:xfrm>
              <a:off x="4994373"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95" name="Freeform: Shape 1194">
              <a:extLst>
                <a:ext uri="{FF2B5EF4-FFF2-40B4-BE49-F238E27FC236}">
                  <a16:creationId xmlns:a16="http://schemas.microsoft.com/office/drawing/2014/main" id="{B6F0D4D4-A0C4-C25D-B472-B007C5CFC366}"/>
                </a:ext>
              </a:extLst>
            </p:cNvPr>
            <p:cNvSpPr/>
            <p:nvPr/>
          </p:nvSpPr>
          <p:spPr>
            <a:xfrm>
              <a:off x="5108629"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96" name="Freeform: Shape 1195">
              <a:extLst>
                <a:ext uri="{FF2B5EF4-FFF2-40B4-BE49-F238E27FC236}">
                  <a16:creationId xmlns:a16="http://schemas.microsoft.com/office/drawing/2014/main" id="{E40519CA-94F8-DE72-8A16-7951DFCDD02C}"/>
                </a:ext>
              </a:extLst>
            </p:cNvPr>
            <p:cNvSpPr/>
            <p:nvPr/>
          </p:nvSpPr>
          <p:spPr>
            <a:xfrm>
              <a:off x="5222840"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97" name="Freeform: Shape 1196">
              <a:extLst>
                <a:ext uri="{FF2B5EF4-FFF2-40B4-BE49-F238E27FC236}">
                  <a16:creationId xmlns:a16="http://schemas.microsoft.com/office/drawing/2014/main" id="{E58A4181-7765-87BB-2ED6-58A40734D386}"/>
                </a:ext>
              </a:extLst>
            </p:cNvPr>
            <p:cNvSpPr/>
            <p:nvPr/>
          </p:nvSpPr>
          <p:spPr>
            <a:xfrm>
              <a:off x="5337096"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98" name="Freeform: Shape 1197">
              <a:extLst>
                <a:ext uri="{FF2B5EF4-FFF2-40B4-BE49-F238E27FC236}">
                  <a16:creationId xmlns:a16="http://schemas.microsoft.com/office/drawing/2014/main" id="{60E28EE5-3AFF-2324-7D9A-3EE086C0135C}"/>
                </a:ext>
              </a:extLst>
            </p:cNvPr>
            <p:cNvSpPr/>
            <p:nvPr/>
          </p:nvSpPr>
          <p:spPr>
            <a:xfrm>
              <a:off x="5451352"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99" name="Freeform: Shape 1198">
              <a:extLst>
                <a:ext uri="{FF2B5EF4-FFF2-40B4-BE49-F238E27FC236}">
                  <a16:creationId xmlns:a16="http://schemas.microsoft.com/office/drawing/2014/main" id="{4BA11021-55E3-846B-FBDD-3F35A7808922}"/>
                </a:ext>
              </a:extLst>
            </p:cNvPr>
            <p:cNvSpPr/>
            <p:nvPr/>
          </p:nvSpPr>
          <p:spPr>
            <a:xfrm>
              <a:off x="5565608"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00" name="Freeform: Shape 1199">
              <a:extLst>
                <a:ext uri="{FF2B5EF4-FFF2-40B4-BE49-F238E27FC236}">
                  <a16:creationId xmlns:a16="http://schemas.microsoft.com/office/drawing/2014/main" id="{D216C399-7EF2-A018-B3E4-A70D7BB6F114}"/>
                </a:ext>
              </a:extLst>
            </p:cNvPr>
            <p:cNvSpPr/>
            <p:nvPr/>
          </p:nvSpPr>
          <p:spPr>
            <a:xfrm>
              <a:off x="5679863"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01" name="Freeform: Shape 1200">
              <a:extLst>
                <a:ext uri="{FF2B5EF4-FFF2-40B4-BE49-F238E27FC236}">
                  <a16:creationId xmlns:a16="http://schemas.microsoft.com/office/drawing/2014/main" id="{4074A16B-DB8E-E0A4-74B0-6DF122BFB7EF}"/>
                </a:ext>
              </a:extLst>
            </p:cNvPr>
            <p:cNvSpPr/>
            <p:nvPr/>
          </p:nvSpPr>
          <p:spPr>
            <a:xfrm>
              <a:off x="5794119"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02" name="Freeform: Shape 1201">
              <a:extLst>
                <a:ext uri="{FF2B5EF4-FFF2-40B4-BE49-F238E27FC236}">
                  <a16:creationId xmlns:a16="http://schemas.microsoft.com/office/drawing/2014/main" id="{224C15DE-48CE-1376-BD6E-A7BBBAFD6F56}"/>
                </a:ext>
              </a:extLst>
            </p:cNvPr>
            <p:cNvSpPr/>
            <p:nvPr/>
          </p:nvSpPr>
          <p:spPr>
            <a:xfrm>
              <a:off x="5908375"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03" name="Freeform: Shape 1202">
              <a:extLst>
                <a:ext uri="{FF2B5EF4-FFF2-40B4-BE49-F238E27FC236}">
                  <a16:creationId xmlns:a16="http://schemas.microsoft.com/office/drawing/2014/main" id="{5667D67D-08AB-A931-048D-AF704690861A}"/>
                </a:ext>
              </a:extLst>
            </p:cNvPr>
            <p:cNvSpPr/>
            <p:nvPr/>
          </p:nvSpPr>
          <p:spPr>
            <a:xfrm>
              <a:off x="6022631"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04" name="Freeform: Shape 1203">
              <a:extLst>
                <a:ext uri="{FF2B5EF4-FFF2-40B4-BE49-F238E27FC236}">
                  <a16:creationId xmlns:a16="http://schemas.microsoft.com/office/drawing/2014/main" id="{DA2F5394-F020-C619-C2AF-BADC3D553A01}"/>
                </a:ext>
              </a:extLst>
            </p:cNvPr>
            <p:cNvSpPr/>
            <p:nvPr/>
          </p:nvSpPr>
          <p:spPr>
            <a:xfrm>
              <a:off x="6136886"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05" name="Freeform: Shape 1204">
              <a:extLst>
                <a:ext uri="{FF2B5EF4-FFF2-40B4-BE49-F238E27FC236}">
                  <a16:creationId xmlns:a16="http://schemas.microsoft.com/office/drawing/2014/main" id="{61F42C2D-56EC-98F0-F737-420358C2A316}"/>
                </a:ext>
              </a:extLst>
            </p:cNvPr>
            <p:cNvSpPr/>
            <p:nvPr/>
          </p:nvSpPr>
          <p:spPr>
            <a:xfrm>
              <a:off x="6251142"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06" name="Freeform: Shape 1205">
              <a:extLst>
                <a:ext uri="{FF2B5EF4-FFF2-40B4-BE49-F238E27FC236}">
                  <a16:creationId xmlns:a16="http://schemas.microsoft.com/office/drawing/2014/main" id="{31690043-2822-B378-B6A8-206E519FC413}"/>
                </a:ext>
              </a:extLst>
            </p:cNvPr>
            <p:cNvSpPr/>
            <p:nvPr/>
          </p:nvSpPr>
          <p:spPr>
            <a:xfrm>
              <a:off x="6365398"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07" name="Freeform: Shape 1206">
              <a:extLst>
                <a:ext uri="{FF2B5EF4-FFF2-40B4-BE49-F238E27FC236}">
                  <a16:creationId xmlns:a16="http://schemas.microsoft.com/office/drawing/2014/main" id="{F6F0502F-4001-27BF-7FCF-EE5B4B7C9774}"/>
                </a:ext>
              </a:extLst>
            </p:cNvPr>
            <p:cNvSpPr/>
            <p:nvPr/>
          </p:nvSpPr>
          <p:spPr>
            <a:xfrm>
              <a:off x="6479610"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08" name="Freeform: Shape 1207">
              <a:extLst>
                <a:ext uri="{FF2B5EF4-FFF2-40B4-BE49-F238E27FC236}">
                  <a16:creationId xmlns:a16="http://schemas.microsoft.com/office/drawing/2014/main" id="{7FEA758D-672B-B4B9-C956-AE1809DF8022}"/>
                </a:ext>
              </a:extLst>
            </p:cNvPr>
            <p:cNvSpPr/>
            <p:nvPr/>
          </p:nvSpPr>
          <p:spPr>
            <a:xfrm>
              <a:off x="6593865"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09" name="Freeform: Shape 1208">
              <a:extLst>
                <a:ext uri="{FF2B5EF4-FFF2-40B4-BE49-F238E27FC236}">
                  <a16:creationId xmlns:a16="http://schemas.microsoft.com/office/drawing/2014/main" id="{A59C5524-78D1-57AB-BC80-997B0B750CF0}"/>
                </a:ext>
              </a:extLst>
            </p:cNvPr>
            <p:cNvSpPr/>
            <p:nvPr/>
          </p:nvSpPr>
          <p:spPr>
            <a:xfrm>
              <a:off x="6708121" y="308892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10" name="Freeform: Shape 1209">
              <a:extLst>
                <a:ext uri="{FF2B5EF4-FFF2-40B4-BE49-F238E27FC236}">
                  <a16:creationId xmlns:a16="http://schemas.microsoft.com/office/drawing/2014/main" id="{97412B2E-BA9A-4039-72DB-E2287D6BD1EB}"/>
                </a:ext>
              </a:extLst>
            </p:cNvPr>
            <p:cNvSpPr/>
            <p:nvPr/>
          </p:nvSpPr>
          <p:spPr>
            <a:xfrm>
              <a:off x="6822377"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11" name="Freeform: Shape 1210">
              <a:extLst>
                <a:ext uri="{FF2B5EF4-FFF2-40B4-BE49-F238E27FC236}">
                  <a16:creationId xmlns:a16="http://schemas.microsoft.com/office/drawing/2014/main" id="{61CA4156-909D-65EA-0F23-49AE83C2078A}"/>
                </a:ext>
              </a:extLst>
            </p:cNvPr>
            <p:cNvSpPr/>
            <p:nvPr/>
          </p:nvSpPr>
          <p:spPr>
            <a:xfrm>
              <a:off x="6936633"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12" name="Freeform: Shape 1211">
              <a:extLst>
                <a:ext uri="{FF2B5EF4-FFF2-40B4-BE49-F238E27FC236}">
                  <a16:creationId xmlns:a16="http://schemas.microsoft.com/office/drawing/2014/main" id="{3FAD3CD6-C729-EAF1-F8FB-0CFDF239C16F}"/>
                </a:ext>
              </a:extLst>
            </p:cNvPr>
            <p:cNvSpPr/>
            <p:nvPr/>
          </p:nvSpPr>
          <p:spPr>
            <a:xfrm>
              <a:off x="7050888" y="308892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13" name="Freeform: Shape 1212">
              <a:extLst>
                <a:ext uri="{FF2B5EF4-FFF2-40B4-BE49-F238E27FC236}">
                  <a16:creationId xmlns:a16="http://schemas.microsoft.com/office/drawing/2014/main" id="{F2D9689A-909D-EEA2-CCE4-50E94427A03B}"/>
                </a:ext>
              </a:extLst>
            </p:cNvPr>
            <p:cNvSpPr/>
            <p:nvPr/>
          </p:nvSpPr>
          <p:spPr>
            <a:xfrm>
              <a:off x="7165144"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14" name="Freeform: Shape 1213">
              <a:extLst>
                <a:ext uri="{FF2B5EF4-FFF2-40B4-BE49-F238E27FC236}">
                  <a16:creationId xmlns:a16="http://schemas.microsoft.com/office/drawing/2014/main" id="{D5BDD206-B92A-5251-EEA4-1FD72ACDD43E}"/>
                </a:ext>
              </a:extLst>
            </p:cNvPr>
            <p:cNvSpPr/>
            <p:nvPr/>
          </p:nvSpPr>
          <p:spPr>
            <a:xfrm>
              <a:off x="2366578"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15" name="Freeform: Shape 1214">
              <a:extLst>
                <a:ext uri="{FF2B5EF4-FFF2-40B4-BE49-F238E27FC236}">
                  <a16:creationId xmlns:a16="http://schemas.microsoft.com/office/drawing/2014/main" id="{E95418C3-5179-83E6-EA7C-B8C5D94CA6D6}"/>
                </a:ext>
              </a:extLst>
            </p:cNvPr>
            <p:cNvSpPr/>
            <p:nvPr/>
          </p:nvSpPr>
          <p:spPr>
            <a:xfrm>
              <a:off x="2480790"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16" name="Freeform: Shape 1215">
              <a:extLst>
                <a:ext uri="{FF2B5EF4-FFF2-40B4-BE49-F238E27FC236}">
                  <a16:creationId xmlns:a16="http://schemas.microsoft.com/office/drawing/2014/main" id="{A69BD6ED-263D-F521-D474-DB4A70C424BE}"/>
                </a:ext>
              </a:extLst>
            </p:cNvPr>
            <p:cNvSpPr/>
            <p:nvPr/>
          </p:nvSpPr>
          <p:spPr>
            <a:xfrm>
              <a:off x="2595046"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17" name="Freeform: Shape 1216">
              <a:extLst>
                <a:ext uri="{FF2B5EF4-FFF2-40B4-BE49-F238E27FC236}">
                  <a16:creationId xmlns:a16="http://schemas.microsoft.com/office/drawing/2014/main" id="{23F80622-A696-6723-72B1-206574C1E80C}"/>
                </a:ext>
              </a:extLst>
            </p:cNvPr>
            <p:cNvSpPr/>
            <p:nvPr/>
          </p:nvSpPr>
          <p:spPr>
            <a:xfrm>
              <a:off x="2709301"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18" name="Freeform: Shape 1217">
              <a:extLst>
                <a:ext uri="{FF2B5EF4-FFF2-40B4-BE49-F238E27FC236}">
                  <a16:creationId xmlns:a16="http://schemas.microsoft.com/office/drawing/2014/main" id="{9B824002-85BF-311A-7798-C37FE2A4BADC}"/>
                </a:ext>
              </a:extLst>
            </p:cNvPr>
            <p:cNvSpPr/>
            <p:nvPr/>
          </p:nvSpPr>
          <p:spPr>
            <a:xfrm>
              <a:off x="2823557"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19" name="Freeform: Shape 1218">
              <a:extLst>
                <a:ext uri="{FF2B5EF4-FFF2-40B4-BE49-F238E27FC236}">
                  <a16:creationId xmlns:a16="http://schemas.microsoft.com/office/drawing/2014/main" id="{FE76F083-B8AD-3096-B8A6-033D999C71EC}"/>
                </a:ext>
              </a:extLst>
            </p:cNvPr>
            <p:cNvSpPr/>
            <p:nvPr/>
          </p:nvSpPr>
          <p:spPr>
            <a:xfrm>
              <a:off x="2937813"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20" name="Freeform: Shape 1219">
              <a:extLst>
                <a:ext uri="{FF2B5EF4-FFF2-40B4-BE49-F238E27FC236}">
                  <a16:creationId xmlns:a16="http://schemas.microsoft.com/office/drawing/2014/main" id="{891A49BF-82AA-1332-BCF4-0CACFCEA68D2}"/>
                </a:ext>
              </a:extLst>
            </p:cNvPr>
            <p:cNvSpPr/>
            <p:nvPr/>
          </p:nvSpPr>
          <p:spPr>
            <a:xfrm>
              <a:off x="3052069"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21" name="Freeform: Shape 1220">
              <a:extLst>
                <a:ext uri="{FF2B5EF4-FFF2-40B4-BE49-F238E27FC236}">
                  <a16:creationId xmlns:a16="http://schemas.microsoft.com/office/drawing/2014/main" id="{B4CF9B78-D25F-61AB-F177-2556BDD62913}"/>
                </a:ext>
              </a:extLst>
            </p:cNvPr>
            <p:cNvSpPr/>
            <p:nvPr/>
          </p:nvSpPr>
          <p:spPr>
            <a:xfrm>
              <a:off x="3166325"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22" name="Freeform: Shape 1221">
              <a:extLst>
                <a:ext uri="{FF2B5EF4-FFF2-40B4-BE49-F238E27FC236}">
                  <a16:creationId xmlns:a16="http://schemas.microsoft.com/office/drawing/2014/main" id="{9A5C3907-EA94-800C-7BD6-A059301EB1DB}"/>
                </a:ext>
              </a:extLst>
            </p:cNvPr>
            <p:cNvSpPr/>
            <p:nvPr/>
          </p:nvSpPr>
          <p:spPr>
            <a:xfrm>
              <a:off x="3280580"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23" name="Freeform: Shape 1222">
              <a:extLst>
                <a:ext uri="{FF2B5EF4-FFF2-40B4-BE49-F238E27FC236}">
                  <a16:creationId xmlns:a16="http://schemas.microsoft.com/office/drawing/2014/main" id="{3495AD9E-1ECA-B968-7B85-5FAE6B124AD1}"/>
                </a:ext>
              </a:extLst>
            </p:cNvPr>
            <p:cNvSpPr/>
            <p:nvPr/>
          </p:nvSpPr>
          <p:spPr>
            <a:xfrm>
              <a:off x="3394836"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24" name="Freeform: Shape 1223">
              <a:extLst>
                <a:ext uri="{FF2B5EF4-FFF2-40B4-BE49-F238E27FC236}">
                  <a16:creationId xmlns:a16="http://schemas.microsoft.com/office/drawing/2014/main" id="{371C3CAF-990F-A5E4-B210-98B79A7246E4}"/>
                </a:ext>
              </a:extLst>
            </p:cNvPr>
            <p:cNvSpPr/>
            <p:nvPr/>
          </p:nvSpPr>
          <p:spPr>
            <a:xfrm>
              <a:off x="3509092"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25" name="Freeform: Shape 1224">
              <a:extLst>
                <a:ext uri="{FF2B5EF4-FFF2-40B4-BE49-F238E27FC236}">
                  <a16:creationId xmlns:a16="http://schemas.microsoft.com/office/drawing/2014/main" id="{3766454D-BD18-A494-14A3-0F6838B5168A}"/>
                </a:ext>
              </a:extLst>
            </p:cNvPr>
            <p:cNvSpPr/>
            <p:nvPr/>
          </p:nvSpPr>
          <p:spPr>
            <a:xfrm>
              <a:off x="3623348"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26" name="Freeform: Shape 1225">
              <a:extLst>
                <a:ext uri="{FF2B5EF4-FFF2-40B4-BE49-F238E27FC236}">
                  <a16:creationId xmlns:a16="http://schemas.microsoft.com/office/drawing/2014/main" id="{4A897B10-4ABD-E49B-EE5D-0AE2D6C57CDB}"/>
                </a:ext>
              </a:extLst>
            </p:cNvPr>
            <p:cNvSpPr/>
            <p:nvPr/>
          </p:nvSpPr>
          <p:spPr>
            <a:xfrm>
              <a:off x="3737603"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27" name="Freeform: Shape 1226">
              <a:extLst>
                <a:ext uri="{FF2B5EF4-FFF2-40B4-BE49-F238E27FC236}">
                  <a16:creationId xmlns:a16="http://schemas.microsoft.com/office/drawing/2014/main" id="{42E549D7-720F-051F-09E3-FB701B6FC27D}"/>
                </a:ext>
              </a:extLst>
            </p:cNvPr>
            <p:cNvSpPr/>
            <p:nvPr/>
          </p:nvSpPr>
          <p:spPr>
            <a:xfrm>
              <a:off x="3851815"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28" name="Freeform: Shape 1227">
              <a:extLst>
                <a:ext uri="{FF2B5EF4-FFF2-40B4-BE49-F238E27FC236}">
                  <a16:creationId xmlns:a16="http://schemas.microsoft.com/office/drawing/2014/main" id="{D31F40AB-C142-B7D7-37B8-21A8D45C3DCE}"/>
                </a:ext>
              </a:extLst>
            </p:cNvPr>
            <p:cNvSpPr/>
            <p:nvPr/>
          </p:nvSpPr>
          <p:spPr>
            <a:xfrm>
              <a:off x="3966071"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29" name="Freeform: Shape 1228">
              <a:extLst>
                <a:ext uri="{FF2B5EF4-FFF2-40B4-BE49-F238E27FC236}">
                  <a16:creationId xmlns:a16="http://schemas.microsoft.com/office/drawing/2014/main" id="{24E7CC74-4B9C-D18F-3FA8-41E8BA010BCE}"/>
                </a:ext>
              </a:extLst>
            </p:cNvPr>
            <p:cNvSpPr/>
            <p:nvPr/>
          </p:nvSpPr>
          <p:spPr>
            <a:xfrm>
              <a:off x="4080327"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30" name="Freeform: Shape 1229">
              <a:extLst>
                <a:ext uri="{FF2B5EF4-FFF2-40B4-BE49-F238E27FC236}">
                  <a16:creationId xmlns:a16="http://schemas.microsoft.com/office/drawing/2014/main" id="{18497670-84ED-26C9-A623-B13E7389C1BF}"/>
                </a:ext>
              </a:extLst>
            </p:cNvPr>
            <p:cNvSpPr/>
            <p:nvPr/>
          </p:nvSpPr>
          <p:spPr>
            <a:xfrm>
              <a:off x="4194582"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31" name="Freeform: Shape 1230">
              <a:extLst>
                <a:ext uri="{FF2B5EF4-FFF2-40B4-BE49-F238E27FC236}">
                  <a16:creationId xmlns:a16="http://schemas.microsoft.com/office/drawing/2014/main" id="{BB4465FC-426A-C3A4-2C16-6ED4E19AB0DA}"/>
                </a:ext>
              </a:extLst>
            </p:cNvPr>
            <p:cNvSpPr/>
            <p:nvPr/>
          </p:nvSpPr>
          <p:spPr>
            <a:xfrm>
              <a:off x="4308838"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32" name="Freeform: Shape 1231">
              <a:extLst>
                <a:ext uri="{FF2B5EF4-FFF2-40B4-BE49-F238E27FC236}">
                  <a16:creationId xmlns:a16="http://schemas.microsoft.com/office/drawing/2014/main" id="{44B75492-B9FE-7FD9-04BD-03394EBC1324}"/>
                </a:ext>
              </a:extLst>
            </p:cNvPr>
            <p:cNvSpPr/>
            <p:nvPr/>
          </p:nvSpPr>
          <p:spPr>
            <a:xfrm>
              <a:off x="4423094"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33" name="Freeform: Shape 1232">
              <a:extLst>
                <a:ext uri="{FF2B5EF4-FFF2-40B4-BE49-F238E27FC236}">
                  <a16:creationId xmlns:a16="http://schemas.microsoft.com/office/drawing/2014/main" id="{A97DFA8A-760E-94CD-CAF7-2FB1C4F9DDCF}"/>
                </a:ext>
              </a:extLst>
            </p:cNvPr>
            <p:cNvSpPr/>
            <p:nvPr/>
          </p:nvSpPr>
          <p:spPr>
            <a:xfrm>
              <a:off x="4537350"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34" name="Freeform: Shape 1233">
              <a:extLst>
                <a:ext uri="{FF2B5EF4-FFF2-40B4-BE49-F238E27FC236}">
                  <a16:creationId xmlns:a16="http://schemas.microsoft.com/office/drawing/2014/main" id="{CC439FFD-D197-79FA-D67F-3A72A343AD9E}"/>
                </a:ext>
              </a:extLst>
            </p:cNvPr>
            <p:cNvSpPr/>
            <p:nvPr/>
          </p:nvSpPr>
          <p:spPr>
            <a:xfrm>
              <a:off x="4651605"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35" name="Freeform: Shape 1234">
              <a:extLst>
                <a:ext uri="{FF2B5EF4-FFF2-40B4-BE49-F238E27FC236}">
                  <a16:creationId xmlns:a16="http://schemas.microsoft.com/office/drawing/2014/main" id="{C0CA77F4-3C78-0DEA-1CFF-11F6C6875DED}"/>
                </a:ext>
              </a:extLst>
            </p:cNvPr>
            <p:cNvSpPr/>
            <p:nvPr/>
          </p:nvSpPr>
          <p:spPr>
            <a:xfrm>
              <a:off x="4765861"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36" name="Freeform: Shape 1235">
              <a:extLst>
                <a:ext uri="{FF2B5EF4-FFF2-40B4-BE49-F238E27FC236}">
                  <a16:creationId xmlns:a16="http://schemas.microsoft.com/office/drawing/2014/main" id="{1950FB15-4147-26D0-5F90-56B4219002A5}"/>
                </a:ext>
              </a:extLst>
            </p:cNvPr>
            <p:cNvSpPr/>
            <p:nvPr/>
          </p:nvSpPr>
          <p:spPr>
            <a:xfrm>
              <a:off x="4880117"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37" name="Freeform: Shape 1236">
              <a:extLst>
                <a:ext uri="{FF2B5EF4-FFF2-40B4-BE49-F238E27FC236}">
                  <a16:creationId xmlns:a16="http://schemas.microsoft.com/office/drawing/2014/main" id="{6229189E-15E8-FB2D-50AD-1B62029B7CEF}"/>
                </a:ext>
              </a:extLst>
            </p:cNvPr>
            <p:cNvSpPr/>
            <p:nvPr/>
          </p:nvSpPr>
          <p:spPr>
            <a:xfrm>
              <a:off x="4994373"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38" name="Freeform: Shape 1237">
              <a:extLst>
                <a:ext uri="{FF2B5EF4-FFF2-40B4-BE49-F238E27FC236}">
                  <a16:creationId xmlns:a16="http://schemas.microsoft.com/office/drawing/2014/main" id="{AAD20F68-2F81-CC47-9373-B33D083723BA}"/>
                </a:ext>
              </a:extLst>
            </p:cNvPr>
            <p:cNvSpPr/>
            <p:nvPr/>
          </p:nvSpPr>
          <p:spPr>
            <a:xfrm>
              <a:off x="5108629"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39" name="Freeform: Shape 1238">
              <a:extLst>
                <a:ext uri="{FF2B5EF4-FFF2-40B4-BE49-F238E27FC236}">
                  <a16:creationId xmlns:a16="http://schemas.microsoft.com/office/drawing/2014/main" id="{E5125769-50C0-3576-3CCF-F128C92D3323}"/>
                </a:ext>
              </a:extLst>
            </p:cNvPr>
            <p:cNvSpPr/>
            <p:nvPr/>
          </p:nvSpPr>
          <p:spPr>
            <a:xfrm>
              <a:off x="5222840"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40" name="Freeform: Shape 1239">
              <a:extLst>
                <a:ext uri="{FF2B5EF4-FFF2-40B4-BE49-F238E27FC236}">
                  <a16:creationId xmlns:a16="http://schemas.microsoft.com/office/drawing/2014/main" id="{29215992-B59B-198D-D933-53BC31E3A01E}"/>
                </a:ext>
              </a:extLst>
            </p:cNvPr>
            <p:cNvSpPr/>
            <p:nvPr/>
          </p:nvSpPr>
          <p:spPr>
            <a:xfrm>
              <a:off x="5337096"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41" name="Freeform: Shape 1240">
              <a:extLst>
                <a:ext uri="{FF2B5EF4-FFF2-40B4-BE49-F238E27FC236}">
                  <a16:creationId xmlns:a16="http://schemas.microsoft.com/office/drawing/2014/main" id="{23ADE8A5-0D24-06CF-DC1B-AA02278289E0}"/>
                </a:ext>
              </a:extLst>
            </p:cNvPr>
            <p:cNvSpPr/>
            <p:nvPr/>
          </p:nvSpPr>
          <p:spPr>
            <a:xfrm>
              <a:off x="5451352"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42" name="Freeform: Shape 1241">
              <a:extLst>
                <a:ext uri="{FF2B5EF4-FFF2-40B4-BE49-F238E27FC236}">
                  <a16:creationId xmlns:a16="http://schemas.microsoft.com/office/drawing/2014/main" id="{9A497436-59E6-ECF8-A04A-B6165E218635}"/>
                </a:ext>
              </a:extLst>
            </p:cNvPr>
            <p:cNvSpPr/>
            <p:nvPr/>
          </p:nvSpPr>
          <p:spPr>
            <a:xfrm>
              <a:off x="5565608"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43" name="Freeform: Shape 1242">
              <a:extLst>
                <a:ext uri="{FF2B5EF4-FFF2-40B4-BE49-F238E27FC236}">
                  <a16:creationId xmlns:a16="http://schemas.microsoft.com/office/drawing/2014/main" id="{25D348F5-D7B2-1351-7D94-1A796AE51C89}"/>
                </a:ext>
              </a:extLst>
            </p:cNvPr>
            <p:cNvSpPr/>
            <p:nvPr/>
          </p:nvSpPr>
          <p:spPr>
            <a:xfrm>
              <a:off x="5679863"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44" name="Freeform: Shape 1243">
              <a:extLst>
                <a:ext uri="{FF2B5EF4-FFF2-40B4-BE49-F238E27FC236}">
                  <a16:creationId xmlns:a16="http://schemas.microsoft.com/office/drawing/2014/main" id="{BAF69A8D-5A4D-D24A-98B8-4CE197216336}"/>
                </a:ext>
              </a:extLst>
            </p:cNvPr>
            <p:cNvSpPr/>
            <p:nvPr/>
          </p:nvSpPr>
          <p:spPr>
            <a:xfrm>
              <a:off x="5794119"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45" name="Freeform: Shape 1244">
              <a:extLst>
                <a:ext uri="{FF2B5EF4-FFF2-40B4-BE49-F238E27FC236}">
                  <a16:creationId xmlns:a16="http://schemas.microsoft.com/office/drawing/2014/main" id="{0B42E57D-2BBC-3945-5B68-93E145C04E57}"/>
                </a:ext>
              </a:extLst>
            </p:cNvPr>
            <p:cNvSpPr/>
            <p:nvPr/>
          </p:nvSpPr>
          <p:spPr>
            <a:xfrm>
              <a:off x="5908375"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46" name="Freeform: Shape 1245">
              <a:extLst>
                <a:ext uri="{FF2B5EF4-FFF2-40B4-BE49-F238E27FC236}">
                  <a16:creationId xmlns:a16="http://schemas.microsoft.com/office/drawing/2014/main" id="{E4D64C20-EC44-397F-A262-40C4155969B7}"/>
                </a:ext>
              </a:extLst>
            </p:cNvPr>
            <p:cNvSpPr/>
            <p:nvPr/>
          </p:nvSpPr>
          <p:spPr>
            <a:xfrm>
              <a:off x="6022631"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47" name="Freeform: Shape 1246">
              <a:extLst>
                <a:ext uri="{FF2B5EF4-FFF2-40B4-BE49-F238E27FC236}">
                  <a16:creationId xmlns:a16="http://schemas.microsoft.com/office/drawing/2014/main" id="{F9CEDC87-AE16-7EE7-8875-634A8C471733}"/>
                </a:ext>
              </a:extLst>
            </p:cNvPr>
            <p:cNvSpPr/>
            <p:nvPr/>
          </p:nvSpPr>
          <p:spPr>
            <a:xfrm>
              <a:off x="6136886"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48" name="Freeform: Shape 1247">
              <a:extLst>
                <a:ext uri="{FF2B5EF4-FFF2-40B4-BE49-F238E27FC236}">
                  <a16:creationId xmlns:a16="http://schemas.microsoft.com/office/drawing/2014/main" id="{C13CB708-F765-D3A9-4115-5A47DD0A2ACE}"/>
                </a:ext>
              </a:extLst>
            </p:cNvPr>
            <p:cNvSpPr/>
            <p:nvPr/>
          </p:nvSpPr>
          <p:spPr>
            <a:xfrm>
              <a:off x="6251142"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49" name="Freeform: Shape 1248">
              <a:extLst>
                <a:ext uri="{FF2B5EF4-FFF2-40B4-BE49-F238E27FC236}">
                  <a16:creationId xmlns:a16="http://schemas.microsoft.com/office/drawing/2014/main" id="{91C16722-0FCA-299D-AD14-7C57FE88D0FF}"/>
                </a:ext>
              </a:extLst>
            </p:cNvPr>
            <p:cNvSpPr/>
            <p:nvPr/>
          </p:nvSpPr>
          <p:spPr>
            <a:xfrm>
              <a:off x="6365398"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50" name="Freeform: Shape 1249">
              <a:extLst>
                <a:ext uri="{FF2B5EF4-FFF2-40B4-BE49-F238E27FC236}">
                  <a16:creationId xmlns:a16="http://schemas.microsoft.com/office/drawing/2014/main" id="{3D588DC8-A528-E304-5B63-586200CEE040}"/>
                </a:ext>
              </a:extLst>
            </p:cNvPr>
            <p:cNvSpPr/>
            <p:nvPr/>
          </p:nvSpPr>
          <p:spPr>
            <a:xfrm>
              <a:off x="6479610"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51" name="Freeform: Shape 1250">
              <a:extLst>
                <a:ext uri="{FF2B5EF4-FFF2-40B4-BE49-F238E27FC236}">
                  <a16:creationId xmlns:a16="http://schemas.microsoft.com/office/drawing/2014/main" id="{4CE37BC5-36EA-DBEB-5165-0D934EEEAD07}"/>
                </a:ext>
              </a:extLst>
            </p:cNvPr>
            <p:cNvSpPr/>
            <p:nvPr/>
          </p:nvSpPr>
          <p:spPr>
            <a:xfrm>
              <a:off x="6593865"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52" name="Freeform: Shape 1251">
              <a:extLst>
                <a:ext uri="{FF2B5EF4-FFF2-40B4-BE49-F238E27FC236}">
                  <a16:creationId xmlns:a16="http://schemas.microsoft.com/office/drawing/2014/main" id="{F906AAE6-1603-2A5A-3A6A-9DF3D55E6A4A}"/>
                </a:ext>
              </a:extLst>
            </p:cNvPr>
            <p:cNvSpPr/>
            <p:nvPr/>
          </p:nvSpPr>
          <p:spPr>
            <a:xfrm>
              <a:off x="6708121" y="320318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53" name="Freeform: Shape 1252">
              <a:extLst>
                <a:ext uri="{FF2B5EF4-FFF2-40B4-BE49-F238E27FC236}">
                  <a16:creationId xmlns:a16="http://schemas.microsoft.com/office/drawing/2014/main" id="{513846B6-0878-A702-4961-5F87FB3C2567}"/>
                </a:ext>
              </a:extLst>
            </p:cNvPr>
            <p:cNvSpPr/>
            <p:nvPr/>
          </p:nvSpPr>
          <p:spPr>
            <a:xfrm>
              <a:off x="6822377"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54" name="Freeform: Shape 1253">
              <a:extLst>
                <a:ext uri="{FF2B5EF4-FFF2-40B4-BE49-F238E27FC236}">
                  <a16:creationId xmlns:a16="http://schemas.microsoft.com/office/drawing/2014/main" id="{E8ECBB67-B6CC-8CE0-2105-32787906DAB5}"/>
                </a:ext>
              </a:extLst>
            </p:cNvPr>
            <p:cNvSpPr/>
            <p:nvPr/>
          </p:nvSpPr>
          <p:spPr>
            <a:xfrm>
              <a:off x="6936633"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55" name="Freeform: Shape 1254">
              <a:extLst>
                <a:ext uri="{FF2B5EF4-FFF2-40B4-BE49-F238E27FC236}">
                  <a16:creationId xmlns:a16="http://schemas.microsoft.com/office/drawing/2014/main" id="{9712043C-12E2-9554-CE4D-2C27DC4D801A}"/>
                </a:ext>
              </a:extLst>
            </p:cNvPr>
            <p:cNvSpPr/>
            <p:nvPr/>
          </p:nvSpPr>
          <p:spPr>
            <a:xfrm>
              <a:off x="7050888" y="320318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56" name="Freeform: Shape 1255">
              <a:extLst>
                <a:ext uri="{FF2B5EF4-FFF2-40B4-BE49-F238E27FC236}">
                  <a16:creationId xmlns:a16="http://schemas.microsoft.com/office/drawing/2014/main" id="{CF0F2011-122F-4973-0177-F54CD23FA7CB}"/>
                </a:ext>
              </a:extLst>
            </p:cNvPr>
            <p:cNvSpPr/>
            <p:nvPr/>
          </p:nvSpPr>
          <p:spPr>
            <a:xfrm>
              <a:off x="7165144"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57" name="Freeform: Shape 1256">
              <a:extLst>
                <a:ext uri="{FF2B5EF4-FFF2-40B4-BE49-F238E27FC236}">
                  <a16:creationId xmlns:a16="http://schemas.microsoft.com/office/drawing/2014/main" id="{591F67E6-E40E-A8DF-5BF7-2A7A1B380774}"/>
                </a:ext>
              </a:extLst>
            </p:cNvPr>
            <p:cNvSpPr/>
            <p:nvPr/>
          </p:nvSpPr>
          <p:spPr>
            <a:xfrm>
              <a:off x="2366578"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58" name="Freeform: Shape 1257">
              <a:extLst>
                <a:ext uri="{FF2B5EF4-FFF2-40B4-BE49-F238E27FC236}">
                  <a16:creationId xmlns:a16="http://schemas.microsoft.com/office/drawing/2014/main" id="{651B730B-9E32-CAFA-F175-2FABE7E3FB18}"/>
                </a:ext>
              </a:extLst>
            </p:cNvPr>
            <p:cNvSpPr/>
            <p:nvPr/>
          </p:nvSpPr>
          <p:spPr>
            <a:xfrm>
              <a:off x="2480790"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59" name="Freeform: Shape 1258">
              <a:extLst>
                <a:ext uri="{FF2B5EF4-FFF2-40B4-BE49-F238E27FC236}">
                  <a16:creationId xmlns:a16="http://schemas.microsoft.com/office/drawing/2014/main" id="{6B8B3BB8-528F-6C49-6AEF-8E7D8CC025E5}"/>
                </a:ext>
              </a:extLst>
            </p:cNvPr>
            <p:cNvSpPr/>
            <p:nvPr/>
          </p:nvSpPr>
          <p:spPr>
            <a:xfrm>
              <a:off x="2595046"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60" name="Freeform: Shape 1259">
              <a:extLst>
                <a:ext uri="{FF2B5EF4-FFF2-40B4-BE49-F238E27FC236}">
                  <a16:creationId xmlns:a16="http://schemas.microsoft.com/office/drawing/2014/main" id="{563496F2-4629-4369-5AC9-28364818A48A}"/>
                </a:ext>
              </a:extLst>
            </p:cNvPr>
            <p:cNvSpPr/>
            <p:nvPr/>
          </p:nvSpPr>
          <p:spPr>
            <a:xfrm>
              <a:off x="2709301"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61" name="Freeform: Shape 1260">
              <a:extLst>
                <a:ext uri="{FF2B5EF4-FFF2-40B4-BE49-F238E27FC236}">
                  <a16:creationId xmlns:a16="http://schemas.microsoft.com/office/drawing/2014/main" id="{A839020A-158F-9586-9C2E-AC3A3BBDEA3B}"/>
                </a:ext>
              </a:extLst>
            </p:cNvPr>
            <p:cNvSpPr/>
            <p:nvPr/>
          </p:nvSpPr>
          <p:spPr>
            <a:xfrm>
              <a:off x="2823557"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62" name="Freeform: Shape 1261">
              <a:extLst>
                <a:ext uri="{FF2B5EF4-FFF2-40B4-BE49-F238E27FC236}">
                  <a16:creationId xmlns:a16="http://schemas.microsoft.com/office/drawing/2014/main" id="{CF81C20E-8BD6-1A91-079E-9C8C627EE265}"/>
                </a:ext>
              </a:extLst>
            </p:cNvPr>
            <p:cNvSpPr/>
            <p:nvPr/>
          </p:nvSpPr>
          <p:spPr>
            <a:xfrm>
              <a:off x="2937813"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63" name="Freeform: Shape 1262">
              <a:extLst>
                <a:ext uri="{FF2B5EF4-FFF2-40B4-BE49-F238E27FC236}">
                  <a16:creationId xmlns:a16="http://schemas.microsoft.com/office/drawing/2014/main" id="{4C4D1587-E553-7A56-F78C-38F4D8FA1901}"/>
                </a:ext>
              </a:extLst>
            </p:cNvPr>
            <p:cNvSpPr/>
            <p:nvPr/>
          </p:nvSpPr>
          <p:spPr>
            <a:xfrm>
              <a:off x="3052069"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64" name="Freeform: Shape 1263">
              <a:extLst>
                <a:ext uri="{FF2B5EF4-FFF2-40B4-BE49-F238E27FC236}">
                  <a16:creationId xmlns:a16="http://schemas.microsoft.com/office/drawing/2014/main" id="{54BE8784-8521-ACB7-5550-6BE5B4BE48DD}"/>
                </a:ext>
              </a:extLst>
            </p:cNvPr>
            <p:cNvSpPr/>
            <p:nvPr/>
          </p:nvSpPr>
          <p:spPr>
            <a:xfrm>
              <a:off x="3166325"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65" name="Freeform: Shape 1264">
              <a:extLst>
                <a:ext uri="{FF2B5EF4-FFF2-40B4-BE49-F238E27FC236}">
                  <a16:creationId xmlns:a16="http://schemas.microsoft.com/office/drawing/2014/main" id="{D3864A3B-2EBB-8610-9BFC-9C2343DAC8A9}"/>
                </a:ext>
              </a:extLst>
            </p:cNvPr>
            <p:cNvSpPr/>
            <p:nvPr/>
          </p:nvSpPr>
          <p:spPr>
            <a:xfrm>
              <a:off x="3280580"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66" name="Freeform: Shape 1265">
              <a:extLst>
                <a:ext uri="{FF2B5EF4-FFF2-40B4-BE49-F238E27FC236}">
                  <a16:creationId xmlns:a16="http://schemas.microsoft.com/office/drawing/2014/main" id="{8891AA29-7FB9-2C24-A887-B3FA2A81B4A3}"/>
                </a:ext>
              </a:extLst>
            </p:cNvPr>
            <p:cNvSpPr/>
            <p:nvPr/>
          </p:nvSpPr>
          <p:spPr>
            <a:xfrm>
              <a:off x="3394836"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67" name="Freeform: Shape 1266">
              <a:extLst>
                <a:ext uri="{FF2B5EF4-FFF2-40B4-BE49-F238E27FC236}">
                  <a16:creationId xmlns:a16="http://schemas.microsoft.com/office/drawing/2014/main" id="{F7A14BC7-2D5D-F3CA-424D-B8CD93AC8CC9}"/>
                </a:ext>
              </a:extLst>
            </p:cNvPr>
            <p:cNvSpPr/>
            <p:nvPr/>
          </p:nvSpPr>
          <p:spPr>
            <a:xfrm>
              <a:off x="3509092"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68" name="Freeform: Shape 1267">
              <a:extLst>
                <a:ext uri="{FF2B5EF4-FFF2-40B4-BE49-F238E27FC236}">
                  <a16:creationId xmlns:a16="http://schemas.microsoft.com/office/drawing/2014/main" id="{B25D5E1B-151F-EB1D-3557-CF759D008A5C}"/>
                </a:ext>
              </a:extLst>
            </p:cNvPr>
            <p:cNvSpPr/>
            <p:nvPr/>
          </p:nvSpPr>
          <p:spPr>
            <a:xfrm>
              <a:off x="3623348"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69" name="Freeform: Shape 1268">
              <a:extLst>
                <a:ext uri="{FF2B5EF4-FFF2-40B4-BE49-F238E27FC236}">
                  <a16:creationId xmlns:a16="http://schemas.microsoft.com/office/drawing/2014/main" id="{89E99CFC-0B3A-C603-7F16-9CB7BC62D059}"/>
                </a:ext>
              </a:extLst>
            </p:cNvPr>
            <p:cNvSpPr/>
            <p:nvPr/>
          </p:nvSpPr>
          <p:spPr>
            <a:xfrm>
              <a:off x="3737603"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70" name="Freeform: Shape 1269">
              <a:extLst>
                <a:ext uri="{FF2B5EF4-FFF2-40B4-BE49-F238E27FC236}">
                  <a16:creationId xmlns:a16="http://schemas.microsoft.com/office/drawing/2014/main" id="{C6E7ECC9-756B-30A4-79B4-BF4718A1CBE0}"/>
                </a:ext>
              </a:extLst>
            </p:cNvPr>
            <p:cNvSpPr/>
            <p:nvPr/>
          </p:nvSpPr>
          <p:spPr>
            <a:xfrm>
              <a:off x="3851815"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71" name="Freeform: Shape 1270">
              <a:extLst>
                <a:ext uri="{FF2B5EF4-FFF2-40B4-BE49-F238E27FC236}">
                  <a16:creationId xmlns:a16="http://schemas.microsoft.com/office/drawing/2014/main" id="{93554D5A-67C1-4C28-5436-A3AFA18F35B4}"/>
                </a:ext>
              </a:extLst>
            </p:cNvPr>
            <p:cNvSpPr/>
            <p:nvPr/>
          </p:nvSpPr>
          <p:spPr>
            <a:xfrm>
              <a:off x="3966071"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72" name="Freeform: Shape 1271">
              <a:extLst>
                <a:ext uri="{FF2B5EF4-FFF2-40B4-BE49-F238E27FC236}">
                  <a16:creationId xmlns:a16="http://schemas.microsoft.com/office/drawing/2014/main" id="{0DE19F97-6081-B908-23F3-F3C65AFE552C}"/>
                </a:ext>
              </a:extLst>
            </p:cNvPr>
            <p:cNvSpPr/>
            <p:nvPr/>
          </p:nvSpPr>
          <p:spPr>
            <a:xfrm>
              <a:off x="4080327"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73" name="Freeform: Shape 1272">
              <a:extLst>
                <a:ext uri="{FF2B5EF4-FFF2-40B4-BE49-F238E27FC236}">
                  <a16:creationId xmlns:a16="http://schemas.microsoft.com/office/drawing/2014/main" id="{946B08EC-B024-1FDC-3CFD-6676D5CC46DE}"/>
                </a:ext>
              </a:extLst>
            </p:cNvPr>
            <p:cNvSpPr/>
            <p:nvPr/>
          </p:nvSpPr>
          <p:spPr>
            <a:xfrm>
              <a:off x="4194582"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74" name="Freeform: Shape 1273">
              <a:extLst>
                <a:ext uri="{FF2B5EF4-FFF2-40B4-BE49-F238E27FC236}">
                  <a16:creationId xmlns:a16="http://schemas.microsoft.com/office/drawing/2014/main" id="{FA8972F2-34F2-5750-CCFF-B81E9FE974B8}"/>
                </a:ext>
              </a:extLst>
            </p:cNvPr>
            <p:cNvSpPr/>
            <p:nvPr/>
          </p:nvSpPr>
          <p:spPr>
            <a:xfrm>
              <a:off x="4308838"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75" name="Freeform: Shape 1274">
              <a:extLst>
                <a:ext uri="{FF2B5EF4-FFF2-40B4-BE49-F238E27FC236}">
                  <a16:creationId xmlns:a16="http://schemas.microsoft.com/office/drawing/2014/main" id="{35DAF649-AEB9-F68D-ADD6-F8EC6FA6DDD7}"/>
                </a:ext>
              </a:extLst>
            </p:cNvPr>
            <p:cNvSpPr/>
            <p:nvPr/>
          </p:nvSpPr>
          <p:spPr>
            <a:xfrm>
              <a:off x="4423094"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76" name="Freeform: Shape 1275">
              <a:extLst>
                <a:ext uri="{FF2B5EF4-FFF2-40B4-BE49-F238E27FC236}">
                  <a16:creationId xmlns:a16="http://schemas.microsoft.com/office/drawing/2014/main" id="{572A65ED-9A59-7908-460E-5FB207911920}"/>
                </a:ext>
              </a:extLst>
            </p:cNvPr>
            <p:cNvSpPr/>
            <p:nvPr/>
          </p:nvSpPr>
          <p:spPr>
            <a:xfrm>
              <a:off x="4537350"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77" name="Freeform: Shape 1276">
              <a:extLst>
                <a:ext uri="{FF2B5EF4-FFF2-40B4-BE49-F238E27FC236}">
                  <a16:creationId xmlns:a16="http://schemas.microsoft.com/office/drawing/2014/main" id="{C9C5889D-5D2D-7DFA-B0EF-66E64775AFCA}"/>
                </a:ext>
              </a:extLst>
            </p:cNvPr>
            <p:cNvSpPr/>
            <p:nvPr/>
          </p:nvSpPr>
          <p:spPr>
            <a:xfrm>
              <a:off x="4651605"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78" name="Freeform: Shape 1277">
              <a:extLst>
                <a:ext uri="{FF2B5EF4-FFF2-40B4-BE49-F238E27FC236}">
                  <a16:creationId xmlns:a16="http://schemas.microsoft.com/office/drawing/2014/main" id="{A116E1F8-6C08-1130-82C8-35443042384B}"/>
                </a:ext>
              </a:extLst>
            </p:cNvPr>
            <p:cNvSpPr/>
            <p:nvPr/>
          </p:nvSpPr>
          <p:spPr>
            <a:xfrm>
              <a:off x="4765861"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79" name="Freeform: Shape 1278">
              <a:extLst>
                <a:ext uri="{FF2B5EF4-FFF2-40B4-BE49-F238E27FC236}">
                  <a16:creationId xmlns:a16="http://schemas.microsoft.com/office/drawing/2014/main" id="{9415AC93-B000-75F5-1ECA-404B93787817}"/>
                </a:ext>
              </a:extLst>
            </p:cNvPr>
            <p:cNvSpPr/>
            <p:nvPr/>
          </p:nvSpPr>
          <p:spPr>
            <a:xfrm>
              <a:off x="4880117"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80" name="Freeform: Shape 1279">
              <a:extLst>
                <a:ext uri="{FF2B5EF4-FFF2-40B4-BE49-F238E27FC236}">
                  <a16:creationId xmlns:a16="http://schemas.microsoft.com/office/drawing/2014/main" id="{A10EC308-9E6D-E465-0190-84F3BC7BF6BA}"/>
                </a:ext>
              </a:extLst>
            </p:cNvPr>
            <p:cNvSpPr/>
            <p:nvPr/>
          </p:nvSpPr>
          <p:spPr>
            <a:xfrm>
              <a:off x="4994373"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81" name="Freeform: Shape 1280">
              <a:extLst>
                <a:ext uri="{FF2B5EF4-FFF2-40B4-BE49-F238E27FC236}">
                  <a16:creationId xmlns:a16="http://schemas.microsoft.com/office/drawing/2014/main" id="{A901B140-8655-82CB-0EBF-29062EED5847}"/>
                </a:ext>
              </a:extLst>
            </p:cNvPr>
            <p:cNvSpPr/>
            <p:nvPr/>
          </p:nvSpPr>
          <p:spPr>
            <a:xfrm>
              <a:off x="5108629"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82" name="Freeform: Shape 1281">
              <a:extLst>
                <a:ext uri="{FF2B5EF4-FFF2-40B4-BE49-F238E27FC236}">
                  <a16:creationId xmlns:a16="http://schemas.microsoft.com/office/drawing/2014/main" id="{D325D2C0-DBD6-1152-3D53-600A5AA9A1C3}"/>
                </a:ext>
              </a:extLst>
            </p:cNvPr>
            <p:cNvSpPr/>
            <p:nvPr/>
          </p:nvSpPr>
          <p:spPr>
            <a:xfrm>
              <a:off x="5222840"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83" name="Freeform: Shape 1282">
              <a:extLst>
                <a:ext uri="{FF2B5EF4-FFF2-40B4-BE49-F238E27FC236}">
                  <a16:creationId xmlns:a16="http://schemas.microsoft.com/office/drawing/2014/main" id="{03272546-A1C1-C77D-AB43-AEA95F3626A9}"/>
                </a:ext>
              </a:extLst>
            </p:cNvPr>
            <p:cNvSpPr/>
            <p:nvPr/>
          </p:nvSpPr>
          <p:spPr>
            <a:xfrm>
              <a:off x="5337096"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84" name="Freeform: Shape 1283">
              <a:extLst>
                <a:ext uri="{FF2B5EF4-FFF2-40B4-BE49-F238E27FC236}">
                  <a16:creationId xmlns:a16="http://schemas.microsoft.com/office/drawing/2014/main" id="{AC52D777-7149-6746-2241-20D8EE95FFD4}"/>
                </a:ext>
              </a:extLst>
            </p:cNvPr>
            <p:cNvSpPr/>
            <p:nvPr/>
          </p:nvSpPr>
          <p:spPr>
            <a:xfrm>
              <a:off x="5451352"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85" name="Freeform: Shape 1284">
              <a:extLst>
                <a:ext uri="{FF2B5EF4-FFF2-40B4-BE49-F238E27FC236}">
                  <a16:creationId xmlns:a16="http://schemas.microsoft.com/office/drawing/2014/main" id="{43C3D657-81F1-117C-EC47-16752EBB3DCF}"/>
                </a:ext>
              </a:extLst>
            </p:cNvPr>
            <p:cNvSpPr/>
            <p:nvPr/>
          </p:nvSpPr>
          <p:spPr>
            <a:xfrm>
              <a:off x="5565608"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86" name="Freeform: Shape 1285">
              <a:extLst>
                <a:ext uri="{FF2B5EF4-FFF2-40B4-BE49-F238E27FC236}">
                  <a16:creationId xmlns:a16="http://schemas.microsoft.com/office/drawing/2014/main" id="{0D57E7BB-0CCE-FF80-4FEF-7F6FFB7D5B61}"/>
                </a:ext>
              </a:extLst>
            </p:cNvPr>
            <p:cNvSpPr/>
            <p:nvPr/>
          </p:nvSpPr>
          <p:spPr>
            <a:xfrm>
              <a:off x="5679863"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87" name="Freeform: Shape 1286">
              <a:extLst>
                <a:ext uri="{FF2B5EF4-FFF2-40B4-BE49-F238E27FC236}">
                  <a16:creationId xmlns:a16="http://schemas.microsoft.com/office/drawing/2014/main" id="{4E09060C-002E-A654-CB08-19FCF2FFD389}"/>
                </a:ext>
              </a:extLst>
            </p:cNvPr>
            <p:cNvSpPr/>
            <p:nvPr/>
          </p:nvSpPr>
          <p:spPr>
            <a:xfrm>
              <a:off x="5794119"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88" name="Freeform: Shape 1287">
              <a:extLst>
                <a:ext uri="{FF2B5EF4-FFF2-40B4-BE49-F238E27FC236}">
                  <a16:creationId xmlns:a16="http://schemas.microsoft.com/office/drawing/2014/main" id="{3799C1C7-1D09-158F-FCE7-50117153A9FC}"/>
                </a:ext>
              </a:extLst>
            </p:cNvPr>
            <p:cNvSpPr/>
            <p:nvPr/>
          </p:nvSpPr>
          <p:spPr>
            <a:xfrm>
              <a:off x="5908375"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89" name="Freeform: Shape 1288">
              <a:extLst>
                <a:ext uri="{FF2B5EF4-FFF2-40B4-BE49-F238E27FC236}">
                  <a16:creationId xmlns:a16="http://schemas.microsoft.com/office/drawing/2014/main" id="{38C7933C-CA9E-2A13-3AD0-1E3FEAA08646}"/>
                </a:ext>
              </a:extLst>
            </p:cNvPr>
            <p:cNvSpPr/>
            <p:nvPr/>
          </p:nvSpPr>
          <p:spPr>
            <a:xfrm>
              <a:off x="6022631"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90" name="Freeform: Shape 1289">
              <a:extLst>
                <a:ext uri="{FF2B5EF4-FFF2-40B4-BE49-F238E27FC236}">
                  <a16:creationId xmlns:a16="http://schemas.microsoft.com/office/drawing/2014/main" id="{0BF1ABF5-23B9-03AE-B851-023E2819C218}"/>
                </a:ext>
              </a:extLst>
            </p:cNvPr>
            <p:cNvSpPr/>
            <p:nvPr/>
          </p:nvSpPr>
          <p:spPr>
            <a:xfrm>
              <a:off x="6136886"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91" name="Freeform: Shape 1290">
              <a:extLst>
                <a:ext uri="{FF2B5EF4-FFF2-40B4-BE49-F238E27FC236}">
                  <a16:creationId xmlns:a16="http://schemas.microsoft.com/office/drawing/2014/main" id="{0CFAC6C3-F2E5-F8DF-F8C6-2EF5FE8655C8}"/>
                </a:ext>
              </a:extLst>
            </p:cNvPr>
            <p:cNvSpPr/>
            <p:nvPr/>
          </p:nvSpPr>
          <p:spPr>
            <a:xfrm>
              <a:off x="6251142"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92" name="Freeform: Shape 1291">
              <a:extLst>
                <a:ext uri="{FF2B5EF4-FFF2-40B4-BE49-F238E27FC236}">
                  <a16:creationId xmlns:a16="http://schemas.microsoft.com/office/drawing/2014/main" id="{496A8367-4C38-8285-10A5-7C4C23A1A5A7}"/>
                </a:ext>
              </a:extLst>
            </p:cNvPr>
            <p:cNvSpPr/>
            <p:nvPr/>
          </p:nvSpPr>
          <p:spPr>
            <a:xfrm>
              <a:off x="6365398"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93" name="Freeform: Shape 1292">
              <a:extLst>
                <a:ext uri="{FF2B5EF4-FFF2-40B4-BE49-F238E27FC236}">
                  <a16:creationId xmlns:a16="http://schemas.microsoft.com/office/drawing/2014/main" id="{61EFA1E5-6BB0-AA05-C485-89AB0C46652A}"/>
                </a:ext>
              </a:extLst>
            </p:cNvPr>
            <p:cNvSpPr/>
            <p:nvPr/>
          </p:nvSpPr>
          <p:spPr>
            <a:xfrm>
              <a:off x="6479610"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94" name="Freeform: Shape 1293">
              <a:extLst>
                <a:ext uri="{FF2B5EF4-FFF2-40B4-BE49-F238E27FC236}">
                  <a16:creationId xmlns:a16="http://schemas.microsoft.com/office/drawing/2014/main" id="{FC5F67E0-CC22-9523-9027-F18A436F5477}"/>
                </a:ext>
              </a:extLst>
            </p:cNvPr>
            <p:cNvSpPr/>
            <p:nvPr/>
          </p:nvSpPr>
          <p:spPr>
            <a:xfrm>
              <a:off x="6593865"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95" name="Freeform: Shape 1294">
              <a:extLst>
                <a:ext uri="{FF2B5EF4-FFF2-40B4-BE49-F238E27FC236}">
                  <a16:creationId xmlns:a16="http://schemas.microsoft.com/office/drawing/2014/main" id="{5E5A1B13-42D5-E60E-219F-248AAF3AFF7E}"/>
                </a:ext>
              </a:extLst>
            </p:cNvPr>
            <p:cNvSpPr/>
            <p:nvPr/>
          </p:nvSpPr>
          <p:spPr>
            <a:xfrm>
              <a:off x="6708121" y="331744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96" name="Freeform: Shape 1295">
              <a:extLst>
                <a:ext uri="{FF2B5EF4-FFF2-40B4-BE49-F238E27FC236}">
                  <a16:creationId xmlns:a16="http://schemas.microsoft.com/office/drawing/2014/main" id="{F8F0155B-44F3-BD95-B6A5-239E2BCE481F}"/>
                </a:ext>
              </a:extLst>
            </p:cNvPr>
            <p:cNvSpPr/>
            <p:nvPr/>
          </p:nvSpPr>
          <p:spPr>
            <a:xfrm>
              <a:off x="6822377"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97" name="Freeform: Shape 1296">
              <a:extLst>
                <a:ext uri="{FF2B5EF4-FFF2-40B4-BE49-F238E27FC236}">
                  <a16:creationId xmlns:a16="http://schemas.microsoft.com/office/drawing/2014/main" id="{C25CDBB8-D31D-AAD3-5119-AE725B54AA44}"/>
                </a:ext>
              </a:extLst>
            </p:cNvPr>
            <p:cNvSpPr/>
            <p:nvPr/>
          </p:nvSpPr>
          <p:spPr>
            <a:xfrm>
              <a:off x="6936633"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98" name="Freeform: Shape 1297">
              <a:extLst>
                <a:ext uri="{FF2B5EF4-FFF2-40B4-BE49-F238E27FC236}">
                  <a16:creationId xmlns:a16="http://schemas.microsoft.com/office/drawing/2014/main" id="{071D73C3-A1C1-9EBB-BC27-9E0946F4B6F3}"/>
                </a:ext>
              </a:extLst>
            </p:cNvPr>
            <p:cNvSpPr/>
            <p:nvPr/>
          </p:nvSpPr>
          <p:spPr>
            <a:xfrm>
              <a:off x="7050888" y="331744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99" name="Freeform: Shape 1298">
              <a:extLst>
                <a:ext uri="{FF2B5EF4-FFF2-40B4-BE49-F238E27FC236}">
                  <a16:creationId xmlns:a16="http://schemas.microsoft.com/office/drawing/2014/main" id="{629BCB8A-F4CF-9D56-CDA9-80CFD35BBD19}"/>
                </a:ext>
              </a:extLst>
            </p:cNvPr>
            <p:cNvSpPr/>
            <p:nvPr/>
          </p:nvSpPr>
          <p:spPr>
            <a:xfrm>
              <a:off x="7165144"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01" name="Freeform: Shape 1300">
              <a:extLst>
                <a:ext uri="{FF2B5EF4-FFF2-40B4-BE49-F238E27FC236}">
                  <a16:creationId xmlns:a16="http://schemas.microsoft.com/office/drawing/2014/main" id="{33DA4036-E00D-8F6E-D357-2E27319FD473}"/>
                </a:ext>
              </a:extLst>
            </p:cNvPr>
            <p:cNvSpPr/>
            <p:nvPr/>
          </p:nvSpPr>
          <p:spPr>
            <a:xfrm>
              <a:off x="7279135" y="415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02" name="Freeform: Shape 1301">
              <a:extLst>
                <a:ext uri="{FF2B5EF4-FFF2-40B4-BE49-F238E27FC236}">
                  <a16:creationId xmlns:a16="http://schemas.microsoft.com/office/drawing/2014/main" id="{03AE9E5C-F200-3D71-399B-BF0EDA75BA7A}"/>
                </a:ext>
              </a:extLst>
            </p:cNvPr>
            <p:cNvSpPr/>
            <p:nvPr/>
          </p:nvSpPr>
          <p:spPr>
            <a:xfrm>
              <a:off x="7393391"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03" name="Freeform: Shape 1302">
              <a:extLst>
                <a:ext uri="{FF2B5EF4-FFF2-40B4-BE49-F238E27FC236}">
                  <a16:creationId xmlns:a16="http://schemas.microsoft.com/office/drawing/2014/main" id="{FDD28E6E-B2A8-FA30-AD8D-B764E5FA403F}"/>
                </a:ext>
              </a:extLst>
            </p:cNvPr>
            <p:cNvSpPr/>
            <p:nvPr/>
          </p:nvSpPr>
          <p:spPr>
            <a:xfrm>
              <a:off x="7507646"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04" name="Freeform: Shape 1303">
              <a:extLst>
                <a:ext uri="{FF2B5EF4-FFF2-40B4-BE49-F238E27FC236}">
                  <a16:creationId xmlns:a16="http://schemas.microsoft.com/office/drawing/2014/main" id="{2C04BEBF-E45D-1BE9-EFC2-746C25E2598F}"/>
                </a:ext>
              </a:extLst>
            </p:cNvPr>
            <p:cNvSpPr/>
            <p:nvPr/>
          </p:nvSpPr>
          <p:spPr>
            <a:xfrm>
              <a:off x="7621902"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05" name="Freeform: Shape 1304">
              <a:extLst>
                <a:ext uri="{FF2B5EF4-FFF2-40B4-BE49-F238E27FC236}">
                  <a16:creationId xmlns:a16="http://schemas.microsoft.com/office/drawing/2014/main" id="{58EE7BF1-A527-8580-B629-7BB2076444E9}"/>
                </a:ext>
              </a:extLst>
            </p:cNvPr>
            <p:cNvSpPr/>
            <p:nvPr/>
          </p:nvSpPr>
          <p:spPr>
            <a:xfrm>
              <a:off x="7736158" y="415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06" name="Freeform: Shape 1305">
              <a:extLst>
                <a:ext uri="{FF2B5EF4-FFF2-40B4-BE49-F238E27FC236}">
                  <a16:creationId xmlns:a16="http://schemas.microsoft.com/office/drawing/2014/main" id="{763BF4EF-CD1B-E530-E805-CE9F739E003C}"/>
                </a:ext>
              </a:extLst>
            </p:cNvPr>
            <p:cNvSpPr/>
            <p:nvPr/>
          </p:nvSpPr>
          <p:spPr>
            <a:xfrm>
              <a:off x="7850414"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07" name="Freeform: Shape 1306">
              <a:extLst>
                <a:ext uri="{FF2B5EF4-FFF2-40B4-BE49-F238E27FC236}">
                  <a16:creationId xmlns:a16="http://schemas.microsoft.com/office/drawing/2014/main" id="{7A17B56C-6090-5D87-E8D8-EA7BCB712081}"/>
                </a:ext>
              </a:extLst>
            </p:cNvPr>
            <p:cNvSpPr/>
            <p:nvPr/>
          </p:nvSpPr>
          <p:spPr>
            <a:xfrm>
              <a:off x="7964669"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08" name="Freeform: Shape 1307">
              <a:extLst>
                <a:ext uri="{FF2B5EF4-FFF2-40B4-BE49-F238E27FC236}">
                  <a16:creationId xmlns:a16="http://schemas.microsoft.com/office/drawing/2014/main" id="{E6E58F47-6CBF-B99A-7C2A-899AF68E0D84}"/>
                </a:ext>
              </a:extLst>
            </p:cNvPr>
            <p:cNvSpPr/>
            <p:nvPr/>
          </p:nvSpPr>
          <p:spPr>
            <a:xfrm>
              <a:off x="8078925" y="415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09" name="Freeform: Shape 1308">
              <a:extLst>
                <a:ext uri="{FF2B5EF4-FFF2-40B4-BE49-F238E27FC236}">
                  <a16:creationId xmlns:a16="http://schemas.microsoft.com/office/drawing/2014/main" id="{F22EE72F-5E07-910C-1107-0BFCF1AC1934}"/>
                </a:ext>
              </a:extLst>
            </p:cNvPr>
            <p:cNvSpPr/>
            <p:nvPr/>
          </p:nvSpPr>
          <p:spPr>
            <a:xfrm>
              <a:off x="8193181"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10" name="Freeform: Shape 1309">
              <a:extLst>
                <a:ext uri="{FF2B5EF4-FFF2-40B4-BE49-F238E27FC236}">
                  <a16:creationId xmlns:a16="http://schemas.microsoft.com/office/drawing/2014/main" id="{30E09494-1029-B39A-7DA9-BEA3AC88D618}"/>
                </a:ext>
              </a:extLst>
            </p:cNvPr>
            <p:cNvSpPr/>
            <p:nvPr/>
          </p:nvSpPr>
          <p:spPr>
            <a:xfrm>
              <a:off x="8307437"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11" name="Freeform: Shape 1310">
              <a:extLst>
                <a:ext uri="{FF2B5EF4-FFF2-40B4-BE49-F238E27FC236}">
                  <a16:creationId xmlns:a16="http://schemas.microsoft.com/office/drawing/2014/main" id="{25ABE348-BD70-94F5-C962-9FA3B493248D}"/>
                </a:ext>
              </a:extLst>
            </p:cNvPr>
            <p:cNvSpPr/>
            <p:nvPr/>
          </p:nvSpPr>
          <p:spPr>
            <a:xfrm>
              <a:off x="8421648"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12" name="Freeform: Shape 1311">
              <a:extLst>
                <a:ext uri="{FF2B5EF4-FFF2-40B4-BE49-F238E27FC236}">
                  <a16:creationId xmlns:a16="http://schemas.microsoft.com/office/drawing/2014/main" id="{DA29EC40-871F-7872-91F7-3C1BEBCEDF8D}"/>
                </a:ext>
              </a:extLst>
            </p:cNvPr>
            <p:cNvSpPr/>
            <p:nvPr/>
          </p:nvSpPr>
          <p:spPr>
            <a:xfrm>
              <a:off x="8535904"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13" name="Freeform: Shape 1312">
              <a:extLst>
                <a:ext uri="{FF2B5EF4-FFF2-40B4-BE49-F238E27FC236}">
                  <a16:creationId xmlns:a16="http://schemas.microsoft.com/office/drawing/2014/main" id="{912116E2-1C57-8758-7BCD-93E987607BC6}"/>
                </a:ext>
              </a:extLst>
            </p:cNvPr>
            <p:cNvSpPr/>
            <p:nvPr/>
          </p:nvSpPr>
          <p:spPr>
            <a:xfrm>
              <a:off x="8650160"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14" name="Freeform: Shape 1313">
              <a:extLst>
                <a:ext uri="{FF2B5EF4-FFF2-40B4-BE49-F238E27FC236}">
                  <a16:creationId xmlns:a16="http://schemas.microsoft.com/office/drawing/2014/main" id="{49B4BBE7-CDA6-F25F-0414-F74FF999D83D}"/>
                </a:ext>
              </a:extLst>
            </p:cNvPr>
            <p:cNvSpPr/>
            <p:nvPr/>
          </p:nvSpPr>
          <p:spPr>
            <a:xfrm>
              <a:off x="8764416"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15" name="Freeform: Shape 1314">
              <a:extLst>
                <a:ext uri="{FF2B5EF4-FFF2-40B4-BE49-F238E27FC236}">
                  <a16:creationId xmlns:a16="http://schemas.microsoft.com/office/drawing/2014/main" id="{4C6341CA-58F2-1ACD-F467-C6FDCBF2047C}"/>
                </a:ext>
              </a:extLst>
            </p:cNvPr>
            <p:cNvSpPr/>
            <p:nvPr/>
          </p:nvSpPr>
          <p:spPr>
            <a:xfrm>
              <a:off x="8878671" y="415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16" name="Freeform: Shape 1315">
              <a:extLst>
                <a:ext uri="{FF2B5EF4-FFF2-40B4-BE49-F238E27FC236}">
                  <a16:creationId xmlns:a16="http://schemas.microsoft.com/office/drawing/2014/main" id="{47A8BFA8-F18E-DA6B-0ACE-FB07A63E64BD}"/>
                </a:ext>
              </a:extLst>
            </p:cNvPr>
            <p:cNvSpPr/>
            <p:nvPr/>
          </p:nvSpPr>
          <p:spPr>
            <a:xfrm>
              <a:off x="8992927"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17" name="Freeform: Shape 1316">
              <a:extLst>
                <a:ext uri="{FF2B5EF4-FFF2-40B4-BE49-F238E27FC236}">
                  <a16:creationId xmlns:a16="http://schemas.microsoft.com/office/drawing/2014/main" id="{46F3A032-F268-DE87-5936-0897D41F8267}"/>
                </a:ext>
              </a:extLst>
            </p:cNvPr>
            <p:cNvSpPr/>
            <p:nvPr/>
          </p:nvSpPr>
          <p:spPr>
            <a:xfrm>
              <a:off x="9107183"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18" name="Freeform: Shape 1317">
              <a:extLst>
                <a:ext uri="{FF2B5EF4-FFF2-40B4-BE49-F238E27FC236}">
                  <a16:creationId xmlns:a16="http://schemas.microsoft.com/office/drawing/2014/main" id="{EC112431-9B29-25B5-EFEE-91BA3899BE1A}"/>
                </a:ext>
              </a:extLst>
            </p:cNvPr>
            <p:cNvSpPr/>
            <p:nvPr/>
          </p:nvSpPr>
          <p:spPr>
            <a:xfrm>
              <a:off x="9221439"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19" name="Freeform: Shape 1318">
              <a:extLst>
                <a:ext uri="{FF2B5EF4-FFF2-40B4-BE49-F238E27FC236}">
                  <a16:creationId xmlns:a16="http://schemas.microsoft.com/office/drawing/2014/main" id="{EA4269B7-442B-CE8D-9D72-1F0B8CF72F92}"/>
                </a:ext>
              </a:extLst>
            </p:cNvPr>
            <p:cNvSpPr/>
            <p:nvPr/>
          </p:nvSpPr>
          <p:spPr>
            <a:xfrm>
              <a:off x="9335695" y="415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20" name="Freeform: Shape 1319">
              <a:extLst>
                <a:ext uri="{FF2B5EF4-FFF2-40B4-BE49-F238E27FC236}">
                  <a16:creationId xmlns:a16="http://schemas.microsoft.com/office/drawing/2014/main" id="{97D68C5C-1443-8D54-58EF-CB78942B574E}"/>
                </a:ext>
              </a:extLst>
            </p:cNvPr>
            <p:cNvSpPr/>
            <p:nvPr/>
          </p:nvSpPr>
          <p:spPr>
            <a:xfrm>
              <a:off x="9449950"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21" name="Freeform: Shape 1320">
              <a:extLst>
                <a:ext uri="{FF2B5EF4-FFF2-40B4-BE49-F238E27FC236}">
                  <a16:creationId xmlns:a16="http://schemas.microsoft.com/office/drawing/2014/main" id="{8F36FDBA-C6E9-538F-EBE9-7032F92BFC8B}"/>
                </a:ext>
              </a:extLst>
            </p:cNvPr>
            <p:cNvSpPr/>
            <p:nvPr/>
          </p:nvSpPr>
          <p:spPr>
            <a:xfrm>
              <a:off x="9564206"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22" name="Freeform: Shape 1321">
              <a:extLst>
                <a:ext uri="{FF2B5EF4-FFF2-40B4-BE49-F238E27FC236}">
                  <a16:creationId xmlns:a16="http://schemas.microsoft.com/office/drawing/2014/main" id="{80BBEEEB-760B-4B37-D2C6-051316C9D684}"/>
                </a:ext>
              </a:extLst>
            </p:cNvPr>
            <p:cNvSpPr/>
            <p:nvPr/>
          </p:nvSpPr>
          <p:spPr>
            <a:xfrm>
              <a:off x="9678418" y="415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23" name="Freeform: Shape 1322">
              <a:extLst>
                <a:ext uri="{FF2B5EF4-FFF2-40B4-BE49-F238E27FC236}">
                  <a16:creationId xmlns:a16="http://schemas.microsoft.com/office/drawing/2014/main" id="{7401E1D4-059D-8BE5-A8A1-D0BFA2673A65}"/>
                </a:ext>
              </a:extLst>
            </p:cNvPr>
            <p:cNvSpPr/>
            <p:nvPr/>
          </p:nvSpPr>
          <p:spPr>
            <a:xfrm>
              <a:off x="9792674"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24" name="Freeform: Shape 1323">
              <a:extLst>
                <a:ext uri="{FF2B5EF4-FFF2-40B4-BE49-F238E27FC236}">
                  <a16:creationId xmlns:a16="http://schemas.microsoft.com/office/drawing/2014/main" id="{C690A500-5EE1-411B-9D2B-52863D1542CA}"/>
                </a:ext>
              </a:extLst>
            </p:cNvPr>
            <p:cNvSpPr/>
            <p:nvPr/>
          </p:nvSpPr>
          <p:spPr>
            <a:xfrm>
              <a:off x="9906929"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25" name="Freeform: Shape 1324">
              <a:extLst>
                <a:ext uri="{FF2B5EF4-FFF2-40B4-BE49-F238E27FC236}">
                  <a16:creationId xmlns:a16="http://schemas.microsoft.com/office/drawing/2014/main" id="{6D90C5D8-2BAA-A1CE-23C0-02A844E09A49}"/>
                </a:ext>
              </a:extLst>
            </p:cNvPr>
            <p:cNvSpPr/>
            <p:nvPr/>
          </p:nvSpPr>
          <p:spPr>
            <a:xfrm>
              <a:off x="10021185"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26" name="Freeform: Shape 1325">
              <a:extLst>
                <a:ext uri="{FF2B5EF4-FFF2-40B4-BE49-F238E27FC236}">
                  <a16:creationId xmlns:a16="http://schemas.microsoft.com/office/drawing/2014/main" id="{8762538A-7686-28F7-2176-FF645368AD5F}"/>
                </a:ext>
              </a:extLst>
            </p:cNvPr>
            <p:cNvSpPr/>
            <p:nvPr/>
          </p:nvSpPr>
          <p:spPr>
            <a:xfrm>
              <a:off x="10135441"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27" name="Freeform: Shape 1326">
              <a:extLst>
                <a:ext uri="{FF2B5EF4-FFF2-40B4-BE49-F238E27FC236}">
                  <a16:creationId xmlns:a16="http://schemas.microsoft.com/office/drawing/2014/main" id="{BB70D298-37F8-4407-0D0A-8E704B78C4A0}"/>
                </a:ext>
              </a:extLst>
            </p:cNvPr>
            <p:cNvSpPr/>
            <p:nvPr/>
          </p:nvSpPr>
          <p:spPr>
            <a:xfrm>
              <a:off x="10249697"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28" name="Freeform: Shape 1327">
              <a:extLst>
                <a:ext uri="{FF2B5EF4-FFF2-40B4-BE49-F238E27FC236}">
                  <a16:creationId xmlns:a16="http://schemas.microsoft.com/office/drawing/2014/main" id="{69D1AA28-B2C4-6C61-448F-6936717EEF4E}"/>
                </a:ext>
              </a:extLst>
            </p:cNvPr>
            <p:cNvSpPr/>
            <p:nvPr/>
          </p:nvSpPr>
          <p:spPr>
            <a:xfrm>
              <a:off x="10363952"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29" name="Freeform: Shape 1328">
              <a:extLst>
                <a:ext uri="{FF2B5EF4-FFF2-40B4-BE49-F238E27FC236}">
                  <a16:creationId xmlns:a16="http://schemas.microsoft.com/office/drawing/2014/main" id="{AD67AB24-33E1-53AD-E5CB-02A36A58F0D8}"/>
                </a:ext>
              </a:extLst>
            </p:cNvPr>
            <p:cNvSpPr/>
            <p:nvPr/>
          </p:nvSpPr>
          <p:spPr>
            <a:xfrm>
              <a:off x="10478208" y="415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30" name="Freeform: Shape 1329">
              <a:extLst>
                <a:ext uri="{FF2B5EF4-FFF2-40B4-BE49-F238E27FC236}">
                  <a16:creationId xmlns:a16="http://schemas.microsoft.com/office/drawing/2014/main" id="{DF67D9FF-9AA0-0964-F599-37779C8ECB19}"/>
                </a:ext>
              </a:extLst>
            </p:cNvPr>
            <p:cNvSpPr/>
            <p:nvPr/>
          </p:nvSpPr>
          <p:spPr>
            <a:xfrm>
              <a:off x="10592464"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31" name="Freeform: Shape 1330">
              <a:extLst>
                <a:ext uri="{FF2B5EF4-FFF2-40B4-BE49-F238E27FC236}">
                  <a16:creationId xmlns:a16="http://schemas.microsoft.com/office/drawing/2014/main" id="{CD04C5B2-7E5D-558D-90B9-A54E79244339}"/>
                </a:ext>
              </a:extLst>
            </p:cNvPr>
            <p:cNvSpPr/>
            <p:nvPr/>
          </p:nvSpPr>
          <p:spPr>
            <a:xfrm>
              <a:off x="10706720"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32" name="Freeform: Shape 1331">
              <a:extLst>
                <a:ext uri="{FF2B5EF4-FFF2-40B4-BE49-F238E27FC236}">
                  <a16:creationId xmlns:a16="http://schemas.microsoft.com/office/drawing/2014/main" id="{6CA0012A-B395-B79F-DA1A-B741EA94D36A}"/>
                </a:ext>
              </a:extLst>
            </p:cNvPr>
            <p:cNvSpPr/>
            <p:nvPr/>
          </p:nvSpPr>
          <p:spPr>
            <a:xfrm>
              <a:off x="10820976" y="4156"/>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33" name="Freeform: Shape 1332">
              <a:extLst>
                <a:ext uri="{FF2B5EF4-FFF2-40B4-BE49-F238E27FC236}">
                  <a16:creationId xmlns:a16="http://schemas.microsoft.com/office/drawing/2014/main" id="{AEC12159-CD2E-9E2F-6B0D-58B419C35E54}"/>
                </a:ext>
              </a:extLst>
            </p:cNvPr>
            <p:cNvSpPr/>
            <p:nvPr/>
          </p:nvSpPr>
          <p:spPr>
            <a:xfrm>
              <a:off x="10935231"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34" name="Freeform: Shape 1333">
              <a:extLst>
                <a:ext uri="{FF2B5EF4-FFF2-40B4-BE49-F238E27FC236}">
                  <a16:creationId xmlns:a16="http://schemas.microsoft.com/office/drawing/2014/main" id="{B98B6EF5-5489-8378-A830-60959C52AC32}"/>
                </a:ext>
              </a:extLst>
            </p:cNvPr>
            <p:cNvSpPr/>
            <p:nvPr/>
          </p:nvSpPr>
          <p:spPr>
            <a:xfrm>
              <a:off x="11049443"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35" name="Freeform: Shape 1334">
              <a:extLst>
                <a:ext uri="{FF2B5EF4-FFF2-40B4-BE49-F238E27FC236}">
                  <a16:creationId xmlns:a16="http://schemas.microsoft.com/office/drawing/2014/main" id="{3C2A1867-B43E-EE90-B32D-E56ECD2E156B}"/>
                </a:ext>
              </a:extLst>
            </p:cNvPr>
            <p:cNvSpPr/>
            <p:nvPr/>
          </p:nvSpPr>
          <p:spPr>
            <a:xfrm>
              <a:off x="11163699" y="4156"/>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36" name="Freeform: Shape 1335">
              <a:extLst>
                <a:ext uri="{FF2B5EF4-FFF2-40B4-BE49-F238E27FC236}">
                  <a16:creationId xmlns:a16="http://schemas.microsoft.com/office/drawing/2014/main" id="{6FCE3048-7196-0CCF-C770-59D755AE3073}"/>
                </a:ext>
              </a:extLst>
            </p:cNvPr>
            <p:cNvSpPr/>
            <p:nvPr/>
          </p:nvSpPr>
          <p:spPr>
            <a:xfrm>
              <a:off x="11277955"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37" name="Freeform: Shape 1336">
              <a:extLst>
                <a:ext uri="{FF2B5EF4-FFF2-40B4-BE49-F238E27FC236}">
                  <a16:creationId xmlns:a16="http://schemas.microsoft.com/office/drawing/2014/main" id="{6A59417D-FEFB-FADD-BC57-0C7962401532}"/>
                </a:ext>
              </a:extLst>
            </p:cNvPr>
            <p:cNvSpPr/>
            <p:nvPr/>
          </p:nvSpPr>
          <p:spPr>
            <a:xfrm>
              <a:off x="11392210"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38" name="Freeform: Shape 1337">
              <a:extLst>
                <a:ext uri="{FF2B5EF4-FFF2-40B4-BE49-F238E27FC236}">
                  <a16:creationId xmlns:a16="http://schemas.microsoft.com/office/drawing/2014/main" id="{4A482A7D-D261-65EA-09D2-8BCE7BBF4C2B}"/>
                </a:ext>
              </a:extLst>
            </p:cNvPr>
            <p:cNvSpPr/>
            <p:nvPr/>
          </p:nvSpPr>
          <p:spPr>
            <a:xfrm>
              <a:off x="11506466" y="4156"/>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39" name="Freeform: Shape 1338">
              <a:extLst>
                <a:ext uri="{FF2B5EF4-FFF2-40B4-BE49-F238E27FC236}">
                  <a16:creationId xmlns:a16="http://schemas.microsoft.com/office/drawing/2014/main" id="{8F92571F-1FDB-A349-0AE7-82A5F171D311}"/>
                </a:ext>
              </a:extLst>
            </p:cNvPr>
            <p:cNvSpPr/>
            <p:nvPr/>
          </p:nvSpPr>
          <p:spPr>
            <a:xfrm>
              <a:off x="11620722"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40" name="Freeform: Shape 1339">
              <a:extLst>
                <a:ext uri="{FF2B5EF4-FFF2-40B4-BE49-F238E27FC236}">
                  <a16:creationId xmlns:a16="http://schemas.microsoft.com/office/drawing/2014/main" id="{ECF84458-58FC-A12E-4D83-E6040AEB2F11}"/>
                </a:ext>
              </a:extLst>
            </p:cNvPr>
            <p:cNvSpPr/>
            <p:nvPr/>
          </p:nvSpPr>
          <p:spPr>
            <a:xfrm>
              <a:off x="11734978"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41" name="Freeform: Shape 1340">
              <a:extLst>
                <a:ext uri="{FF2B5EF4-FFF2-40B4-BE49-F238E27FC236}">
                  <a16:creationId xmlns:a16="http://schemas.microsoft.com/office/drawing/2014/main" id="{99D1D1E7-E9D2-CD33-80D7-4CB85AF0AB9E}"/>
                </a:ext>
              </a:extLst>
            </p:cNvPr>
            <p:cNvSpPr/>
            <p:nvPr/>
          </p:nvSpPr>
          <p:spPr>
            <a:xfrm>
              <a:off x="11849233"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42" name="Freeform: Shape 1341">
              <a:extLst>
                <a:ext uri="{FF2B5EF4-FFF2-40B4-BE49-F238E27FC236}">
                  <a16:creationId xmlns:a16="http://schemas.microsoft.com/office/drawing/2014/main" id="{A6AD1426-73B9-B2F9-B2E8-A9C9F23552CD}"/>
                </a:ext>
              </a:extLst>
            </p:cNvPr>
            <p:cNvSpPr/>
            <p:nvPr/>
          </p:nvSpPr>
          <p:spPr>
            <a:xfrm>
              <a:off x="11963489"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43" name="Freeform: Shape 1342">
              <a:extLst>
                <a:ext uri="{FF2B5EF4-FFF2-40B4-BE49-F238E27FC236}">
                  <a16:creationId xmlns:a16="http://schemas.microsoft.com/office/drawing/2014/main" id="{57B84F91-0F44-6A02-6303-24FC40C3C1BF}"/>
                </a:ext>
              </a:extLst>
            </p:cNvPr>
            <p:cNvSpPr/>
            <p:nvPr/>
          </p:nvSpPr>
          <p:spPr>
            <a:xfrm>
              <a:off x="12077745" y="4156"/>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44" name="Freeform: Shape 1343">
              <a:extLst>
                <a:ext uri="{FF2B5EF4-FFF2-40B4-BE49-F238E27FC236}">
                  <a16:creationId xmlns:a16="http://schemas.microsoft.com/office/drawing/2014/main" id="{FE26A6BD-D338-D53A-59AF-F4713DD61C54}"/>
                </a:ext>
              </a:extLst>
            </p:cNvPr>
            <p:cNvSpPr/>
            <p:nvPr/>
          </p:nvSpPr>
          <p:spPr>
            <a:xfrm>
              <a:off x="7279135" y="11841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45" name="Freeform: Shape 1344">
              <a:extLst>
                <a:ext uri="{FF2B5EF4-FFF2-40B4-BE49-F238E27FC236}">
                  <a16:creationId xmlns:a16="http://schemas.microsoft.com/office/drawing/2014/main" id="{04CB28D0-F440-F723-C917-3482550513D3}"/>
                </a:ext>
              </a:extLst>
            </p:cNvPr>
            <p:cNvSpPr/>
            <p:nvPr/>
          </p:nvSpPr>
          <p:spPr>
            <a:xfrm>
              <a:off x="7393391"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46" name="Freeform: Shape 1345">
              <a:extLst>
                <a:ext uri="{FF2B5EF4-FFF2-40B4-BE49-F238E27FC236}">
                  <a16:creationId xmlns:a16="http://schemas.microsoft.com/office/drawing/2014/main" id="{2AD6130E-B246-CFCE-03A5-82A6C9D696F9}"/>
                </a:ext>
              </a:extLst>
            </p:cNvPr>
            <p:cNvSpPr/>
            <p:nvPr/>
          </p:nvSpPr>
          <p:spPr>
            <a:xfrm>
              <a:off x="7507646"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47" name="Freeform: Shape 1346">
              <a:extLst>
                <a:ext uri="{FF2B5EF4-FFF2-40B4-BE49-F238E27FC236}">
                  <a16:creationId xmlns:a16="http://schemas.microsoft.com/office/drawing/2014/main" id="{3D549641-046E-FB0F-D11C-7E4065F2A939}"/>
                </a:ext>
              </a:extLst>
            </p:cNvPr>
            <p:cNvSpPr/>
            <p:nvPr/>
          </p:nvSpPr>
          <p:spPr>
            <a:xfrm>
              <a:off x="7621902"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48" name="Freeform: Shape 1347">
              <a:extLst>
                <a:ext uri="{FF2B5EF4-FFF2-40B4-BE49-F238E27FC236}">
                  <a16:creationId xmlns:a16="http://schemas.microsoft.com/office/drawing/2014/main" id="{6BEA92A1-1C9D-BBFC-D0AA-72ED88CC5B93}"/>
                </a:ext>
              </a:extLst>
            </p:cNvPr>
            <p:cNvSpPr/>
            <p:nvPr/>
          </p:nvSpPr>
          <p:spPr>
            <a:xfrm>
              <a:off x="7736158" y="11841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49" name="Freeform: Shape 1348">
              <a:extLst>
                <a:ext uri="{FF2B5EF4-FFF2-40B4-BE49-F238E27FC236}">
                  <a16:creationId xmlns:a16="http://schemas.microsoft.com/office/drawing/2014/main" id="{AF0557E9-66A6-5916-077A-200A92BC78A3}"/>
                </a:ext>
              </a:extLst>
            </p:cNvPr>
            <p:cNvSpPr/>
            <p:nvPr/>
          </p:nvSpPr>
          <p:spPr>
            <a:xfrm>
              <a:off x="7850414"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50" name="Freeform: Shape 1349">
              <a:extLst>
                <a:ext uri="{FF2B5EF4-FFF2-40B4-BE49-F238E27FC236}">
                  <a16:creationId xmlns:a16="http://schemas.microsoft.com/office/drawing/2014/main" id="{1F4C1DFC-513C-17CA-1103-399B93BAE44A}"/>
                </a:ext>
              </a:extLst>
            </p:cNvPr>
            <p:cNvSpPr/>
            <p:nvPr/>
          </p:nvSpPr>
          <p:spPr>
            <a:xfrm>
              <a:off x="7964669"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51" name="Freeform: Shape 1350">
              <a:extLst>
                <a:ext uri="{FF2B5EF4-FFF2-40B4-BE49-F238E27FC236}">
                  <a16:creationId xmlns:a16="http://schemas.microsoft.com/office/drawing/2014/main" id="{6D3CDC76-0B28-3154-297E-66AABBF1BCCE}"/>
                </a:ext>
              </a:extLst>
            </p:cNvPr>
            <p:cNvSpPr/>
            <p:nvPr/>
          </p:nvSpPr>
          <p:spPr>
            <a:xfrm>
              <a:off x="8078925" y="11841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52" name="Freeform: Shape 1351">
              <a:extLst>
                <a:ext uri="{FF2B5EF4-FFF2-40B4-BE49-F238E27FC236}">
                  <a16:creationId xmlns:a16="http://schemas.microsoft.com/office/drawing/2014/main" id="{0B7E1447-6E1F-4267-AAD4-F848C96AEB4F}"/>
                </a:ext>
              </a:extLst>
            </p:cNvPr>
            <p:cNvSpPr/>
            <p:nvPr/>
          </p:nvSpPr>
          <p:spPr>
            <a:xfrm>
              <a:off x="8193181"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53" name="Freeform: Shape 1352">
              <a:extLst>
                <a:ext uri="{FF2B5EF4-FFF2-40B4-BE49-F238E27FC236}">
                  <a16:creationId xmlns:a16="http://schemas.microsoft.com/office/drawing/2014/main" id="{7E6F8654-592D-627C-3A7C-0DFB170CE72A}"/>
                </a:ext>
              </a:extLst>
            </p:cNvPr>
            <p:cNvSpPr/>
            <p:nvPr/>
          </p:nvSpPr>
          <p:spPr>
            <a:xfrm>
              <a:off x="8307437"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54" name="Freeform: Shape 1353">
              <a:extLst>
                <a:ext uri="{FF2B5EF4-FFF2-40B4-BE49-F238E27FC236}">
                  <a16:creationId xmlns:a16="http://schemas.microsoft.com/office/drawing/2014/main" id="{04AF5199-2059-DCF3-A872-8A1EC1324C51}"/>
                </a:ext>
              </a:extLst>
            </p:cNvPr>
            <p:cNvSpPr/>
            <p:nvPr/>
          </p:nvSpPr>
          <p:spPr>
            <a:xfrm>
              <a:off x="8421648"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55" name="Freeform: Shape 1354">
              <a:extLst>
                <a:ext uri="{FF2B5EF4-FFF2-40B4-BE49-F238E27FC236}">
                  <a16:creationId xmlns:a16="http://schemas.microsoft.com/office/drawing/2014/main" id="{4B9DF240-B55F-AEB8-9720-E9827D1A4266}"/>
                </a:ext>
              </a:extLst>
            </p:cNvPr>
            <p:cNvSpPr/>
            <p:nvPr/>
          </p:nvSpPr>
          <p:spPr>
            <a:xfrm>
              <a:off x="8535904"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56" name="Freeform: Shape 1355">
              <a:extLst>
                <a:ext uri="{FF2B5EF4-FFF2-40B4-BE49-F238E27FC236}">
                  <a16:creationId xmlns:a16="http://schemas.microsoft.com/office/drawing/2014/main" id="{0E3C3464-D579-1759-F115-D2AD78D8675D}"/>
                </a:ext>
              </a:extLst>
            </p:cNvPr>
            <p:cNvSpPr/>
            <p:nvPr/>
          </p:nvSpPr>
          <p:spPr>
            <a:xfrm>
              <a:off x="8650160"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57" name="Freeform: Shape 1356">
              <a:extLst>
                <a:ext uri="{FF2B5EF4-FFF2-40B4-BE49-F238E27FC236}">
                  <a16:creationId xmlns:a16="http://schemas.microsoft.com/office/drawing/2014/main" id="{3AA10972-1128-966C-070B-F91949EA2E2D}"/>
                </a:ext>
              </a:extLst>
            </p:cNvPr>
            <p:cNvSpPr/>
            <p:nvPr/>
          </p:nvSpPr>
          <p:spPr>
            <a:xfrm>
              <a:off x="8764416"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58" name="Freeform: Shape 1357">
              <a:extLst>
                <a:ext uri="{FF2B5EF4-FFF2-40B4-BE49-F238E27FC236}">
                  <a16:creationId xmlns:a16="http://schemas.microsoft.com/office/drawing/2014/main" id="{B8F69D6B-C744-A61E-6CE1-E665218013C9}"/>
                </a:ext>
              </a:extLst>
            </p:cNvPr>
            <p:cNvSpPr/>
            <p:nvPr/>
          </p:nvSpPr>
          <p:spPr>
            <a:xfrm>
              <a:off x="8878671" y="11841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59" name="Freeform: Shape 1358">
              <a:extLst>
                <a:ext uri="{FF2B5EF4-FFF2-40B4-BE49-F238E27FC236}">
                  <a16:creationId xmlns:a16="http://schemas.microsoft.com/office/drawing/2014/main" id="{68E11CB2-65CC-9FFF-7910-E09B46142EC5}"/>
                </a:ext>
              </a:extLst>
            </p:cNvPr>
            <p:cNvSpPr/>
            <p:nvPr/>
          </p:nvSpPr>
          <p:spPr>
            <a:xfrm>
              <a:off x="8992927"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60" name="Freeform: Shape 1359">
              <a:extLst>
                <a:ext uri="{FF2B5EF4-FFF2-40B4-BE49-F238E27FC236}">
                  <a16:creationId xmlns:a16="http://schemas.microsoft.com/office/drawing/2014/main" id="{B947F57B-3924-663C-543F-D0912E16427C}"/>
                </a:ext>
              </a:extLst>
            </p:cNvPr>
            <p:cNvSpPr/>
            <p:nvPr/>
          </p:nvSpPr>
          <p:spPr>
            <a:xfrm>
              <a:off x="9107183"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61" name="Freeform: Shape 1360">
              <a:extLst>
                <a:ext uri="{FF2B5EF4-FFF2-40B4-BE49-F238E27FC236}">
                  <a16:creationId xmlns:a16="http://schemas.microsoft.com/office/drawing/2014/main" id="{FD566BF7-F8FC-61F7-F7D0-BF813CA5ECB6}"/>
                </a:ext>
              </a:extLst>
            </p:cNvPr>
            <p:cNvSpPr/>
            <p:nvPr/>
          </p:nvSpPr>
          <p:spPr>
            <a:xfrm>
              <a:off x="9221439"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62" name="Freeform: Shape 1361">
              <a:extLst>
                <a:ext uri="{FF2B5EF4-FFF2-40B4-BE49-F238E27FC236}">
                  <a16:creationId xmlns:a16="http://schemas.microsoft.com/office/drawing/2014/main" id="{D0CC2E2B-B079-E8D1-3D01-409912262B9C}"/>
                </a:ext>
              </a:extLst>
            </p:cNvPr>
            <p:cNvSpPr/>
            <p:nvPr/>
          </p:nvSpPr>
          <p:spPr>
            <a:xfrm>
              <a:off x="9335695" y="11841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63" name="Freeform: Shape 1362">
              <a:extLst>
                <a:ext uri="{FF2B5EF4-FFF2-40B4-BE49-F238E27FC236}">
                  <a16:creationId xmlns:a16="http://schemas.microsoft.com/office/drawing/2014/main" id="{A902905C-BFD7-283D-C675-E4670EB2BF82}"/>
                </a:ext>
              </a:extLst>
            </p:cNvPr>
            <p:cNvSpPr/>
            <p:nvPr/>
          </p:nvSpPr>
          <p:spPr>
            <a:xfrm>
              <a:off x="9449950"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64" name="Freeform: Shape 1363">
              <a:extLst>
                <a:ext uri="{FF2B5EF4-FFF2-40B4-BE49-F238E27FC236}">
                  <a16:creationId xmlns:a16="http://schemas.microsoft.com/office/drawing/2014/main" id="{9291C6F8-3362-4AA1-032D-861ED1181B92}"/>
                </a:ext>
              </a:extLst>
            </p:cNvPr>
            <p:cNvSpPr/>
            <p:nvPr/>
          </p:nvSpPr>
          <p:spPr>
            <a:xfrm>
              <a:off x="9564206"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65" name="Freeform: Shape 1364">
              <a:extLst>
                <a:ext uri="{FF2B5EF4-FFF2-40B4-BE49-F238E27FC236}">
                  <a16:creationId xmlns:a16="http://schemas.microsoft.com/office/drawing/2014/main" id="{DB496EE2-849A-940E-2EF2-DF9C2C05BF07}"/>
                </a:ext>
              </a:extLst>
            </p:cNvPr>
            <p:cNvSpPr/>
            <p:nvPr/>
          </p:nvSpPr>
          <p:spPr>
            <a:xfrm>
              <a:off x="9678418" y="11841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66" name="Freeform: Shape 1365">
              <a:extLst>
                <a:ext uri="{FF2B5EF4-FFF2-40B4-BE49-F238E27FC236}">
                  <a16:creationId xmlns:a16="http://schemas.microsoft.com/office/drawing/2014/main" id="{63B4AC0D-A747-F813-FE66-65F0ED560E40}"/>
                </a:ext>
              </a:extLst>
            </p:cNvPr>
            <p:cNvSpPr/>
            <p:nvPr/>
          </p:nvSpPr>
          <p:spPr>
            <a:xfrm>
              <a:off x="9792674"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67" name="Freeform: Shape 1366">
              <a:extLst>
                <a:ext uri="{FF2B5EF4-FFF2-40B4-BE49-F238E27FC236}">
                  <a16:creationId xmlns:a16="http://schemas.microsoft.com/office/drawing/2014/main" id="{17051A40-952F-C897-BB05-8815F400F88F}"/>
                </a:ext>
              </a:extLst>
            </p:cNvPr>
            <p:cNvSpPr/>
            <p:nvPr/>
          </p:nvSpPr>
          <p:spPr>
            <a:xfrm>
              <a:off x="9906929"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68" name="Freeform: Shape 1367">
              <a:extLst>
                <a:ext uri="{FF2B5EF4-FFF2-40B4-BE49-F238E27FC236}">
                  <a16:creationId xmlns:a16="http://schemas.microsoft.com/office/drawing/2014/main" id="{21C85010-14FF-0022-A09E-FF46E041A1B7}"/>
                </a:ext>
              </a:extLst>
            </p:cNvPr>
            <p:cNvSpPr/>
            <p:nvPr/>
          </p:nvSpPr>
          <p:spPr>
            <a:xfrm>
              <a:off x="10021185"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69" name="Freeform: Shape 1368">
              <a:extLst>
                <a:ext uri="{FF2B5EF4-FFF2-40B4-BE49-F238E27FC236}">
                  <a16:creationId xmlns:a16="http://schemas.microsoft.com/office/drawing/2014/main" id="{C2AC3E4C-AE69-EADF-A3A2-8739E4EDC1B3}"/>
                </a:ext>
              </a:extLst>
            </p:cNvPr>
            <p:cNvSpPr/>
            <p:nvPr/>
          </p:nvSpPr>
          <p:spPr>
            <a:xfrm>
              <a:off x="10135441"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70" name="Freeform: Shape 1369">
              <a:extLst>
                <a:ext uri="{FF2B5EF4-FFF2-40B4-BE49-F238E27FC236}">
                  <a16:creationId xmlns:a16="http://schemas.microsoft.com/office/drawing/2014/main" id="{04F4EE01-6A57-5569-F770-3EDF9F567F26}"/>
                </a:ext>
              </a:extLst>
            </p:cNvPr>
            <p:cNvSpPr/>
            <p:nvPr/>
          </p:nvSpPr>
          <p:spPr>
            <a:xfrm>
              <a:off x="10249697"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71" name="Freeform: Shape 1370">
              <a:extLst>
                <a:ext uri="{FF2B5EF4-FFF2-40B4-BE49-F238E27FC236}">
                  <a16:creationId xmlns:a16="http://schemas.microsoft.com/office/drawing/2014/main" id="{DA3F4BEB-DDC6-39B9-5A59-1D869B44597C}"/>
                </a:ext>
              </a:extLst>
            </p:cNvPr>
            <p:cNvSpPr/>
            <p:nvPr/>
          </p:nvSpPr>
          <p:spPr>
            <a:xfrm>
              <a:off x="10363952"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72" name="Freeform: Shape 1371">
              <a:extLst>
                <a:ext uri="{FF2B5EF4-FFF2-40B4-BE49-F238E27FC236}">
                  <a16:creationId xmlns:a16="http://schemas.microsoft.com/office/drawing/2014/main" id="{0A364AC5-9F76-CFEA-60D9-1AA718C24F71}"/>
                </a:ext>
              </a:extLst>
            </p:cNvPr>
            <p:cNvSpPr/>
            <p:nvPr/>
          </p:nvSpPr>
          <p:spPr>
            <a:xfrm>
              <a:off x="10478208" y="11841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73" name="Freeform: Shape 1372">
              <a:extLst>
                <a:ext uri="{FF2B5EF4-FFF2-40B4-BE49-F238E27FC236}">
                  <a16:creationId xmlns:a16="http://schemas.microsoft.com/office/drawing/2014/main" id="{952C2F56-0E24-3892-3528-B19345F82B30}"/>
                </a:ext>
              </a:extLst>
            </p:cNvPr>
            <p:cNvSpPr/>
            <p:nvPr/>
          </p:nvSpPr>
          <p:spPr>
            <a:xfrm>
              <a:off x="10592464"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74" name="Freeform: Shape 1373">
              <a:extLst>
                <a:ext uri="{FF2B5EF4-FFF2-40B4-BE49-F238E27FC236}">
                  <a16:creationId xmlns:a16="http://schemas.microsoft.com/office/drawing/2014/main" id="{23E9DDB4-D0D0-3A65-B85D-524B2AFB8BC8}"/>
                </a:ext>
              </a:extLst>
            </p:cNvPr>
            <p:cNvSpPr/>
            <p:nvPr/>
          </p:nvSpPr>
          <p:spPr>
            <a:xfrm>
              <a:off x="10706720"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75" name="Freeform: Shape 1374">
              <a:extLst>
                <a:ext uri="{FF2B5EF4-FFF2-40B4-BE49-F238E27FC236}">
                  <a16:creationId xmlns:a16="http://schemas.microsoft.com/office/drawing/2014/main" id="{BA0A9F15-2EFF-D13E-EB9B-B3E5E542B1D4}"/>
                </a:ext>
              </a:extLst>
            </p:cNvPr>
            <p:cNvSpPr/>
            <p:nvPr/>
          </p:nvSpPr>
          <p:spPr>
            <a:xfrm>
              <a:off x="10820976" y="118412"/>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76" name="Freeform: Shape 1375">
              <a:extLst>
                <a:ext uri="{FF2B5EF4-FFF2-40B4-BE49-F238E27FC236}">
                  <a16:creationId xmlns:a16="http://schemas.microsoft.com/office/drawing/2014/main" id="{54FFC0C4-3321-0854-96CD-26BEB7E90A3A}"/>
                </a:ext>
              </a:extLst>
            </p:cNvPr>
            <p:cNvSpPr/>
            <p:nvPr/>
          </p:nvSpPr>
          <p:spPr>
            <a:xfrm>
              <a:off x="10935231"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77" name="Freeform: Shape 1376">
              <a:extLst>
                <a:ext uri="{FF2B5EF4-FFF2-40B4-BE49-F238E27FC236}">
                  <a16:creationId xmlns:a16="http://schemas.microsoft.com/office/drawing/2014/main" id="{D74E00AA-0FBF-5AD6-28EF-4FBE7B07218B}"/>
                </a:ext>
              </a:extLst>
            </p:cNvPr>
            <p:cNvSpPr/>
            <p:nvPr/>
          </p:nvSpPr>
          <p:spPr>
            <a:xfrm>
              <a:off x="11049443"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78" name="Freeform: Shape 1377">
              <a:extLst>
                <a:ext uri="{FF2B5EF4-FFF2-40B4-BE49-F238E27FC236}">
                  <a16:creationId xmlns:a16="http://schemas.microsoft.com/office/drawing/2014/main" id="{FF5D8318-80D3-67BB-2528-60A7DDEBB2D2}"/>
                </a:ext>
              </a:extLst>
            </p:cNvPr>
            <p:cNvSpPr/>
            <p:nvPr/>
          </p:nvSpPr>
          <p:spPr>
            <a:xfrm>
              <a:off x="11163699" y="118412"/>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79" name="Freeform: Shape 1378">
              <a:extLst>
                <a:ext uri="{FF2B5EF4-FFF2-40B4-BE49-F238E27FC236}">
                  <a16:creationId xmlns:a16="http://schemas.microsoft.com/office/drawing/2014/main" id="{0B41C25D-C753-6D51-F654-4CAC9CFEC044}"/>
                </a:ext>
              </a:extLst>
            </p:cNvPr>
            <p:cNvSpPr/>
            <p:nvPr/>
          </p:nvSpPr>
          <p:spPr>
            <a:xfrm>
              <a:off x="11277955"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80" name="Freeform: Shape 1379">
              <a:extLst>
                <a:ext uri="{FF2B5EF4-FFF2-40B4-BE49-F238E27FC236}">
                  <a16:creationId xmlns:a16="http://schemas.microsoft.com/office/drawing/2014/main" id="{CDD97646-3C3E-F921-022F-C91107DB972D}"/>
                </a:ext>
              </a:extLst>
            </p:cNvPr>
            <p:cNvSpPr/>
            <p:nvPr/>
          </p:nvSpPr>
          <p:spPr>
            <a:xfrm>
              <a:off x="11392210"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81" name="Freeform: Shape 1380">
              <a:extLst>
                <a:ext uri="{FF2B5EF4-FFF2-40B4-BE49-F238E27FC236}">
                  <a16:creationId xmlns:a16="http://schemas.microsoft.com/office/drawing/2014/main" id="{9CC2919A-A606-C5E8-4739-038AFE88DBFA}"/>
                </a:ext>
              </a:extLst>
            </p:cNvPr>
            <p:cNvSpPr/>
            <p:nvPr/>
          </p:nvSpPr>
          <p:spPr>
            <a:xfrm>
              <a:off x="11506466" y="118412"/>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82" name="Freeform: Shape 1381">
              <a:extLst>
                <a:ext uri="{FF2B5EF4-FFF2-40B4-BE49-F238E27FC236}">
                  <a16:creationId xmlns:a16="http://schemas.microsoft.com/office/drawing/2014/main" id="{FFC212DD-29FC-E4BD-77AA-4F61A92FAFC9}"/>
                </a:ext>
              </a:extLst>
            </p:cNvPr>
            <p:cNvSpPr/>
            <p:nvPr/>
          </p:nvSpPr>
          <p:spPr>
            <a:xfrm>
              <a:off x="11620722"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83" name="Freeform: Shape 1382">
              <a:extLst>
                <a:ext uri="{FF2B5EF4-FFF2-40B4-BE49-F238E27FC236}">
                  <a16:creationId xmlns:a16="http://schemas.microsoft.com/office/drawing/2014/main" id="{A960AD20-EFF2-C418-FE6D-A555892F7330}"/>
                </a:ext>
              </a:extLst>
            </p:cNvPr>
            <p:cNvSpPr/>
            <p:nvPr/>
          </p:nvSpPr>
          <p:spPr>
            <a:xfrm>
              <a:off x="11734978"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84" name="Freeform: Shape 1383">
              <a:extLst>
                <a:ext uri="{FF2B5EF4-FFF2-40B4-BE49-F238E27FC236}">
                  <a16:creationId xmlns:a16="http://schemas.microsoft.com/office/drawing/2014/main" id="{CE0B2737-48C2-0CB6-B18B-995442F37421}"/>
                </a:ext>
              </a:extLst>
            </p:cNvPr>
            <p:cNvSpPr/>
            <p:nvPr/>
          </p:nvSpPr>
          <p:spPr>
            <a:xfrm>
              <a:off x="11849233"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85" name="Freeform: Shape 1384">
              <a:extLst>
                <a:ext uri="{FF2B5EF4-FFF2-40B4-BE49-F238E27FC236}">
                  <a16:creationId xmlns:a16="http://schemas.microsoft.com/office/drawing/2014/main" id="{532DC0F0-2B2F-CE4E-993D-FC76D9F4D213}"/>
                </a:ext>
              </a:extLst>
            </p:cNvPr>
            <p:cNvSpPr/>
            <p:nvPr/>
          </p:nvSpPr>
          <p:spPr>
            <a:xfrm>
              <a:off x="11963489"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86" name="Freeform: Shape 1385">
              <a:extLst>
                <a:ext uri="{FF2B5EF4-FFF2-40B4-BE49-F238E27FC236}">
                  <a16:creationId xmlns:a16="http://schemas.microsoft.com/office/drawing/2014/main" id="{3A8C6466-97C2-D1DD-D851-B3107E117164}"/>
                </a:ext>
              </a:extLst>
            </p:cNvPr>
            <p:cNvSpPr/>
            <p:nvPr/>
          </p:nvSpPr>
          <p:spPr>
            <a:xfrm>
              <a:off x="12077745" y="118412"/>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87" name="Freeform: Shape 1386">
              <a:extLst>
                <a:ext uri="{FF2B5EF4-FFF2-40B4-BE49-F238E27FC236}">
                  <a16:creationId xmlns:a16="http://schemas.microsoft.com/office/drawing/2014/main" id="{E0FD184D-487B-5C21-3564-6F2F29AFF362}"/>
                </a:ext>
              </a:extLst>
            </p:cNvPr>
            <p:cNvSpPr/>
            <p:nvPr/>
          </p:nvSpPr>
          <p:spPr>
            <a:xfrm>
              <a:off x="7279135" y="23262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88" name="Freeform: Shape 1387">
              <a:extLst>
                <a:ext uri="{FF2B5EF4-FFF2-40B4-BE49-F238E27FC236}">
                  <a16:creationId xmlns:a16="http://schemas.microsoft.com/office/drawing/2014/main" id="{C27B60E8-B0A9-7643-B189-DBAD919EE2DC}"/>
                </a:ext>
              </a:extLst>
            </p:cNvPr>
            <p:cNvSpPr/>
            <p:nvPr/>
          </p:nvSpPr>
          <p:spPr>
            <a:xfrm>
              <a:off x="7393391"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89" name="Freeform: Shape 1388">
              <a:extLst>
                <a:ext uri="{FF2B5EF4-FFF2-40B4-BE49-F238E27FC236}">
                  <a16:creationId xmlns:a16="http://schemas.microsoft.com/office/drawing/2014/main" id="{815B3191-7294-AB54-ED42-AC0E43453721}"/>
                </a:ext>
              </a:extLst>
            </p:cNvPr>
            <p:cNvSpPr/>
            <p:nvPr/>
          </p:nvSpPr>
          <p:spPr>
            <a:xfrm>
              <a:off x="7507646"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90" name="Freeform: Shape 1389">
              <a:extLst>
                <a:ext uri="{FF2B5EF4-FFF2-40B4-BE49-F238E27FC236}">
                  <a16:creationId xmlns:a16="http://schemas.microsoft.com/office/drawing/2014/main" id="{BBEEF398-803F-66F8-24B2-8108F48EF1BB}"/>
                </a:ext>
              </a:extLst>
            </p:cNvPr>
            <p:cNvSpPr/>
            <p:nvPr/>
          </p:nvSpPr>
          <p:spPr>
            <a:xfrm>
              <a:off x="7621902"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91" name="Freeform: Shape 1390">
              <a:extLst>
                <a:ext uri="{FF2B5EF4-FFF2-40B4-BE49-F238E27FC236}">
                  <a16:creationId xmlns:a16="http://schemas.microsoft.com/office/drawing/2014/main" id="{23637880-BF75-7F7E-91F8-2882360876D8}"/>
                </a:ext>
              </a:extLst>
            </p:cNvPr>
            <p:cNvSpPr/>
            <p:nvPr/>
          </p:nvSpPr>
          <p:spPr>
            <a:xfrm>
              <a:off x="7736158" y="23262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92" name="Freeform: Shape 1391">
              <a:extLst>
                <a:ext uri="{FF2B5EF4-FFF2-40B4-BE49-F238E27FC236}">
                  <a16:creationId xmlns:a16="http://schemas.microsoft.com/office/drawing/2014/main" id="{8C39132F-FB18-0AB2-FE35-B3463BF6C71E}"/>
                </a:ext>
              </a:extLst>
            </p:cNvPr>
            <p:cNvSpPr/>
            <p:nvPr/>
          </p:nvSpPr>
          <p:spPr>
            <a:xfrm>
              <a:off x="7850414"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93" name="Freeform: Shape 1392">
              <a:extLst>
                <a:ext uri="{FF2B5EF4-FFF2-40B4-BE49-F238E27FC236}">
                  <a16:creationId xmlns:a16="http://schemas.microsoft.com/office/drawing/2014/main" id="{6F26CB68-3138-D243-D5CB-911BE02C4AC2}"/>
                </a:ext>
              </a:extLst>
            </p:cNvPr>
            <p:cNvSpPr/>
            <p:nvPr/>
          </p:nvSpPr>
          <p:spPr>
            <a:xfrm>
              <a:off x="7964669"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94" name="Freeform: Shape 1393">
              <a:extLst>
                <a:ext uri="{FF2B5EF4-FFF2-40B4-BE49-F238E27FC236}">
                  <a16:creationId xmlns:a16="http://schemas.microsoft.com/office/drawing/2014/main" id="{71BB0681-65E7-B159-2158-975B8D067AC7}"/>
                </a:ext>
              </a:extLst>
            </p:cNvPr>
            <p:cNvSpPr/>
            <p:nvPr/>
          </p:nvSpPr>
          <p:spPr>
            <a:xfrm>
              <a:off x="8078925" y="23262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95" name="Freeform: Shape 1394">
              <a:extLst>
                <a:ext uri="{FF2B5EF4-FFF2-40B4-BE49-F238E27FC236}">
                  <a16:creationId xmlns:a16="http://schemas.microsoft.com/office/drawing/2014/main" id="{2DFC083D-BFC0-74AE-C392-5AA36AEBEA1F}"/>
                </a:ext>
              </a:extLst>
            </p:cNvPr>
            <p:cNvSpPr/>
            <p:nvPr/>
          </p:nvSpPr>
          <p:spPr>
            <a:xfrm>
              <a:off x="8193181"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96" name="Freeform: Shape 1395">
              <a:extLst>
                <a:ext uri="{FF2B5EF4-FFF2-40B4-BE49-F238E27FC236}">
                  <a16:creationId xmlns:a16="http://schemas.microsoft.com/office/drawing/2014/main" id="{682BEA8A-8047-6949-505A-00D1FF391D06}"/>
                </a:ext>
              </a:extLst>
            </p:cNvPr>
            <p:cNvSpPr/>
            <p:nvPr/>
          </p:nvSpPr>
          <p:spPr>
            <a:xfrm>
              <a:off x="8307437"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97" name="Freeform: Shape 1396">
              <a:extLst>
                <a:ext uri="{FF2B5EF4-FFF2-40B4-BE49-F238E27FC236}">
                  <a16:creationId xmlns:a16="http://schemas.microsoft.com/office/drawing/2014/main" id="{4CB8DF25-AA0D-0C20-94E8-F16033DE882A}"/>
                </a:ext>
              </a:extLst>
            </p:cNvPr>
            <p:cNvSpPr/>
            <p:nvPr/>
          </p:nvSpPr>
          <p:spPr>
            <a:xfrm>
              <a:off x="8421648"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98" name="Freeform: Shape 1397">
              <a:extLst>
                <a:ext uri="{FF2B5EF4-FFF2-40B4-BE49-F238E27FC236}">
                  <a16:creationId xmlns:a16="http://schemas.microsoft.com/office/drawing/2014/main" id="{8B026E57-CEDE-5AC3-61FF-FFF908EA5E64}"/>
                </a:ext>
              </a:extLst>
            </p:cNvPr>
            <p:cNvSpPr/>
            <p:nvPr/>
          </p:nvSpPr>
          <p:spPr>
            <a:xfrm>
              <a:off x="8535904"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99" name="Freeform: Shape 1398">
              <a:extLst>
                <a:ext uri="{FF2B5EF4-FFF2-40B4-BE49-F238E27FC236}">
                  <a16:creationId xmlns:a16="http://schemas.microsoft.com/office/drawing/2014/main" id="{C1A5D20C-B70C-3B99-6C69-D0E5B709FEC2}"/>
                </a:ext>
              </a:extLst>
            </p:cNvPr>
            <p:cNvSpPr/>
            <p:nvPr/>
          </p:nvSpPr>
          <p:spPr>
            <a:xfrm>
              <a:off x="8650160"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00" name="Freeform: Shape 1399">
              <a:extLst>
                <a:ext uri="{FF2B5EF4-FFF2-40B4-BE49-F238E27FC236}">
                  <a16:creationId xmlns:a16="http://schemas.microsoft.com/office/drawing/2014/main" id="{C4B6E15F-2885-ADE4-B32E-B16E289DA398}"/>
                </a:ext>
              </a:extLst>
            </p:cNvPr>
            <p:cNvSpPr/>
            <p:nvPr/>
          </p:nvSpPr>
          <p:spPr>
            <a:xfrm>
              <a:off x="8764416"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01" name="Freeform: Shape 1400">
              <a:extLst>
                <a:ext uri="{FF2B5EF4-FFF2-40B4-BE49-F238E27FC236}">
                  <a16:creationId xmlns:a16="http://schemas.microsoft.com/office/drawing/2014/main" id="{CE53DA12-C0BC-7F24-B089-BC6A7FD326FC}"/>
                </a:ext>
              </a:extLst>
            </p:cNvPr>
            <p:cNvSpPr/>
            <p:nvPr/>
          </p:nvSpPr>
          <p:spPr>
            <a:xfrm>
              <a:off x="8878671" y="23262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02" name="Freeform: Shape 1401">
              <a:extLst>
                <a:ext uri="{FF2B5EF4-FFF2-40B4-BE49-F238E27FC236}">
                  <a16:creationId xmlns:a16="http://schemas.microsoft.com/office/drawing/2014/main" id="{ECA773D6-745E-757A-96F0-324030FC7F0E}"/>
                </a:ext>
              </a:extLst>
            </p:cNvPr>
            <p:cNvSpPr/>
            <p:nvPr/>
          </p:nvSpPr>
          <p:spPr>
            <a:xfrm>
              <a:off x="8992927"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03" name="Freeform: Shape 1402">
              <a:extLst>
                <a:ext uri="{FF2B5EF4-FFF2-40B4-BE49-F238E27FC236}">
                  <a16:creationId xmlns:a16="http://schemas.microsoft.com/office/drawing/2014/main" id="{296DCC25-70AD-BC15-7DAE-96924284312A}"/>
                </a:ext>
              </a:extLst>
            </p:cNvPr>
            <p:cNvSpPr/>
            <p:nvPr/>
          </p:nvSpPr>
          <p:spPr>
            <a:xfrm>
              <a:off x="9107183"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04" name="Freeform: Shape 1403">
              <a:extLst>
                <a:ext uri="{FF2B5EF4-FFF2-40B4-BE49-F238E27FC236}">
                  <a16:creationId xmlns:a16="http://schemas.microsoft.com/office/drawing/2014/main" id="{BC8E726F-E64A-2FCD-8550-1AA86291A466}"/>
                </a:ext>
              </a:extLst>
            </p:cNvPr>
            <p:cNvSpPr/>
            <p:nvPr/>
          </p:nvSpPr>
          <p:spPr>
            <a:xfrm>
              <a:off x="9221439"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05" name="Freeform: Shape 1404">
              <a:extLst>
                <a:ext uri="{FF2B5EF4-FFF2-40B4-BE49-F238E27FC236}">
                  <a16:creationId xmlns:a16="http://schemas.microsoft.com/office/drawing/2014/main" id="{A56C587F-BE29-7E90-AB6E-AD7315056B55}"/>
                </a:ext>
              </a:extLst>
            </p:cNvPr>
            <p:cNvSpPr/>
            <p:nvPr/>
          </p:nvSpPr>
          <p:spPr>
            <a:xfrm>
              <a:off x="9335695" y="23262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06" name="Freeform: Shape 1405">
              <a:extLst>
                <a:ext uri="{FF2B5EF4-FFF2-40B4-BE49-F238E27FC236}">
                  <a16:creationId xmlns:a16="http://schemas.microsoft.com/office/drawing/2014/main" id="{6C893E57-8526-F3AC-AD44-5596E97603A7}"/>
                </a:ext>
              </a:extLst>
            </p:cNvPr>
            <p:cNvSpPr/>
            <p:nvPr/>
          </p:nvSpPr>
          <p:spPr>
            <a:xfrm>
              <a:off x="9449950"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07" name="Freeform: Shape 1406">
              <a:extLst>
                <a:ext uri="{FF2B5EF4-FFF2-40B4-BE49-F238E27FC236}">
                  <a16:creationId xmlns:a16="http://schemas.microsoft.com/office/drawing/2014/main" id="{6C07DB18-56A9-363E-1306-35F670021E4A}"/>
                </a:ext>
              </a:extLst>
            </p:cNvPr>
            <p:cNvSpPr/>
            <p:nvPr/>
          </p:nvSpPr>
          <p:spPr>
            <a:xfrm>
              <a:off x="9564206"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08" name="Freeform: Shape 1407">
              <a:extLst>
                <a:ext uri="{FF2B5EF4-FFF2-40B4-BE49-F238E27FC236}">
                  <a16:creationId xmlns:a16="http://schemas.microsoft.com/office/drawing/2014/main" id="{C5DC2410-886A-2062-8244-ABB5E743275E}"/>
                </a:ext>
              </a:extLst>
            </p:cNvPr>
            <p:cNvSpPr/>
            <p:nvPr/>
          </p:nvSpPr>
          <p:spPr>
            <a:xfrm>
              <a:off x="9678418" y="23262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09" name="Freeform: Shape 1408">
              <a:extLst>
                <a:ext uri="{FF2B5EF4-FFF2-40B4-BE49-F238E27FC236}">
                  <a16:creationId xmlns:a16="http://schemas.microsoft.com/office/drawing/2014/main" id="{DE254364-6296-5514-EF7B-439400A32C44}"/>
                </a:ext>
              </a:extLst>
            </p:cNvPr>
            <p:cNvSpPr/>
            <p:nvPr/>
          </p:nvSpPr>
          <p:spPr>
            <a:xfrm>
              <a:off x="9792674"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10" name="Freeform: Shape 1409">
              <a:extLst>
                <a:ext uri="{FF2B5EF4-FFF2-40B4-BE49-F238E27FC236}">
                  <a16:creationId xmlns:a16="http://schemas.microsoft.com/office/drawing/2014/main" id="{447B3CEE-B329-1A1F-6889-6614ACBBAD39}"/>
                </a:ext>
              </a:extLst>
            </p:cNvPr>
            <p:cNvSpPr/>
            <p:nvPr/>
          </p:nvSpPr>
          <p:spPr>
            <a:xfrm>
              <a:off x="9906929"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11" name="Freeform: Shape 1410">
              <a:extLst>
                <a:ext uri="{FF2B5EF4-FFF2-40B4-BE49-F238E27FC236}">
                  <a16:creationId xmlns:a16="http://schemas.microsoft.com/office/drawing/2014/main" id="{E7053C5D-A929-8C7C-D7B6-031DB6096A22}"/>
                </a:ext>
              </a:extLst>
            </p:cNvPr>
            <p:cNvSpPr/>
            <p:nvPr/>
          </p:nvSpPr>
          <p:spPr>
            <a:xfrm>
              <a:off x="10021185"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12" name="Freeform: Shape 1411">
              <a:extLst>
                <a:ext uri="{FF2B5EF4-FFF2-40B4-BE49-F238E27FC236}">
                  <a16:creationId xmlns:a16="http://schemas.microsoft.com/office/drawing/2014/main" id="{DC27D518-4E0B-0C8A-E88F-D250470334AE}"/>
                </a:ext>
              </a:extLst>
            </p:cNvPr>
            <p:cNvSpPr/>
            <p:nvPr/>
          </p:nvSpPr>
          <p:spPr>
            <a:xfrm>
              <a:off x="10135441"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13" name="Freeform: Shape 1412">
              <a:extLst>
                <a:ext uri="{FF2B5EF4-FFF2-40B4-BE49-F238E27FC236}">
                  <a16:creationId xmlns:a16="http://schemas.microsoft.com/office/drawing/2014/main" id="{85C76741-0522-9EC8-4C43-1951DF22A6A5}"/>
                </a:ext>
              </a:extLst>
            </p:cNvPr>
            <p:cNvSpPr/>
            <p:nvPr/>
          </p:nvSpPr>
          <p:spPr>
            <a:xfrm>
              <a:off x="10249697"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14" name="Freeform: Shape 1413">
              <a:extLst>
                <a:ext uri="{FF2B5EF4-FFF2-40B4-BE49-F238E27FC236}">
                  <a16:creationId xmlns:a16="http://schemas.microsoft.com/office/drawing/2014/main" id="{4654CC72-7D6F-3218-550C-7E0C152E0E6D}"/>
                </a:ext>
              </a:extLst>
            </p:cNvPr>
            <p:cNvSpPr/>
            <p:nvPr/>
          </p:nvSpPr>
          <p:spPr>
            <a:xfrm>
              <a:off x="10363952"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15" name="Freeform: Shape 1414">
              <a:extLst>
                <a:ext uri="{FF2B5EF4-FFF2-40B4-BE49-F238E27FC236}">
                  <a16:creationId xmlns:a16="http://schemas.microsoft.com/office/drawing/2014/main" id="{9DA62B7B-398F-2FB8-EBEE-402593060A07}"/>
                </a:ext>
              </a:extLst>
            </p:cNvPr>
            <p:cNvSpPr/>
            <p:nvPr/>
          </p:nvSpPr>
          <p:spPr>
            <a:xfrm>
              <a:off x="10478208" y="23262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16" name="Freeform: Shape 1415">
              <a:extLst>
                <a:ext uri="{FF2B5EF4-FFF2-40B4-BE49-F238E27FC236}">
                  <a16:creationId xmlns:a16="http://schemas.microsoft.com/office/drawing/2014/main" id="{06B66669-1C98-AA40-A373-E9DFD9552F66}"/>
                </a:ext>
              </a:extLst>
            </p:cNvPr>
            <p:cNvSpPr/>
            <p:nvPr/>
          </p:nvSpPr>
          <p:spPr>
            <a:xfrm>
              <a:off x="10592464"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17" name="Freeform: Shape 1416">
              <a:extLst>
                <a:ext uri="{FF2B5EF4-FFF2-40B4-BE49-F238E27FC236}">
                  <a16:creationId xmlns:a16="http://schemas.microsoft.com/office/drawing/2014/main" id="{92C8349C-ABBA-C508-F241-F8FE2279F8EE}"/>
                </a:ext>
              </a:extLst>
            </p:cNvPr>
            <p:cNvSpPr/>
            <p:nvPr/>
          </p:nvSpPr>
          <p:spPr>
            <a:xfrm>
              <a:off x="10706720"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18" name="Freeform: Shape 1417">
              <a:extLst>
                <a:ext uri="{FF2B5EF4-FFF2-40B4-BE49-F238E27FC236}">
                  <a16:creationId xmlns:a16="http://schemas.microsoft.com/office/drawing/2014/main" id="{BE5661C3-A146-32A5-986F-323E83FEC4F1}"/>
                </a:ext>
              </a:extLst>
            </p:cNvPr>
            <p:cNvSpPr/>
            <p:nvPr/>
          </p:nvSpPr>
          <p:spPr>
            <a:xfrm>
              <a:off x="10820976" y="232623"/>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19" name="Freeform: Shape 1418">
              <a:extLst>
                <a:ext uri="{FF2B5EF4-FFF2-40B4-BE49-F238E27FC236}">
                  <a16:creationId xmlns:a16="http://schemas.microsoft.com/office/drawing/2014/main" id="{509017D0-0A81-B956-0CB9-1168AD48DAD8}"/>
                </a:ext>
              </a:extLst>
            </p:cNvPr>
            <p:cNvSpPr/>
            <p:nvPr/>
          </p:nvSpPr>
          <p:spPr>
            <a:xfrm>
              <a:off x="10935231"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20" name="Freeform: Shape 1419">
              <a:extLst>
                <a:ext uri="{FF2B5EF4-FFF2-40B4-BE49-F238E27FC236}">
                  <a16:creationId xmlns:a16="http://schemas.microsoft.com/office/drawing/2014/main" id="{D44C9109-F4CD-1498-900B-A327A4DDBABF}"/>
                </a:ext>
              </a:extLst>
            </p:cNvPr>
            <p:cNvSpPr/>
            <p:nvPr/>
          </p:nvSpPr>
          <p:spPr>
            <a:xfrm>
              <a:off x="11049443"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21" name="Freeform: Shape 1420">
              <a:extLst>
                <a:ext uri="{FF2B5EF4-FFF2-40B4-BE49-F238E27FC236}">
                  <a16:creationId xmlns:a16="http://schemas.microsoft.com/office/drawing/2014/main" id="{A90E87BD-608B-1645-5C74-FCDD24B8CA42}"/>
                </a:ext>
              </a:extLst>
            </p:cNvPr>
            <p:cNvSpPr/>
            <p:nvPr/>
          </p:nvSpPr>
          <p:spPr>
            <a:xfrm>
              <a:off x="11163699" y="232623"/>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22" name="Freeform: Shape 1421">
              <a:extLst>
                <a:ext uri="{FF2B5EF4-FFF2-40B4-BE49-F238E27FC236}">
                  <a16:creationId xmlns:a16="http://schemas.microsoft.com/office/drawing/2014/main" id="{097F05E0-8960-6B20-63E1-C0B891CAB833}"/>
                </a:ext>
              </a:extLst>
            </p:cNvPr>
            <p:cNvSpPr/>
            <p:nvPr/>
          </p:nvSpPr>
          <p:spPr>
            <a:xfrm>
              <a:off x="11277955"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23" name="Freeform: Shape 1422">
              <a:extLst>
                <a:ext uri="{FF2B5EF4-FFF2-40B4-BE49-F238E27FC236}">
                  <a16:creationId xmlns:a16="http://schemas.microsoft.com/office/drawing/2014/main" id="{055FAB66-7DC6-A62C-BB62-EA6019455F68}"/>
                </a:ext>
              </a:extLst>
            </p:cNvPr>
            <p:cNvSpPr/>
            <p:nvPr/>
          </p:nvSpPr>
          <p:spPr>
            <a:xfrm>
              <a:off x="11392210"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24" name="Freeform: Shape 1423">
              <a:extLst>
                <a:ext uri="{FF2B5EF4-FFF2-40B4-BE49-F238E27FC236}">
                  <a16:creationId xmlns:a16="http://schemas.microsoft.com/office/drawing/2014/main" id="{B627771F-CB05-ECDE-28F3-32BA468506E9}"/>
                </a:ext>
              </a:extLst>
            </p:cNvPr>
            <p:cNvSpPr/>
            <p:nvPr/>
          </p:nvSpPr>
          <p:spPr>
            <a:xfrm>
              <a:off x="11506466" y="232623"/>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25" name="Freeform: Shape 1424">
              <a:extLst>
                <a:ext uri="{FF2B5EF4-FFF2-40B4-BE49-F238E27FC236}">
                  <a16:creationId xmlns:a16="http://schemas.microsoft.com/office/drawing/2014/main" id="{7B216A58-2AEE-E1DA-0277-9D8121D99A76}"/>
                </a:ext>
              </a:extLst>
            </p:cNvPr>
            <p:cNvSpPr/>
            <p:nvPr/>
          </p:nvSpPr>
          <p:spPr>
            <a:xfrm>
              <a:off x="11620722"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26" name="Freeform: Shape 1425">
              <a:extLst>
                <a:ext uri="{FF2B5EF4-FFF2-40B4-BE49-F238E27FC236}">
                  <a16:creationId xmlns:a16="http://schemas.microsoft.com/office/drawing/2014/main" id="{1C4D6B0F-4CA6-D485-F29A-F38001276444}"/>
                </a:ext>
              </a:extLst>
            </p:cNvPr>
            <p:cNvSpPr/>
            <p:nvPr/>
          </p:nvSpPr>
          <p:spPr>
            <a:xfrm>
              <a:off x="11734978"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27" name="Freeform: Shape 1426">
              <a:extLst>
                <a:ext uri="{FF2B5EF4-FFF2-40B4-BE49-F238E27FC236}">
                  <a16:creationId xmlns:a16="http://schemas.microsoft.com/office/drawing/2014/main" id="{709DB949-131C-AA81-7217-B01A1379C1C6}"/>
                </a:ext>
              </a:extLst>
            </p:cNvPr>
            <p:cNvSpPr/>
            <p:nvPr/>
          </p:nvSpPr>
          <p:spPr>
            <a:xfrm>
              <a:off x="11849233"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28" name="Freeform: Shape 1427">
              <a:extLst>
                <a:ext uri="{FF2B5EF4-FFF2-40B4-BE49-F238E27FC236}">
                  <a16:creationId xmlns:a16="http://schemas.microsoft.com/office/drawing/2014/main" id="{D9014002-4E31-3014-F76C-F3863A88A48C}"/>
                </a:ext>
              </a:extLst>
            </p:cNvPr>
            <p:cNvSpPr/>
            <p:nvPr/>
          </p:nvSpPr>
          <p:spPr>
            <a:xfrm>
              <a:off x="11963489"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29" name="Freeform: Shape 1428">
              <a:extLst>
                <a:ext uri="{FF2B5EF4-FFF2-40B4-BE49-F238E27FC236}">
                  <a16:creationId xmlns:a16="http://schemas.microsoft.com/office/drawing/2014/main" id="{88C29EF7-BC50-3266-58EC-2FF1379FDBCD}"/>
                </a:ext>
              </a:extLst>
            </p:cNvPr>
            <p:cNvSpPr/>
            <p:nvPr/>
          </p:nvSpPr>
          <p:spPr>
            <a:xfrm>
              <a:off x="12077745" y="232623"/>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30" name="Freeform: Shape 1429">
              <a:extLst>
                <a:ext uri="{FF2B5EF4-FFF2-40B4-BE49-F238E27FC236}">
                  <a16:creationId xmlns:a16="http://schemas.microsoft.com/office/drawing/2014/main" id="{25854F2F-789B-77EA-88EF-712EA64E6639}"/>
                </a:ext>
              </a:extLst>
            </p:cNvPr>
            <p:cNvSpPr/>
            <p:nvPr/>
          </p:nvSpPr>
          <p:spPr>
            <a:xfrm>
              <a:off x="7279135" y="34687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31" name="Freeform: Shape 1430">
              <a:extLst>
                <a:ext uri="{FF2B5EF4-FFF2-40B4-BE49-F238E27FC236}">
                  <a16:creationId xmlns:a16="http://schemas.microsoft.com/office/drawing/2014/main" id="{13D60649-56D9-78DB-B9C3-55A90DDBCE55}"/>
                </a:ext>
              </a:extLst>
            </p:cNvPr>
            <p:cNvSpPr/>
            <p:nvPr/>
          </p:nvSpPr>
          <p:spPr>
            <a:xfrm>
              <a:off x="7393391"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32" name="Freeform: Shape 1431">
              <a:extLst>
                <a:ext uri="{FF2B5EF4-FFF2-40B4-BE49-F238E27FC236}">
                  <a16:creationId xmlns:a16="http://schemas.microsoft.com/office/drawing/2014/main" id="{13E877FB-E96C-B3A9-A860-5723D7D8F9BF}"/>
                </a:ext>
              </a:extLst>
            </p:cNvPr>
            <p:cNvSpPr/>
            <p:nvPr/>
          </p:nvSpPr>
          <p:spPr>
            <a:xfrm>
              <a:off x="7507646"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33" name="Freeform: Shape 1432">
              <a:extLst>
                <a:ext uri="{FF2B5EF4-FFF2-40B4-BE49-F238E27FC236}">
                  <a16:creationId xmlns:a16="http://schemas.microsoft.com/office/drawing/2014/main" id="{EC034421-1235-8662-32BB-49FCF4126C81}"/>
                </a:ext>
              </a:extLst>
            </p:cNvPr>
            <p:cNvSpPr/>
            <p:nvPr/>
          </p:nvSpPr>
          <p:spPr>
            <a:xfrm>
              <a:off x="7621902"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34" name="Freeform: Shape 1433">
              <a:extLst>
                <a:ext uri="{FF2B5EF4-FFF2-40B4-BE49-F238E27FC236}">
                  <a16:creationId xmlns:a16="http://schemas.microsoft.com/office/drawing/2014/main" id="{CE3A1FA6-EE62-09A5-F109-BF277551F7D1}"/>
                </a:ext>
              </a:extLst>
            </p:cNvPr>
            <p:cNvSpPr/>
            <p:nvPr/>
          </p:nvSpPr>
          <p:spPr>
            <a:xfrm>
              <a:off x="7736158" y="34687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35" name="Freeform: Shape 1434">
              <a:extLst>
                <a:ext uri="{FF2B5EF4-FFF2-40B4-BE49-F238E27FC236}">
                  <a16:creationId xmlns:a16="http://schemas.microsoft.com/office/drawing/2014/main" id="{D35FE63F-8FB7-2EC9-33E9-08364DFDDEF7}"/>
                </a:ext>
              </a:extLst>
            </p:cNvPr>
            <p:cNvSpPr/>
            <p:nvPr/>
          </p:nvSpPr>
          <p:spPr>
            <a:xfrm>
              <a:off x="7850414"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36" name="Freeform: Shape 1435">
              <a:extLst>
                <a:ext uri="{FF2B5EF4-FFF2-40B4-BE49-F238E27FC236}">
                  <a16:creationId xmlns:a16="http://schemas.microsoft.com/office/drawing/2014/main" id="{4A6669BA-6BC6-44FB-C4DD-4383B42D137A}"/>
                </a:ext>
              </a:extLst>
            </p:cNvPr>
            <p:cNvSpPr/>
            <p:nvPr/>
          </p:nvSpPr>
          <p:spPr>
            <a:xfrm>
              <a:off x="7964669"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37" name="Freeform: Shape 1436">
              <a:extLst>
                <a:ext uri="{FF2B5EF4-FFF2-40B4-BE49-F238E27FC236}">
                  <a16:creationId xmlns:a16="http://schemas.microsoft.com/office/drawing/2014/main" id="{0643BDC6-41ED-66E7-E028-2A4FF2848B5A}"/>
                </a:ext>
              </a:extLst>
            </p:cNvPr>
            <p:cNvSpPr/>
            <p:nvPr/>
          </p:nvSpPr>
          <p:spPr>
            <a:xfrm>
              <a:off x="8078925" y="34687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38" name="Freeform: Shape 1437">
              <a:extLst>
                <a:ext uri="{FF2B5EF4-FFF2-40B4-BE49-F238E27FC236}">
                  <a16:creationId xmlns:a16="http://schemas.microsoft.com/office/drawing/2014/main" id="{B22B981A-63E1-6AC5-39A9-B60340CAE3D6}"/>
                </a:ext>
              </a:extLst>
            </p:cNvPr>
            <p:cNvSpPr/>
            <p:nvPr/>
          </p:nvSpPr>
          <p:spPr>
            <a:xfrm>
              <a:off x="8193181"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39" name="Freeform: Shape 1438">
              <a:extLst>
                <a:ext uri="{FF2B5EF4-FFF2-40B4-BE49-F238E27FC236}">
                  <a16:creationId xmlns:a16="http://schemas.microsoft.com/office/drawing/2014/main" id="{CFF43C31-F820-4A09-AE90-7DF0999FF42C}"/>
                </a:ext>
              </a:extLst>
            </p:cNvPr>
            <p:cNvSpPr/>
            <p:nvPr/>
          </p:nvSpPr>
          <p:spPr>
            <a:xfrm>
              <a:off x="8307437"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40" name="Freeform: Shape 1439">
              <a:extLst>
                <a:ext uri="{FF2B5EF4-FFF2-40B4-BE49-F238E27FC236}">
                  <a16:creationId xmlns:a16="http://schemas.microsoft.com/office/drawing/2014/main" id="{4D634B85-943B-3F5C-F35D-E2DFA30FAED6}"/>
                </a:ext>
              </a:extLst>
            </p:cNvPr>
            <p:cNvSpPr/>
            <p:nvPr/>
          </p:nvSpPr>
          <p:spPr>
            <a:xfrm>
              <a:off x="8421648"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41" name="Freeform: Shape 1440">
              <a:extLst>
                <a:ext uri="{FF2B5EF4-FFF2-40B4-BE49-F238E27FC236}">
                  <a16:creationId xmlns:a16="http://schemas.microsoft.com/office/drawing/2014/main" id="{2306EDB5-2E67-1AC2-ACC6-F99E853DB058}"/>
                </a:ext>
              </a:extLst>
            </p:cNvPr>
            <p:cNvSpPr/>
            <p:nvPr/>
          </p:nvSpPr>
          <p:spPr>
            <a:xfrm>
              <a:off x="8535904"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42" name="Freeform: Shape 1441">
              <a:extLst>
                <a:ext uri="{FF2B5EF4-FFF2-40B4-BE49-F238E27FC236}">
                  <a16:creationId xmlns:a16="http://schemas.microsoft.com/office/drawing/2014/main" id="{4708765D-A249-CC1F-6CC7-E5F52D8E2B21}"/>
                </a:ext>
              </a:extLst>
            </p:cNvPr>
            <p:cNvSpPr/>
            <p:nvPr/>
          </p:nvSpPr>
          <p:spPr>
            <a:xfrm>
              <a:off x="8650160"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43" name="Freeform: Shape 1442">
              <a:extLst>
                <a:ext uri="{FF2B5EF4-FFF2-40B4-BE49-F238E27FC236}">
                  <a16:creationId xmlns:a16="http://schemas.microsoft.com/office/drawing/2014/main" id="{629C8760-8EC8-6C29-67A0-BA10BA66BC36}"/>
                </a:ext>
              </a:extLst>
            </p:cNvPr>
            <p:cNvSpPr/>
            <p:nvPr/>
          </p:nvSpPr>
          <p:spPr>
            <a:xfrm>
              <a:off x="8764416"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44" name="Freeform: Shape 1443">
              <a:extLst>
                <a:ext uri="{FF2B5EF4-FFF2-40B4-BE49-F238E27FC236}">
                  <a16:creationId xmlns:a16="http://schemas.microsoft.com/office/drawing/2014/main" id="{7C29676F-421B-8C0D-702D-CC0468CD68EE}"/>
                </a:ext>
              </a:extLst>
            </p:cNvPr>
            <p:cNvSpPr/>
            <p:nvPr/>
          </p:nvSpPr>
          <p:spPr>
            <a:xfrm>
              <a:off x="8878671" y="34687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45" name="Freeform: Shape 1444">
              <a:extLst>
                <a:ext uri="{FF2B5EF4-FFF2-40B4-BE49-F238E27FC236}">
                  <a16:creationId xmlns:a16="http://schemas.microsoft.com/office/drawing/2014/main" id="{3F31AD8C-FA2C-8CD2-C913-B9AA9430D84C}"/>
                </a:ext>
              </a:extLst>
            </p:cNvPr>
            <p:cNvSpPr/>
            <p:nvPr/>
          </p:nvSpPr>
          <p:spPr>
            <a:xfrm>
              <a:off x="8992927"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46" name="Freeform: Shape 1445">
              <a:extLst>
                <a:ext uri="{FF2B5EF4-FFF2-40B4-BE49-F238E27FC236}">
                  <a16:creationId xmlns:a16="http://schemas.microsoft.com/office/drawing/2014/main" id="{DA83FE37-33D3-9CF1-C503-03ECD8249552}"/>
                </a:ext>
              </a:extLst>
            </p:cNvPr>
            <p:cNvSpPr/>
            <p:nvPr/>
          </p:nvSpPr>
          <p:spPr>
            <a:xfrm>
              <a:off x="9107183"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47" name="Freeform: Shape 1446">
              <a:extLst>
                <a:ext uri="{FF2B5EF4-FFF2-40B4-BE49-F238E27FC236}">
                  <a16:creationId xmlns:a16="http://schemas.microsoft.com/office/drawing/2014/main" id="{D1E2B2F0-7906-CFA7-3813-297A60EC37BA}"/>
                </a:ext>
              </a:extLst>
            </p:cNvPr>
            <p:cNvSpPr/>
            <p:nvPr/>
          </p:nvSpPr>
          <p:spPr>
            <a:xfrm>
              <a:off x="9221439"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48" name="Freeform: Shape 1447">
              <a:extLst>
                <a:ext uri="{FF2B5EF4-FFF2-40B4-BE49-F238E27FC236}">
                  <a16:creationId xmlns:a16="http://schemas.microsoft.com/office/drawing/2014/main" id="{90D6C28E-4A30-9F98-4CFE-B42E34A9EE3B}"/>
                </a:ext>
              </a:extLst>
            </p:cNvPr>
            <p:cNvSpPr/>
            <p:nvPr/>
          </p:nvSpPr>
          <p:spPr>
            <a:xfrm>
              <a:off x="9335695" y="34687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49" name="Freeform: Shape 1448">
              <a:extLst>
                <a:ext uri="{FF2B5EF4-FFF2-40B4-BE49-F238E27FC236}">
                  <a16:creationId xmlns:a16="http://schemas.microsoft.com/office/drawing/2014/main" id="{022D3C4E-8C47-7BA1-81CD-BDCE6D4D838D}"/>
                </a:ext>
              </a:extLst>
            </p:cNvPr>
            <p:cNvSpPr/>
            <p:nvPr/>
          </p:nvSpPr>
          <p:spPr>
            <a:xfrm>
              <a:off x="9449950"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50" name="Freeform: Shape 1449">
              <a:extLst>
                <a:ext uri="{FF2B5EF4-FFF2-40B4-BE49-F238E27FC236}">
                  <a16:creationId xmlns:a16="http://schemas.microsoft.com/office/drawing/2014/main" id="{6E936624-06C1-4034-315F-CFEF70B75047}"/>
                </a:ext>
              </a:extLst>
            </p:cNvPr>
            <p:cNvSpPr/>
            <p:nvPr/>
          </p:nvSpPr>
          <p:spPr>
            <a:xfrm>
              <a:off x="9564206"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51" name="Freeform: Shape 1450">
              <a:extLst>
                <a:ext uri="{FF2B5EF4-FFF2-40B4-BE49-F238E27FC236}">
                  <a16:creationId xmlns:a16="http://schemas.microsoft.com/office/drawing/2014/main" id="{1DE86992-F208-A6B0-F139-F6F573FC331E}"/>
                </a:ext>
              </a:extLst>
            </p:cNvPr>
            <p:cNvSpPr/>
            <p:nvPr/>
          </p:nvSpPr>
          <p:spPr>
            <a:xfrm>
              <a:off x="9678418" y="34687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52" name="Freeform: Shape 1451">
              <a:extLst>
                <a:ext uri="{FF2B5EF4-FFF2-40B4-BE49-F238E27FC236}">
                  <a16:creationId xmlns:a16="http://schemas.microsoft.com/office/drawing/2014/main" id="{DCA8C014-B713-3F05-DBF7-7495F94D8187}"/>
                </a:ext>
              </a:extLst>
            </p:cNvPr>
            <p:cNvSpPr/>
            <p:nvPr/>
          </p:nvSpPr>
          <p:spPr>
            <a:xfrm>
              <a:off x="9792674"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53" name="Freeform: Shape 1452">
              <a:extLst>
                <a:ext uri="{FF2B5EF4-FFF2-40B4-BE49-F238E27FC236}">
                  <a16:creationId xmlns:a16="http://schemas.microsoft.com/office/drawing/2014/main" id="{775E1C34-3F79-1619-2C3C-6154BA853EB7}"/>
                </a:ext>
              </a:extLst>
            </p:cNvPr>
            <p:cNvSpPr/>
            <p:nvPr/>
          </p:nvSpPr>
          <p:spPr>
            <a:xfrm>
              <a:off x="9906929"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54" name="Freeform: Shape 1453">
              <a:extLst>
                <a:ext uri="{FF2B5EF4-FFF2-40B4-BE49-F238E27FC236}">
                  <a16:creationId xmlns:a16="http://schemas.microsoft.com/office/drawing/2014/main" id="{AF489234-0427-F4FA-B430-4CDC571374CD}"/>
                </a:ext>
              </a:extLst>
            </p:cNvPr>
            <p:cNvSpPr/>
            <p:nvPr/>
          </p:nvSpPr>
          <p:spPr>
            <a:xfrm>
              <a:off x="10021185"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55" name="Freeform: Shape 1454">
              <a:extLst>
                <a:ext uri="{FF2B5EF4-FFF2-40B4-BE49-F238E27FC236}">
                  <a16:creationId xmlns:a16="http://schemas.microsoft.com/office/drawing/2014/main" id="{55AC7ADE-1943-11E0-6106-C297C419E8FF}"/>
                </a:ext>
              </a:extLst>
            </p:cNvPr>
            <p:cNvSpPr/>
            <p:nvPr/>
          </p:nvSpPr>
          <p:spPr>
            <a:xfrm>
              <a:off x="10135441"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56" name="Freeform: Shape 1455">
              <a:extLst>
                <a:ext uri="{FF2B5EF4-FFF2-40B4-BE49-F238E27FC236}">
                  <a16:creationId xmlns:a16="http://schemas.microsoft.com/office/drawing/2014/main" id="{1E8BADEE-23D1-E73D-F83D-F7DF6385268D}"/>
                </a:ext>
              </a:extLst>
            </p:cNvPr>
            <p:cNvSpPr/>
            <p:nvPr/>
          </p:nvSpPr>
          <p:spPr>
            <a:xfrm>
              <a:off x="10249697"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57" name="Freeform: Shape 1456">
              <a:extLst>
                <a:ext uri="{FF2B5EF4-FFF2-40B4-BE49-F238E27FC236}">
                  <a16:creationId xmlns:a16="http://schemas.microsoft.com/office/drawing/2014/main" id="{FD26D2C9-10C9-C1E9-EEC7-89DFE896607D}"/>
                </a:ext>
              </a:extLst>
            </p:cNvPr>
            <p:cNvSpPr/>
            <p:nvPr/>
          </p:nvSpPr>
          <p:spPr>
            <a:xfrm>
              <a:off x="10363952"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58" name="Freeform: Shape 1457">
              <a:extLst>
                <a:ext uri="{FF2B5EF4-FFF2-40B4-BE49-F238E27FC236}">
                  <a16:creationId xmlns:a16="http://schemas.microsoft.com/office/drawing/2014/main" id="{FE212B49-0F25-5C8B-060D-65D6E7F09289}"/>
                </a:ext>
              </a:extLst>
            </p:cNvPr>
            <p:cNvSpPr/>
            <p:nvPr/>
          </p:nvSpPr>
          <p:spPr>
            <a:xfrm>
              <a:off x="10478208" y="34687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59" name="Freeform: Shape 1458">
              <a:extLst>
                <a:ext uri="{FF2B5EF4-FFF2-40B4-BE49-F238E27FC236}">
                  <a16:creationId xmlns:a16="http://schemas.microsoft.com/office/drawing/2014/main" id="{8EDB370A-FB91-668E-B2CB-B9F6E5B8CDB9}"/>
                </a:ext>
              </a:extLst>
            </p:cNvPr>
            <p:cNvSpPr/>
            <p:nvPr/>
          </p:nvSpPr>
          <p:spPr>
            <a:xfrm>
              <a:off x="10592464"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60" name="Freeform: Shape 1459">
              <a:extLst>
                <a:ext uri="{FF2B5EF4-FFF2-40B4-BE49-F238E27FC236}">
                  <a16:creationId xmlns:a16="http://schemas.microsoft.com/office/drawing/2014/main" id="{A16B3C51-8A86-E37B-E6BE-86B5197FC095}"/>
                </a:ext>
              </a:extLst>
            </p:cNvPr>
            <p:cNvSpPr/>
            <p:nvPr/>
          </p:nvSpPr>
          <p:spPr>
            <a:xfrm>
              <a:off x="10706720"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61" name="Freeform: Shape 1460">
              <a:extLst>
                <a:ext uri="{FF2B5EF4-FFF2-40B4-BE49-F238E27FC236}">
                  <a16:creationId xmlns:a16="http://schemas.microsoft.com/office/drawing/2014/main" id="{8ECE483C-3646-6B2B-B958-502651D33FEE}"/>
                </a:ext>
              </a:extLst>
            </p:cNvPr>
            <p:cNvSpPr/>
            <p:nvPr/>
          </p:nvSpPr>
          <p:spPr>
            <a:xfrm>
              <a:off x="10820976" y="346879"/>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62" name="Freeform: Shape 1461">
              <a:extLst>
                <a:ext uri="{FF2B5EF4-FFF2-40B4-BE49-F238E27FC236}">
                  <a16:creationId xmlns:a16="http://schemas.microsoft.com/office/drawing/2014/main" id="{BCE82A63-976E-E23D-25AF-CA91F2B619C4}"/>
                </a:ext>
              </a:extLst>
            </p:cNvPr>
            <p:cNvSpPr/>
            <p:nvPr/>
          </p:nvSpPr>
          <p:spPr>
            <a:xfrm>
              <a:off x="10935231"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63" name="Freeform: Shape 1462">
              <a:extLst>
                <a:ext uri="{FF2B5EF4-FFF2-40B4-BE49-F238E27FC236}">
                  <a16:creationId xmlns:a16="http://schemas.microsoft.com/office/drawing/2014/main" id="{20BDA639-743C-157D-02A8-D8226E743609}"/>
                </a:ext>
              </a:extLst>
            </p:cNvPr>
            <p:cNvSpPr/>
            <p:nvPr/>
          </p:nvSpPr>
          <p:spPr>
            <a:xfrm>
              <a:off x="11049443"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64" name="Freeform: Shape 1463">
              <a:extLst>
                <a:ext uri="{FF2B5EF4-FFF2-40B4-BE49-F238E27FC236}">
                  <a16:creationId xmlns:a16="http://schemas.microsoft.com/office/drawing/2014/main" id="{1634D325-243E-9279-3B29-3E09932FB43B}"/>
                </a:ext>
              </a:extLst>
            </p:cNvPr>
            <p:cNvSpPr/>
            <p:nvPr/>
          </p:nvSpPr>
          <p:spPr>
            <a:xfrm>
              <a:off x="11163699" y="346879"/>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65" name="Freeform: Shape 1464">
              <a:extLst>
                <a:ext uri="{FF2B5EF4-FFF2-40B4-BE49-F238E27FC236}">
                  <a16:creationId xmlns:a16="http://schemas.microsoft.com/office/drawing/2014/main" id="{EFC877C9-754D-A748-A626-1BD5DA324877}"/>
                </a:ext>
              </a:extLst>
            </p:cNvPr>
            <p:cNvSpPr/>
            <p:nvPr/>
          </p:nvSpPr>
          <p:spPr>
            <a:xfrm>
              <a:off x="11277955"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66" name="Freeform: Shape 1465">
              <a:extLst>
                <a:ext uri="{FF2B5EF4-FFF2-40B4-BE49-F238E27FC236}">
                  <a16:creationId xmlns:a16="http://schemas.microsoft.com/office/drawing/2014/main" id="{2E0BA88A-1668-4C8D-D27B-034CA2477F1A}"/>
                </a:ext>
              </a:extLst>
            </p:cNvPr>
            <p:cNvSpPr/>
            <p:nvPr/>
          </p:nvSpPr>
          <p:spPr>
            <a:xfrm>
              <a:off x="11392210"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67" name="Freeform: Shape 1466">
              <a:extLst>
                <a:ext uri="{FF2B5EF4-FFF2-40B4-BE49-F238E27FC236}">
                  <a16:creationId xmlns:a16="http://schemas.microsoft.com/office/drawing/2014/main" id="{06F013C9-A8EC-979D-3D69-951B7C387973}"/>
                </a:ext>
              </a:extLst>
            </p:cNvPr>
            <p:cNvSpPr/>
            <p:nvPr/>
          </p:nvSpPr>
          <p:spPr>
            <a:xfrm>
              <a:off x="11506466" y="346879"/>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68" name="Freeform: Shape 1467">
              <a:extLst>
                <a:ext uri="{FF2B5EF4-FFF2-40B4-BE49-F238E27FC236}">
                  <a16:creationId xmlns:a16="http://schemas.microsoft.com/office/drawing/2014/main" id="{7F035A1D-554A-8060-FE34-82B9863F362F}"/>
                </a:ext>
              </a:extLst>
            </p:cNvPr>
            <p:cNvSpPr/>
            <p:nvPr/>
          </p:nvSpPr>
          <p:spPr>
            <a:xfrm>
              <a:off x="11620722"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69" name="Freeform: Shape 1468">
              <a:extLst>
                <a:ext uri="{FF2B5EF4-FFF2-40B4-BE49-F238E27FC236}">
                  <a16:creationId xmlns:a16="http://schemas.microsoft.com/office/drawing/2014/main" id="{9105A15F-B493-C656-DCB7-61213D1C9F6D}"/>
                </a:ext>
              </a:extLst>
            </p:cNvPr>
            <p:cNvSpPr/>
            <p:nvPr/>
          </p:nvSpPr>
          <p:spPr>
            <a:xfrm>
              <a:off x="11734978"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70" name="Freeform: Shape 1469">
              <a:extLst>
                <a:ext uri="{FF2B5EF4-FFF2-40B4-BE49-F238E27FC236}">
                  <a16:creationId xmlns:a16="http://schemas.microsoft.com/office/drawing/2014/main" id="{0FB9AE31-EBCF-1FD8-9A9C-3331DBF07E2D}"/>
                </a:ext>
              </a:extLst>
            </p:cNvPr>
            <p:cNvSpPr/>
            <p:nvPr/>
          </p:nvSpPr>
          <p:spPr>
            <a:xfrm>
              <a:off x="11849233"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71" name="Freeform: Shape 1470">
              <a:extLst>
                <a:ext uri="{FF2B5EF4-FFF2-40B4-BE49-F238E27FC236}">
                  <a16:creationId xmlns:a16="http://schemas.microsoft.com/office/drawing/2014/main" id="{DCD40D53-041E-F23E-A96E-E4F4EAF7902B}"/>
                </a:ext>
              </a:extLst>
            </p:cNvPr>
            <p:cNvSpPr/>
            <p:nvPr/>
          </p:nvSpPr>
          <p:spPr>
            <a:xfrm>
              <a:off x="11963489"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72" name="Freeform: Shape 1471">
              <a:extLst>
                <a:ext uri="{FF2B5EF4-FFF2-40B4-BE49-F238E27FC236}">
                  <a16:creationId xmlns:a16="http://schemas.microsoft.com/office/drawing/2014/main" id="{01AE3E71-BA14-A7D4-2D06-55E7F41523E8}"/>
                </a:ext>
              </a:extLst>
            </p:cNvPr>
            <p:cNvSpPr/>
            <p:nvPr/>
          </p:nvSpPr>
          <p:spPr>
            <a:xfrm>
              <a:off x="12077745" y="346879"/>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73" name="Freeform: Shape 1472">
              <a:extLst>
                <a:ext uri="{FF2B5EF4-FFF2-40B4-BE49-F238E27FC236}">
                  <a16:creationId xmlns:a16="http://schemas.microsoft.com/office/drawing/2014/main" id="{B362BF6F-CBFD-C2EF-B26E-A5E642CE3B37}"/>
                </a:ext>
              </a:extLst>
            </p:cNvPr>
            <p:cNvSpPr/>
            <p:nvPr/>
          </p:nvSpPr>
          <p:spPr>
            <a:xfrm>
              <a:off x="7279135" y="46113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74" name="Freeform: Shape 1473">
              <a:extLst>
                <a:ext uri="{FF2B5EF4-FFF2-40B4-BE49-F238E27FC236}">
                  <a16:creationId xmlns:a16="http://schemas.microsoft.com/office/drawing/2014/main" id="{16432E80-48AE-C65B-E3AB-EFAA018590E4}"/>
                </a:ext>
              </a:extLst>
            </p:cNvPr>
            <p:cNvSpPr/>
            <p:nvPr/>
          </p:nvSpPr>
          <p:spPr>
            <a:xfrm>
              <a:off x="7393391"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75" name="Freeform: Shape 1474">
              <a:extLst>
                <a:ext uri="{FF2B5EF4-FFF2-40B4-BE49-F238E27FC236}">
                  <a16:creationId xmlns:a16="http://schemas.microsoft.com/office/drawing/2014/main" id="{E25509AA-719D-C899-3DC5-A5A909756C6B}"/>
                </a:ext>
              </a:extLst>
            </p:cNvPr>
            <p:cNvSpPr/>
            <p:nvPr/>
          </p:nvSpPr>
          <p:spPr>
            <a:xfrm>
              <a:off x="7507646"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76" name="Freeform: Shape 1475">
              <a:extLst>
                <a:ext uri="{FF2B5EF4-FFF2-40B4-BE49-F238E27FC236}">
                  <a16:creationId xmlns:a16="http://schemas.microsoft.com/office/drawing/2014/main" id="{6E2CB739-0302-0AB7-3610-5413AAD8207C}"/>
                </a:ext>
              </a:extLst>
            </p:cNvPr>
            <p:cNvSpPr/>
            <p:nvPr/>
          </p:nvSpPr>
          <p:spPr>
            <a:xfrm>
              <a:off x="7621902"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77" name="Freeform: Shape 1476">
              <a:extLst>
                <a:ext uri="{FF2B5EF4-FFF2-40B4-BE49-F238E27FC236}">
                  <a16:creationId xmlns:a16="http://schemas.microsoft.com/office/drawing/2014/main" id="{DED2FE35-11C2-62DA-D47D-2EB3AFD08B88}"/>
                </a:ext>
              </a:extLst>
            </p:cNvPr>
            <p:cNvSpPr/>
            <p:nvPr/>
          </p:nvSpPr>
          <p:spPr>
            <a:xfrm>
              <a:off x="7736158" y="46113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78" name="Freeform: Shape 1477">
              <a:extLst>
                <a:ext uri="{FF2B5EF4-FFF2-40B4-BE49-F238E27FC236}">
                  <a16:creationId xmlns:a16="http://schemas.microsoft.com/office/drawing/2014/main" id="{6501A3D3-9BE3-1A7D-5DB5-9D341B6BECC6}"/>
                </a:ext>
              </a:extLst>
            </p:cNvPr>
            <p:cNvSpPr/>
            <p:nvPr/>
          </p:nvSpPr>
          <p:spPr>
            <a:xfrm>
              <a:off x="7850414"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79" name="Freeform: Shape 1478">
              <a:extLst>
                <a:ext uri="{FF2B5EF4-FFF2-40B4-BE49-F238E27FC236}">
                  <a16:creationId xmlns:a16="http://schemas.microsoft.com/office/drawing/2014/main" id="{19124D8E-944C-CCB8-EE3C-0BCA91132746}"/>
                </a:ext>
              </a:extLst>
            </p:cNvPr>
            <p:cNvSpPr/>
            <p:nvPr/>
          </p:nvSpPr>
          <p:spPr>
            <a:xfrm>
              <a:off x="7964669"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80" name="Freeform: Shape 1479">
              <a:extLst>
                <a:ext uri="{FF2B5EF4-FFF2-40B4-BE49-F238E27FC236}">
                  <a16:creationId xmlns:a16="http://schemas.microsoft.com/office/drawing/2014/main" id="{BDA29983-F99F-F334-B8BF-8B570ABBC267}"/>
                </a:ext>
              </a:extLst>
            </p:cNvPr>
            <p:cNvSpPr/>
            <p:nvPr/>
          </p:nvSpPr>
          <p:spPr>
            <a:xfrm>
              <a:off x="8078925" y="46113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81" name="Freeform: Shape 1480">
              <a:extLst>
                <a:ext uri="{FF2B5EF4-FFF2-40B4-BE49-F238E27FC236}">
                  <a16:creationId xmlns:a16="http://schemas.microsoft.com/office/drawing/2014/main" id="{51FEEF43-E99D-49E4-BA4A-E6D6B4D71A55}"/>
                </a:ext>
              </a:extLst>
            </p:cNvPr>
            <p:cNvSpPr/>
            <p:nvPr/>
          </p:nvSpPr>
          <p:spPr>
            <a:xfrm>
              <a:off x="8193181"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82" name="Freeform: Shape 1481">
              <a:extLst>
                <a:ext uri="{FF2B5EF4-FFF2-40B4-BE49-F238E27FC236}">
                  <a16:creationId xmlns:a16="http://schemas.microsoft.com/office/drawing/2014/main" id="{DD1784D9-C730-24D7-4BCF-07107D527A6A}"/>
                </a:ext>
              </a:extLst>
            </p:cNvPr>
            <p:cNvSpPr/>
            <p:nvPr/>
          </p:nvSpPr>
          <p:spPr>
            <a:xfrm>
              <a:off x="8307437"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83" name="Freeform: Shape 1482">
              <a:extLst>
                <a:ext uri="{FF2B5EF4-FFF2-40B4-BE49-F238E27FC236}">
                  <a16:creationId xmlns:a16="http://schemas.microsoft.com/office/drawing/2014/main" id="{6BF7335D-9D70-A90C-CF25-C7EBEA140A4B}"/>
                </a:ext>
              </a:extLst>
            </p:cNvPr>
            <p:cNvSpPr/>
            <p:nvPr/>
          </p:nvSpPr>
          <p:spPr>
            <a:xfrm>
              <a:off x="8421648"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84" name="Freeform: Shape 1483">
              <a:extLst>
                <a:ext uri="{FF2B5EF4-FFF2-40B4-BE49-F238E27FC236}">
                  <a16:creationId xmlns:a16="http://schemas.microsoft.com/office/drawing/2014/main" id="{73ADCDCB-3D2A-352D-0E3C-1AF42B018220}"/>
                </a:ext>
              </a:extLst>
            </p:cNvPr>
            <p:cNvSpPr/>
            <p:nvPr/>
          </p:nvSpPr>
          <p:spPr>
            <a:xfrm>
              <a:off x="8535904"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85" name="Freeform: Shape 1484">
              <a:extLst>
                <a:ext uri="{FF2B5EF4-FFF2-40B4-BE49-F238E27FC236}">
                  <a16:creationId xmlns:a16="http://schemas.microsoft.com/office/drawing/2014/main" id="{BE3CF8B6-72B3-6585-F44E-6DEEC7BF0EB1}"/>
                </a:ext>
              </a:extLst>
            </p:cNvPr>
            <p:cNvSpPr/>
            <p:nvPr/>
          </p:nvSpPr>
          <p:spPr>
            <a:xfrm>
              <a:off x="8650160"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86" name="Freeform: Shape 1485">
              <a:extLst>
                <a:ext uri="{FF2B5EF4-FFF2-40B4-BE49-F238E27FC236}">
                  <a16:creationId xmlns:a16="http://schemas.microsoft.com/office/drawing/2014/main" id="{40A76FD3-20EC-E5C2-3B2B-624AA2F6C60F}"/>
                </a:ext>
              </a:extLst>
            </p:cNvPr>
            <p:cNvSpPr/>
            <p:nvPr/>
          </p:nvSpPr>
          <p:spPr>
            <a:xfrm>
              <a:off x="8764416"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87" name="Freeform: Shape 1486">
              <a:extLst>
                <a:ext uri="{FF2B5EF4-FFF2-40B4-BE49-F238E27FC236}">
                  <a16:creationId xmlns:a16="http://schemas.microsoft.com/office/drawing/2014/main" id="{51D99685-EAA7-1822-B290-1FC341A5AAC0}"/>
                </a:ext>
              </a:extLst>
            </p:cNvPr>
            <p:cNvSpPr/>
            <p:nvPr/>
          </p:nvSpPr>
          <p:spPr>
            <a:xfrm>
              <a:off x="8878671" y="46113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88" name="Freeform: Shape 1487">
              <a:extLst>
                <a:ext uri="{FF2B5EF4-FFF2-40B4-BE49-F238E27FC236}">
                  <a16:creationId xmlns:a16="http://schemas.microsoft.com/office/drawing/2014/main" id="{6B890093-C533-82F4-116A-B2E04EA3CA74}"/>
                </a:ext>
              </a:extLst>
            </p:cNvPr>
            <p:cNvSpPr/>
            <p:nvPr/>
          </p:nvSpPr>
          <p:spPr>
            <a:xfrm>
              <a:off x="8992927"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89" name="Freeform: Shape 1488">
              <a:extLst>
                <a:ext uri="{FF2B5EF4-FFF2-40B4-BE49-F238E27FC236}">
                  <a16:creationId xmlns:a16="http://schemas.microsoft.com/office/drawing/2014/main" id="{7F2964FD-4D07-0BF9-A731-B156BECC215F}"/>
                </a:ext>
              </a:extLst>
            </p:cNvPr>
            <p:cNvSpPr/>
            <p:nvPr/>
          </p:nvSpPr>
          <p:spPr>
            <a:xfrm>
              <a:off x="9107183"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90" name="Freeform: Shape 1489">
              <a:extLst>
                <a:ext uri="{FF2B5EF4-FFF2-40B4-BE49-F238E27FC236}">
                  <a16:creationId xmlns:a16="http://schemas.microsoft.com/office/drawing/2014/main" id="{1EFB8E2E-9AB5-328F-9184-F21C0D7F0D02}"/>
                </a:ext>
              </a:extLst>
            </p:cNvPr>
            <p:cNvSpPr/>
            <p:nvPr/>
          </p:nvSpPr>
          <p:spPr>
            <a:xfrm>
              <a:off x="9221439"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91" name="Freeform: Shape 1490">
              <a:extLst>
                <a:ext uri="{FF2B5EF4-FFF2-40B4-BE49-F238E27FC236}">
                  <a16:creationId xmlns:a16="http://schemas.microsoft.com/office/drawing/2014/main" id="{08C5442D-F93D-AC56-68BD-EF65D4ED27A9}"/>
                </a:ext>
              </a:extLst>
            </p:cNvPr>
            <p:cNvSpPr/>
            <p:nvPr/>
          </p:nvSpPr>
          <p:spPr>
            <a:xfrm>
              <a:off x="9335695" y="46113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92" name="Freeform: Shape 1491">
              <a:extLst>
                <a:ext uri="{FF2B5EF4-FFF2-40B4-BE49-F238E27FC236}">
                  <a16:creationId xmlns:a16="http://schemas.microsoft.com/office/drawing/2014/main" id="{41EEE114-62FC-FA8A-6922-C827B1707999}"/>
                </a:ext>
              </a:extLst>
            </p:cNvPr>
            <p:cNvSpPr/>
            <p:nvPr/>
          </p:nvSpPr>
          <p:spPr>
            <a:xfrm>
              <a:off x="9449950"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93" name="Freeform: Shape 1492">
              <a:extLst>
                <a:ext uri="{FF2B5EF4-FFF2-40B4-BE49-F238E27FC236}">
                  <a16:creationId xmlns:a16="http://schemas.microsoft.com/office/drawing/2014/main" id="{E6489C6B-8F4D-D21C-1D01-00D91917B426}"/>
                </a:ext>
              </a:extLst>
            </p:cNvPr>
            <p:cNvSpPr/>
            <p:nvPr/>
          </p:nvSpPr>
          <p:spPr>
            <a:xfrm>
              <a:off x="9564206"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94" name="Freeform: Shape 1493">
              <a:extLst>
                <a:ext uri="{FF2B5EF4-FFF2-40B4-BE49-F238E27FC236}">
                  <a16:creationId xmlns:a16="http://schemas.microsoft.com/office/drawing/2014/main" id="{3C609733-CF2A-5D23-3BDE-9BA791C3634A}"/>
                </a:ext>
              </a:extLst>
            </p:cNvPr>
            <p:cNvSpPr/>
            <p:nvPr/>
          </p:nvSpPr>
          <p:spPr>
            <a:xfrm>
              <a:off x="9678418" y="46113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95" name="Freeform: Shape 1494">
              <a:extLst>
                <a:ext uri="{FF2B5EF4-FFF2-40B4-BE49-F238E27FC236}">
                  <a16:creationId xmlns:a16="http://schemas.microsoft.com/office/drawing/2014/main" id="{CA9EAB10-AEC0-F577-675D-5C9EC9F85C3E}"/>
                </a:ext>
              </a:extLst>
            </p:cNvPr>
            <p:cNvSpPr/>
            <p:nvPr/>
          </p:nvSpPr>
          <p:spPr>
            <a:xfrm>
              <a:off x="9792674"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96" name="Freeform: Shape 1495">
              <a:extLst>
                <a:ext uri="{FF2B5EF4-FFF2-40B4-BE49-F238E27FC236}">
                  <a16:creationId xmlns:a16="http://schemas.microsoft.com/office/drawing/2014/main" id="{13F564BE-C03A-5F62-2B9C-86F54F9D2787}"/>
                </a:ext>
              </a:extLst>
            </p:cNvPr>
            <p:cNvSpPr/>
            <p:nvPr/>
          </p:nvSpPr>
          <p:spPr>
            <a:xfrm>
              <a:off x="9906929"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97" name="Freeform: Shape 1496">
              <a:extLst>
                <a:ext uri="{FF2B5EF4-FFF2-40B4-BE49-F238E27FC236}">
                  <a16:creationId xmlns:a16="http://schemas.microsoft.com/office/drawing/2014/main" id="{4BFCA4BB-24B1-CCE4-3AA9-5C26FBD23D8E}"/>
                </a:ext>
              </a:extLst>
            </p:cNvPr>
            <p:cNvSpPr/>
            <p:nvPr/>
          </p:nvSpPr>
          <p:spPr>
            <a:xfrm>
              <a:off x="10021185"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98" name="Freeform: Shape 1497">
              <a:extLst>
                <a:ext uri="{FF2B5EF4-FFF2-40B4-BE49-F238E27FC236}">
                  <a16:creationId xmlns:a16="http://schemas.microsoft.com/office/drawing/2014/main" id="{75393A0D-9554-5465-54C8-BEF0496BDFB7}"/>
                </a:ext>
              </a:extLst>
            </p:cNvPr>
            <p:cNvSpPr/>
            <p:nvPr/>
          </p:nvSpPr>
          <p:spPr>
            <a:xfrm>
              <a:off x="10135441"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99" name="Freeform: Shape 1498">
              <a:extLst>
                <a:ext uri="{FF2B5EF4-FFF2-40B4-BE49-F238E27FC236}">
                  <a16:creationId xmlns:a16="http://schemas.microsoft.com/office/drawing/2014/main" id="{FB0640FB-12D0-F8FC-9A06-787332B5CAD4}"/>
                </a:ext>
              </a:extLst>
            </p:cNvPr>
            <p:cNvSpPr/>
            <p:nvPr/>
          </p:nvSpPr>
          <p:spPr>
            <a:xfrm>
              <a:off x="10249697"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00" name="Freeform: Shape 1499">
              <a:extLst>
                <a:ext uri="{FF2B5EF4-FFF2-40B4-BE49-F238E27FC236}">
                  <a16:creationId xmlns:a16="http://schemas.microsoft.com/office/drawing/2014/main" id="{B0333418-6B20-F8B0-3003-F13C2DBB6F58}"/>
                </a:ext>
              </a:extLst>
            </p:cNvPr>
            <p:cNvSpPr/>
            <p:nvPr/>
          </p:nvSpPr>
          <p:spPr>
            <a:xfrm>
              <a:off x="10363952"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01" name="Freeform: Shape 1500">
              <a:extLst>
                <a:ext uri="{FF2B5EF4-FFF2-40B4-BE49-F238E27FC236}">
                  <a16:creationId xmlns:a16="http://schemas.microsoft.com/office/drawing/2014/main" id="{6B51B2A2-D986-C8D4-FDAC-D75F2AFB440E}"/>
                </a:ext>
              </a:extLst>
            </p:cNvPr>
            <p:cNvSpPr/>
            <p:nvPr/>
          </p:nvSpPr>
          <p:spPr>
            <a:xfrm>
              <a:off x="10478208" y="46113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02" name="Freeform: Shape 1501">
              <a:extLst>
                <a:ext uri="{FF2B5EF4-FFF2-40B4-BE49-F238E27FC236}">
                  <a16:creationId xmlns:a16="http://schemas.microsoft.com/office/drawing/2014/main" id="{64E2A9F0-A646-A7D4-EB9E-82F746388D55}"/>
                </a:ext>
              </a:extLst>
            </p:cNvPr>
            <p:cNvSpPr/>
            <p:nvPr/>
          </p:nvSpPr>
          <p:spPr>
            <a:xfrm>
              <a:off x="10592464"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03" name="Freeform: Shape 1502">
              <a:extLst>
                <a:ext uri="{FF2B5EF4-FFF2-40B4-BE49-F238E27FC236}">
                  <a16:creationId xmlns:a16="http://schemas.microsoft.com/office/drawing/2014/main" id="{ED692644-75B9-4E6F-E6E8-C18E06D22272}"/>
                </a:ext>
              </a:extLst>
            </p:cNvPr>
            <p:cNvSpPr/>
            <p:nvPr/>
          </p:nvSpPr>
          <p:spPr>
            <a:xfrm>
              <a:off x="10706720"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04" name="Freeform: Shape 1503">
              <a:extLst>
                <a:ext uri="{FF2B5EF4-FFF2-40B4-BE49-F238E27FC236}">
                  <a16:creationId xmlns:a16="http://schemas.microsoft.com/office/drawing/2014/main" id="{41844E51-CAA2-B88C-74D7-E16789723F44}"/>
                </a:ext>
              </a:extLst>
            </p:cNvPr>
            <p:cNvSpPr/>
            <p:nvPr/>
          </p:nvSpPr>
          <p:spPr>
            <a:xfrm>
              <a:off x="10820976" y="461135"/>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05" name="Freeform: Shape 1504">
              <a:extLst>
                <a:ext uri="{FF2B5EF4-FFF2-40B4-BE49-F238E27FC236}">
                  <a16:creationId xmlns:a16="http://schemas.microsoft.com/office/drawing/2014/main" id="{BE194AC9-A71E-70BC-B354-52605F482165}"/>
                </a:ext>
              </a:extLst>
            </p:cNvPr>
            <p:cNvSpPr/>
            <p:nvPr/>
          </p:nvSpPr>
          <p:spPr>
            <a:xfrm>
              <a:off x="10935231"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06" name="Freeform: Shape 1505">
              <a:extLst>
                <a:ext uri="{FF2B5EF4-FFF2-40B4-BE49-F238E27FC236}">
                  <a16:creationId xmlns:a16="http://schemas.microsoft.com/office/drawing/2014/main" id="{461EF7AD-8ABF-0880-15D6-A528A1FB5D48}"/>
                </a:ext>
              </a:extLst>
            </p:cNvPr>
            <p:cNvSpPr/>
            <p:nvPr/>
          </p:nvSpPr>
          <p:spPr>
            <a:xfrm>
              <a:off x="11049443"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07" name="Freeform: Shape 1506">
              <a:extLst>
                <a:ext uri="{FF2B5EF4-FFF2-40B4-BE49-F238E27FC236}">
                  <a16:creationId xmlns:a16="http://schemas.microsoft.com/office/drawing/2014/main" id="{443E09A3-19AC-90D4-1797-4E9F64A4ECF4}"/>
                </a:ext>
              </a:extLst>
            </p:cNvPr>
            <p:cNvSpPr/>
            <p:nvPr/>
          </p:nvSpPr>
          <p:spPr>
            <a:xfrm>
              <a:off x="11163699" y="461135"/>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08" name="Freeform: Shape 1507">
              <a:extLst>
                <a:ext uri="{FF2B5EF4-FFF2-40B4-BE49-F238E27FC236}">
                  <a16:creationId xmlns:a16="http://schemas.microsoft.com/office/drawing/2014/main" id="{39DC6AB9-E071-78F3-F506-D33D9DB67B21}"/>
                </a:ext>
              </a:extLst>
            </p:cNvPr>
            <p:cNvSpPr/>
            <p:nvPr/>
          </p:nvSpPr>
          <p:spPr>
            <a:xfrm>
              <a:off x="11277955"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09" name="Freeform: Shape 1508">
              <a:extLst>
                <a:ext uri="{FF2B5EF4-FFF2-40B4-BE49-F238E27FC236}">
                  <a16:creationId xmlns:a16="http://schemas.microsoft.com/office/drawing/2014/main" id="{F43C0C72-15B2-2EF5-B34C-431FF2C908AB}"/>
                </a:ext>
              </a:extLst>
            </p:cNvPr>
            <p:cNvSpPr/>
            <p:nvPr/>
          </p:nvSpPr>
          <p:spPr>
            <a:xfrm>
              <a:off x="11392210"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10" name="Freeform: Shape 1509">
              <a:extLst>
                <a:ext uri="{FF2B5EF4-FFF2-40B4-BE49-F238E27FC236}">
                  <a16:creationId xmlns:a16="http://schemas.microsoft.com/office/drawing/2014/main" id="{27CEB4DF-04B7-DAD0-75FB-42C6DBDF3BD6}"/>
                </a:ext>
              </a:extLst>
            </p:cNvPr>
            <p:cNvSpPr/>
            <p:nvPr/>
          </p:nvSpPr>
          <p:spPr>
            <a:xfrm>
              <a:off x="11506466" y="461135"/>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11" name="Freeform: Shape 1510">
              <a:extLst>
                <a:ext uri="{FF2B5EF4-FFF2-40B4-BE49-F238E27FC236}">
                  <a16:creationId xmlns:a16="http://schemas.microsoft.com/office/drawing/2014/main" id="{7E050F79-5F90-2B6F-6A81-FB10F4939315}"/>
                </a:ext>
              </a:extLst>
            </p:cNvPr>
            <p:cNvSpPr/>
            <p:nvPr/>
          </p:nvSpPr>
          <p:spPr>
            <a:xfrm>
              <a:off x="11620722"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12" name="Freeform: Shape 1511">
              <a:extLst>
                <a:ext uri="{FF2B5EF4-FFF2-40B4-BE49-F238E27FC236}">
                  <a16:creationId xmlns:a16="http://schemas.microsoft.com/office/drawing/2014/main" id="{92091846-40E5-4B54-4545-69AAC04D5091}"/>
                </a:ext>
              </a:extLst>
            </p:cNvPr>
            <p:cNvSpPr/>
            <p:nvPr/>
          </p:nvSpPr>
          <p:spPr>
            <a:xfrm>
              <a:off x="11734978"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13" name="Freeform: Shape 1512">
              <a:extLst>
                <a:ext uri="{FF2B5EF4-FFF2-40B4-BE49-F238E27FC236}">
                  <a16:creationId xmlns:a16="http://schemas.microsoft.com/office/drawing/2014/main" id="{56B99D4A-1A21-D2FE-221E-22B242DD19C3}"/>
                </a:ext>
              </a:extLst>
            </p:cNvPr>
            <p:cNvSpPr/>
            <p:nvPr/>
          </p:nvSpPr>
          <p:spPr>
            <a:xfrm>
              <a:off x="11849233"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14" name="Freeform: Shape 1513">
              <a:extLst>
                <a:ext uri="{FF2B5EF4-FFF2-40B4-BE49-F238E27FC236}">
                  <a16:creationId xmlns:a16="http://schemas.microsoft.com/office/drawing/2014/main" id="{026C6871-D936-5615-BAC4-75582D01CFFF}"/>
                </a:ext>
              </a:extLst>
            </p:cNvPr>
            <p:cNvSpPr/>
            <p:nvPr/>
          </p:nvSpPr>
          <p:spPr>
            <a:xfrm>
              <a:off x="11963489"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15" name="Freeform: Shape 1514">
              <a:extLst>
                <a:ext uri="{FF2B5EF4-FFF2-40B4-BE49-F238E27FC236}">
                  <a16:creationId xmlns:a16="http://schemas.microsoft.com/office/drawing/2014/main" id="{4610436B-702B-3FAC-39CD-A9196B7EAFD5}"/>
                </a:ext>
              </a:extLst>
            </p:cNvPr>
            <p:cNvSpPr/>
            <p:nvPr/>
          </p:nvSpPr>
          <p:spPr>
            <a:xfrm>
              <a:off x="12077745" y="461135"/>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16" name="Freeform: Shape 1515">
              <a:extLst>
                <a:ext uri="{FF2B5EF4-FFF2-40B4-BE49-F238E27FC236}">
                  <a16:creationId xmlns:a16="http://schemas.microsoft.com/office/drawing/2014/main" id="{F5D88028-6D19-9D36-86F5-3E46D2BA6B23}"/>
                </a:ext>
              </a:extLst>
            </p:cNvPr>
            <p:cNvSpPr/>
            <p:nvPr/>
          </p:nvSpPr>
          <p:spPr>
            <a:xfrm>
              <a:off x="7279135" y="57539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17" name="Freeform: Shape 1516">
              <a:extLst>
                <a:ext uri="{FF2B5EF4-FFF2-40B4-BE49-F238E27FC236}">
                  <a16:creationId xmlns:a16="http://schemas.microsoft.com/office/drawing/2014/main" id="{60F40D8E-477C-5E56-7A43-8C73C054BB88}"/>
                </a:ext>
              </a:extLst>
            </p:cNvPr>
            <p:cNvSpPr/>
            <p:nvPr/>
          </p:nvSpPr>
          <p:spPr>
            <a:xfrm>
              <a:off x="7393391"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18" name="Freeform: Shape 1517">
              <a:extLst>
                <a:ext uri="{FF2B5EF4-FFF2-40B4-BE49-F238E27FC236}">
                  <a16:creationId xmlns:a16="http://schemas.microsoft.com/office/drawing/2014/main" id="{806C4132-33D0-3359-B2B9-692D515DE968}"/>
                </a:ext>
              </a:extLst>
            </p:cNvPr>
            <p:cNvSpPr/>
            <p:nvPr/>
          </p:nvSpPr>
          <p:spPr>
            <a:xfrm>
              <a:off x="7507646"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19" name="Freeform: Shape 1518">
              <a:extLst>
                <a:ext uri="{FF2B5EF4-FFF2-40B4-BE49-F238E27FC236}">
                  <a16:creationId xmlns:a16="http://schemas.microsoft.com/office/drawing/2014/main" id="{C4F47665-A06C-590E-3FA8-CF379EC16A4E}"/>
                </a:ext>
              </a:extLst>
            </p:cNvPr>
            <p:cNvSpPr/>
            <p:nvPr/>
          </p:nvSpPr>
          <p:spPr>
            <a:xfrm>
              <a:off x="7621902"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20" name="Freeform: Shape 1519">
              <a:extLst>
                <a:ext uri="{FF2B5EF4-FFF2-40B4-BE49-F238E27FC236}">
                  <a16:creationId xmlns:a16="http://schemas.microsoft.com/office/drawing/2014/main" id="{2AABB48E-3464-FF3C-A379-817BA7719C06}"/>
                </a:ext>
              </a:extLst>
            </p:cNvPr>
            <p:cNvSpPr/>
            <p:nvPr/>
          </p:nvSpPr>
          <p:spPr>
            <a:xfrm>
              <a:off x="7736158" y="57539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21" name="Freeform: Shape 1520">
              <a:extLst>
                <a:ext uri="{FF2B5EF4-FFF2-40B4-BE49-F238E27FC236}">
                  <a16:creationId xmlns:a16="http://schemas.microsoft.com/office/drawing/2014/main" id="{F2134477-554B-5340-F852-981EA8C53107}"/>
                </a:ext>
              </a:extLst>
            </p:cNvPr>
            <p:cNvSpPr/>
            <p:nvPr/>
          </p:nvSpPr>
          <p:spPr>
            <a:xfrm>
              <a:off x="7850414"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22" name="Freeform: Shape 1521">
              <a:extLst>
                <a:ext uri="{FF2B5EF4-FFF2-40B4-BE49-F238E27FC236}">
                  <a16:creationId xmlns:a16="http://schemas.microsoft.com/office/drawing/2014/main" id="{A9391080-7B28-83DA-D3F4-973FE2FB1CEE}"/>
                </a:ext>
              </a:extLst>
            </p:cNvPr>
            <p:cNvSpPr/>
            <p:nvPr/>
          </p:nvSpPr>
          <p:spPr>
            <a:xfrm>
              <a:off x="7964669"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23" name="Freeform: Shape 1522">
              <a:extLst>
                <a:ext uri="{FF2B5EF4-FFF2-40B4-BE49-F238E27FC236}">
                  <a16:creationId xmlns:a16="http://schemas.microsoft.com/office/drawing/2014/main" id="{F03EED6D-970B-D6D1-1BB7-0EE1468ACD36}"/>
                </a:ext>
              </a:extLst>
            </p:cNvPr>
            <p:cNvSpPr/>
            <p:nvPr/>
          </p:nvSpPr>
          <p:spPr>
            <a:xfrm>
              <a:off x="8078925" y="57539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24" name="Freeform: Shape 1523">
              <a:extLst>
                <a:ext uri="{FF2B5EF4-FFF2-40B4-BE49-F238E27FC236}">
                  <a16:creationId xmlns:a16="http://schemas.microsoft.com/office/drawing/2014/main" id="{777F5C37-0C54-8A56-76E5-C432C8AC5A03}"/>
                </a:ext>
              </a:extLst>
            </p:cNvPr>
            <p:cNvSpPr/>
            <p:nvPr/>
          </p:nvSpPr>
          <p:spPr>
            <a:xfrm>
              <a:off x="8193181"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25" name="Freeform: Shape 1524">
              <a:extLst>
                <a:ext uri="{FF2B5EF4-FFF2-40B4-BE49-F238E27FC236}">
                  <a16:creationId xmlns:a16="http://schemas.microsoft.com/office/drawing/2014/main" id="{9E1CB2B5-890B-E930-1958-AEAA087C1877}"/>
                </a:ext>
              </a:extLst>
            </p:cNvPr>
            <p:cNvSpPr/>
            <p:nvPr/>
          </p:nvSpPr>
          <p:spPr>
            <a:xfrm>
              <a:off x="8307437"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26" name="Freeform: Shape 1525">
              <a:extLst>
                <a:ext uri="{FF2B5EF4-FFF2-40B4-BE49-F238E27FC236}">
                  <a16:creationId xmlns:a16="http://schemas.microsoft.com/office/drawing/2014/main" id="{BC06FF83-F9C8-57BC-FBFB-EBBD1E0DD82E}"/>
                </a:ext>
              </a:extLst>
            </p:cNvPr>
            <p:cNvSpPr/>
            <p:nvPr/>
          </p:nvSpPr>
          <p:spPr>
            <a:xfrm>
              <a:off x="8421648"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27" name="Freeform: Shape 1526">
              <a:extLst>
                <a:ext uri="{FF2B5EF4-FFF2-40B4-BE49-F238E27FC236}">
                  <a16:creationId xmlns:a16="http://schemas.microsoft.com/office/drawing/2014/main" id="{2D572099-9569-3F5C-2C34-FEDE896DC63C}"/>
                </a:ext>
              </a:extLst>
            </p:cNvPr>
            <p:cNvSpPr/>
            <p:nvPr/>
          </p:nvSpPr>
          <p:spPr>
            <a:xfrm>
              <a:off x="8535904"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28" name="Freeform: Shape 1527">
              <a:extLst>
                <a:ext uri="{FF2B5EF4-FFF2-40B4-BE49-F238E27FC236}">
                  <a16:creationId xmlns:a16="http://schemas.microsoft.com/office/drawing/2014/main" id="{9C696B14-AFBC-C5D5-2EA3-1A104D4638C1}"/>
                </a:ext>
              </a:extLst>
            </p:cNvPr>
            <p:cNvSpPr/>
            <p:nvPr/>
          </p:nvSpPr>
          <p:spPr>
            <a:xfrm>
              <a:off x="8650160"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29" name="Freeform: Shape 1528">
              <a:extLst>
                <a:ext uri="{FF2B5EF4-FFF2-40B4-BE49-F238E27FC236}">
                  <a16:creationId xmlns:a16="http://schemas.microsoft.com/office/drawing/2014/main" id="{A7EC00B9-B31E-1E72-5A51-7B45A9775F3C}"/>
                </a:ext>
              </a:extLst>
            </p:cNvPr>
            <p:cNvSpPr/>
            <p:nvPr/>
          </p:nvSpPr>
          <p:spPr>
            <a:xfrm>
              <a:off x="8764416"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30" name="Freeform: Shape 1529">
              <a:extLst>
                <a:ext uri="{FF2B5EF4-FFF2-40B4-BE49-F238E27FC236}">
                  <a16:creationId xmlns:a16="http://schemas.microsoft.com/office/drawing/2014/main" id="{3372D929-D642-D94B-654E-508CCAB14717}"/>
                </a:ext>
              </a:extLst>
            </p:cNvPr>
            <p:cNvSpPr/>
            <p:nvPr/>
          </p:nvSpPr>
          <p:spPr>
            <a:xfrm>
              <a:off x="8878671" y="57539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31" name="Freeform: Shape 1530">
              <a:extLst>
                <a:ext uri="{FF2B5EF4-FFF2-40B4-BE49-F238E27FC236}">
                  <a16:creationId xmlns:a16="http://schemas.microsoft.com/office/drawing/2014/main" id="{891AA201-EDFE-8526-1336-EA0B4C796198}"/>
                </a:ext>
              </a:extLst>
            </p:cNvPr>
            <p:cNvSpPr/>
            <p:nvPr/>
          </p:nvSpPr>
          <p:spPr>
            <a:xfrm>
              <a:off x="8992927"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32" name="Freeform: Shape 1531">
              <a:extLst>
                <a:ext uri="{FF2B5EF4-FFF2-40B4-BE49-F238E27FC236}">
                  <a16:creationId xmlns:a16="http://schemas.microsoft.com/office/drawing/2014/main" id="{49EB3950-59F7-93F2-C10C-F50F3BE0D9EE}"/>
                </a:ext>
              </a:extLst>
            </p:cNvPr>
            <p:cNvSpPr/>
            <p:nvPr/>
          </p:nvSpPr>
          <p:spPr>
            <a:xfrm>
              <a:off x="9107183"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33" name="Freeform: Shape 1532">
              <a:extLst>
                <a:ext uri="{FF2B5EF4-FFF2-40B4-BE49-F238E27FC236}">
                  <a16:creationId xmlns:a16="http://schemas.microsoft.com/office/drawing/2014/main" id="{607A8ACF-9EF2-6BC9-B931-C7211370B8DD}"/>
                </a:ext>
              </a:extLst>
            </p:cNvPr>
            <p:cNvSpPr/>
            <p:nvPr/>
          </p:nvSpPr>
          <p:spPr>
            <a:xfrm>
              <a:off x="9221439"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34" name="Freeform: Shape 1533">
              <a:extLst>
                <a:ext uri="{FF2B5EF4-FFF2-40B4-BE49-F238E27FC236}">
                  <a16:creationId xmlns:a16="http://schemas.microsoft.com/office/drawing/2014/main" id="{E6501193-B6AB-472E-F8EB-E1261F041032}"/>
                </a:ext>
              </a:extLst>
            </p:cNvPr>
            <p:cNvSpPr/>
            <p:nvPr/>
          </p:nvSpPr>
          <p:spPr>
            <a:xfrm>
              <a:off x="9335695" y="57539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35" name="Freeform: Shape 1534">
              <a:extLst>
                <a:ext uri="{FF2B5EF4-FFF2-40B4-BE49-F238E27FC236}">
                  <a16:creationId xmlns:a16="http://schemas.microsoft.com/office/drawing/2014/main" id="{569B9417-A094-1C0F-809C-1953E10E2796}"/>
                </a:ext>
              </a:extLst>
            </p:cNvPr>
            <p:cNvSpPr/>
            <p:nvPr/>
          </p:nvSpPr>
          <p:spPr>
            <a:xfrm>
              <a:off x="9449950"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36" name="Freeform: Shape 1535">
              <a:extLst>
                <a:ext uri="{FF2B5EF4-FFF2-40B4-BE49-F238E27FC236}">
                  <a16:creationId xmlns:a16="http://schemas.microsoft.com/office/drawing/2014/main" id="{F3F13146-FD08-D022-AA04-C917465DC9C8}"/>
                </a:ext>
              </a:extLst>
            </p:cNvPr>
            <p:cNvSpPr/>
            <p:nvPr/>
          </p:nvSpPr>
          <p:spPr>
            <a:xfrm>
              <a:off x="9564206"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37" name="Freeform: Shape 1536">
              <a:extLst>
                <a:ext uri="{FF2B5EF4-FFF2-40B4-BE49-F238E27FC236}">
                  <a16:creationId xmlns:a16="http://schemas.microsoft.com/office/drawing/2014/main" id="{CE187A2A-90CB-393F-50F6-E94754B65E40}"/>
                </a:ext>
              </a:extLst>
            </p:cNvPr>
            <p:cNvSpPr/>
            <p:nvPr/>
          </p:nvSpPr>
          <p:spPr>
            <a:xfrm>
              <a:off x="9678418" y="57539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38" name="Freeform: Shape 1537">
              <a:extLst>
                <a:ext uri="{FF2B5EF4-FFF2-40B4-BE49-F238E27FC236}">
                  <a16:creationId xmlns:a16="http://schemas.microsoft.com/office/drawing/2014/main" id="{83CBA524-6AF8-BD5F-A624-19F56F369F9B}"/>
                </a:ext>
              </a:extLst>
            </p:cNvPr>
            <p:cNvSpPr/>
            <p:nvPr/>
          </p:nvSpPr>
          <p:spPr>
            <a:xfrm>
              <a:off x="9792674"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39" name="Freeform: Shape 1538">
              <a:extLst>
                <a:ext uri="{FF2B5EF4-FFF2-40B4-BE49-F238E27FC236}">
                  <a16:creationId xmlns:a16="http://schemas.microsoft.com/office/drawing/2014/main" id="{FC6579B2-D04B-AC00-D229-1DAEE8A94129}"/>
                </a:ext>
              </a:extLst>
            </p:cNvPr>
            <p:cNvSpPr/>
            <p:nvPr/>
          </p:nvSpPr>
          <p:spPr>
            <a:xfrm>
              <a:off x="9906929"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40" name="Freeform: Shape 1539">
              <a:extLst>
                <a:ext uri="{FF2B5EF4-FFF2-40B4-BE49-F238E27FC236}">
                  <a16:creationId xmlns:a16="http://schemas.microsoft.com/office/drawing/2014/main" id="{BD6DC4DF-B9A6-DB68-E9A8-42D1C14856D2}"/>
                </a:ext>
              </a:extLst>
            </p:cNvPr>
            <p:cNvSpPr/>
            <p:nvPr/>
          </p:nvSpPr>
          <p:spPr>
            <a:xfrm>
              <a:off x="10021185"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41" name="Freeform: Shape 1540">
              <a:extLst>
                <a:ext uri="{FF2B5EF4-FFF2-40B4-BE49-F238E27FC236}">
                  <a16:creationId xmlns:a16="http://schemas.microsoft.com/office/drawing/2014/main" id="{93ECA527-5EED-0AD3-1E66-B31024F309B3}"/>
                </a:ext>
              </a:extLst>
            </p:cNvPr>
            <p:cNvSpPr/>
            <p:nvPr/>
          </p:nvSpPr>
          <p:spPr>
            <a:xfrm>
              <a:off x="10135441"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42" name="Freeform: Shape 1541">
              <a:extLst>
                <a:ext uri="{FF2B5EF4-FFF2-40B4-BE49-F238E27FC236}">
                  <a16:creationId xmlns:a16="http://schemas.microsoft.com/office/drawing/2014/main" id="{D1CBE3F0-6D8F-21CB-48A3-20DCBA536C11}"/>
                </a:ext>
              </a:extLst>
            </p:cNvPr>
            <p:cNvSpPr/>
            <p:nvPr/>
          </p:nvSpPr>
          <p:spPr>
            <a:xfrm>
              <a:off x="10249697"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43" name="Freeform: Shape 1542">
              <a:extLst>
                <a:ext uri="{FF2B5EF4-FFF2-40B4-BE49-F238E27FC236}">
                  <a16:creationId xmlns:a16="http://schemas.microsoft.com/office/drawing/2014/main" id="{CC0A36B9-CFFD-3537-E984-BAACF7C792D9}"/>
                </a:ext>
              </a:extLst>
            </p:cNvPr>
            <p:cNvSpPr/>
            <p:nvPr/>
          </p:nvSpPr>
          <p:spPr>
            <a:xfrm>
              <a:off x="10363952"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44" name="Freeform: Shape 1543">
              <a:extLst>
                <a:ext uri="{FF2B5EF4-FFF2-40B4-BE49-F238E27FC236}">
                  <a16:creationId xmlns:a16="http://schemas.microsoft.com/office/drawing/2014/main" id="{CEB4B047-E276-03C8-CB63-834D1F6947F7}"/>
                </a:ext>
              </a:extLst>
            </p:cNvPr>
            <p:cNvSpPr/>
            <p:nvPr/>
          </p:nvSpPr>
          <p:spPr>
            <a:xfrm>
              <a:off x="10478208" y="57539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45" name="Freeform: Shape 1544">
              <a:extLst>
                <a:ext uri="{FF2B5EF4-FFF2-40B4-BE49-F238E27FC236}">
                  <a16:creationId xmlns:a16="http://schemas.microsoft.com/office/drawing/2014/main" id="{A77554D2-F5B5-DECF-079E-14D98418DCA4}"/>
                </a:ext>
              </a:extLst>
            </p:cNvPr>
            <p:cNvSpPr/>
            <p:nvPr/>
          </p:nvSpPr>
          <p:spPr>
            <a:xfrm>
              <a:off x="10592464"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46" name="Freeform: Shape 1545">
              <a:extLst>
                <a:ext uri="{FF2B5EF4-FFF2-40B4-BE49-F238E27FC236}">
                  <a16:creationId xmlns:a16="http://schemas.microsoft.com/office/drawing/2014/main" id="{93C8F08E-2B85-4092-1BAB-106307182518}"/>
                </a:ext>
              </a:extLst>
            </p:cNvPr>
            <p:cNvSpPr/>
            <p:nvPr/>
          </p:nvSpPr>
          <p:spPr>
            <a:xfrm>
              <a:off x="10706720"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47" name="Freeform: Shape 1546">
              <a:extLst>
                <a:ext uri="{FF2B5EF4-FFF2-40B4-BE49-F238E27FC236}">
                  <a16:creationId xmlns:a16="http://schemas.microsoft.com/office/drawing/2014/main" id="{1E1C130A-C4E4-3C5B-A4F4-87345ABACDBA}"/>
                </a:ext>
              </a:extLst>
            </p:cNvPr>
            <p:cNvSpPr/>
            <p:nvPr/>
          </p:nvSpPr>
          <p:spPr>
            <a:xfrm>
              <a:off x="10820976" y="575391"/>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48" name="Freeform: Shape 1547">
              <a:extLst>
                <a:ext uri="{FF2B5EF4-FFF2-40B4-BE49-F238E27FC236}">
                  <a16:creationId xmlns:a16="http://schemas.microsoft.com/office/drawing/2014/main" id="{296D5C91-69A7-B8D5-DE2C-F1EB4FA11C11}"/>
                </a:ext>
              </a:extLst>
            </p:cNvPr>
            <p:cNvSpPr/>
            <p:nvPr/>
          </p:nvSpPr>
          <p:spPr>
            <a:xfrm>
              <a:off x="10935231"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49" name="Freeform: Shape 1548">
              <a:extLst>
                <a:ext uri="{FF2B5EF4-FFF2-40B4-BE49-F238E27FC236}">
                  <a16:creationId xmlns:a16="http://schemas.microsoft.com/office/drawing/2014/main" id="{4654F8FF-EDCF-2BFB-E36B-51FD5BDC5126}"/>
                </a:ext>
              </a:extLst>
            </p:cNvPr>
            <p:cNvSpPr/>
            <p:nvPr/>
          </p:nvSpPr>
          <p:spPr>
            <a:xfrm>
              <a:off x="11049443"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50" name="Freeform: Shape 1549">
              <a:extLst>
                <a:ext uri="{FF2B5EF4-FFF2-40B4-BE49-F238E27FC236}">
                  <a16:creationId xmlns:a16="http://schemas.microsoft.com/office/drawing/2014/main" id="{96AC2381-0316-7859-9521-54ABDA2E556C}"/>
                </a:ext>
              </a:extLst>
            </p:cNvPr>
            <p:cNvSpPr/>
            <p:nvPr/>
          </p:nvSpPr>
          <p:spPr>
            <a:xfrm>
              <a:off x="11163699" y="575391"/>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51" name="Freeform: Shape 1550">
              <a:extLst>
                <a:ext uri="{FF2B5EF4-FFF2-40B4-BE49-F238E27FC236}">
                  <a16:creationId xmlns:a16="http://schemas.microsoft.com/office/drawing/2014/main" id="{9F86EFD5-D44B-FEE0-B2EA-9A9F7E5AE7D7}"/>
                </a:ext>
              </a:extLst>
            </p:cNvPr>
            <p:cNvSpPr/>
            <p:nvPr/>
          </p:nvSpPr>
          <p:spPr>
            <a:xfrm>
              <a:off x="11277955"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52" name="Freeform: Shape 1551">
              <a:extLst>
                <a:ext uri="{FF2B5EF4-FFF2-40B4-BE49-F238E27FC236}">
                  <a16:creationId xmlns:a16="http://schemas.microsoft.com/office/drawing/2014/main" id="{2548B14B-39E7-7135-1320-E2A98CF7E760}"/>
                </a:ext>
              </a:extLst>
            </p:cNvPr>
            <p:cNvSpPr/>
            <p:nvPr/>
          </p:nvSpPr>
          <p:spPr>
            <a:xfrm>
              <a:off x="11392210"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53" name="Freeform: Shape 1552">
              <a:extLst>
                <a:ext uri="{FF2B5EF4-FFF2-40B4-BE49-F238E27FC236}">
                  <a16:creationId xmlns:a16="http://schemas.microsoft.com/office/drawing/2014/main" id="{ED480C55-029B-F787-54B1-2F29C941C10D}"/>
                </a:ext>
              </a:extLst>
            </p:cNvPr>
            <p:cNvSpPr/>
            <p:nvPr/>
          </p:nvSpPr>
          <p:spPr>
            <a:xfrm>
              <a:off x="11506466" y="575391"/>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54" name="Freeform: Shape 1553">
              <a:extLst>
                <a:ext uri="{FF2B5EF4-FFF2-40B4-BE49-F238E27FC236}">
                  <a16:creationId xmlns:a16="http://schemas.microsoft.com/office/drawing/2014/main" id="{1B6329D3-004E-A8B6-8451-DAD8DF6D1A7F}"/>
                </a:ext>
              </a:extLst>
            </p:cNvPr>
            <p:cNvSpPr/>
            <p:nvPr/>
          </p:nvSpPr>
          <p:spPr>
            <a:xfrm>
              <a:off x="11620722"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55" name="Freeform: Shape 1554">
              <a:extLst>
                <a:ext uri="{FF2B5EF4-FFF2-40B4-BE49-F238E27FC236}">
                  <a16:creationId xmlns:a16="http://schemas.microsoft.com/office/drawing/2014/main" id="{9E7763A2-82F8-48FD-5673-D4ADE2A7E17F}"/>
                </a:ext>
              </a:extLst>
            </p:cNvPr>
            <p:cNvSpPr/>
            <p:nvPr/>
          </p:nvSpPr>
          <p:spPr>
            <a:xfrm>
              <a:off x="11734978"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56" name="Freeform: Shape 1555">
              <a:extLst>
                <a:ext uri="{FF2B5EF4-FFF2-40B4-BE49-F238E27FC236}">
                  <a16:creationId xmlns:a16="http://schemas.microsoft.com/office/drawing/2014/main" id="{0DCDA7E3-2EFC-A555-647E-2FE41155C4E2}"/>
                </a:ext>
              </a:extLst>
            </p:cNvPr>
            <p:cNvSpPr/>
            <p:nvPr/>
          </p:nvSpPr>
          <p:spPr>
            <a:xfrm>
              <a:off x="11849233"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57" name="Freeform: Shape 1556">
              <a:extLst>
                <a:ext uri="{FF2B5EF4-FFF2-40B4-BE49-F238E27FC236}">
                  <a16:creationId xmlns:a16="http://schemas.microsoft.com/office/drawing/2014/main" id="{FF46850D-C4B1-1C89-AD08-7CF31C54A61A}"/>
                </a:ext>
              </a:extLst>
            </p:cNvPr>
            <p:cNvSpPr/>
            <p:nvPr/>
          </p:nvSpPr>
          <p:spPr>
            <a:xfrm>
              <a:off x="11963489"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58" name="Freeform: Shape 1557">
              <a:extLst>
                <a:ext uri="{FF2B5EF4-FFF2-40B4-BE49-F238E27FC236}">
                  <a16:creationId xmlns:a16="http://schemas.microsoft.com/office/drawing/2014/main" id="{478BF17F-DAB5-E2B1-66D8-A64531AD34C4}"/>
                </a:ext>
              </a:extLst>
            </p:cNvPr>
            <p:cNvSpPr/>
            <p:nvPr/>
          </p:nvSpPr>
          <p:spPr>
            <a:xfrm>
              <a:off x="12077745" y="575391"/>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59" name="Freeform: Shape 1558">
              <a:extLst>
                <a:ext uri="{FF2B5EF4-FFF2-40B4-BE49-F238E27FC236}">
                  <a16:creationId xmlns:a16="http://schemas.microsoft.com/office/drawing/2014/main" id="{AC594A22-A890-0013-546C-36DE22C47AA7}"/>
                </a:ext>
              </a:extLst>
            </p:cNvPr>
            <p:cNvSpPr/>
            <p:nvPr/>
          </p:nvSpPr>
          <p:spPr>
            <a:xfrm>
              <a:off x="7279135" y="68964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60" name="Freeform: Shape 1559">
              <a:extLst>
                <a:ext uri="{FF2B5EF4-FFF2-40B4-BE49-F238E27FC236}">
                  <a16:creationId xmlns:a16="http://schemas.microsoft.com/office/drawing/2014/main" id="{E061D0D0-E16A-292A-A0DF-C81D6D08F86E}"/>
                </a:ext>
              </a:extLst>
            </p:cNvPr>
            <p:cNvSpPr/>
            <p:nvPr/>
          </p:nvSpPr>
          <p:spPr>
            <a:xfrm>
              <a:off x="7393391"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61" name="Freeform: Shape 1560">
              <a:extLst>
                <a:ext uri="{FF2B5EF4-FFF2-40B4-BE49-F238E27FC236}">
                  <a16:creationId xmlns:a16="http://schemas.microsoft.com/office/drawing/2014/main" id="{CC8DADC6-CCFE-2D3E-1D20-B3660DCFDC3F}"/>
                </a:ext>
              </a:extLst>
            </p:cNvPr>
            <p:cNvSpPr/>
            <p:nvPr/>
          </p:nvSpPr>
          <p:spPr>
            <a:xfrm>
              <a:off x="7507646"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62" name="Freeform: Shape 1561">
              <a:extLst>
                <a:ext uri="{FF2B5EF4-FFF2-40B4-BE49-F238E27FC236}">
                  <a16:creationId xmlns:a16="http://schemas.microsoft.com/office/drawing/2014/main" id="{68168BD2-6C6C-026A-45C4-C2D06D07D8B5}"/>
                </a:ext>
              </a:extLst>
            </p:cNvPr>
            <p:cNvSpPr/>
            <p:nvPr/>
          </p:nvSpPr>
          <p:spPr>
            <a:xfrm>
              <a:off x="7621902"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63" name="Freeform: Shape 1562">
              <a:extLst>
                <a:ext uri="{FF2B5EF4-FFF2-40B4-BE49-F238E27FC236}">
                  <a16:creationId xmlns:a16="http://schemas.microsoft.com/office/drawing/2014/main" id="{35ED4B44-BD49-FDEF-421B-7705F87E620E}"/>
                </a:ext>
              </a:extLst>
            </p:cNvPr>
            <p:cNvSpPr/>
            <p:nvPr/>
          </p:nvSpPr>
          <p:spPr>
            <a:xfrm>
              <a:off x="7736158" y="68964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64" name="Freeform: Shape 1563">
              <a:extLst>
                <a:ext uri="{FF2B5EF4-FFF2-40B4-BE49-F238E27FC236}">
                  <a16:creationId xmlns:a16="http://schemas.microsoft.com/office/drawing/2014/main" id="{CEC0B6C9-806D-12C0-A489-4DAA99778882}"/>
                </a:ext>
              </a:extLst>
            </p:cNvPr>
            <p:cNvSpPr/>
            <p:nvPr/>
          </p:nvSpPr>
          <p:spPr>
            <a:xfrm>
              <a:off x="7850414"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65" name="Freeform: Shape 1564">
              <a:extLst>
                <a:ext uri="{FF2B5EF4-FFF2-40B4-BE49-F238E27FC236}">
                  <a16:creationId xmlns:a16="http://schemas.microsoft.com/office/drawing/2014/main" id="{34D07363-561E-83F3-EF2D-F4E82471C059}"/>
                </a:ext>
              </a:extLst>
            </p:cNvPr>
            <p:cNvSpPr/>
            <p:nvPr/>
          </p:nvSpPr>
          <p:spPr>
            <a:xfrm>
              <a:off x="7964669"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66" name="Freeform: Shape 1565">
              <a:extLst>
                <a:ext uri="{FF2B5EF4-FFF2-40B4-BE49-F238E27FC236}">
                  <a16:creationId xmlns:a16="http://schemas.microsoft.com/office/drawing/2014/main" id="{7F9B2E12-F012-2A57-4DA7-E53E3C0641D1}"/>
                </a:ext>
              </a:extLst>
            </p:cNvPr>
            <p:cNvSpPr/>
            <p:nvPr/>
          </p:nvSpPr>
          <p:spPr>
            <a:xfrm>
              <a:off x="8078925" y="68964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67" name="Freeform: Shape 1566">
              <a:extLst>
                <a:ext uri="{FF2B5EF4-FFF2-40B4-BE49-F238E27FC236}">
                  <a16:creationId xmlns:a16="http://schemas.microsoft.com/office/drawing/2014/main" id="{DD5A55B0-2075-4047-0170-55135BB5D984}"/>
                </a:ext>
              </a:extLst>
            </p:cNvPr>
            <p:cNvSpPr/>
            <p:nvPr/>
          </p:nvSpPr>
          <p:spPr>
            <a:xfrm>
              <a:off x="8193181"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68" name="Freeform: Shape 1567">
              <a:extLst>
                <a:ext uri="{FF2B5EF4-FFF2-40B4-BE49-F238E27FC236}">
                  <a16:creationId xmlns:a16="http://schemas.microsoft.com/office/drawing/2014/main" id="{0F082B57-5FC9-7B1A-86A2-A1C1F4891278}"/>
                </a:ext>
              </a:extLst>
            </p:cNvPr>
            <p:cNvSpPr/>
            <p:nvPr/>
          </p:nvSpPr>
          <p:spPr>
            <a:xfrm>
              <a:off x="8307437"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69" name="Freeform: Shape 1568">
              <a:extLst>
                <a:ext uri="{FF2B5EF4-FFF2-40B4-BE49-F238E27FC236}">
                  <a16:creationId xmlns:a16="http://schemas.microsoft.com/office/drawing/2014/main" id="{47A0197E-17FC-A494-CBC3-717B52111245}"/>
                </a:ext>
              </a:extLst>
            </p:cNvPr>
            <p:cNvSpPr/>
            <p:nvPr/>
          </p:nvSpPr>
          <p:spPr>
            <a:xfrm>
              <a:off x="8421648"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70" name="Freeform: Shape 1569">
              <a:extLst>
                <a:ext uri="{FF2B5EF4-FFF2-40B4-BE49-F238E27FC236}">
                  <a16:creationId xmlns:a16="http://schemas.microsoft.com/office/drawing/2014/main" id="{F78FA935-0C2E-63C3-B39C-639950F55DD4}"/>
                </a:ext>
              </a:extLst>
            </p:cNvPr>
            <p:cNvSpPr/>
            <p:nvPr/>
          </p:nvSpPr>
          <p:spPr>
            <a:xfrm>
              <a:off x="8535904"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71" name="Freeform: Shape 1570">
              <a:extLst>
                <a:ext uri="{FF2B5EF4-FFF2-40B4-BE49-F238E27FC236}">
                  <a16:creationId xmlns:a16="http://schemas.microsoft.com/office/drawing/2014/main" id="{CCAD1C79-1B11-F7DA-A123-73AF86A7C299}"/>
                </a:ext>
              </a:extLst>
            </p:cNvPr>
            <p:cNvSpPr/>
            <p:nvPr/>
          </p:nvSpPr>
          <p:spPr>
            <a:xfrm>
              <a:off x="8650160"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72" name="Freeform: Shape 1571">
              <a:extLst>
                <a:ext uri="{FF2B5EF4-FFF2-40B4-BE49-F238E27FC236}">
                  <a16:creationId xmlns:a16="http://schemas.microsoft.com/office/drawing/2014/main" id="{D3E4663F-A28D-2552-E687-1BBB7BC63AC7}"/>
                </a:ext>
              </a:extLst>
            </p:cNvPr>
            <p:cNvSpPr/>
            <p:nvPr/>
          </p:nvSpPr>
          <p:spPr>
            <a:xfrm>
              <a:off x="8764416"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73" name="Freeform: Shape 1572">
              <a:extLst>
                <a:ext uri="{FF2B5EF4-FFF2-40B4-BE49-F238E27FC236}">
                  <a16:creationId xmlns:a16="http://schemas.microsoft.com/office/drawing/2014/main" id="{5C73B806-D7F1-C790-37F4-333347142A51}"/>
                </a:ext>
              </a:extLst>
            </p:cNvPr>
            <p:cNvSpPr/>
            <p:nvPr/>
          </p:nvSpPr>
          <p:spPr>
            <a:xfrm>
              <a:off x="8878671" y="68964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74" name="Freeform: Shape 1573">
              <a:extLst>
                <a:ext uri="{FF2B5EF4-FFF2-40B4-BE49-F238E27FC236}">
                  <a16:creationId xmlns:a16="http://schemas.microsoft.com/office/drawing/2014/main" id="{F16523C0-F530-BC57-F4BB-FB8BA77FB18B}"/>
                </a:ext>
              </a:extLst>
            </p:cNvPr>
            <p:cNvSpPr/>
            <p:nvPr/>
          </p:nvSpPr>
          <p:spPr>
            <a:xfrm>
              <a:off x="8992927"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75" name="Freeform: Shape 1574">
              <a:extLst>
                <a:ext uri="{FF2B5EF4-FFF2-40B4-BE49-F238E27FC236}">
                  <a16:creationId xmlns:a16="http://schemas.microsoft.com/office/drawing/2014/main" id="{C5A26BA5-BA6B-6C5E-B480-07EBE32BDF2D}"/>
                </a:ext>
              </a:extLst>
            </p:cNvPr>
            <p:cNvSpPr/>
            <p:nvPr/>
          </p:nvSpPr>
          <p:spPr>
            <a:xfrm>
              <a:off x="9107183"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76" name="Freeform: Shape 1575">
              <a:extLst>
                <a:ext uri="{FF2B5EF4-FFF2-40B4-BE49-F238E27FC236}">
                  <a16:creationId xmlns:a16="http://schemas.microsoft.com/office/drawing/2014/main" id="{08CF8B64-6CC5-FE33-34D8-6A560F09AB73}"/>
                </a:ext>
              </a:extLst>
            </p:cNvPr>
            <p:cNvSpPr/>
            <p:nvPr/>
          </p:nvSpPr>
          <p:spPr>
            <a:xfrm>
              <a:off x="9221439"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77" name="Freeform: Shape 1576">
              <a:extLst>
                <a:ext uri="{FF2B5EF4-FFF2-40B4-BE49-F238E27FC236}">
                  <a16:creationId xmlns:a16="http://schemas.microsoft.com/office/drawing/2014/main" id="{9BC35DC2-6BCC-064F-C68B-2B1685AD837E}"/>
                </a:ext>
              </a:extLst>
            </p:cNvPr>
            <p:cNvSpPr/>
            <p:nvPr/>
          </p:nvSpPr>
          <p:spPr>
            <a:xfrm>
              <a:off x="9335695" y="68964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78" name="Freeform: Shape 1577">
              <a:extLst>
                <a:ext uri="{FF2B5EF4-FFF2-40B4-BE49-F238E27FC236}">
                  <a16:creationId xmlns:a16="http://schemas.microsoft.com/office/drawing/2014/main" id="{53A20F45-EAE2-BEEE-D9EB-C96479AD3A28}"/>
                </a:ext>
              </a:extLst>
            </p:cNvPr>
            <p:cNvSpPr/>
            <p:nvPr/>
          </p:nvSpPr>
          <p:spPr>
            <a:xfrm>
              <a:off x="9449950"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79" name="Freeform: Shape 1578">
              <a:extLst>
                <a:ext uri="{FF2B5EF4-FFF2-40B4-BE49-F238E27FC236}">
                  <a16:creationId xmlns:a16="http://schemas.microsoft.com/office/drawing/2014/main" id="{6DA44723-32EE-4FBD-E579-67C3186412D5}"/>
                </a:ext>
              </a:extLst>
            </p:cNvPr>
            <p:cNvSpPr/>
            <p:nvPr/>
          </p:nvSpPr>
          <p:spPr>
            <a:xfrm>
              <a:off x="9564206"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80" name="Freeform: Shape 1579">
              <a:extLst>
                <a:ext uri="{FF2B5EF4-FFF2-40B4-BE49-F238E27FC236}">
                  <a16:creationId xmlns:a16="http://schemas.microsoft.com/office/drawing/2014/main" id="{B40D102C-252C-C13D-71D3-F35ECD28E013}"/>
                </a:ext>
              </a:extLst>
            </p:cNvPr>
            <p:cNvSpPr/>
            <p:nvPr/>
          </p:nvSpPr>
          <p:spPr>
            <a:xfrm>
              <a:off x="9678418" y="68964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81" name="Freeform: Shape 1580">
              <a:extLst>
                <a:ext uri="{FF2B5EF4-FFF2-40B4-BE49-F238E27FC236}">
                  <a16:creationId xmlns:a16="http://schemas.microsoft.com/office/drawing/2014/main" id="{AFCDE9C6-C40C-40B2-0D3F-4BAFBE935FC3}"/>
                </a:ext>
              </a:extLst>
            </p:cNvPr>
            <p:cNvSpPr/>
            <p:nvPr/>
          </p:nvSpPr>
          <p:spPr>
            <a:xfrm>
              <a:off x="9792674"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82" name="Freeform: Shape 1581">
              <a:extLst>
                <a:ext uri="{FF2B5EF4-FFF2-40B4-BE49-F238E27FC236}">
                  <a16:creationId xmlns:a16="http://schemas.microsoft.com/office/drawing/2014/main" id="{3535D376-4BC3-8A34-1445-62CF9362D0D6}"/>
                </a:ext>
              </a:extLst>
            </p:cNvPr>
            <p:cNvSpPr/>
            <p:nvPr/>
          </p:nvSpPr>
          <p:spPr>
            <a:xfrm>
              <a:off x="9906929"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83" name="Freeform: Shape 1582">
              <a:extLst>
                <a:ext uri="{FF2B5EF4-FFF2-40B4-BE49-F238E27FC236}">
                  <a16:creationId xmlns:a16="http://schemas.microsoft.com/office/drawing/2014/main" id="{072B7848-455C-1F16-4C26-B21FFED88B5B}"/>
                </a:ext>
              </a:extLst>
            </p:cNvPr>
            <p:cNvSpPr/>
            <p:nvPr/>
          </p:nvSpPr>
          <p:spPr>
            <a:xfrm>
              <a:off x="10021185"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84" name="Freeform: Shape 1583">
              <a:extLst>
                <a:ext uri="{FF2B5EF4-FFF2-40B4-BE49-F238E27FC236}">
                  <a16:creationId xmlns:a16="http://schemas.microsoft.com/office/drawing/2014/main" id="{08FC3D44-F363-71FB-04F9-0517BA3439C4}"/>
                </a:ext>
              </a:extLst>
            </p:cNvPr>
            <p:cNvSpPr/>
            <p:nvPr/>
          </p:nvSpPr>
          <p:spPr>
            <a:xfrm>
              <a:off x="10135441"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85" name="Freeform: Shape 1584">
              <a:extLst>
                <a:ext uri="{FF2B5EF4-FFF2-40B4-BE49-F238E27FC236}">
                  <a16:creationId xmlns:a16="http://schemas.microsoft.com/office/drawing/2014/main" id="{0A5B7865-1C59-E182-F84D-8784B3054F10}"/>
                </a:ext>
              </a:extLst>
            </p:cNvPr>
            <p:cNvSpPr/>
            <p:nvPr/>
          </p:nvSpPr>
          <p:spPr>
            <a:xfrm>
              <a:off x="10249697"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86" name="Freeform: Shape 1585">
              <a:extLst>
                <a:ext uri="{FF2B5EF4-FFF2-40B4-BE49-F238E27FC236}">
                  <a16:creationId xmlns:a16="http://schemas.microsoft.com/office/drawing/2014/main" id="{8B7B94A6-1B8A-5422-7E07-3179176265D2}"/>
                </a:ext>
              </a:extLst>
            </p:cNvPr>
            <p:cNvSpPr/>
            <p:nvPr/>
          </p:nvSpPr>
          <p:spPr>
            <a:xfrm>
              <a:off x="10363952"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87" name="Freeform: Shape 1586">
              <a:extLst>
                <a:ext uri="{FF2B5EF4-FFF2-40B4-BE49-F238E27FC236}">
                  <a16:creationId xmlns:a16="http://schemas.microsoft.com/office/drawing/2014/main" id="{193BE7F4-4411-57D0-9373-0F517FE530A2}"/>
                </a:ext>
              </a:extLst>
            </p:cNvPr>
            <p:cNvSpPr/>
            <p:nvPr/>
          </p:nvSpPr>
          <p:spPr>
            <a:xfrm>
              <a:off x="10478208" y="68964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88" name="Freeform: Shape 1587">
              <a:extLst>
                <a:ext uri="{FF2B5EF4-FFF2-40B4-BE49-F238E27FC236}">
                  <a16:creationId xmlns:a16="http://schemas.microsoft.com/office/drawing/2014/main" id="{2ED0E91A-A708-8509-8D4C-1EABF20E169E}"/>
                </a:ext>
              </a:extLst>
            </p:cNvPr>
            <p:cNvSpPr/>
            <p:nvPr/>
          </p:nvSpPr>
          <p:spPr>
            <a:xfrm>
              <a:off x="10592464"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89" name="Freeform: Shape 1588">
              <a:extLst>
                <a:ext uri="{FF2B5EF4-FFF2-40B4-BE49-F238E27FC236}">
                  <a16:creationId xmlns:a16="http://schemas.microsoft.com/office/drawing/2014/main" id="{6841EF9A-F920-E719-F9CB-4FBEC2F9B00B}"/>
                </a:ext>
              </a:extLst>
            </p:cNvPr>
            <p:cNvSpPr/>
            <p:nvPr/>
          </p:nvSpPr>
          <p:spPr>
            <a:xfrm>
              <a:off x="10706720"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90" name="Freeform: Shape 1589">
              <a:extLst>
                <a:ext uri="{FF2B5EF4-FFF2-40B4-BE49-F238E27FC236}">
                  <a16:creationId xmlns:a16="http://schemas.microsoft.com/office/drawing/2014/main" id="{1185D3AC-067C-79AD-70FF-000E4C17B5B3}"/>
                </a:ext>
              </a:extLst>
            </p:cNvPr>
            <p:cNvSpPr/>
            <p:nvPr/>
          </p:nvSpPr>
          <p:spPr>
            <a:xfrm>
              <a:off x="10820976" y="689646"/>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91" name="Freeform: Shape 1590">
              <a:extLst>
                <a:ext uri="{FF2B5EF4-FFF2-40B4-BE49-F238E27FC236}">
                  <a16:creationId xmlns:a16="http://schemas.microsoft.com/office/drawing/2014/main" id="{5D841496-AAFD-770D-F0BB-B3929FF045D7}"/>
                </a:ext>
              </a:extLst>
            </p:cNvPr>
            <p:cNvSpPr/>
            <p:nvPr/>
          </p:nvSpPr>
          <p:spPr>
            <a:xfrm>
              <a:off x="10935231"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92" name="Freeform: Shape 1591">
              <a:extLst>
                <a:ext uri="{FF2B5EF4-FFF2-40B4-BE49-F238E27FC236}">
                  <a16:creationId xmlns:a16="http://schemas.microsoft.com/office/drawing/2014/main" id="{1ED7F55A-B576-4C39-BBCA-460A9859941C}"/>
                </a:ext>
              </a:extLst>
            </p:cNvPr>
            <p:cNvSpPr/>
            <p:nvPr/>
          </p:nvSpPr>
          <p:spPr>
            <a:xfrm>
              <a:off x="11049443"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93" name="Freeform: Shape 1592">
              <a:extLst>
                <a:ext uri="{FF2B5EF4-FFF2-40B4-BE49-F238E27FC236}">
                  <a16:creationId xmlns:a16="http://schemas.microsoft.com/office/drawing/2014/main" id="{3B6715D0-DFBD-D11A-2FAB-4D1FBEC77ABA}"/>
                </a:ext>
              </a:extLst>
            </p:cNvPr>
            <p:cNvSpPr/>
            <p:nvPr/>
          </p:nvSpPr>
          <p:spPr>
            <a:xfrm>
              <a:off x="11163699" y="689646"/>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94" name="Freeform: Shape 1593">
              <a:extLst>
                <a:ext uri="{FF2B5EF4-FFF2-40B4-BE49-F238E27FC236}">
                  <a16:creationId xmlns:a16="http://schemas.microsoft.com/office/drawing/2014/main" id="{DB2C4235-7178-CD6E-2922-1C5B2E058B89}"/>
                </a:ext>
              </a:extLst>
            </p:cNvPr>
            <p:cNvSpPr/>
            <p:nvPr/>
          </p:nvSpPr>
          <p:spPr>
            <a:xfrm>
              <a:off x="11277955"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95" name="Freeform: Shape 1594">
              <a:extLst>
                <a:ext uri="{FF2B5EF4-FFF2-40B4-BE49-F238E27FC236}">
                  <a16:creationId xmlns:a16="http://schemas.microsoft.com/office/drawing/2014/main" id="{9260B0A9-4788-8614-5B4B-F63C949C515C}"/>
                </a:ext>
              </a:extLst>
            </p:cNvPr>
            <p:cNvSpPr/>
            <p:nvPr/>
          </p:nvSpPr>
          <p:spPr>
            <a:xfrm>
              <a:off x="11392210"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96" name="Freeform: Shape 1595">
              <a:extLst>
                <a:ext uri="{FF2B5EF4-FFF2-40B4-BE49-F238E27FC236}">
                  <a16:creationId xmlns:a16="http://schemas.microsoft.com/office/drawing/2014/main" id="{9DBF5448-2E03-E4D4-E38E-441908D5858F}"/>
                </a:ext>
              </a:extLst>
            </p:cNvPr>
            <p:cNvSpPr/>
            <p:nvPr/>
          </p:nvSpPr>
          <p:spPr>
            <a:xfrm>
              <a:off x="11506466" y="689646"/>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97" name="Freeform: Shape 1596">
              <a:extLst>
                <a:ext uri="{FF2B5EF4-FFF2-40B4-BE49-F238E27FC236}">
                  <a16:creationId xmlns:a16="http://schemas.microsoft.com/office/drawing/2014/main" id="{725F1BF2-E787-E1D9-1764-C776E6220D12}"/>
                </a:ext>
              </a:extLst>
            </p:cNvPr>
            <p:cNvSpPr/>
            <p:nvPr/>
          </p:nvSpPr>
          <p:spPr>
            <a:xfrm>
              <a:off x="11620722"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98" name="Freeform: Shape 1597">
              <a:extLst>
                <a:ext uri="{FF2B5EF4-FFF2-40B4-BE49-F238E27FC236}">
                  <a16:creationId xmlns:a16="http://schemas.microsoft.com/office/drawing/2014/main" id="{C13F826C-4360-9CB3-50A8-49DC9E04B5BE}"/>
                </a:ext>
              </a:extLst>
            </p:cNvPr>
            <p:cNvSpPr/>
            <p:nvPr/>
          </p:nvSpPr>
          <p:spPr>
            <a:xfrm>
              <a:off x="11734978"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99" name="Freeform: Shape 1598">
              <a:extLst>
                <a:ext uri="{FF2B5EF4-FFF2-40B4-BE49-F238E27FC236}">
                  <a16:creationId xmlns:a16="http://schemas.microsoft.com/office/drawing/2014/main" id="{19DE3872-1A42-23D9-247E-91FF59AFFD5E}"/>
                </a:ext>
              </a:extLst>
            </p:cNvPr>
            <p:cNvSpPr/>
            <p:nvPr/>
          </p:nvSpPr>
          <p:spPr>
            <a:xfrm>
              <a:off x="11849233"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00" name="Freeform: Shape 1599">
              <a:extLst>
                <a:ext uri="{FF2B5EF4-FFF2-40B4-BE49-F238E27FC236}">
                  <a16:creationId xmlns:a16="http://schemas.microsoft.com/office/drawing/2014/main" id="{69C2DC23-B97F-115F-0675-B4220B86C404}"/>
                </a:ext>
              </a:extLst>
            </p:cNvPr>
            <p:cNvSpPr/>
            <p:nvPr/>
          </p:nvSpPr>
          <p:spPr>
            <a:xfrm>
              <a:off x="11963489"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01" name="Freeform: Shape 1600">
              <a:extLst>
                <a:ext uri="{FF2B5EF4-FFF2-40B4-BE49-F238E27FC236}">
                  <a16:creationId xmlns:a16="http://schemas.microsoft.com/office/drawing/2014/main" id="{CEF0387E-BEC0-DCB8-380C-EBD2216C165B}"/>
                </a:ext>
              </a:extLst>
            </p:cNvPr>
            <p:cNvSpPr/>
            <p:nvPr/>
          </p:nvSpPr>
          <p:spPr>
            <a:xfrm>
              <a:off x="12077745" y="689646"/>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02" name="Freeform: Shape 1601">
              <a:extLst>
                <a:ext uri="{FF2B5EF4-FFF2-40B4-BE49-F238E27FC236}">
                  <a16:creationId xmlns:a16="http://schemas.microsoft.com/office/drawing/2014/main" id="{8CDA957A-4502-8F7C-7836-5E0E5C65A6CE}"/>
                </a:ext>
              </a:extLst>
            </p:cNvPr>
            <p:cNvSpPr/>
            <p:nvPr/>
          </p:nvSpPr>
          <p:spPr>
            <a:xfrm>
              <a:off x="7279135" y="80390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03" name="Freeform: Shape 1602">
              <a:extLst>
                <a:ext uri="{FF2B5EF4-FFF2-40B4-BE49-F238E27FC236}">
                  <a16:creationId xmlns:a16="http://schemas.microsoft.com/office/drawing/2014/main" id="{511A282E-E430-C457-6D59-C795168B44C4}"/>
                </a:ext>
              </a:extLst>
            </p:cNvPr>
            <p:cNvSpPr/>
            <p:nvPr/>
          </p:nvSpPr>
          <p:spPr>
            <a:xfrm>
              <a:off x="7393391"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04" name="Freeform: Shape 1603">
              <a:extLst>
                <a:ext uri="{FF2B5EF4-FFF2-40B4-BE49-F238E27FC236}">
                  <a16:creationId xmlns:a16="http://schemas.microsoft.com/office/drawing/2014/main" id="{CCC21704-E99B-1245-A72A-1ABAD07E45DD}"/>
                </a:ext>
              </a:extLst>
            </p:cNvPr>
            <p:cNvSpPr/>
            <p:nvPr/>
          </p:nvSpPr>
          <p:spPr>
            <a:xfrm>
              <a:off x="7507646"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05" name="Freeform: Shape 1604">
              <a:extLst>
                <a:ext uri="{FF2B5EF4-FFF2-40B4-BE49-F238E27FC236}">
                  <a16:creationId xmlns:a16="http://schemas.microsoft.com/office/drawing/2014/main" id="{FD1355A6-7C1D-5839-C1D4-DF3C1B0C6BEA}"/>
                </a:ext>
              </a:extLst>
            </p:cNvPr>
            <p:cNvSpPr/>
            <p:nvPr/>
          </p:nvSpPr>
          <p:spPr>
            <a:xfrm>
              <a:off x="7621902"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06" name="Freeform: Shape 1605">
              <a:extLst>
                <a:ext uri="{FF2B5EF4-FFF2-40B4-BE49-F238E27FC236}">
                  <a16:creationId xmlns:a16="http://schemas.microsoft.com/office/drawing/2014/main" id="{8A5D2D7D-7A13-E3EA-920E-95D0E794F93E}"/>
                </a:ext>
              </a:extLst>
            </p:cNvPr>
            <p:cNvSpPr/>
            <p:nvPr/>
          </p:nvSpPr>
          <p:spPr>
            <a:xfrm>
              <a:off x="7736158" y="80390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07" name="Freeform: Shape 1606">
              <a:extLst>
                <a:ext uri="{FF2B5EF4-FFF2-40B4-BE49-F238E27FC236}">
                  <a16:creationId xmlns:a16="http://schemas.microsoft.com/office/drawing/2014/main" id="{FEBFE0C2-FF9F-381B-3F68-A9E0C3493899}"/>
                </a:ext>
              </a:extLst>
            </p:cNvPr>
            <p:cNvSpPr/>
            <p:nvPr/>
          </p:nvSpPr>
          <p:spPr>
            <a:xfrm>
              <a:off x="7850414"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08" name="Freeform: Shape 1607">
              <a:extLst>
                <a:ext uri="{FF2B5EF4-FFF2-40B4-BE49-F238E27FC236}">
                  <a16:creationId xmlns:a16="http://schemas.microsoft.com/office/drawing/2014/main" id="{D24A6D9E-3B2D-BE29-E08F-13067AFA7CB3}"/>
                </a:ext>
              </a:extLst>
            </p:cNvPr>
            <p:cNvSpPr/>
            <p:nvPr/>
          </p:nvSpPr>
          <p:spPr>
            <a:xfrm>
              <a:off x="7964669"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09" name="Freeform: Shape 1608">
              <a:extLst>
                <a:ext uri="{FF2B5EF4-FFF2-40B4-BE49-F238E27FC236}">
                  <a16:creationId xmlns:a16="http://schemas.microsoft.com/office/drawing/2014/main" id="{732AE3C0-75EC-874A-2FF1-1DA537820D30}"/>
                </a:ext>
              </a:extLst>
            </p:cNvPr>
            <p:cNvSpPr/>
            <p:nvPr/>
          </p:nvSpPr>
          <p:spPr>
            <a:xfrm>
              <a:off x="8078925" y="80390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10" name="Freeform: Shape 1609">
              <a:extLst>
                <a:ext uri="{FF2B5EF4-FFF2-40B4-BE49-F238E27FC236}">
                  <a16:creationId xmlns:a16="http://schemas.microsoft.com/office/drawing/2014/main" id="{5EE730E9-329E-9B0C-10CA-9B91122AA7B4}"/>
                </a:ext>
              </a:extLst>
            </p:cNvPr>
            <p:cNvSpPr/>
            <p:nvPr/>
          </p:nvSpPr>
          <p:spPr>
            <a:xfrm>
              <a:off x="8193181"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11" name="Freeform: Shape 1610">
              <a:extLst>
                <a:ext uri="{FF2B5EF4-FFF2-40B4-BE49-F238E27FC236}">
                  <a16:creationId xmlns:a16="http://schemas.microsoft.com/office/drawing/2014/main" id="{169B834F-9E08-562E-A834-335F9BAE41B3}"/>
                </a:ext>
              </a:extLst>
            </p:cNvPr>
            <p:cNvSpPr/>
            <p:nvPr/>
          </p:nvSpPr>
          <p:spPr>
            <a:xfrm>
              <a:off x="8307437"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12" name="Freeform: Shape 1611">
              <a:extLst>
                <a:ext uri="{FF2B5EF4-FFF2-40B4-BE49-F238E27FC236}">
                  <a16:creationId xmlns:a16="http://schemas.microsoft.com/office/drawing/2014/main" id="{3A2D0994-27C8-1DF6-0F35-90AC30DA78E8}"/>
                </a:ext>
              </a:extLst>
            </p:cNvPr>
            <p:cNvSpPr/>
            <p:nvPr/>
          </p:nvSpPr>
          <p:spPr>
            <a:xfrm>
              <a:off x="8421648"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13" name="Freeform: Shape 1612">
              <a:extLst>
                <a:ext uri="{FF2B5EF4-FFF2-40B4-BE49-F238E27FC236}">
                  <a16:creationId xmlns:a16="http://schemas.microsoft.com/office/drawing/2014/main" id="{ECEA3450-C49E-9D86-3BAC-F0D0710CB3A7}"/>
                </a:ext>
              </a:extLst>
            </p:cNvPr>
            <p:cNvSpPr/>
            <p:nvPr/>
          </p:nvSpPr>
          <p:spPr>
            <a:xfrm>
              <a:off x="8535904"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14" name="Freeform: Shape 1613">
              <a:extLst>
                <a:ext uri="{FF2B5EF4-FFF2-40B4-BE49-F238E27FC236}">
                  <a16:creationId xmlns:a16="http://schemas.microsoft.com/office/drawing/2014/main" id="{E57F1118-1389-4100-BDEC-828DD35E1B61}"/>
                </a:ext>
              </a:extLst>
            </p:cNvPr>
            <p:cNvSpPr/>
            <p:nvPr/>
          </p:nvSpPr>
          <p:spPr>
            <a:xfrm>
              <a:off x="8650160"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15" name="Freeform: Shape 1614">
              <a:extLst>
                <a:ext uri="{FF2B5EF4-FFF2-40B4-BE49-F238E27FC236}">
                  <a16:creationId xmlns:a16="http://schemas.microsoft.com/office/drawing/2014/main" id="{E7A3EB3D-7031-012D-ED88-E7CBC23C10CD}"/>
                </a:ext>
              </a:extLst>
            </p:cNvPr>
            <p:cNvSpPr/>
            <p:nvPr/>
          </p:nvSpPr>
          <p:spPr>
            <a:xfrm>
              <a:off x="8764416"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16" name="Freeform: Shape 1615">
              <a:extLst>
                <a:ext uri="{FF2B5EF4-FFF2-40B4-BE49-F238E27FC236}">
                  <a16:creationId xmlns:a16="http://schemas.microsoft.com/office/drawing/2014/main" id="{64ADFEE4-ABE6-285A-0993-5421B2B04FAF}"/>
                </a:ext>
              </a:extLst>
            </p:cNvPr>
            <p:cNvSpPr/>
            <p:nvPr/>
          </p:nvSpPr>
          <p:spPr>
            <a:xfrm>
              <a:off x="8878671" y="80390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17" name="Freeform: Shape 1616">
              <a:extLst>
                <a:ext uri="{FF2B5EF4-FFF2-40B4-BE49-F238E27FC236}">
                  <a16:creationId xmlns:a16="http://schemas.microsoft.com/office/drawing/2014/main" id="{09ECF556-2DA2-F45E-F23E-5348BA7DB2D9}"/>
                </a:ext>
              </a:extLst>
            </p:cNvPr>
            <p:cNvSpPr/>
            <p:nvPr/>
          </p:nvSpPr>
          <p:spPr>
            <a:xfrm>
              <a:off x="8992927"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18" name="Freeform: Shape 1617">
              <a:extLst>
                <a:ext uri="{FF2B5EF4-FFF2-40B4-BE49-F238E27FC236}">
                  <a16:creationId xmlns:a16="http://schemas.microsoft.com/office/drawing/2014/main" id="{4B6BD66D-09C5-5258-2F5B-B7E141A984C2}"/>
                </a:ext>
              </a:extLst>
            </p:cNvPr>
            <p:cNvSpPr/>
            <p:nvPr/>
          </p:nvSpPr>
          <p:spPr>
            <a:xfrm>
              <a:off x="9107183"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19" name="Freeform: Shape 1618">
              <a:extLst>
                <a:ext uri="{FF2B5EF4-FFF2-40B4-BE49-F238E27FC236}">
                  <a16:creationId xmlns:a16="http://schemas.microsoft.com/office/drawing/2014/main" id="{9AA5ABC6-0890-E971-9EFE-EC2EA09054DB}"/>
                </a:ext>
              </a:extLst>
            </p:cNvPr>
            <p:cNvSpPr/>
            <p:nvPr/>
          </p:nvSpPr>
          <p:spPr>
            <a:xfrm>
              <a:off x="9221439"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20" name="Freeform: Shape 1619">
              <a:extLst>
                <a:ext uri="{FF2B5EF4-FFF2-40B4-BE49-F238E27FC236}">
                  <a16:creationId xmlns:a16="http://schemas.microsoft.com/office/drawing/2014/main" id="{B26942E4-756F-E4DA-A08F-0CBFCB73B492}"/>
                </a:ext>
              </a:extLst>
            </p:cNvPr>
            <p:cNvSpPr/>
            <p:nvPr/>
          </p:nvSpPr>
          <p:spPr>
            <a:xfrm>
              <a:off x="9335695" y="80390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21" name="Freeform: Shape 1620">
              <a:extLst>
                <a:ext uri="{FF2B5EF4-FFF2-40B4-BE49-F238E27FC236}">
                  <a16:creationId xmlns:a16="http://schemas.microsoft.com/office/drawing/2014/main" id="{846FD0A1-C04F-1B52-1158-763BC1C0E475}"/>
                </a:ext>
              </a:extLst>
            </p:cNvPr>
            <p:cNvSpPr/>
            <p:nvPr/>
          </p:nvSpPr>
          <p:spPr>
            <a:xfrm>
              <a:off x="9449950"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22" name="Freeform: Shape 1621">
              <a:extLst>
                <a:ext uri="{FF2B5EF4-FFF2-40B4-BE49-F238E27FC236}">
                  <a16:creationId xmlns:a16="http://schemas.microsoft.com/office/drawing/2014/main" id="{280DE37F-BC22-673D-406A-A8BF9DB1068D}"/>
                </a:ext>
              </a:extLst>
            </p:cNvPr>
            <p:cNvSpPr/>
            <p:nvPr/>
          </p:nvSpPr>
          <p:spPr>
            <a:xfrm>
              <a:off x="9564206"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23" name="Freeform: Shape 1622">
              <a:extLst>
                <a:ext uri="{FF2B5EF4-FFF2-40B4-BE49-F238E27FC236}">
                  <a16:creationId xmlns:a16="http://schemas.microsoft.com/office/drawing/2014/main" id="{550A8CB5-632F-99A5-616B-646F5ACD8662}"/>
                </a:ext>
              </a:extLst>
            </p:cNvPr>
            <p:cNvSpPr/>
            <p:nvPr/>
          </p:nvSpPr>
          <p:spPr>
            <a:xfrm>
              <a:off x="9678418" y="80390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24" name="Freeform: Shape 1623">
              <a:extLst>
                <a:ext uri="{FF2B5EF4-FFF2-40B4-BE49-F238E27FC236}">
                  <a16:creationId xmlns:a16="http://schemas.microsoft.com/office/drawing/2014/main" id="{B27EC0CF-1987-587E-C6E0-7650F7A15FCF}"/>
                </a:ext>
              </a:extLst>
            </p:cNvPr>
            <p:cNvSpPr/>
            <p:nvPr/>
          </p:nvSpPr>
          <p:spPr>
            <a:xfrm>
              <a:off x="9792674"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25" name="Freeform: Shape 1624">
              <a:extLst>
                <a:ext uri="{FF2B5EF4-FFF2-40B4-BE49-F238E27FC236}">
                  <a16:creationId xmlns:a16="http://schemas.microsoft.com/office/drawing/2014/main" id="{5627DADD-6175-351F-16F9-B8FD4D0D361E}"/>
                </a:ext>
              </a:extLst>
            </p:cNvPr>
            <p:cNvSpPr/>
            <p:nvPr/>
          </p:nvSpPr>
          <p:spPr>
            <a:xfrm>
              <a:off x="9906929"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26" name="Freeform: Shape 1625">
              <a:extLst>
                <a:ext uri="{FF2B5EF4-FFF2-40B4-BE49-F238E27FC236}">
                  <a16:creationId xmlns:a16="http://schemas.microsoft.com/office/drawing/2014/main" id="{F85B1CF1-B4F3-C9F3-A4AA-30100AC511D5}"/>
                </a:ext>
              </a:extLst>
            </p:cNvPr>
            <p:cNvSpPr/>
            <p:nvPr/>
          </p:nvSpPr>
          <p:spPr>
            <a:xfrm>
              <a:off x="10021185"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27" name="Freeform: Shape 1626">
              <a:extLst>
                <a:ext uri="{FF2B5EF4-FFF2-40B4-BE49-F238E27FC236}">
                  <a16:creationId xmlns:a16="http://schemas.microsoft.com/office/drawing/2014/main" id="{00BC8349-2F53-551B-7685-7788BD60DB62}"/>
                </a:ext>
              </a:extLst>
            </p:cNvPr>
            <p:cNvSpPr/>
            <p:nvPr/>
          </p:nvSpPr>
          <p:spPr>
            <a:xfrm>
              <a:off x="10135441"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28" name="Freeform: Shape 1627">
              <a:extLst>
                <a:ext uri="{FF2B5EF4-FFF2-40B4-BE49-F238E27FC236}">
                  <a16:creationId xmlns:a16="http://schemas.microsoft.com/office/drawing/2014/main" id="{BFDC10D3-90E0-3D64-F145-38B9C4FAEFF4}"/>
                </a:ext>
              </a:extLst>
            </p:cNvPr>
            <p:cNvSpPr/>
            <p:nvPr/>
          </p:nvSpPr>
          <p:spPr>
            <a:xfrm>
              <a:off x="10249697"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29" name="Freeform: Shape 1628">
              <a:extLst>
                <a:ext uri="{FF2B5EF4-FFF2-40B4-BE49-F238E27FC236}">
                  <a16:creationId xmlns:a16="http://schemas.microsoft.com/office/drawing/2014/main" id="{F303704E-E93E-1A19-2CC2-0542EBF5E7A6}"/>
                </a:ext>
              </a:extLst>
            </p:cNvPr>
            <p:cNvSpPr/>
            <p:nvPr/>
          </p:nvSpPr>
          <p:spPr>
            <a:xfrm>
              <a:off x="10363952"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30" name="Freeform: Shape 1629">
              <a:extLst>
                <a:ext uri="{FF2B5EF4-FFF2-40B4-BE49-F238E27FC236}">
                  <a16:creationId xmlns:a16="http://schemas.microsoft.com/office/drawing/2014/main" id="{14007334-BEA2-5B13-4A24-2C4C0920A63C}"/>
                </a:ext>
              </a:extLst>
            </p:cNvPr>
            <p:cNvSpPr/>
            <p:nvPr/>
          </p:nvSpPr>
          <p:spPr>
            <a:xfrm>
              <a:off x="10478208" y="80390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31" name="Freeform: Shape 1630">
              <a:extLst>
                <a:ext uri="{FF2B5EF4-FFF2-40B4-BE49-F238E27FC236}">
                  <a16:creationId xmlns:a16="http://schemas.microsoft.com/office/drawing/2014/main" id="{880430A6-6649-A01A-7812-7994308EDE92}"/>
                </a:ext>
              </a:extLst>
            </p:cNvPr>
            <p:cNvSpPr/>
            <p:nvPr/>
          </p:nvSpPr>
          <p:spPr>
            <a:xfrm>
              <a:off x="10592464"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32" name="Freeform: Shape 1631">
              <a:extLst>
                <a:ext uri="{FF2B5EF4-FFF2-40B4-BE49-F238E27FC236}">
                  <a16:creationId xmlns:a16="http://schemas.microsoft.com/office/drawing/2014/main" id="{B13055DE-EFD5-2DBB-9216-FB3F913C775A}"/>
                </a:ext>
              </a:extLst>
            </p:cNvPr>
            <p:cNvSpPr/>
            <p:nvPr/>
          </p:nvSpPr>
          <p:spPr>
            <a:xfrm>
              <a:off x="10706720"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33" name="Freeform: Shape 1632">
              <a:extLst>
                <a:ext uri="{FF2B5EF4-FFF2-40B4-BE49-F238E27FC236}">
                  <a16:creationId xmlns:a16="http://schemas.microsoft.com/office/drawing/2014/main" id="{F4B088E7-3FDE-2C97-1449-1045B2643844}"/>
                </a:ext>
              </a:extLst>
            </p:cNvPr>
            <p:cNvSpPr/>
            <p:nvPr/>
          </p:nvSpPr>
          <p:spPr>
            <a:xfrm>
              <a:off x="10820976" y="803902"/>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34" name="Freeform: Shape 1633">
              <a:extLst>
                <a:ext uri="{FF2B5EF4-FFF2-40B4-BE49-F238E27FC236}">
                  <a16:creationId xmlns:a16="http://schemas.microsoft.com/office/drawing/2014/main" id="{A2665958-F962-EF30-FA5F-80020ED8161D}"/>
                </a:ext>
              </a:extLst>
            </p:cNvPr>
            <p:cNvSpPr/>
            <p:nvPr/>
          </p:nvSpPr>
          <p:spPr>
            <a:xfrm>
              <a:off x="10935231"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35" name="Freeform: Shape 1634">
              <a:extLst>
                <a:ext uri="{FF2B5EF4-FFF2-40B4-BE49-F238E27FC236}">
                  <a16:creationId xmlns:a16="http://schemas.microsoft.com/office/drawing/2014/main" id="{5CF31E47-3CFA-1A1D-9577-A429E6A83202}"/>
                </a:ext>
              </a:extLst>
            </p:cNvPr>
            <p:cNvSpPr/>
            <p:nvPr/>
          </p:nvSpPr>
          <p:spPr>
            <a:xfrm>
              <a:off x="11049443"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36" name="Freeform: Shape 1635">
              <a:extLst>
                <a:ext uri="{FF2B5EF4-FFF2-40B4-BE49-F238E27FC236}">
                  <a16:creationId xmlns:a16="http://schemas.microsoft.com/office/drawing/2014/main" id="{D9250C94-4CAF-8FEE-F73E-F78A2063A4CE}"/>
                </a:ext>
              </a:extLst>
            </p:cNvPr>
            <p:cNvSpPr/>
            <p:nvPr/>
          </p:nvSpPr>
          <p:spPr>
            <a:xfrm>
              <a:off x="11163699" y="803902"/>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37" name="Freeform: Shape 1636">
              <a:extLst>
                <a:ext uri="{FF2B5EF4-FFF2-40B4-BE49-F238E27FC236}">
                  <a16:creationId xmlns:a16="http://schemas.microsoft.com/office/drawing/2014/main" id="{16E84218-8059-3B5A-0DBA-6174311A1DDD}"/>
                </a:ext>
              </a:extLst>
            </p:cNvPr>
            <p:cNvSpPr/>
            <p:nvPr/>
          </p:nvSpPr>
          <p:spPr>
            <a:xfrm>
              <a:off x="11277955"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38" name="Freeform: Shape 1637">
              <a:extLst>
                <a:ext uri="{FF2B5EF4-FFF2-40B4-BE49-F238E27FC236}">
                  <a16:creationId xmlns:a16="http://schemas.microsoft.com/office/drawing/2014/main" id="{BCAB7CF2-6C88-44F3-EA77-357B1270853A}"/>
                </a:ext>
              </a:extLst>
            </p:cNvPr>
            <p:cNvSpPr/>
            <p:nvPr/>
          </p:nvSpPr>
          <p:spPr>
            <a:xfrm>
              <a:off x="11392210"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39" name="Freeform: Shape 1638">
              <a:extLst>
                <a:ext uri="{FF2B5EF4-FFF2-40B4-BE49-F238E27FC236}">
                  <a16:creationId xmlns:a16="http://schemas.microsoft.com/office/drawing/2014/main" id="{FAC9A5FC-13D0-06D3-81FF-F8666DFB7466}"/>
                </a:ext>
              </a:extLst>
            </p:cNvPr>
            <p:cNvSpPr/>
            <p:nvPr/>
          </p:nvSpPr>
          <p:spPr>
            <a:xfrm>
              <a:off x="11506466" y="803902"/>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40" name="Freeform: Shape 1639">
              <a:extLst>
                <a:ext uri="{FF2B5EF4-FFF2-40B4-BE49-F238E27FC236}">
                  <a16:creationId xmlns:a16="http://schemas.microsoft.com/office/drawing/2014/main" id="{4119B6C1-2E1C-4D78-DE67-E6B24C9EF862}"/>
                </a:ext>
              </a:extLst>
            </p:cNvPr>
            <p:cNvSpPr/>
            <p:nvPr/>
          </p:nvSpPr>
          <p:spPr>
            <a:xfrm>
              <a:off x="11620722"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41" name="Freeform: Shape 1640">
              <a:extLst>
                <a:ext uri="{FF2B5EF4-FFF2-40B4-BE49-F238E27FC236}">
                  <a16:creationId xmlns:a16="http://schemas.microsoft.com/office/drawing/2014/main" id="{CBA9E4FA-977D-7960-D59C-605701138223}"/>
                </a:ext>
              </a:extLst>
            </p:cNvPr>
            <p:cNvSpPr/>
            <p:nvPr/>
          </p:nvSpPr>
          <p:spPr>
            <a:xfrm>
              <a:off x="11734978"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42" name="Freeform: Shape 1641">
              <a:extLst>
                <a:ext uri="{FF2B5EF4-FFF2-40B4-BE49-F238E27FC236}">
                  <a16:creationId xmlns:a16="http://schemas.microsoft.com/office/drawing/2014/main" id="{816456AE-488D-C101-04F9-2F7DC79FB1F4}"/>
                </a:ext>
              </a:extLst>
            </p:cNvPr>
            <p:cNvSpPr/>
            <p:nvPr/>
          </p:nvSpPr>
          <p:spPr>
            <a:xfrm>
              <a:off x="11849233"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43" name="Freeform: Shape 1642">
              <a:extLst>
                <a:ext uri="{FF2B5EF4-FFF2-40B4-BE49-F238E27FC236}">
                  <a16:creationId xmlns:a16="http://schemas.microsoft.com/office/drawing/2014/main" id="{433F66AF-D7BF-8F65-E9E4-2FB8DDD31991}"/>
                </a:ext>
              </a:extLst>
            </p:cNvPr>
            <p:cNvSpPr/>
            <p:nvPr/>
          </p:nvSpPr>
          <p:spPr>
            <a:xfrm>
              <a:off x="11963489"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44" name="Freeform: Shape 1643">
              <a:extLst>
                <a:ext uri="{FF2B5EF4-FFF2-40B4-BE49-F238E27FC236}">
                  <a16:creationId xmlns:a16="http://schemas.microsoft.com/office/drawing/2014/main" id="{077E28A8-646A-A27A-8F75-0EAD9191A7E2}"/>
                </a:ext>
              </a:extLst>
            </p:cNvPr>
            <p:cNvSpPr/>
            <p:nvPr/>
          </p:nvSpPr>
          <p:spPr>
            <a:xfrm>
              <a:off x="12077745" y="803902"/>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45" name="Freeform: Shape 1644">
              <a:extLst>
                <a:ext uri="{FF2B5EF4-FFF2-40B4-BE49-F238E27FC236}">
                  <a16:creationId xmlns:a16="http://schemas.microsoft.com/office/drawing/2014/main" id="{0022FDB0-6F59-D76D-8A05-3A59EFA9370A}"/>
                </a:ext>
              </a:extLst>
            </p:cNvPr>
            <p:cNvSpPr/>
            <p:nvPr/>
          </p:nvSpPr>
          <p:spPr>
            <a:xfrm>
              <a:off x="7279135" y="91815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46" name="Freeform: Shape 1645">
              <a:extLst>
                <a:ext uri="{FF2B5EF4-FFF2-40B4-BE49-F238E27FC236}">
                  <a16:creationId xmlns:a16="http://schemas.microsoft.com/office/drawing/2014/main" id="{16654C42-E42B-A5AB-8B86-E8F73D925127}"/>
                </a:ext>
              </a:extLst>
            </p:cNvPr>
            <p:cNvSpPr/>
            <p:nvPr/>
          </p:nvSpPr>
          <p:spPr>
            <a:xfrm>
              <a:off x="7393391"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47" name="Freeform: Shape 1646">
              <a:extLst>
                <a:ext uri="{FF2B5EF4-FFF2-40B4-BE49-F238E27FC236}">
                  <a16:creationId xmlns:a16="http://schemas.microsoft.com/office/drawing/2014/main" id="{57CDF713-9509-365D-B0F2-233B836D9155}"/>
                </a:ext>
              </a:extLst>
            </p:cNvPr>
            <p:cNvSpPr/>
            <p:nvPr/>
          </p:nvSpPr>
          <p:spPr>
            <a:xfrm>
              <a:off x="7507646"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48" name="Freeform: Shape 1647">
              <a:extLst>
                <a:ext uri="{FF2B5EF4-FFF2-40B4-BE49-F238E27FC236}">
                  <a16:creationId xmlns:a16="http://schemas.microsoft.com/office/drawing/2014/main" id="{FADB803C-C216-53A5-FBBF-0887759673EB}"/>
                </a:ext>
              </a:extLst>
            </p:cNvPr>
            <p:cNvSpPr/>
            <p:nvPr/>
          </p:nvSpPr>
          <p:spPr>
            <a:xfrm>
              <a:off x="7621902"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49" name="Freeform: Shape 1648">
              <a:extLst>
                <a:ext uri="{FF2B5EF4-FFF2-40B4-BE49-F238E27FC236}">
                  <a16:creationId xmlns:a16="http://schemas.microsoft.com/office/drawing/2014/main" id="{A3EFB564-C1B3-BE60-1E5D-04C7467A3BC6}"/>
                </a:ext>
              </a:extLst>
            </p:cNvPr>
            <p:cNvSpPr/>
            <p:nvPr/>
          </p:nvSpPr>
          <p:spPr>
            <a:xfrm>
              <a:off x="7736158" y="91815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50" name="Freeform: Shape 1649">
              <a:extLst>
                <a:ext uri="{FF2B5EF4-FFF2-40B4-BE49-F238E27FC236}">
                  <a16:creationId xmlns:a16="http://schemas.microsoft.com/office/drawing/2014/main" id="{91D5603B-7097-E03A-BD58-DC41B8954FCC}"/>
                </a:ext>
              </a:extLst>
            </p:cNvPr>
            <p:cNvSpPr/>
            <p:nvPr/>
          </p:nvSpPr>
          <p:spPr>
            <a:xfrm>
              <a:off x="7850414"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51" name="Freeform: Shape 1650">
              <a:extLst>
                <a:ext uri="{FF2B5EF4-FFF2-40B4-BE49-F238E27FC236}">
                  <a16:creationId xmlns:a16="http://schemas.microsoft.com/office/drawing/2014/main" id="{195CC54D-688D-3615-E4ED-CAD25D7C1C96}"/>
                </a:ext>
              </a:extLst>
            </p:cNvPr>
            <p:cNvSpPr/>
            <p:nvPr/>
          </p:nvSpPr>
          <p:spPr>
            <a:xfrm>
              <a:off x="7964669"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52" name="Freeform: Shape 1651">
              <a:extLst>
                <a:ext uri="{FF2B5EF4-FFF2-40B4-BE49-F238E27FC236}">
                  <a16:creationId xmlns:a16="http://schemas.microsoft.com/office/drawing/2014/main" id="{23B50D9F-8E4C-4C12-A140-8F6F45FF6275}"/>
                </a:ext>
              </a:extLst>
            </p:cNvPr>
            <p:cNvSpPr/>
            <p:nvPr/>
          </p:nvSpPr>
          <p:spPr>
            <a:xfrm>
              <a:off x="8078925" y="91815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53" name="Freeform: Shape 1652">
              <a:extLst>
                <a:ext uri="{FF2B5EF4-FFF2-40B4-BE49-F238E27FC236}">
                  <a16:creationId xmlns:a16="http://schemas.microsoft.com/office/drawing/2014/main" id="{1FBA7E57-FE51-9F5C-D147-661121B3A615}"/>
                </a:ext>
              </a:extLst>
            </p:cNvPr>
            <p:cNvSpPr/>
            <p:nvPr/>
          </p:nvSpPr>
          <p:spPr>
            <a:xfrm>
              <a:off x="8193181"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54" name="Freeform: Shape 1653">
              <a:extLst>
                <a:ext uri="{FF2B5EF4-FFF2-40B4-BE49-F238E27FC236}">
                  <a16:creationId xmlns:a16="http://schemas.microsoft.com/office/drawing/2014/main" id="{96186A63-E86D-A490-BF01-F908A6C37D83}"/>
                </a:ext>
              </a:extLst>
            </p:cNvPr>
            <p:cNvSpPr/>
            <p:nvPr/>
          </p:nvSpPr>
          <p:spPr>
            <a:xfrm>
              <a:off x="8307437"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55" name="Freeform: Shape 1654">
              <a:extLst>
                <a:ext uri="{FF2B5EF4-FFF2-40B4-BE49-F238E27FC236}">
                  <a16:creationId xmlns:a16="http://schemas.microsoft.com/office/drawing/2014/main" id="{81C756DB-51E7-FF9B-06B1-F2BF105A39B4}"/>
                </a:ext>
              </a:extLst>
            </p:cNvPr>
            <p:cNvSpPr/>
            <p:nvPr/>
          </p:nvSpPr>
          <p:spPr>
            <a:xfrm>
              <a:off x="8421648"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56" name="Freeform: Shape 1655">
              <a:extLst>
                <a:ext uri="{FF2B5EF4-FFF2-40B4-BE49-F238E27FC236}">
                  <a16:creationId xmlns:a16="http://schemas.microsoft.com/office/drawing/2014/main" id="{24F59A11-FBF8-9C4A-49F0-06F0D4808042}"/>
                </a:ext>
              </a:extLst>
            </p:cNvPr>
            <p:cNvSpPr/>
            <p:nvPr/>
          </p:nvSpPr>
          <p:spPr>
            <a:xfrm>
              <a:off x="8535904"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57" name="Freeform: Shape 1656">
              <a:extLst>
                <a:ext uri="{FF2B5EF4-FFF2-40B4-BE49-F238E27FC236}">
                  <a16:creationId xmlns:a16="http://schemas.microsoft.com/office/drawing/2014/main" id="{5FF9ED58-EAFD-766A-1EA5-8DED15548585}"/>
                </a:ext>
              </a:extLst>
            </p:cNvPr>
            <p:cNvSpPr/>
            <p:nvPr/>
          </p:nvSpPr>
          <p:spPr>
            <a:xfrm>
              <a:off x="8650160"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58" name="Freeform: Shape 1657">
              <a:extLst>
                <a:ext uri="{FF2B5EF4-FFF2-40B4-BE49-F238E27FC236}">
                  <a16:creationId xmlns:a16="http://schemas.microsoft.com/office/drawing/2014/main" id="{C7145FCE-B36F-CCC2-9541-196D101B7DD3}"/>
                </a:ext>
              </a:extLst>
            </p:cNvPr>
            <p:cNvSpPr/>
            <p:nvPr/>
          </p:nvSpPr>
          <p:spPr>
            <a:xfrm>
              <a:off x="8764416"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59" name="Freeform: Shape 1658">
              <a:extLst>
                <a:ext uri="{FF2B5EF4-FFF2-40B4-BE49-F238E27FC236}">
                  <a16:creationId xmlns:a16="http://schemas.microsoft.com/office/drawing/2014/main" id="{EFFBBCAF-86EA-EE4A-1338-C296BB3183D7}"/>
                </a:ext>
              </a:extLst>
            </p:cNvPr>
            <p:cNvSpPr/>
            <p:nvPr/>
          </p:nvSpPr>
          <p:spPr>
            <a:xfrm>
              <a:off x="8878671" y="91815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60" name="Freeform: Shape 1659">
              <a:extLst>
                <a:ext uri="{FF2B5EF4-FFF2-40B4-BE49-F238E27FC236}">
                  <a16:creationId xmlns:a16="http://schemas.microsoft.com/office/drawing/2014/main" id="{2A98FC6E-98E6-09D6-CAE5-268578CB1322}"/>
                </a:ext>
              </a:extLst>
            </p:cNvPr>
            <p:cNvSpPr/>
            <p:nvPr/>
          </p:nvSpPr>
          <p:spPr>
            <a:xfrm>
              <a:off x="8992927"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61" name="Freeform: Shape 1660">
              <a:extLst>
                <a:ext uri="{FF2B5EF4-FFF2-40B4-BE49-F238E27FC236}">
                  <a16:creationId xmlns:a16="http://schemas.microsoft.com/office/drawing/2014/main" id="{1456AA49-91E4-80A3-52AD-EB76FEDAE5E2}"/>
                </a:ext>
              </a:extLst>
            </p:cNvPr>
            <p:cNvSpPr/>
            <p:nvPr/>
          </p:nvSpPr>
          <p:spPr>
            <a:xfrm>
              <a:off x="9107183"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62" name="Freeform: Shape 1661">
              <a:extLst>
                <a:ext uri="{FF2B5EF4-FFF2-40B4-BE49-F238E27FC236}">
                  <a16:creationId xmlns:a16="http://schemas.microsoft.com/office/drawing/2014/main" id="{FC8631FE-695E-0C80-C240-585BD2FBB068}"/>
                </a:ext>
              </a:extLst>
            </p:cNvPr>
            <p:cNvSpPr/>
            <p:nvPr/>
          </p:nvSpPr>
          <p:spPr>
            <a:xfrm>
              <a:off x="9221439"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63" name="Freeform: Shape 1662">
              <a:extLst>
                <a:ext uri="{FF2B5EF4-FFF2-40B4-BE49-F238E27FC236}">
                  <a16:creationId xmlns:a16="http://schemas.microsoft.com/office/drawing/2014/main" id="{0BBC2E50-0FFF-A403-CA80-5AB5AE796623}"/>
                </a:ext>
              </a:extLst>
            </p:cNvPr>
            <p:cNvSpPr/>
            <p:nvPr/>
          </p:nvSpPr>
          <p:spPr>
            <a:xfrm>
              <a:off x="9335695" y="91815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64" name="Freeform: Shape 1663">
              <a:extLst>
                <a:ext uri="{FF2B5EF4-FFF2-40B4-BE49-F238E27FC236}">
                  <a16:creationId xmlns:a16="http://schemas.microsoft.com/office/drawing/2014/main" id="{C3C0442C-2AF2-BCD2-7268-4918D2B82384}"/>
                </a:ext>
              </a:extLst>
            </p:cNvPr>
            <p:cNvSpPr/>
            <p:nvPr/>
          </p:nvSpPr>
          <p:spPr>
            <a:xfrm>
              <a:off x="9449950"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65" name="Freeform: Shape 1664">
              <a:extLst>
                <a:ext uri="{FF2B5EF4-FFF2-40B4-BE49-F238E27FC236}">
                  <a16:creationId xmlns:a16="http://schemas.microsoft.com/office/drawing/2014/main" id="{CA5088F6-FD78-8894-CD8F-D8EDF9647750}"/>
                </a:ext>
              </a:extLst>
            </p:cNvPr>
            <p:cNvSpPr/>
            <p:nvPr/>
          </p:nvSpPr>
          <p:spPr>
            <a:xfrm>
              <a:off x="9564206"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66" name="Freeform: Shape 1665">
              <a:extLst>
                <a:ext uri="{FF2B5EF4-FFF2-40B4-BE49-F238E27FC236}">
                  <a16:creationId xmlns:a16="http://schemas.microsoft.com/office/drawing/2014/main" id="{73D2B038-95C4-0A14-39A6-E76D44BCDF09}"/>
                </a:ext>
              </a:extLst>
            </p:cNvPr>
            <p:cNvSpPr/>
            <p:nvPr/>
          </p:nvSpPr>
          <p:spPr>
            <a:xfrm>
              <a:off x="9678418" y="91815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67" name="Freeform: Shape 1666">
              <a:extLst>
                <a:ext uri="{FF2B5EF4-FFF2-40B4-BE49-F238E27FC236}">
                  <a16:creationId xmlns:a16="http://schemas.microsoft.com/office/drawing/2014/main" id="{4124D4CA-1866-737A-5A85-57FD95CC8384}"/>
                </a:ext>
              </a:extLst>
            </p:cNvPr>
            <p:cNvSpPr/>
            <p:nvPr/>
          </p:nvSpPr>
          <p:spPr>
            <a:xfrm>
              <a:off x="9792674"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68" name="Freeform: Shape 1667">
              <a:extLst>
                <a:ext uri="{FF2B5EF4-FFF2-40B4-BE49-F238E27FC236}">
                  <a16:creationId xmlns:a16="http://schemas.microsoft.com/office/drawing/2014/main" id="{87353790-50E6-938A-77CF-A739E4E927BD}"/>
                </a:ext>
              </a:extLst>
            </p:cNvPr>
            <p:cNvSpPr/>
            <p:nvPr/>
          </p:nvSpPr>
          <p:spPr>
            <a:xfrm>
              <a:off x="9906929"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69" name="Freeform: Shape 1668">
              <a:extLst>
                <a:ext uri="{FF2B5EF4-FFF2-40B4-BE49-F238E27FC236}">
                  <a16:creationId xmlns:a16="http://schemas.microsoft.com/office/drawing/2014/main" id="{0F3634A7-94EA-D3AC-800A-772660D939EA}"/>
                </a:ext>
              </a:extLst>
            </p:cNvPr>
            <p:cNvSpPr/>
            <p:nvPr/>
          </p:nvSpPr>
          <p:spPr>
            <a:xfrm>
              <a:off x="10021185"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70" name="Freeform: Shape 1669">
              <a:extLst>
                <a:ext uri="{FF2B5EF4-FFF2-40B4-BE49-F238E27FC236}">
                  <a16:creationId xmlns:a16="http://schemas.microsoft.com/office/drawing/2014/main" id="{D8968653-C444-D3E8-54B8-264AD88B0E8D}"/>
                </a:ext>
              </a:extLst>
            </p:cNvPr>
            <p:cNvSpPr/>
            <p:nvPr/>
          </p:nvSpPr>
          <p:spPr>
            <a:xfrm>
              <a:off x="10135441"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71" name="Freeform: Shape 1670">
              <a:extLst>
                <a:ext uri="{FF2B5EF4-FFF2-40B4-BE49-F238E27FC236}">
                  <a16:creationId xmlns:a16="http://schemas.microsoft.com/office/drawing/2014/main" id="{677B7891-56F2-FF56-0336-76DD540ACADB}"/>
                </a:ext>
              </a:extLst>
            </p:cNvPr>
            <p:cNvSpPr/>
            <p:nvPr/>
          </p:nvSpPr>
          <p:spPr>
            <a:xfrm>
              <a:off x="10249697"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72" name="Freeform: Shape 1671">
              <a:extLst>
                <a:ext uri="{FF2B5EF4-FFF2-40B4-BE49-F238E27FC236}">
                  <a16:creationId xmlns:a16="http://schemas.microsoft.com/office/drawing/2014/main" id="{78D7A133-6A8B-E1B0-C6C7-4B9EAE298B44}"/>
                </a:ext>
              </a:extLst>
            </p:cNvPr>
            <p:cNvSpPr/>
            <p:nvPr/>
          </p:nvSpPr>
          <p:spPr>
            <a:xfrm>
              <a:off x="10363952"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73" name="Freeform: Shape 1672">
              <a:extLst>
                <a:ext uri="{FF2B5EF4-FFF2-40B4-BE49-F238E27FC236}">
                  <a16:creationId xmlns:a16="http://schemas.microsoft.com/office/drawing/2014/main" id="{B1A2DC7B-EFA2-B3CC-3EA5-2D864784130F}"/>
                </a:ext>
              </a:extLst>
            </p:cNvPr>
            <p:cNvSpPr/>
            <p:nvPr/>
          </p:nvSpPr>
          <p:spPr>
            <a:xfrm>
              <a:off x="10478208" y="91815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74" name="Freeform: Shape 1673">
              <a:extLst>
                <a:ext uri="{FF2B5EF4-FFF2-40B4-BE49-F238E27FC236}">
                  <a16:creationId xmlns:a16="http://schemas.microsoft.com/office/drawing/2014/main" id="{DD239DA5-0AAC-EC35-BB38-7924E93C466F}"/>
                </a:ext>
              </a:extLst>
            </p:cNvPr>
            <p:cNvSpPr/>
            <p:nvPr/>
          </p:nvSpPr>
          <p:spPr>
            <a:xfrm>
              <a:off x="10592464"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75" name="Freeform: Shape 1674">
              <a:extLst>
                <a:ext uri="{FF2B5EF4-FFF2-40B4-BE49-F238E27FC236}">
                  <a16:creationId xmlns:a16="http://schemas.microsoft.com/office/drawing/2014/main" id="{FB753066-AE82-CE71-4BA0-04CFB06672EA}"/>
                </a:ext>
              </a:extLst>
            </p:cNvPr>
            <p:cNvSpPr/>
            <p:nvPr/>
          </p:nvSpPr>
          <p:spPr>
            <a:xfrm>
              <a:off x="10706720"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76" name="Freeform: Shape 1675">
              <a:extLst>
                <a:ext uri="{FF2B5EF4-FFF2-40B4-BE49-F238E27FC236}">
                  <a16:creationId xmlns:a16="http://schemas.microsoft.com/office/drawing/2014/main" id="{1685BCBA-2D4B-05BB-222D-AF2B829FA50D}"/>
                </a:ext>
              </a:extLst>
            </p:cNvPr>
            <p:cNvSpPr/>
            <p:nvPr/>
          </p:nvSpPr>
          <p:spPr>
            <a:xfrm>
              <a:off x="10820976" y="918158"/>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77" name="Freeform: Shape 1676">
              <a:extLst>
                <a:ext uri="{FF2B5EF4-FFF2-40B4-BE49-F238E27FC236}">
                  <a16:creationId xmlns:a16="http://schemas.microsoft.com/office/drawing/2014/main" id="{76F3365D-1CD0-03FA-33AD-DBFA2B83E255}"/>
                </a:ext>
              </a:extLst>
            </p:cNvPr>
            <p:cNvSpPr/>
            <p:nvPr/>
          </p:nvSpPr>
          <p:spPr>
            <a:xfrm>
              <a:off x="10935231"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78" name="Freeform: Shape 1677">
              <a:extLst>
                <a:ext uri="{FF2B5EF4-FFF2-40B4-BE49-F238E27FC236}">
                  <a16:creationId xmlns:a16="http://schemas.microsoft.com/office/drawing/2014/main" id="{3971D3B0-6A21-3DE1-83DC-A3D7B8CA0CB4}"/>
                </a:ext>
              </a:extLst>
            </p:cNvPr>
            <p:cNvSpPr/>
            <p:nvPr/>
          </p:nvSpPr>
          <p:spPr>
            <a:xfrm>
              <a:off x="11049443"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79" name="Freeform: Shape 1678">
              <a:extLst>
                <a:ext uri="{FF2B5EF4-FFF2-40B4-BE49-F238E27FC236}">
                  <a16:creationId xmlns:a16="http://schemas.microsoft.com/office/drawing/2014/main" id="{CA47361D-53E7-0244-4121-D3C546BB6F7B}"/>
                </a:ext>
              </a:extLst>
            </p:cNvPr>
            <p:cNvSpPr/>
            <p:nvPr/>
          </p:nvSpPr>
          <p:spPr>
            <a:xfrm>
              <a:off x="11163699" y="918158"/>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80" name="Freeform: Shape 1679">
              <a:extLst>
                <a:ext uri="{FF2B5EF4-FFF2-40B4-BE49-F238E27FC236}">
                  <a16:creationId xmlns:a16="http://schemas.microsoft.com/office/drawing/2014/main" id="{FAEC9EAF-6B99-3A52-F273-0D44C8E70872}"/>
                </a:ext>
              </a:extLst>
            </p:cNvPr>
            <p:cNvSpPr/>
            <p:nvPr/>
          </p:nvSpPr>
          <p:spPr>
            <a:xfrm>
              <a:off x="11277955"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81" name="Freeform: Shape 1680">
              <a:extLst>
                <a:ext uri="{FF2B5EF4-FFF2-40B4-BE49-F238E27FC236}">
                  <a16:creationId xmlns:a16="http://schemas.microsoft.com/office/drawing/2014/main" id="{BE7F156C-E6C7-BF31-2B8E-4C111D139A84}"/>
                </a:ext>
              </a:extLst>
            </p:cNvPr>
            <p:cNvSpPr/>
            <p:nvPr/>
          </p:nvSpPr>
          <p:spPr>
            <a:xfrm>
              <a:off x="11392210"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82" name="Freeform: Shape 1681">
              <a:extLst>
                <a:ext uri="{FF2B5EF4-FFF2-40B4-BE49-F238E27FC236}">
                  <a16:creationId xmlns:a16="http://schemas.microsoft.com/office/drawing/2014/main" id="{90AAF739-02D0-47A0-49C9-B640F7311D5B}"/>
                </a:ext>
              </a:extLst>
            </p:cNvPr>
            <p:cNvSpPr/>
            <p:nvPr/>
          </p:nvSpPr>
          <p:spPr>
            <a:xfrm>
              <a:off x="11506466" y="918158"/>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83" name="Freeform: Shape 1682">
              <a:extLst>
                <a:ext uri="{FF2B5EF4-FFF2-40B4-BE49-F238E27FC236}">
                  <a16:creationId xmlns:a16="http://schemas.microsoft.com/office/drawing/2014/main" id="{8B4CAD11-C7BB-092E-538A-AA3E7B3A1F3A}"/>
                </a:ext>
              </a:extLst>
            </p:cNvPr>
            <p:cNvSpPr/>
            <p:nvPr/>
          </p:nvSpPr>
          <p:spPr>
            <a:xfrm>
              <a:off x="11620722"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84" name="Freeform: Shape 1683">
              <a:extLst>
                <a:ext uri="{FF2B5EF4-FFF2-40B4-BE49-F238E27FC236}">
                  <a16:creationId xmlns:a16="http://schemas.microsoft.com/office/drawing/2014/main" id="{D0F49318-E194-8835-CD56-2C1446D40018}"/>
                </a:ext>
              </a:extLst>
            </p:cNvPr>
            <p:cNvSpPr/>
            <p:nvPr/>
          </p:nvSpPr>
          <p:spPr>
            <a:xfrm>
              <a:off x="11734978"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85" name="Freeform: Shape 1684">
              <a:extLst>
                <a:ext uri="{FF2B5EF4-FFF2-40B4-BE49-F238E27FC236}">
                  <a16:creationId xmlns:a16="http://schemas.microsoft.com/office/drawing/2014/main" id="{5DAFEA51-878F-8486-0992-EE1D9CFD748A}"/>
                </a:ext>
              </a:extLst>
            </p:cNvPr>
            <p:cNvSpPr/>
            <p:nvPr/>
          </p:nvSpPr>
          <p:spPr>
            <a:xfrm>
              <a:off x="11849233"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86" name="Freeform: Shape 1685">
              <a:extLst>
                <a:ext uri="{FF2B5EF4-FFF2-40B4-BE49-F238E27FC236}">
                  <a16:creationId xmlns:a16="http://schemas.microsoft.com/office/drawing/2014/main" id="{EA5319C1-CD6B-157B-EE1F-85A6B6D93A04}"/>
                </a:ext>
              </a:extLst>
            </p:cNvPr>
            <p:cNvSpPr/>
            <p:nvPr/>
          </p:nvSpPr>
          <p:spPr>
            <a:xfrm>
              <a:off x="11963489"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87" name="Freeform: Shape 1686">
              <a:extLst>
                <a:ext uri="{FF2B5EF4-FFF2-40B4-BE49-F238E27FC236}">
                  <a16:creationId xmlns:a16="http://schemas.microsoft.com/office/drawing/2014/main" id="{EC2BAC1F-D754-E091-8E1E-CFE4B58FBD13}"/>
                </a:ext>
              </a:extLst>
            </p:cNvPr>
            <p:cNvSpPr/>
            <p:nvPr/>
          </p:nvSpPr>
          <p:spPr>
            <a:xfrm>
              <a:off x="12077745" y="918158"/>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88" name="Freeform: Shape 1687">
              <a:extLst>
                <a:ext uri="{FF2B5EF4-FFF2-40B4-BE49-F238E27FC236}">
                  <a16:creationId xmlns:a16="http://schemas.microsoft.com/office/drawing/2014/main" id="{D31DD2CB-B0EC-6482-FF04-4DA433888054}"/>
                </a:ext>
              </a:extLst>
            </p:cNvPr>
            <p:cNvSpPr/>
            <p:nvPr/>
          </p:nvSpPr>
          <p:spPr>
            <a:xfrm>
              <a:off x="7279135" y="103241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89" name="Freeform: Shape 1688">
              <a:extLst>
                <a:ext uri="{FF2B5EF4-FFF2-40B4-BE49-F238E27FC236}">
                  <a16:creationId xmlns:a16="http://schemas.microsoft.com/office/drawing/2014/main" id="{6E779ED4-25D7-30AF-133B-361DA96627DD}"/>
                </a:ext>
              </a:extLst>
            </p:cNvPr>
            <p:cNvSpPr/>
            <p:nvPr/>
          </p:nvSpPr>
          <p:spPr>
            <a:xfrm>
              <a:off x="7393391"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90" name="Freeform: Shape 1689">
              <a:extLst>
                <a:ext uri="{FF2B5EF4-FFF2-40B4-BE49-F238E27FC236}">
                  <a16:creationId xmlns:a16="http://schemas.microsoft.com/office/drawing/2014/main" id="{C96DE806-88A0-BCB8-66A9-9A1510BDEB85}"/>
                </a:ext>
              </a:extLst>
            </p:cNvPr>
            <p:cNvSpPr/>
            <p:nvPr/>
          </p:nvSpPr>
          <p:spPr>
            <a:xfrm>
              <a:off x="7507646"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91" name="Freeform: Shape 1690">
              <a:extLst>
                <a:ext uri="{FF2B5EF4-FFF2-40B4-BE49-F238E27FC236}">
                  <a16:creationId xmlns:a16="http://schemas.microsoft.com/office/drawing/2014/main" id="{17536D1A-5734-A838-F630-A44F882D7D9D}"/>
                </a:ext>
              </a:extLst>
            </p:cNvPr>
            <p:cNvSpPr/>
            <p:nvPr/>
          </p:nvSpPr>
          <p:spPr>
            <a:xfrm>
              <a:off x="7621902"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92" name="Freeform: Shape 1691">
              <a:extLst>
                <a:ext uri="{FF2B5EF4-FFF2-40B4-BE49-F238E27FC236}">
                  <a16:creationId xmlns:a16="http://schemas.microsoft.com/office/drawing/2014/main" id="{DF9DB48E-B452-4FD9-E188-21EE28DAB1CD}"/>
                </a:ext>
              </a:extLst>
            </p:cNvPr>
            <p:cNvSpPr/>
            <p:nvPr/>
          </p:nvSpPr>
          <p:spPr>
            <a:xfrm>
              <a:off x="7736158" y="103241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93" name="Freeform: Shape 1692">
              <a:extLst>
                <a:ext uri="{FF2B5EF4-FFF2-40B4-BE49-F238E27FC236}">
                  <a16:creationId xmlns:a16="http://schemas.microsoft.com/office/drawing/2014/main" id="{1495FBF3-30A6-4027-4DA3-7850B4EF5603}"/>
                </a:ext>
              </a:extLst>
            </p:cNvPr>
            <p:cNvSpPr/>
            <p:nvPr/>
          </p:nvSpPr>
          <p:spPr>
            <a:xfrm>
              <a:off x="7850414"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94" name="Freeform: Shape 1693">
              <a:extLst>
                <a:ext uri="{FF2B5EF4-FFF2-40B4-BE49-F238E27FC236}">
                  <a16:creationId xmlns:a16="http://schemas.microsoft.com/office/drawing/2014/main" id="{77E0ED84-8D8A-FB06-CD2A-1DF1977E5692}"/>
                </a:ext>
              </a:extLst>
            </p:cNvPr>
            <p:cNvSpPr/>
            <p:nvPr/>
          </p:nvSpPr>
          <p:spPr>
            <a:xfrm>
              <a:off x="7964669"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95" name="Freeform: Shape 1694">
              <a:extLst>
                <a:ext uri="{FF2B5EF4-FFF2-40B4-BE49-F238E27FC236}">
                  <a16:creationId xmlns:a16="http://schemas.microsoft.com/office/drawing/2014/main" id="{A400C363-F9F3-1301-6CBE-3004C93DEE94}"/>
                </a:ext>
              </a:extLst>
            </p:cNvPr>
            <p:cNvSpPr/>
            <p:nvPr/>
          </p:nvSpPr>
          <p:spPr>
            <a:xfrm>
              <a:off x="8078925" y="103241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96" name="Freeform: Shape 1695">
              <a:extLst>
                <a:ext uri="{FF2B5EF4-FFF2-40B4-BE49-F238E27FC236}">
                  <a16:creationId xmlns:a16="http://schemas.microsoft.com/office/drawing/2014/main" id="{B3389FCB-8CF4-9C4C-1042-0A85F3358402}"/>
                </a:ext>
              </a:extLst>
            </p:cNvPr>
            <p:cNvSpPr/>
            <p:nvPr/>
          </p:nvSpPr>
          <p:spPr>
            <a:xfrm>
              <a:off x="8193181"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97" name="Freeform: Shape 1696">
              <a:extLst>
                <a:ext uri="{FF2B5EF4-FFF2-40B4-BE49-F238E27FC236}">
                  <a16:creationId xmlns:a16="http://schemas.microsoft.com/office/drawing/2014/main" id="{366D3E45-A8F1-52DE-B363-253C4D882075}"/>
                </a:ext>
              </a:extLst>
            </p:cNvPr>
            <p:cNvSpPr/>
            <p:nvPr/>
          </p:nvSpPr>
          <p:spPr>
            <a:xfrm>
              <a:off x="8307437"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98" name="Freeform: Shape 1697">
              <a:extLst>
                <a:ext uri="{FF2B5EF4-FFF2-40B4-BE49-F238E27FC236}">
                  <a16:creationId xmlns:a16="http://schemas.microsoft.com/office/drawing/2014/main" id="{CAAB6AAA-5B8F-2490-EBDF-941584C58062}"/>
                </a:ext>
              </a:extLst>
            </p:cNvPr>
            <p:cNvSpPr/>
            <p:nvPr/>
          </p:nvSpPr>
          <p:spPr>
            <a:xfrm>
              <a:off x="8421648"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99" name="Freeform: Shape 1698">
              <a:extLst>
                <a:ext uri="{FF2B5EF4-FFF2-40B4-BE49-F238E27FC236}">
                  <a16:creationId xmlns:a16="http://schemas.microsoft.com/office/drawing/2014/main" id="{B68AE6A4-53A1-A22B-2094-8E8538D1137F}"/>
                </a:ext>
              </a:extLst>
            </p:cNvPr>
            <p:cNvSpPr/>
            <p:nvPr/>
          </p:nvSpPr>
          <p:spPr>
            <a:xfrm>
              <a:off x="8535904"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00" name="Freeform: Shape 1699">
              <a:extLst>
                <a:ext uri="{FF2B5EF4-FFF2-40B4-BE49-F238E27FC236}">
                  <a16:creationId xmlns:a16="http://schemas.microsoft.com/office/drawing/2014/main" id="{EB4573E9-287E-37B8-38D8-E0F56BD85DA0}"/>
                </a:ext>
              </a:extLst>
            </p:cNvPr>
            <p:cNvSpPr/>
            <p:nvPr/>
          </p:nvSpPr>
          <p:spPr>
            <a:xfrm>
              <a:off x="8650160"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01" name="Freeform: Shape 1700">
              <a:extLst>
                <a:ext uri="{FF2B5EF4-FFF2-40B4-BE49-F238E27FC236}">
                  <a16:creationId xmlns:a16="http://schemas.microsoft.com/office/drawing/2014/main" id="{654CC200-3202-BE38-1EBA-0A7F2D7A1CD7}"/>
                </a:ext>
              </a:extLst>
            </p:cNvPr>
            <p:cNvSpPr/>
            <p:nvPr/>
          </p:nvSpPr>
          <p:spPr>
            <a:xfrm>
              <a:off x="8764416"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02" name="Freeform: Shape 1701">
              <a:extLst>
                <a:ext uri="{FF2B5EF4-FFF2-40B4-BE49-F238E27FC236}">
                  <a16:creationId xmlns:a16="http://schemas.microsoft.com/office/drawing/2014/main" id="{911C343D-36FF-1FD9-AD98-A8D182A7DB04}"/>
                </a:ext>
              </a:extLst>
            </p:cNvPr>
            <p:cNvSpPr/>
            <p:nvPr/>
          </p:nvSpPr>
          <p:spPr>
            <a:xfrm>
              <a:off x="8878671" y="103241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03" name="Freeform: Shape 1702">
              <a:extLst>
                <a:ext uri="{FF2B5EF4-FFF2-40B4-BE49-F238E27FC236}">
                  <a16:creationId xmlns:a16="http://schemas.microsoft.com/office/drawing/2014/main" id="{AADE247C-DA29-C2D0-13A7-6A8BE71E07F5}"/>
                </a:ext>
              </a:extLst>
            </p:cNvPr>
            <p:cNvSpPr/>
            <p:nvPr/>
          </p:nvSpPr>
          <p:spPr>
            <a:xfrm>
              <a:off x="8992927"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04" name="Freeform: Shape 1703">
              <a:extLst>
                <a:ext uri="{FF2B5EF4-FFF2-40B4-BE49-F238E27FC236}">
                  <a16:creationId xmlns:a16="http://schemas.microsoft.com/office/drawing/2014/main" id="{13199EFA-F110-6E87-A0C6-CE38E4735A4C}"/>
                </a:ext>
              </a:extLst>
            </p:cNvPr>
            <p:cNvSpPr/>
            <p:nvPr/>
          </p:nvSpPr>
          <p:spPr>
            <a:xfrm>
              <a:off x="9107183"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05" name="Freeform: Shape 1704">
              <a:extLst>
                <a:ext uri="{FF2B5EF4-FFF2-40B4-BE49-F238E27FC236}">
                  <a16:creationId xmlns:a16="http://schemas.microsoft.com/office/drawing/2014/main" id="{A87C46FF-EEDC-E4BC-15C4-DB0110EEF78D}"/>
                </a:ext>
              </a:extLst>
            </p:cNvPr>
            <p:cNvSpPr/>
            <p:nvPr/>
          </p:nvSpPr>
          <p:spPr>
            <a:xfrm>
              <a:off x="9221439"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06" name="Freeform: Shape 1705">
              <a:extLst>
                <a:ext uri="{FF2B5EF4-FFF2-40B4-BE49-F238E27FC236}">
                  <a16:creationId xmlns:a16="http://schemas.microsoft.com/office/drawing/2014/main" id="{7AC8718B-DF0A-F46A-588E-CBF15AF6F3C9}"/>
                </a:ext>
              </a:extLst>
            </p:cNvPr>
            <p:cNvSpPr/>
            <p:nvPr/>
          </p:nvSpPr>
          <p:spPr>
            <a:xfrm>
              <a:off x="9335695" y="103241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07" name="Freeform: Shape 1706">
              <a:extLst>
                <a:ext uri="{FF2B5EF4-FFF2-40B4-BE49-F238E27FC236}">
                  <a16:creationId xmlns:a16="http://schemas.microsoft.com/office/drawing/2014/main" id="{26765010-48A3-1AA1-5F6D-703AF304B18E}"/>
                </a:ext>
              </a:extLst>
            </p:cNvPr>
            <p:cNvSpPr/>
            <p:nvPr/>
          </p:nvSpPr>
          <p:spPr>
            <a:xfrm>
              <a:off x="9449950"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08" name="Freeform: Shape 1707">
              <a:extLst>
                <a:ext uri="{FF2B5EF4-FFF2-40B4-BE49-F238E27FC236}">
                  <a16:creationId xmlns:a16="http://schemas.microsoft.com/office/drawing/2014/main" id="{67F10793-0143-1F2F-4214-813236891D40}"/>
                </a:ext>
              </a:extLst>
            </p:cNvPr>
            <p:cNvSpPr/>
            <p:nvPr/>
          </p:nvSpPr>
          <p:spPr>
            <a:xfrm>
              <a:off x="9564206"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09" name="Freeform: Shape 1708">
              <a:extLst>
                <a:ext uri="{FF2B5EF4-FFF2-40B4-BE49-F238E27FC236}">
                  <a16:creationId xmlns:a16="http://schemas.microsoft.com/office/drawing/2014/main" id="{EECD7E01-04AF-A603-3164-CD4572CA0658}"/>
                </a:ext>
              </a:extLst>
            </p:cNvPr>
            <p:cNvSpPr/>
            <p:nvPr/>
          </p:nvSpPr>
          <p:spPr>
            <a:xfrm>
              <a:off x="9678418" y="103241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10" name="Freeform: Shape 1709">
              <a:extLst>
                <a:ext uri="{FF2B5EF4-FFF2-40B4-BE49-F238E27FC236}">
                  <a16:creationId xmlns:a16="http://schemas.microsoft.com/office/drawing/2014/main" id="{96381035-6F24-115C-9646-91EDD3545761}"/>
                </a:ext>
              </a:extLst>
            </p:cNvPr>
            <p:cNvSpPr/>
            <p:nvPr/>
          </p:nvSpPr>
          <p:spPr>
            <a:xfrm>
              <a:off x="9792674"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11" name="Freeform: Shape 1710">
              <a:extLst>
                <a:ext uri="{FF2B5EF4-FFF2-40B4-BE49-F238E27FC236}">
                  <a16:creationId xmlns:a16="http://schemas.microsoft.com/office/drawing/2014/main" id="{01C3F963-7A8A-21DD-BE54-324D823371B5}"/>
                </a:ext>
              </a:extLst>
            </p:cNvPr>
            <p:cNvSpPr/>
            <p:nvPr/>
          </p:nvSpPr>
          <p:spPr>
            <a:xfrm>
              <a:off x="9906929"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12" name="Freeform: Shape 1711">
              <a:extLst>
                <a:ext uri="{FF2B5EF4-FFF2-40B4-BE49-F238E27FC236}">
                  <a16:creationId xmlns:a16="http://schemas.microsoft.com/office/drawing/2014/main" id="{6504B383-A6B5-AAF2-9ECF-E7CF53FC7FD8}"/>
                </a:ext>
              </a:extLst>
            </p:cNvPr>
            <p:cNvSpPr/>
            <p:nvPr/>
          </p:nvSpPr>
          <p:spPr>
            <a:xfrm>
              <a:off x="10021185"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13" name="Freeform: Shape 1712">
              <a:extLst>
                <a:ext uri="{FF2B5EF4-FFF2-40B4-BE49-F238E27FC236}">
                  <a16:creationId xmlns:a16="http://schemas.microsoft.com/office/drawing/2014/main" id="{BCC42506-D8E7-283C-5377-B87983CEBF39}"/>
                </a:ext>
              </a:extLst>
            </p:cNvPr>
            <p:cNvSpPr/>
            <p:nvPr/>
          </p:nvSpPr>
          <p:spPr>
            <a:xfrm>
              <a:off x="10135441"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14" name="Freeform: Shape 1713">
              <a:extLst>
                <a:ext uri="{FF2B5EF4-FFF2-40B4-BE49-F238E27FC236}">
                  <a16:creationId xmlns:a16="http://schemas.microsoft.com/office/drawing/2014/main" id="{4973828C-6AD9-540A-555E-1AD46E07AD60}"/>
                </a:ext>
              </a:extLst>
            </p:cNvPr>
            <p:cNvSpPr/>
            <p:nvPr/>
          </p:nvSpPr>
          <p:spPr>
            <a:xfrm>
              <a:off x="10249697"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15" name="Freeform: Shape 1714">
              <a:extLst>
                <a:ext uri="{FF2B5EF4-FFF2-40B4-BE49-F238E27FC236}">
                  <a16:creationId xmlns:a16="http://schemas.microsoft.com/office/drawing/2014/main" id="{1CF7DF80-937F-5727-A087-CFACDE57BA31}"/>
                </a:ext>
              </a:extLst>
            </p:cNvPr>
            <p:cNvSpPr/>
            <p:nvPr/>
          </p:nvSpPr>
          <p:spPr>
            <a:xfrm>
              <a:off x="10363952"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16" name="Freeform: Shape 1715">
              <a:extLst>
                <a:ext uri="{FF2B5EF4-FFF2-40B4-BE49-F238E27FC236}">
                  <a16:creationId xmlns:a16="http://schemas.microsoft.com/office/drawing/2014/main" id="{C5FCE64E-FFE4-8648-3F39-5240EECF5629}"/>
                </a:ext>
              </a:extLst>
            </p:cNvPr>
            <p:cNvSpPr/>
            <p:nvPr/>
          </p:nvSpPr>
          <p:spPr>
            <a:xfrm>
              <a:off x="10478208" y="103241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17" name="Freeform: Shape 1716">
              <a:extLst>
                <a:ext uri="{FF2B5EF4-FFF2-40B4-BE49-F238E27FC236}">
                  <a16:creationId xmlns:a16="http://schemas.microsoft.com/office/drawing/2014/main" id="{9EF93AC6-0C1F-147C-EA44-0364F85DC861}"/>
                </a:ext>
              </a:extLst>
            </p:cNvPr>
            <p:cNvSpPr/>
            <p:nvPr/>
          </p:nvSpPr>
          <p:spPr>
            <a:xfrm>
              <a:off x="10592464"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18" name="Freeform: Shape 1717">
              <a:extLst>
                <a:ext uri="{FF2B5EF4-FFF2-40B4-BE49-F238E27FC236}">
                  <a16:creationId xmlns:a16="http://schemas.microsoft.com/office/drawing/2014/main" id="{42DD5B8E-B402-56CB-9E95-D4701E5BDE7E}"/>
                </a:ext>
              </a:extLst>
            </p:cNvPr>
            <p:cNvSpPr/>
            <p:nvPr/>
          </p:nvSpPr>
          <p:spPr>
            <a:xfrm>
              <a:off x="10706720"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19" name="Freeform: Shape 1718">
              <a:extLst>
                <a:ext uri="{FF2B5EF4-FFF2-40B4-BE49-F238E27FC236}">
                  <a16:creationId xmlns:a16="http://schemas.microsoft.com/office/drawing/2014/main" id="{80106345-AF47-6525-0F0C-6E65CEB0AB0F}"/>
                </a:ext>
              </a:extLst>
            </p:cNvPr>
            <p:cNvSpPr/>
            <p:nvPr/>
          </p:nvSpPr>
          <p:spPr>
            <a:xfrm>
              <a:off x="10820976" y="1032414"/>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20" name="Freeform: Shape 1719">
              <a:extLst>
                <a:ext uri="{FF2B5EF4-FFF2-40B4-BE49-F238E27FC236}">
                  <a16:creationId xmlns:a16="http://schemas.microsoft.com/office/drawing/2014/main" id="{4F043805-DD14-93F0-158A-56F606B2C878}"/>
                </a:ext>
              </a:extLst>
            </p:cNvPr>
            <p:cNvSpPr/>
            <p:nvPr/>
          </p:nvSpPr>
          <p:spPr>
            <a:xfrm>
              <a:off x="10935231"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21" name="Freeform: Shape 1720">
              <a:extLst>
                <a:ext uri="{FF2B5EF4-FFF2-40B4-BE49-F238E27FC236}">
                  <a16:creationId xmlns:a16="http://schemas.microsoft.com/office/drawing/2014/main" id="{F1E733F5-1092-5C2C-C134-BD3BED241FBC}"/>
                </a:ext>
              </a:extLst>
            </p:cNvPr>
            <p:cNvSpPr/>
            <p:nvPr/>
          </p:nvSpPr>
          <p:spPr>
            <a:xfrm>
              <a:off x="11049443"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22" name="Freeform: Shape 1721">
              <a:extLst>
                <a:ext uri="{FF2B5EF4-FFF2-40B4-BE49-F238E27FC236}">
                  <a16:creationId xmlns:a16="http://schemas.microsoft.com/office/drawing/2014/main" id="{13E66D82-3992-6A65-E910-5E2AC2CE7961}"/>
                </a:ext>
              </a:extLst>
            </p:cNvPr>
            <p:cNvSpPr/>
            <p:nvPr/>
          </p:nvSpPr>
          <p:spPr>
            <a:xfrm>
              <a:off x="11163699" y="1032414"/>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23" name="Freeform: Shape 1722">
              <a:extLst>
                <a:ext uri="{FF2B5EF4-FFF2-40B4-BE49-F238E27FC236}">
                  <a16:creationId xmlns:a16="http://schemas.microsoft.com/office/drawing/2014/main" id="{6D7493F0-B319-BE4C-4B71-1565341873DA}"/>
                </a:ext>
              </a:extLst>
            </p:cNvPr>
            <p:cNvSpPr/>
            <p:nvPr/>
          </p:nvSpPr>
          <p:spPr>
            <a:xfrm>
              <a:off x="11277955"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24" name="Freeform: Shape 1723">
              <a:extLst>
                <a:ext uri="{FF2B5EF4-FFF2-40B4-BE49-F238E27FC236}">
                  <a16:creationId xmlns:a16="http://schemas.microsoft.com/office/drawing/2014/main" id="{537C7370-B639-AE47-7C94-9FC19504222A}"/>
                </a:ext>
              </a:extLst>
            </p:cNvPr>
            <p:cNvSpPr/>
            <p:nvPr/>
          </p:nvSpPr>
          <p:spPr>
            <a:xfrm>
              <a:off x="11392210"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25" name="Freeform: Shape 1724">
              <a:extLst>
                <a:ext uri="{FF2B5EF4-FFF2-40B4-BE49-F238E27FC236}">
                  <a16:creationId xmlns:a16="http://schemas.microsoft.com/office/drawing/2014/main" id="{DAB887BB-3E44-EE30-6C85-54D0472A81E3}"/>
                </a:ext>
              </a:extLst>
            </p:cNvPr>
            <p:cNvSpPr/>
            <p:nvPr/>
          </p:nvSpPr>
          <p:spPr>
            <a:xfrm>
              <a:off x="11506466" y="1032414"/>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26" name="Freeform: Shape 1725">
              <a:extLst>
                <a:ext uri="{FF2B5EF4-FFF2-40B4-BE49-F238E27FC236}">
                  <a16:creationId xmlns:a16="http://schemas.microsoft.com/office/drawing/2014/main" id="{22ECD8AC-F958-A5A9-DFBD-C35FD1277C7C}"/>
                </a:ext>
              </a:extLst>
            </p:cNvPr>
            <p:cNvSpPr/>
            <p:nvPr/>
          </p:nvSpPr>
          <p:spPr>
            <a:xfrm>
              <a:off x="11620722"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27" name="Freeform: Shape 1726">
              <a:extLst>
                <a:ext uri="{FF2B5EF4-FFF2-40B4-BE49-F238E27FC236}">
                  <a16:creationId xmlns:a16="http://schemas.microsoft.com/office/drawing/2014/main" id="{7E2C95BA-69C4-4CAC-200C-C9A2D71D1C0F}"/>
                </a:ext>
              </a:extLst>
            </p:cNvPr>
            <p:cNvSpPr/>
            <p:nvPr/>
          </p:nvSpPr>
          <p:spPr>
            <a:xfrm>
              <a:off x="11734978"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28" name="Freeform: Shape 1727">
              <a:extLst>
                <a:ext uri="{FF2B5EF4-FFF2-40B4-BE49-F238E27FC236}">
                  <a16:creationId xmlns:a16="http://schemas.microsoft.com/office/drawing/2014/main" id="{CEF22544-F141-160F-E71E-2B5B6ECD1146}"/>
                </a:ext>
              </a:extLst>
            </p:cNvPr>
            <p:cNvSpPr/>
            <p:nvPr/>
          </p:nvSpPr>
          <p:spPr>
            <a:xfrm>
              <a:off x="11849233"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29" name="Freeform: Shape 1728">
              <a:extLst>
                <a:ext uri="{FF2B5EF4-FFF2-40B4-BE49-F238E27FC236}">
                  <a16:creationId xmlns:a16="http://schemas.microsoft.com/office/drawing/2014/main" id="{28D96888-25B8-9CCE-210A-5FD1B24F1321}"/>
                </a:ext>
              </a:extLst>
            </p:cNvPr>
            <p:cNvSpPr/>
            <p:nvPr/>
          </p:nvSpPr>
          <p:spPr>
            <a:xfrm>
              <a:off x="11963489"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30" name="Freeform: Shape 1729">
              <a:extLst>
                <a:ext uri="{FF2B5EF4-FFF2-40B4-BE49-F238E27FC236}">
                  <a16:creationId xmlns:a16="http://schemas.microsoft.com/office/drawing/2014/main" id="{0623D70E-5D4B-D609-CF83-8AC57A3931E9}"/>
                </a:ext>
              </a:extLst>
            </p:cNvPr>
            <p:cNvSpPr/>
            <p:nvPr/>
          </p:nvSpPr>
          <p:spPr>
            <a:xfrm>
              <a:off x="12077745" y="1032414"/>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31" name="Freeform: Shape 1730">
              <a:extLst>
                <a:ext uri="{FF2B5EF4-FFF2-40B4-BE49-F238E27FC236}">
                  <a16:creationId xmlns:a16="http://schemas.microsoft.com/office/drawing/2014/main" id="{BB75D796-0D28-A12E-6D07-5CF24E8C9D37}"/>
                </a:ext>
              </a:extLst>
            </p:cNvPr>
            <p:cNvSpPr/>
            <p:nvPr/>
          </p:nvSpPr>
          <p:spPr>
            <a:xfrm>
              <a:off x="7279135" y="114666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32" name="Freeform: Shape 1731">
              <a:extLst>
                <a:ext uri="{FF2B5EF4-FFF2-40B4-BE49-F238E27FC236}">
                  <a16:creationId xmlns:a16="http://schemas.microsoft.com/office/drawing/2014/main" id="{C5E299AD-1A1B-D3E0-FE9F-3026DF31385B}"/>
                </a:ext>
              </a:extLst>
            </p:cNvPr>
            <p:cNvSpPr/>
            <p:nvPr/>
          </p:nvSpPr>
          <p:spPr>
            <a:xfrm>
              <a:off x="7393391"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33" name="Freeform: Shape 1732">
              <a:extLst>
                <a:ext uri="{FF2B5EF4-FFF2-40B4-BE49-F238E27FC236}">
                  <a16:creationId xmlns:a16="http://schemas.microsoft.com/office/drawing/2014/main" id="{FAFABD55-0B30-40C5-8254-37DF89997812}"/>
                </a:ext>
              </a:extLst>
            </p:cNvPr>
            <p:cNvSpPr/>
            <p:nvPr/>
          </p:nvSpPr>
          <p:spPr>
            <a:xfrm>
              <a:off x="7507646"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34" name="Freeform: Shape 1733">
              <a:extLst>
                <a:ext uri="{FF2B5EF4-FFF2-40B4-BE49-F238E27FC236}">
                  <a16:creationId xmlns:a16="http://schemas.microsoft.com/office/drawing/2014/main" id="{E1BCDFF7-C594-6830-9502-C9CF2FBB6657}"/>
                </a:ext>
              </a:extLst>
            </p:cNvPr>
            <p:cNvSpPr/>
            <p:nvPr/>
          </p:nvSpPr>
          <p:spPr>
            <a:xfrm>
              <a:off x="7621902"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35" name="Freeform: Shape 1734">
              <a:extLst>
                <a:ext uri="{FF2B5EF4-FFF2-40B4-BE49-F238E27FC236}">
                  <a16:creationId xmlns:a16="http://schemas.microsoft.com/office/drawing/2014/main" id="{8F298086-5D9F-B5F9-8B5D-D42E3DEB32D4}"/>
                </a:ext>
              </a:extLst>
            </p:cNvPr>
            <p:cNvSpPr/>
            <p:nvPr/>
          </p:nvSpPr>
          <p:spPr>
            <a:xfrm>
              <a:off x="7736158" y="114666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36" name="Freeform: Shape 1735">
              <a:extLst>
                <a:ext uri="{FF2B5EF4-FFF2-40B4-BE49-F238E27FC236}">
                  <a16:creationId xmlns:a16="http://schemas.microsoft.com/office/drawing/2014/main" id="{75E880E6-FDED-0F53-9AD7-282BE4A075EA}"/>
                </a:ext>
              </a:extLst>
            </p:cNvPr>
            <p:cNvSpPr/>
            <p:nvPr/>
          </p:nvSpPr>
          <p:spPr>
            <a:xfrm>
              <a:off x="7850414"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37" name="Freeform: Shape 1736">
              <a:extLst>
                <a:ext uri="{FF2B5EF4-FFF2-40B4-BE49-F238E27FC236}">
                  <a16:creationId xmlns:a16="http://schemas.microsoft.com/office/drawing/2014/main" id="{DA2AB4AA-3D7B-54CE-2C73-9991B7C3BA68}"/>
                </a:ext>
              </a:extLst>
            </p:cNvPr>
            <p:cNvSpPr/>
            <p:nvPr/>
          </p:nvSpPr>
          <p:spPr>
            <a:xfrm>
              <a:off x="7964669"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38" name="Freeform: Shape 1737">
              <a:extLst>
                <a:ext uri="{FF2B5EF4-FFF2-40B4-BE49-F238E27FC236}">
                  <a16:creationId xmlns:a16="http://schemas.microsoft.com/office/drawing/2014/main" id="{24E737E8-B1BC-6E6D-80D1-9156F435EB01}"/>
                </a:ext>
              </a:extLst>
            </p:cNvPr>
            <p:cNvSpPr/>
            <p:nvPr/>
          </p:nvSpPr>
          <p:spPr>
            <a:xfrm>
              <a:off x="8078925" y="114666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39" name="Freeform: Shape 1738">
              <a:extLst>
                <a:ext uri="{FF2B5EF4-FFF2-40B4-BE49-F238E27FC236}">
                  <a16:creationId xmlns:a16="http://schemas.microsoft.com/office/drawing/2014/main" id="{9F4AB3F2-79CC-E1EA-21E7-33DD85952293}"/>
                </a:ext>
              </a:extLst>
            </p:cNvPr>
            <p:cNvSpPr/>
            <p:nvPr/>
          </p:nvSpPr>
          <p:spPr>
            <a:xfrm>
              <a:off x="8193181"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40" name="Freeform: Shape 1739">
              <a:extLst>
                <a:ext uri="{FF2B5EF4-FFF2-40B4-BE49-F238E27FC236}">
                  <a16:creationId xmlns:a16="http://schemas.microsoft.com/office/drawing/2014/main" id="{376E58EA-FE6D-76CA-041D-A749347D48E0}"/>
                </a:ext>
              </a:extLst>
            </p:cNvPr>
            <p:cNvSpPr/>
            <p:nvPr/>
          </p:nvSpPr>
          <p:spPr>
            <a:xfrm>
              <a:off x="8307437"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41" name="Freeform: Shape 1740">
              <a:extLst>
                <a:ext uri="{FF2B5EF4-FFF2-40B4-BE49-F238E27FC236}">
                  <a16:creationId xmlns:a16="http://schemas.microsoft.com/office/drawing/2014/main" id="{25169F05-F495-EF4D-786A-A31680B57967}"/>
                </a:ext>
              </a:extLst>
            </p:cNvPr>
            <p:cNvSpPr/>
            <p:nvPr/>
          </p:nvSpPr>
          <p:spPr>
            <a:xfrm>
              <a:off x="8421648"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42" name="Freeform: Shape 1741">
              <a:extLst>
                <a:ext uri="{FF2B5EF4-FFF2-40B4-BE49-F238E27FC236}">
                  <a16:creationId xmlns:a16="http://schemas.microsoft.com/office/drawing/2014/main" id="{D87E8A6B-3F50-728E-31FB-881CF403FC4B}"/>
                </a:ext>
              </a:extLst>
            </p:cNvPr>
            <p:cNvSpPr/>
            <p:nvPr/>
          </p:nvSpPr>
          <p:spPr>
            <a:xfrm>
              <a:off x="8535904"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43" name="Freeform: Shape 1742">
              <a:extLst>
                <a:ext uri="{FF2B5EF4-FFF2-40B4-BE49-F238E27FC236}">
                  <a16:creationId xmlns:a16="http://schemas.microsoft.com/office/drawing/2014/main" id="{C18F2808-23B6-30F4-592D-D69BFAC8A9D6}"/>
                </a:ext>
              </a:extLst>
            </p:cNvPr>
            <p:cNvSpPr/>
            <p:nvPr/>
          </p:nvSpPr>
          <p:spPr>
            <a:xfrm>
              <a:off x="8650160"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44" name="Freeform: Shape 1743">
              <a:extLst>
                <a:ext uri="{FF2B5EF4-FFF2-40B4-BE49-F238E27FC236}">
                  <a16:creationId xmlns:a16="http://schemas.microsoft.com/office/drawing/2014/main" id="{452CFE89-FA02-5AAC-728C-71F8C0E82B6A}"/>
                </a:ext>
              </a:extLst>
            </p:cNvPr>
            <p:cNvSpPr/>
            <p:nvPr/>
          </p:nvSpPr>
          <p:spPr>
            <a:xfrm>
              <a:off x="8764416"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45" name="Freeform: Shape 1744">
              <a:extLst>
                <a:ext uri="{FF2B5EF4-FFF2-40B4-BE49-F238E27FC236}">
                  <a16:creationId xmlns:a16="http://schemas.microsoft.com/office/drawing/2014/main" id="{F84FA2CD-ECC0-7407-E130-A4E2C1C6A7FF}"/>
                </a:ext>
              </a:extLst>
            </p:cNvPr>
            <p:cNvSpPr/>
            <p:nvPr/>
          </p:nvSpPr>
          <p:spPr>
            <a:xfrm>
              <a:off x="8878671" y="114666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46" name="Freeform: Shape 1745">
              <a:extLst>
                <a:ext uri="{FF2B5EF4-FFF2-40B4-BE49-F238E27FC236}">
                  <a16:creationId xmlns:a16="http://schemas.microsoft.com/office/drawing/2014/main" id="{0C61FBE9-C9E6-8EEA-726F-AD3CF836A16C}"/>
                </a:ext>
              </a:extLst>
            </p:cNvPr>
            <p:cNvSpPr/>
            <p:nvPr/>
          </p:nvSpPr>
          <p:spPr>
            <a:xfrm>
              <a:off x="8992927"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47" name="Freeform: Shape 1746">
              <a:extLst>
                <a:ext uri="{FF2B5EF4-FFF2-40B4-BE49-F238E27FC236}">
                  <a16:creationId xmlns:a16="http://schemas.microsoft.com/office/drawing/2014/main" id="{77E12BBD-663F-0A26-D8CA-BBC9EF836B1B}"/>
                </a:ext>
              </a:extLst>
            </p:cNvPr>
            <p:cNvSpPr/>
            <p:nvPr/>
          </p:nvSpPr>
          <p:spPr>
            <a:xfrm>
              <a:off x="9107183"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48" name="Freeform: Shape 1747">
              <a:extLst>
                <a:ext uri="{FF2B5EF4-FFF2-40B4-BE49-F238E27FC236}">
                  <a16:creationId xmlns:a16="http://schemas.microsoft.com/office/drawing/2014/main" id="{803279C7-95E6-215A-7A6D-9EA2D5AA1BCB}"/>
                </a:ext>
              </a:extLst>
            </p:cNvPr>
            <p:cNvSpPr/>
            <p:nvPr/>
          </p:nvSpPr>
          <p:spPr>
            <a:xfrm>
              <a:off x="9221439"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49" name="Freeform: Shape 1748">
              <a:extLst>
                <a:ext uri="{FF2B5EF4-FFF2-40B4-BE49-F238E27FC236}">
                  <a16:creationId xmlns:a16="http://schemas.microsoft.com/office/drawing/2014/main" id="{E6225024-6F9E-7F2D-7D36-A6DEF0717C13}"/>
                </a:ext>
              </a:extLst>
            </p:cNvPr>
            <p:cNvSpPr/>
            <p:nvPr/>
          </p:nvSpPr>
          <p:spPr>
            <a:xfrm>
              <a:off x="9335695" y="114666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50" name="Freeform: Shape 1749">
              <a:extLst>
                <a:ext uri="{FF2B5EF4-FFF2-40B4-BE49-F238E27FC236}">
                  <a16:creationId xmlns:a16="http://schemas.microsoft.com/office/drawing/2014/main" id="{7F6E1A01-34FF-0B56-7838-E2E19122BD2F}"/>
                </a:ext>
              </a:extLst>
            </p:cNvPr>
            <p:cNvSpPr/>
            <p:nvPr/>
          </p:nvSpPr>
          <p:spPr>
            <a:xfrm>
              <a:off x="9449950"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51" name="Freeform: Shape 1750">
              <a:extLst>
                <a:ext uri="{FF2B5EF4-FFF2-40B4-BE49-F238E27FC236}">
                  <a16:creationId xmlns:a16="http://schemas.microsoft.com/office/drawing/2014/main" id="{299A5351-97E2-02C2-462B-551E5CC25D94}"/>
                </a:ext>
              </a:extLst>
            </p:cNvPr>
            <p:cNvSpPr/>
            <p:nvPr/>
          </p:nvSpPr>
          <p:spPr>
            <a:xfrm>
              <a:off x="9564206"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52" name="Freeform: Shape 1751">
              <a:extLst>
                <a:ext uri="{FF2B5EF4-FFF2-40B4-BE49-F238E27FC236}">
                  <a16:creationId xmlns:a16="http://schemas.microsoft.com/office/drawing/2014/main" id="{B53508F7-070E-6F6E-F0A8-C7386B18A9E6}"/>
                </a:ext>
              </a:extLst>
            </p:cNvPr>
            <p:cNvSpPr/>
            <p:nvPr/>
          </p:nvSpPr>
          <p:spPr>
            <a:xfrm>
              <a:off x="9678418" y="114666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53" name="Freeform: Shape 1752">
              <a:extLst>
                <a:ext uri="{FF2B5EF4-FFF2-40B4-BE49-F238E27FC236}">
                  <a16:creationId xmlns:a16="http://schemas.microsoft.com/office/drawing/2014/main" id="{F28BBA6D-CDB3-D72B-9E7D-4F8FAB92A7AE}"/>
                </a:ext>
              </a:extLst>
            </p:cNvPr>
            <p:cNvSpPr/>
            <p:nvPr/>
          </p:nvSpPr>
          <p:spPr>
            <a:xfrm>
              <a:off x="9792674"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54" name="Freeform: Shape 1753">
              <a:extLst>
                <a:ext uri="{FF2B5EF4-FFF2-40B4-BE49-F238E27FC236}">
                  <a16:creationId xmlns:a16="http://schemas.microsoft.com/office/drawing/2014/main" id="{FFBCAE9F-3CFA-0B52-9C32-E1C28190E791}"/>
                </a:ext>
              </a:extLst>
            </p:cNvPr>
            <p:cNvSpPr/>
            <p:nvPr/>
          </p:nvSpPr>
          <p:spPr>
            <a:xfrm>
              <a:off x="9906929"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55" name="Freeform: Shape 1754">
              <a:extLst>
                <a:ext uri="{FF2B5EF4-FFF2-40B4-BE49-F238E27FC236}">
                  <a16:creationId xmlns:a16="http://schemas.microsoft.com/office/drawing/2014/main" id="{5F9774AF-74D1-EC03-C3C9-74AAECB0274E}"/>
                </a:ext>
              </a:extLst>
            </p:cNvPr>
            <p:cNvSpPr/>
            <p:nvPr/>
          </p:nvSpPr>
          <p:spPr>
            <a:xfrm>
              <a:off x="10021185"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56" name="Freeform: Shape 1755">
              <a:extLst>
                <a:ext uri="{FF2B5EF4-FFF2-40B4-BE49-F238E27FC236}">
                  <a16:creationId xmlns:a16="http://schemas.microsoft.com/office/drawing/2014/main" id="{229C0F38-BE13-80B8-1918-4A9202188C3C}"/>
                </a:ext>
              </a:extLst>
            </p:cNvPr>
            <p:cNvSpPr/>
            <p:nvPr/>
          </p:nvSpPr>
          <p:spPr>
            <a:xfrm>
              <a:off x="10135441"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57" name="Freeform: Shape 1756">
              <a:extLst>
                <a:ext uri="{FF2B5EF4-FFF2-40B4-BE49-F238E27FC236}">
                  <a16:creationId xmlns:a16="http://schemas.microsoft.com/office/drawing/2014/main" id="{06D7EB2D-27AC-076F-4811-73465BD09865}"/>
                </a:ext>
              </a:extLst>
            </p:cNvPr>
            <p:cNvSpPr/>
            <p:nvPr/>
          </p:nvSpPr>
          <p:spPr>
            <a:xfrm>
              <a:off x="10249697"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58" name="Freeform: Shape 1757">
              <a:extLst>
                <a:ext uri="{FF2B5EF4-FFF2-40B4-BE49-F238E27FC236}">
                  <a16:creationId xmlns:a16="http://schemas.microsoft.com/office/drawing/2014/main" id="{518E7BAD-8A67-BA95-0310-80537FEB37E2}"/>
                </a:ext>
              </a:extLst>
            </p:cNvPr>
            <p:cNvSpPr/>
            <p:nvPr/>
          </p:nvSpPr>
          <p:spPr>
            <a:xfrm>
              <a:off x="10363952"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59" name="Freeform: Shape 1758">
              <a:extLst>
                <a:ext uri="{FF2B5EF4-FFF2-40B4-BE49-F238E27FC236}">
                  <a16:creationId xmlns:a16="http://schemas.microsoft.com/office/drawing/2014/main" id="{8B539D78-54A6-E93E-6A21-6C1AB0B181D2}"/>
                </a:ext>
              </a:extLst>
            </p:cNvPr>
            <p:cNvSpPr/>
            <p:nvPr/>
          </p:nvSpPr>
          <p:spPr>
            <a:xfrm>
              <a:off x="10478208" y="114666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60" name="Freeform: Shape 1759">
              <a:extLst>
                <a:ext uri="{FF2B5EF4-FFF2-40B4-BE49-F238E27FC236}">
                  <a16:creationId xmlns:a16="http://schemas.microsoft.com/office/drawing/2014/main" id="{B38921F8-7C75-5E76-E70A-0D59598C6A46}"/>
                </a:ext>
              </a:extLst>
            </p:cNvPr>
            <p:cNvSpPr/>
            <p:nvPr/>
          </p:nvSpPr>
          <p:spPr>
            <a:xfrm>
              <a:off x="10592464"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61" name="Freeform: Shape 1760">
              <a:extLst>
                <a:ext uri="{FF2B5EF4-FFF2-40B4-BE49-F238E27FC236}">
                  <a16:creationId xmlns:a16="http://schemas.microsoft.com/office/drawing/2014/main" id="{99EB3326-35BD-4924-033A-38EF3506E2C4}"/>
                </a:ext>
              </a:extLst>
            </p:cNvPr>
            <p:cNvSpPr/>
            <p:nvPr/>
          </p:nvSpPr>
          <p:spPr>
            <a:xfrm>
              <a:off x="10706720"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62" name="Freeform: Shape 1761">
              <a:extLst>
                <a:ext uri="{FF2B5EF4-FFF2-40B4-BE49-F238E27FC236}">
                  <a16:creationId xmlns:a16="http://schemas.microsoft.com/office/drawing/2014/main" id="{A0071E48-1CCB-38A3-51C2-58AAB7D68137}"/>
                </a:ext>
              </a:extLst>
            </p:cNvPr>
            <p:cNvSpPr/>
            <p:nvPr/>
          </p:nvSpPr>
          <p:spPr>
            <a:xfrm>
              <a:off x="10820976" y="1146669"/>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63" name="Freeform: Shape 1762">
              <a:extLst>
                <a:ext uri="{FF2B5EF4-FFF2-40B4-BE49-F238E27FC236}">
                  <a16:creationId xmlns:a16="http://schemas.microsoft.com/office/drawing/2014/main" id="{098C9CC5-C421-970B-E9BC-EE86D8A27494}"/>
                </a:ext>
              </a:extLst>
            </p:cNvPr>
            <p:cNvSpPr/>
            <p:nvPr/>
          </p:nvSpPr>
          <p:spPr>
            <a:xfrm>
              <a:off x="10935231"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64" name="Freeform: Shape 1763">
              <a:extLst>
                <a:ext uri="{FF2B5EF4-FFF2-40B4-BE49-F238E27FC236}">
                  <a16:creationId xmlns:a16="http://schemas.microsoft.com/office/drawing/2014/main" id="{42611553-C52C-E18C-6D58-F1C9F5DF9A9D}"/>
                </a:ext>
              </a:extLst>
            </p:cNvPr>
            <p:cNvSpPr/>
            <p:nvPr/>
          </p:nvSpPr>
          <p:spPr>
            <a:xfrm>
              <a:off x="11049443"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65" name="Freeform: Shape 1764">
              <a:extLst>
                <a:ext uri="{FF2B5EF4-FFF2-40B4-BE49-F238E27FC236}">
                  <a16:creationId xmlns:a16="http://schemas.microsoft.com/office/drawing/2014/main" id="{ADF56EF7-4014-3BEF-92F7-B53385F8C7AB}"/>
                </a:ext>
              </a:extLst>
            </p:cNvPr>
            <p:cNvSpPr/>
            <p:nvPr/>
          </p:nvSpPr>
          <p:spPr>
            <a:xfrm>
              <a:off x="11163699" y="1146669"/>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66" name="Freeform: Shape 1765">
              <a:extLst>
                <a:ext uri="{FF2B5EF4-FFF2-40B4-BE49-F238E27FC236}">
                  <a16:creationId xmlns:a16="http://schemas.microsoft.com/office/drawing/2014/main" id="{C9F00B57-00DD-21CB-3444-E99357E3ACEE}"/>
                </a:ext>
              </a:extLst>
            </p:cNvPr>
            <p:cNvSpPr/>
            <p:nvPr/>
          </p:nvSpPr>
          <p:spPr>
            <a:xfrm>
              <a:off x="11277955"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67" name="Freeform: Shape 1766">
              <a:extLst>
                <a:ext uri="{FF2B5EF4-FFF2-40B4-BE49-F238E27FC236}">
                  <a16:creationId xmlns:a16="http://schemas.microsoft.com/office/drawing/2014/main" id="{B7E0929D-D1FD-26A6-C36B-E2302DCD1A53}"/>
                </a:ext>
              </a:extLst>
            </p:cNvPr>
            <p:cNvSpPr/>
            <p:nvPr/>
          </p:nvSpPr>
          <p:spPr>
            <a:xfrm>
              <a:off x="11392210"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68" name="Freeform: Shape 1767">
              <a:extLst>
                <a:ext uri="{FF2B5EF4-FFF2-40B4-BE49-F238E27FC236}">
                  <a16:creationId xmlns:a16="http://schemas.microsoft.com/office/drawing/2014/main" id="{574315F4-CE09-4C90-D305-D649B6F88239}"/>
                </a:ext>
              </a:extLst>
            </p:cNvPr>
            <p:cNvSpPr/>
            <p:nvPr/>
          </p:nvSpPr>
          <p:spPr>
            <a:xfrm>
              <a:off x="11506466" y="1146669"/>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69" name="Freeform: Shape 1768">
              <a:extLst>
                <a:ext uri="{FF2B5EF4-FFF2-40B4-BE49-F238E27FC236}">
                  <a16:creationId xmlns:a16="http://schemas.microsoft.com/office/drawing/2014/main" id="{2D86E31B-A94F-91A0-D3D2-5F0A1C13AF11}"/>
                </a:ext>
              </a:extLst>
            </p:cNvPr>
            <p:cNvSpPr/>
            <p:nvPr/>
          </p:nvSpPr>
          <p:spPr>
            <a:xfrm>
              <a:off x="11620722"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70" name="Freeform: Shape 1769">
              <a:extLst>
                <a:ext uri="{FF2B5EF4-FFF2-40B4-BE49-F238E27FC236}">
                  <a16:creationId xmlns:a16="http://schemas.microsoft.com/office/drawing/2014/main" id="{243ABC29-1192-8AAA-9CF9-45BB701BC042}"/>
                </a:ext>
              </a:extLst>
            </p:cNvPr>
            <p:cNvSpPr/>
            <p:nvPr/>
          </p:nvSpPr>
          <p:spPr>
            <a:xfrm>
              <a:off x="11734978"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71" name="Freeform: Shape 1770">
              <a:extLst>
                <a:ext uri="{FF2B5EF4-FFF2-40B4-BE49-F238E27FC236}">
                  <a16:creationId xmlns:a16="http://schemas.microsoft.com/office/drawing/2014/main" id="{3B1FA76C-C009-CDA1-EBCD-99CB454374C0}"/>
                </a:ext>
              </a:extLst>
            </p:cNvPr>
            <p:cNvSpPr/>
            <p:nvPr/>
          </p:nvSpPr>
          <p:spPr>
            <a:xfrm>
              <a:off x="11849233"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72" name="Freeform: Shape 1771">
              <a:extLst>
                <a:ext uri="{FF2B5EF4-FFF2-40B4-BE49-F238E27FC236}">
                  <a16:creationId xmlns:a16="http://schemas.microsoft.com/office/drawing/2014/main" id="{7164DD33-E040-6676-5C26-B25FC5761105}"/>
                </a:ext>
              </a:extLst>
            </p:cNvPr>
            <p:cNvSpPr/>
            <p:nvPr/>
          </p:nvSpPr>
          <p:spPr>
            <a:xfrm>
              <a:off x="11963489"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73" name="Freeform: Shape 1772">
              <a:extLst>
                <a:ext uri="{FF2B5EF4-FFF2-40B4-BE49-F238E27FC236}">
                  <a16:creationId xmlns:a16="http://schemas.microsoft.com/office/drawing/2014/main" id="{75BE170F-750C-6513-3033-27C082B40975}"/>
                </a:ext>
              </a:extLst>
            </p:cNvPr>
            <p:cNvSpPr/>
            <p:nvPr/>
          </p:nvSpPr>
          <p:spPr>
            <a:xfrm>
              <a:off x="12077745" y="1146669"/>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74" name="Freeform: Shape 1773">
              <a:extLst>
                <a:ext uri="{FF2B5EF4-FFF2-40B4-BE49-F238E27FC236}">
                  <a16:creationId xmlns:a16="http://schemas.microsoft.com/office/drawing/2014/main" id="{49D1E853-0313-8A8F-D68E-DC68FB900793}"/>
                </a:ext>
              </a:extLst>
            </p:cNvPr>
            <p:cNvSpPr/>
            <p:nvPr/>
          </p:nvSpPr>
          <p:spPr>
            <a:xfrm>
              <a:off x="7279135" y="126092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75" name="Freeform: Shape 1774">
              <a:extLst>
                <a:ext uri="{FF2B5EF4-FFF2-40B4-BE49-F238E27FC236}">
                  <a16:creationId xmlns:a16="http://schemas.microsoft.com/office/drawing/2014/main" id="{04B2B08E-742E-9AF4-9979-7331CE60D7F7}"/>
                </a:ext>
              </a:extLst>
            </p:cNvPr>
            <p:cNvSpPr/>
            <p:nvPr/>
          </p:nvSpPr>
          <p:spPr>
            <a:xfrm>
              <a:off x="7393391"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76" name="Freeform: Shape 1775">
              <a:extLst>
                <a:ext uri="{FF2B5EF4-FFF2-40B4-BE49-F238E27FC236}">
                  <a16:creationId xmlns:a16="http://schemas.microsoft.com/office/drawing/2014/main" id="{3159AF6E-612B-4BFA-FA5D-BB40C44DAA15}"/>
                </a:ext>
              </a:extLst>
            </p:cNvPr>
            <p:cNvSpPr/>
            <p:nvPr/>
          </p:nvSpPr>
          <p:spPr>
            <a:xfrm>
              <a:off x="7507646"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77" name="Freeform: Shape 1776">
              <a:extLst>
                <a:ext uri="{FF2B5EF4-FFF2-40B4-BE49-F238E27FC236}">
                  <a16:creationId xmlns:a16="http://schemas.microsoft.com/office/drawing/2014/main" id="{351CAC16-DFC9-35C1-2951-DF31B8E30B45}"/>
                </a:ext>
              </a:extLst>
            </p:cNvPr>
            <p:cNvSpPr/>
            <p:nvPr/>
          </p:nvSpPr>
          <p:spPr>
            <a:xfrm>
              <a:off x="7621902"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78" name="Freeform: Shape 1777">
              <a:extLst>
                <a:ext uri="{FF2B5EF4-FFF2-40B4-BE49-F238E27FC236}">
                  <a16:creationId xmlns:a16="http://schemas.microsoft.com/office/drawing/2014/main" id="{2015364E-5B39-19C5-54F8-674FF69AB49F}"/>
                </a:ext>
              </a:extLst>
            </p:cNvPr>
            <p:cNvSpPr/>
            <p:nvPr/>
          </p:nvSpPr>
          <p:spPr>
            <a:xfrm>
              <a:off x="7736158" y="126092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79" name="Freeform: Shape 1778">
              <a:extLst>
                <a:ext uri="{FF2B5EF4-FFF2-40B4-BE49-F238E27FC236}">
                  <a16:creationId xmlns:a16="http://schemas.microsoft.com/office/drawing/2014/main" id="{032A7024-85F4-08A9-A686-DEF0315A21AC}"/>
                </a:ext>
              </a:extLst>
            </p:cNvPr>
            <p:cNvSpPr/>
            <p:nvPr/>
          </p:nvSpPr>
          <p:spPr>
            <a:xfrm>
              <a:off x="7850414"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80" name="Freeform: Shape 1779">
              <a:extLst>
                <a:ext uri="{FF2B5EF4-FFF2-40B4-BE49-F238E27FC236}">
                  <a16:creationId xmlns:a16="http://schemas.microsoft.com/office/drawing/2014/main" id="{8E84FAD5-4103-0855-2372-52BD5C0E4E30}"/>
                </a:ext>
              </a:extLst>
            </p:cNvPr>
            <p:cNvSpPr/>
            <p:nvPr/>
          </p:nvSpPr>
          <p:spPr>
            <a:xfrm>
              <a:off x="7964669"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81" name="Freeform: Shape 1780">
              <a:extLst>
                <a:ext uri="{FF2B5EF4-FFF2-40B4-BE49-F238E27FC236}">
                  <a16:creationId xmlns:a16="http://schemas.microsoft.com/office/drawing/2014/main" id="{D979730D-3335-B920-E53D-894C8FCFEF2F}"/>
                </a:ext>
              </a:extLst>
            </p:cNvPr>
            <p:cNvSpPr/>
            <p:nvPr/>
          </p:nvSpPr>
          <p:spPr>
            <a:xfrm>
              <a:off x="8078925" y="126092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82" name="Freeform: Shape 1781">
              <a:extLst>
                <a:ext uri="{FF2B5EF4-FFF2-40B4-BE49-F238E27FC236}">
                  <a16:creationId xmlns:a16="http://schemas.microsoft.com/office/drawing/2014/main" id="{762D70CE-7056-7F25-B549-1D0C215C7CF7}"/>
                </a:ext>
              </a:extLst>
            </p:cNvPr>
            <p:cNvSpPr/>
            <p:nvPr/>
          </p:nvSpPr>
          <p:spPr>
            <a:xfrm>
              <a:off x="8193181"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83" name="Freeform: Shape 1782">
              <a:extLst>
                <a:ext uri="{FF2B5EF4-FFF2-40B4-BE49-F238E27FC236}">
                  <a16:creationId xmlns:a16="http://schemas.microsoft.com/office/drawing/2014/main" id="{19FAEE32-E010-1CE9-E036-E7EEB8EAF9CD}"/>
                </a:ext>
              </a:extLst>
            </p:cNvPr>
            <p:cNvSpPr/>
            <p:nvPr/>
          </p:nvSpPr>
          <p:spPr>
            <a:xfrm>
              <a:off x="8307437"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84" name="Freeform: Shape 1783">
              <a:extLst>
                <a:ext uri="{FF2B5EF4-FFF2-40B4-BE49-F238E27FC236}">
                  <a16:creationId xmlns:a16="http://schemas.microsoft.com/office/drawing/2014/main" id="{377F5190-F1B8-9F4B-5B57-F591CF36EF7F}"/>
                </a:ext>
              </a:extLst>
            </p:cNvPr>
            <p:cNvSpPr/>
            <p:nvPr/>
          </p:nvSpPr>
          <p:spPr>
            <a:xfrm>
              <a:off x="8421648"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85" name="Freeform: Shape 1784">
              <a:extLst>
                <a:ext uri="{FF2B5EF4-FFF2-40B4-BE49-F238E27FC236}">
                  <a16:creationId xmlns:a16="http://schemas.microsoft.com/office/drawing/2014/main" id="{8FF66A3D-81A0-48B4-C0B7-FA76EE0635B8}"/>
                </a:ext>
              </a:extLst>
            </p:cNvPr>
            <p:cNvSpPr/>
            <p:nvPr/>
          </p:nvSpPr>
          <p:spPr>
            <a:xfrm>
              <a:off x="8535904"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86" name="Freeform: Shape 1785">
              <a:extLst>
                <a:ext uri="{FF2B5EF4-FFF2-40B4-BE49-F238E27FC236}">
                  <a16:creationId xmlns:a16="http://schemas.microsoft.com/office/drawing/2014/main" id="{CE658D4E-F07B-BEAE-251B-BF05033D1FE9}"/>
                </a:ext>
              </a:extLst>
            </p:cNvPr>
            <p:cNvSpPr/>
            <p:nvPr/>
          </p:nvSpPr>
          <p:spPr>
            <a:xfrm>
              <a:off x="8650160"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87" name="Freeform: Shape 1786">
              <a:extLst>
                <a:ext uri="{FF2B5EF4-FFF2-40B4-BE49-F238E27FC236}">
                  <a16:creationId xmlns:a16="http://schemas.microsoft.com/office/drawing/2014/main" id="{2B33649A-7764-CFDB-677A-7FA25034D3ED}"/>
                </a:ext>
              </a:extLst>
            </p:cNvPr>
            <p:cNvSpPr/>
            <p:nvPr/>
          </p:nvSpPr>
          <p:spPr>
            <a:xfrm>
              <a:off x="8764416"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88" name="Freeform: Shape 1787">
              <a:extLst>
                <a:ext uri="{FF2B5EF4-FFF2-40B4-BE49-F238E27FC236}">
                  <a16:creationId xmlns:a16="http://schemas.microsoft.com/office/drawing/2014/main" id="{95488851-0AF0-BEE5-C1B7-42374AB34AD0}"/>
                </a:ext>
              </a:extLst>
            </p:cNvPr>
            <p:cNvSpPr/>
            <p:nvPr/>
          </p:nvSpPr>
          <p:spPr>
            <a:xfrm>
              <a:off x="8878671" y="126092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89" name="Freeform: Shape 1788">
              <a:extLst>
                <a:ext uri="{FF2B5EF4-FFF2-40B4-BE49-F238E27FC236}">
                  <a16:creationId xmlns:a16="http://schemas.microsoft.com/office/drawing/2014/main" id="{4C337D53-13A7-1A7C-6338-DE14333C3B93}"/>
                </a:ext>
              </a:extLst>
            </p:cNvPr>
            <p:cNvSpPr/>
            <p:nvPr/>
          </p:nvSpPr>
          <p:spPr>
            <a:xfrm>
              <a:off x="8992927"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90" name="Freeform: Shape 1789">
              <a:extLst>
                <a:ext uri="{FF2B5EF4-FFF2-40B4-BE49-F238E27FC236}">
                  <a16:creationId xmlns:a16="http://schemas.microsoft.com/office/drawing/2014/main" id="{196228F2-FDFC-BE5F-31A4-21F508FDD841}"/>
                </a:ext>
              </a:extLst>
            </p:cNvPr>
            <p:cNvSpPr/>
            <p:nvPr/>
          </p:nvSpPr>
          <p:spPr>
            <a:xfrm>
              <a:off x="9107183"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91" name="Freeform: Shape 1790">
              <a:extLst>
                <a:ext uri="{FF2B5EF4-FFF2-40B4-BE49-F238E27FC236}">
                  <a16:creationId xmlns:a16="http://schemas.microsoft.com/office/drawing/2014/main" id="{B4B629CC-033A-4544-CAE7-1DB646F11058}"/>
                </a:ext>
              </a:extLst>
            </p:cNvPr>
            <p:cNvSpPr/>
            <p:nvPr/>
          </p:nvSpPr>
          <p:spPr>
            <a:xfrm>
              <a:off x="9221439"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92" name="Freeform: Shape 1791">
              <a:extLst>
                <a:ext uri="{FF2B5EF4-FFF2-40B4-BE49-F238E27FC236}">
                  <a16:creationId xmlns:a16="http://schemas.microsoft.com/office/drawing/2014/main" id="{11F3CD37-CECE-F3C3-EDF6-36B762267421}"/>
                </a:ext>
              </a:extLst>
            </p:cNvPr>
            <p:cNvSpPr/>
            <p:nvPr/>
          </p:nvSpPr>
          <p:spPr>
            <a:xfrm>
              <a:off x="9335695" y="126092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93" name="Freeform: Shape 1792">
              <a:extLst>
                <a:ext uri="{FF2B5EF4-FFF2-40B4-BE49-F238E27FC236}">
                  <a16:creationId xmlns:a16="http://schemas.microsoft.com/office/drawing/2014/main" id="{3BF99AFC-C107-0092-9F49-A0B62D75E292}"/>
                </a:ext>
              </a:extLst>
            </p:cNvPr>
            <p:cNvSpPr/>
            <p:nvPr/>
          </p:nvSpPr>
          <p:spPr>
            <a:xfrm>
              <a:off x="9449950"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94" name="Freeform: Shape 1793">
              <a:extLst>
                <a:ext uri="{FF2B5EF4-FFF2-40B4-BE49-F238E27FC236}">
                  <a16:creationId xmlns:a16="http://schemas.microsoft.com/office/drawing/2014/main" id="{6F57DEEE-61C0-D60B-1855-033ADF55EAF3}"/>
                </a:ext>
              </a:extLst>
            </p:cNvPr>
            <p:cNvSpPr/>
            <p:nvPr/>
          </p:nvSpPr>
          <p:spPr>
            <a:xfrm>
              <a:off x="9564206"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95" name="Freeform: Shape 1794">
              <a:extLst>
                <a:ext uri="{FF2B5EF4-FFF2-40B4-BE49-F238E27FC236}">
                  <a16:creationId xmlns:a16="http://schemas.microsoft.com/office/drawing/2014/main" id="{E805B2A9-B5E2-BD7E-8E26-EEB8998D3DC6}"/>
                </a:ext>
              </a:extLst>
            </p:cNvPr>
            <p:cNvSpPr/>
            <p:nvPr/>
          </p:nvSpPr>
          <p:spPr>
            <a:xfrm>
              <a:off x="9678418" y="126092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96" name="Freeform: Shape 1795">
              <a:extLst>
                <a:ext uri="{FF2B5EF4-FFF2-40B4-BE49-F238E27FC236}">
                  <a16:creationId xmlns:a16="http://schemas.microsoft.com/office/drawing/2014/main" id="{B5FCCB47-97AD-CE85-C85E-5D08028664BF}"/>
                </a:ext>
              </a:extLst>
            </p:cNvPr>
            <p:cNvSpPr/>
            <p:nvPr/>
          </p:nvSpPr>
          <p:spPr>
            <a:xfrm>
              <a:off x="9792674"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97" name="Freeform: Shape 1796">
              <a:extLst>
                <a:ext uri="{FF2B5EF4-FFF2-40B4-BE49-F238E27FC236}">
                  <a16:creationId xmlns:a16="http://schemas.microsoft.com/office/drawing/2014/main" id="{52ED6E1A-F47C-CAA1-F8DA-3CB831BC2857}"/>
                </a:ext>
              </a:extLst>
            </p:cNvPr>
            <p:cNvSpPr/>
            <p:nvPr/>
          </p:nvSpPr>
          <p:spPr>
            <a:xfrm>
              <a:off x="9906929"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98" name="Freeform: Shape 1797">
              <a:extLst>
                <a:ext uri="{FF2B5EF4-FFF2-40B4-BE49-F238E27FC236}">
                  <a16:creationId xmlns:a16="http://schemas.microsoft.com/office/drawing/2014/main" id="{E260DE4F-600A-AF98-E61C-3AB5087F8815}"/>
                </a:ext>
              </a:extLst>
            </p:cNvPr>
            <p:cNvSpPr/>
            <p:nvPr/>
          </p:nvSpPr>
          <p:spPr>
            <a:xfrm>
              <a:off x="10021185"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99" name="Freeform: Shape 1798">
              <a:extLst>
                <a:ext uri="{FF2B5EF4-FFF2-40B4-BE49-F238E27FC236}">
                  <a16:creationId xmlns:a16="http://schemas.microsoft.com/office/drawing/2014/main" id="{C8748602-DB9C-F42B-6F1E-52EB22469B68}"/>
                </a:ext>
              </a:extLst>
            </p:cNvPr>
            <p:cNvSpPr/>
            <p:nvPr/>
          </p:nvSpPr>
          <p:spPr>
            <a:xfrm>
              <a:off x="10135441"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00" name="Freeform: Shape 1799">
              <a:extLst>
                <a:ext uri="{FF2B5EF4-FFF2-40B4-BE49-F238E27FC236}">
                  <a16:creationId xmlns:a16="http://schemas.microsoft.com/office/drawing/2014/main" id="{8C9843C9-0640-6959-9053-EC613B58D63B}"/>
                </a:ext>
              </a:extLst>
            </p:cNvPr>
            <p:cNvSpPr/>
            <p:nvPr/>
          </p:nvSpPr>
          <p:spPr>
            <a:xfrm>
              <a:off x="10249697"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01" name="Freeform: Shape 1800">
              <a:extLst>
                <a:ext uri="{FF2B5EF4-FFF2-40B4-BE49-F238E27FC236}">
                  <a16:creationId xmlns:a16="http://schemas.microsoft.com/office/drawing/2014/main" id="{4C695015-C519-682B-0658-ED0C1F1BD1AD}"/>
                </a:ext>
              </a:extLst>
            </p:cNvPr>
            <p:cNvSpPr/>
            <p:nvPr/>
          </p:nvSpPr>
          <p:spPr>
            <a:xfrm>
              <a:off x="10363952"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02" name="Freeform: Shape 1801">
              <a:extLst>
                <a:ext uri="{FF2B5EF4-FFF2-40B4-BE49-F238E27FC236}">
                  <a16:creationId xmlns:a16="http://schemas.microsoft.com/office/drawing/2014/main" id="{E9EE9764-68DD-2156-0C56-65B2150D84A9}"/>
                </a:ext>
              </a:extLst>
            </p:cNvPr>
            <p:cNvSpPr/>
            <p:nvPr/>
          </p:nvSpPr>
          <p:spPr>
            <a:xfrm>
              <a:off x="10478208" y="126092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03" name="Freeform: Shape 1802">
              <a:extLst>
                <a:ext uri="{FF2B5EF4-FFF2-40B4-BE49-F238E27FC236}">
                  <a16:creationId xmlns:a16="http://schemas.microsoft.com/office/drawing/2014/main" id="{B68CF4B7-E1B8-5A5F-BCBC-CE2629C6DCDA}"/>
                </a:ext>
              </a:extLst>
            </p:cNvPr>
            <p:cNvSpPr/>
            <p:nvPr/>
          </p:nvSpPr>
          <p:spPr>
            <a:xfrm>
              <a:off x="10592464"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04" name="Freeform: Shape 1803">
              <a:extLst>
                <a:ext uri="{FF2B5EF4-FFF2-40B4-BE49-F238E27FC236}">
                  <a16:creationId xmlns:a16="http://schemas.microsoft.com/office/drawing/2014/main" id="{2E766D47-7419-CB94-01E2-CC947C6EEF07}"/>
                </a:ext>
              </a:extLst>
            </p:cNvPr>
            <p:cNvSpPr/>
            <p:nvPr/>
          </p:nvSpPr>
          <p:spPr>
            <a:xfrm>
              <a:off x="10706720"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05" name="Freeform: Shape 1804">
              <a:extLst>
                <a:ext uri="{FF2B5EF4-FFF2-40B4-BE49-F238E27FC236}">
                  <a16:creationId xmlns:a16="http://schemas.microsoft.com/office/drawing/2014/main" id="{2BDB6C10-CF32-816A-E502-CA3087AE2C85}"/>
                </a:ext>
              </a:extLst>
            </p:cNvPr>
            <p:cNvSpPr/>
            <p:nvPr/>
          </p:nvSpPr>
          <p:spPr>
            <a:xfrm>
              <a:off x="10820976" y="1260925"/>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06" name="Freeform: Shape 1805">
              <a:extLst>
                <a:ext uri="{FF2B5EF4-FFF2-40B4-BE49-F238E27FC236}">
                  <a16:creationId xmlns:a16="http://schemas.microsoft.com/office/drawing/2014/main" id="{D7ED122C-07F5-A77C-D3AB-28B98432F91E}"/>
                </a:ext>
              </a:extLst>
            </p:cNvPr>
            <p:cNvSpPr/>
            <p:nvPr/>
          </p:nvSpPr>
          <p:spPr>
            <a:xfrm>
              <a:off x="10935231"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07" name="Freeform: Shape 1806">
              <a:extLst>
                <a:ext uri="{FF2B5EF4-FFF2-40B4-BE49-F238E27FC236}">
                  <a16:creationId xmlns:a16="http://schemas.microsoft.com/office/drawing/2014/main" id="{22F1EBED-AE80-ADCB-9938-2D91B3812025}"/>
                </a:ext>
              </a:extLst>
            </p:cNvPr>
            <p:cNvSpPr/>
            <p:nvPr/>
          </p:nvSpPr>
          <p:spPr>
            <a:xfrm>
              <a:off x="11049443"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08" name="Freeform: Shape 1807">
              <a:extLst>
                <a:ext uri="{FF2B5EF4-FFF2-40B4-BE49-F238E27FC236}">
                  <a16:creationId xmlns:a16="http://schemas.microsoft.com/office/drawing/2014/main" id="{A4388ED3-2D9A-2690-462C-3C01B4528DDD}"/>
                </a:ext>
              </a:extLst>
            </p:cNvPr>
            <p:cNvSpPr/>
            <p:nvPr/>
          </p:nvSpPr>
          <p:spPr>
            <a:xfrm>
              <a:off x="11163699" y="1260925"/>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09" name="Freeform: Shape 1808">
              <a:extLst>
                <a:ext uri="{FF2B5EF4-FFF2-40B4-BE49-F238E27FC236}">
                  <a16:creationId xmlns:a16="http://schemas.microsoft.com/office/drawing/2014/main" id="{0E01BCAB-D32B-B8B3-1468-8BF8A10C3E6A}"/>
                </a:ext>
              </a:extLst>
            </p:cNvPr>
            <p:cNvSpPr/>
            <p:nvPr/>
          </p:nvSpPr>
          <p:spPr>
            <a:xfrm>
              <a:off x="11277955"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10" name="Freeform: Shape 1809">
              <a:extLst>
                <a:ext uri="{FF2B5EF4-FFF2-40B4-BE49-F238E27FC236}">
                  <a16:creationId xmlns:a16="http://schemas.microsoft.com/office/drawing/2014/main" id="{639F1C61-8A97-8584-06EC-87A20D776927}"/>
                </a:ext>
              </a:extLst>
            </p:cNvPr>
            <p:cNvSpPr/>
            <p:nvPr/>
          </p:nvSpPr>
          <p:spPr>
            <a:xfrm>
              <a:off x="11392210"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11" name="Freeform: Shape 1810">
              <a:extLst>
                <a:ext uri="{FF2B5EF4-FFF2-40B4-BE49-F238E27FC236}">
                  <a16:creationId xmlns:a16="http://schemas.microsoft.com/office/drawing/2014/main" id="{C8E53FB1-C441-B0F1-90DB-6A6A9CF99E88}"/>
                </a:ext>
              </a:extLst>
            </p:cNvPr>
            <p:cNvSpPr/>
            <p:nvPr/>
          </p:nvSpPr>
          <p:spPr>
            <a:xfrm>
              <a:off x="11506466" y="1260925"/>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12" name="Freeform: Shape 1811">
              <a:extLst>
                <a:ext uri="{FF2B5EF4-FFF2-40B4-BE49-F238E27FC236}">
                  <a16:creationId xmlns:a16="http://schemas.microsoft.com/office/drawing/2014/main" id="{CCE7C440-EF3A-473E-3299-57106E2E1586}"/>
                </a:ext>
              </a:extLst>
            </p:cNvPr>
            <p:cNvSpPr/>
            <p:nvPr/>
          </p:nvSpPr>
          <p:spPr>
            <a:xfrm>
              <a:off x="11620722"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13" name="Freeform: Shape 1812">
              <a:extLst>
                <a:ext uri="{FF2B5EF4-FFF2-40B4-BE49-F238E27FC236}">
                  <a16:creationId xmlns:a16="http://schemas.microsoft.com/office/drawing/2014/main" id="{B68A97F9-7A36-F036-55E6-6426D7B4FB81}"/>
                </a:ext>
              </a:extLst>
            </p:cNvPr>
            <p:cNvSpPr/>
            <p:nvPr/>
          </p:nvSpPr>
          <p:spPr>
            <a:xfrm>
              <a:off x="11734978"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14" name="Freeform: Shape 1813">
              <a:extLst>
                <a:ext uri="{FF2B5EF4-FFF2-40B4-BE49-F238E27FC236}">
                  <a16:creationId xmlns:a16="http://schemas.microsoft.com/office/drawing/2014/main" id="{193908E1-9C49-1354-E243-7DBE78BD3CCF}"/>
                </a:ext>
              </a:extLst>
            </p:cNvPr>
            <p:cNvSpPr/>
            <p:nvPr/>
          </p:nvSpPr>
          <p:spPr>
            <a:xfrm>
              <a:off x="11849233"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15" name="Freeform: Shape 1814">
              <a:extLst>
                <a:ext uri="{FF2B5EF4-FFF2-40B4-BE49-F238E27FC236}">
                  <a16:creationId xmlns:a16="http://schemas.microsoft.com/office/drawing/2014/main" id="{B421DAB8-0242-CF2A-6E95-2EF793B0F408}"/>
                </a:ext>
              </a:extLst>
            </p:cNvPr>
            <p:cNvSpPr/>
            <p:nvPr/>
          </p:nvSpPr>
          <p:spPr>
            <a:xfrm>
              <a:off x="11963489"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16" name="Freeform: Shape 1815">
              <a:extLst>
                <a:ext uri="{FF2B5EF4-FFF2-40B4-BE49-F238E27FC236}">
                  <a16:creationId xmlns:a16="http://schemas.microsoft.com/office/drawing/2014/main" id="{F02A5BB9-BD09-85E7-DAEA-C85C5A64DB61}"/>
                </a:ext>
              </a:extLst>
            </p:cNvPr>
            <p:cNvSpPr/>
            <p:nvPr/>
          </p:nvSpPr>
          <p:spPr>
            <a:xfrm>
              <a:off x="12077745" y="1260925"/>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17" name="Freeform: Shape 1816">
              <a:extLst>
                <a:ext uri="{FF2B5EF4-FFF2-40B4-BE49-F238E27FC236}">
                  <a16:creationId xmlns:a16="http://schemas.microsoft.com/office/drawing/2014/main" id="{082409B4-4F9D-11E3-BED6-0D0DB4D733D2}"/>
                </a:ext>
              </a:extLst>
            </p:cNvPr>
            <p:cNvSpPr/>
            <p:nvPr/>
          </p:nvSpPr>
          <p:spPr>
            <a:xfrm>
              <a:off x="7279135" y="137518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18" name="Freeform: Shape 1817">
              <a:extLst>
                <a:ext uri="{FF2B5EF4-FFF2-40B4-BE49-F238E27FC236}">
                  <a16:creationId xmlns:a16="http://schemas.microsoft.com/office/drawing/2014/main" id="{57663DC5-32A4-66B6-87D5-40682A8771B0}"/>
                </a:ext>
              </a:extLst>
            </p:cNvPr>
            <p:cNvSpPr/>
            <p:nvPr/>
          </p:nvSpPr>
          <p:spPr>
            <a:xfrm>
              <a:off x="7393391"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19" name="Freeform: Shape 1818">
              <a:extLst>
                <a:ext uri="{FF2B5EF4-FFF2-40B4-BE49-F238E27FC236}">
                  <a16:creationId xmlns:a16="http://schemas.microsoft.com/office/drawing/2014/main" id="{4443132A-24E3-7371-A9A2-B222A460CC71}"/>
                </a:ext>
              </a:extLst>
            </p:cNvPr>
            <p:cNvSpPr/>
            <p:nvPr/>
          </p:nvSpPr>
          <p:spPr>
            <a:xfrm>
              <a:off x="7507646"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20" name="Freeform: Shape 1819">
              <a:extLst>
                <a:ext uri="{FF2B5EF4-FFF2-40B4-BE49-F238E27FC236}">
                  <a16:creationId xmlns:a16="http://schemas.microsoft.com/office/drawing/2014/main" id="{A1191D86-6CB3-5682-3221-E2EEEB2645C3}"/>
                </a:ext>
              </a:extLst>
            </p:cNvPr>
            <p:cNvSpPr/>
            <p:nvPr/>
          </p:nvSpPr>
          <p:spPr>
            <a:xfrm>
              <a:off x="7621902"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21" name="Freeform: Shape 1820">
              <a:extLst>
                <a:ext uri="{FF2B5EF4-FFF2-40B4-BE49-F238E27FC236}">
                  <a16:creationId xmlns:a16="http://schemas.microsoft.com/office/drawing/2014/main" id="{550E65A7-E174-8D2D-60C8-3A05D0D082A5}"/>
                </a:ext>
              </a:extLst>
            </p:cNvPr>
            <p:cNvSpPr/>
            <p:nvPr/>
          </p:nvSpPr>
          <p:spPr>
            <a:xfrm>
              <a:off x="7736158" y="137518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22" name="Freeform: Shape 1821">
              <a:extLst>
                <a:ext uri="{FF2B5EF4-FFF2-40B4-BE49-F238E27FC236}">
                  <a16:creationId xmlns:a16="http://schemas.microsoft.com/office/drawing/2014/main" id="{FC98C7AA-6179-3177-629C-E2E65FA16F0D}"/>
                </a:ext>
              </a:extLst>
            </p:cNvPr>
            <p:cNvSpPr/>
            <p:nvPr/>
          </p:nvSpPr>
          <p:spPr>
            <a:xfrm>
              <a:off x="7850414"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23" name="Freeform: Shape 1822">
              <a:extLst>
                <a:ext uri="{FF2B5EF4-FFF2-40B4-BE49-F238E27FC236}">
                  <a16:creationId xmlns:a16="http://schemas.microsoft.com/office/drawing/2014/main" id="{AF840335-38CD-0341-3818-90F9CCADCE26}"/>
                </a:ext>
              </a:extLst>
            </p:cNvPr>
            <p:cNvSpPr/>
            <p:nvPr/>
          </p:nvSpPr>
          <p:spPr>
            <a:xfrm>
              <a:off x="7964669"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24" name="Freeform: Shape 1823">
              <a:extLst>
                <a:ext uri="{FF2B5EF4-FFF2-40B4-BE49-F238E27FC236}">
                  <a16:creationId xmlns:a16="http://schemas.microsoft.com/office/drawing/2014/main" id="{FE2D29E9-4310-1D96-D167-4480CD02A7EC}"/>
                </a:ext>
              </a:extLst>
            </p:cNvPr>
            <p:cNvSpPr/>
            <p:nvPr/>
          </p:nvSpPr>
          <p:spPr>
            <a:xfrm>
              <a:off x="8078925" y="137518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25" name="Freeform: Shape 1824">
              <a:extLst>
                <a:ext uri="{FF2B5EF4-FFF2-40B4-BE49-F238E27FC236}">
                  <a16:creationId xmlns:a16="http://schemas.microsoft.com/office/drawing/2014/main" id="{E129B421-E172-E19D-148C-98E00106C121}"/>
                </a:ext>
              </a:extLst>
            </p:cNvPr>
            <p:cNvSpPr/>
            <p:nvPr/>
          </p:nvSpPr>
          <p:spPr>
            <a:xfrm>
              <a:off x="8193181"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26" name="Freeform: Shape 1825">
              <a:extLst>
                <a:ext uri="{FF2B5EF4-FFF2-40B4-BE49-F238E27FC236}">
                  <a16:creationId xmlns:a16="http://schemas.microsoft.com/office/drawing/2014/main" id="{7B1E2C6D-0057-C62E-E382-9AC194A827E6}"/>
                </a:ext>
              </a:extLst>
            </p:cNvPr>
            <p:cNvSpPr/>
            <p:nvPr/>
          </p:nvSpPr>
          <p:spPr>
            <a:xfrm>
              <a:off x="8307437"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27" name="Freeform: Shape 1826">
              <a:extLst>
                <a:ext uri="{FF2B5EF4-FFF2-40B4-BE49-F238E27FC236}">
                  <a16:creationId xmlns:a16="http://schemas.microsoft.com/office/drawing/2014/main" id="{92B46CEC-B0CA-4794-A229-0DA2359BFA16}"/>
                </a:ext>
              </a:extLst>
            </p:cNvPr>
            <p:cNvSpPr/>
            <p:nvPr/>
          </p:nvSpPr>
          <p:spPr>
            <a:xfrm>
              <a:off x="8421648"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28" name="Freeform: Shape 1827">
              <a:extLst>
                <a:ext uri="{FF2B5EF4-FFF2-40B4-BE49-F238E27FC236}">
                  <a16:creationId xmlns:a16="http://schemas.microsoft.com/office/drawing/2014/main" id="{7F8B9B98-2D54-EBA5-96B0-631F42BCAEDE}"/>
                </a:ext>
              </a:extLst>
            </p:cNvPr>
            <p:cNvSpPr/>
            <p:nvPr/>
          </p:nvSpPr>
          <p:spPr>
            <a:xfrm>
              <a:off x="8535904"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29" name="Freeform: Shape 1828">
              <a:extLst>
                <a:ext uri="{FF2B5EF4-FFF2-40B4-BE49-F238E27FC236}">
                  <a16:creationId xmlns:a16="http://schemas.microsoft.com/office/drawing/2014/main" id="{BF60F833-C063-9808-63EE-385F8B9C2A02}"/>
                </a:ext>
              </a:extLst>
            </p:cNvPr>
            <p:cNvSpPr/>
            <p:nvPr/>
          </p:nvSpPr>
          <p:spPr>
            <a:xfrm>
              <a:off x="8650160"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30" name="Freeform: Shape 1829">
              <a:extLst>
                <a:ext uri="{FF2B5EF4-FFF2-40B4-BE49-F238E27FC236}">
                  <a16:creationId xmlns:a16="http://schemas.microsoft.com/office/drawing/2014/main" id="{681E8B75-516A-95AC-CCF4-A27472927CCE}"/>
                </a:ext>
              </a:extLst>
            </p:cNvPr>
            <p:cNvSpPr/>
            <p:nvPr/>
          </p:nvSpPr>
          <p:spPr>
            <a:xfrm>
              <a:off x="8764416"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31" name="Freeform: Shape 1830">
              <a:extLst>
                <a:ext uri="{FF2B5EF4-FFF2-40B4-BE49-F238E27FC236}">
                  <a16:creationId xmlns:a16="http://schemas.microsoft.com/office/drawing/2014/main" id="{ACE9ED11-C8A7-40D2-1405-77BC173CFB34}"/>
                </a:ext>
              </a:extLst>
            </p:cNvPr>
            <p:cNvSpPr/>
            <p:nvPr/>
          </p:nvSpPr>
          <p:spPr>
            <a:xfrm>
              <a:off x="8878671" y="137518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32" name="Freeform: Shape 1831">
              <a:extLst>
                <a:ext uri="{FF2B5EF4-FFF2-40B4-BE49-F238E27FC236}">
                  <a16:creationId xmlns:a16="http://schemas.microsoft.com/office/drawing/2014/main" id="{1CAB65F0-5ABC-FF98-7279-08BBB628666D}"/>
                </a:ext>
              </a:extLst>
            </p:cNvPr>
            <p:cNvSpPr/>
            <p:nvPr/>
          </p:nvSpPr>
          <p:spPr>
            <a:xfrm>
              <a:off x="8992927"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33" name="Freeform: Shape 1832">
              <a:extLst>
                <a:ext uri="{FF2B5EF4-FFF2-40B4-BE49-F238E27FC236}">
                  <a16:creationId xmlns:a16="http://schemas.microsoft.com/office/drawing/2014/main" id="{311AE60E-ACAE-DC65-1958-5EA1AC7963EC}"/>
                </a:ext>
              </a:extLst>
            </p:cNvPr>
            <p:cNvSpPr/>
            <p:nvPr/>
          </p:nvSpPr>
          <p:spPr>
            <a:xfrm>
              <a:off x="9107183"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34" name="Freeform: Shape 1833">
              <a:extLst>
                <a:ext uri="{FF2B5EF4-FFF2-40B4-BE49-F238E27FC236}">
                  <a16:creationId xmlns:a16="http://schemas.microsoft.com/office/drawing/2014/main" id="{BB166930-FF9C-1601-D7BE-34E6EC6FF879}"/>
                </a:ext>
              </a:extLst>
            </p:cNvPr>
            <p:cNvSpPr/>
            <p:nvPr/>
          </p:nvSpPr>
          <p:spPr>
            <a:xfrm>
              <a:off x="9221439"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35" name="Freeform: Shape 1834">
              <a:extLst>
                <a:ext uri="{FF2B5EF4-FFF2-40B4-BE49-F238E27FC236}">
                  <a16:creationId xmlns:a16="http://schemas.microsoft.com/office/drawing/2014/main" id="{0774456A-0CAF-CC8F-9AD9-681EFAABB33B}"/>
                </a:ext>
              </a:extLst>
            </p:cNvPr>
            <p:cNvSpPr/>
            <p:nvPr/>
          </p:nvSpPr>
          <p:spPr>
            <a:xfrm>
              <a:off x="9335695" y="137518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36" name="Freeform: Shape 1835">
              <a:extLst>
                <a:ext uri="{FF2B5EF4-FFF2-40B4-BE49-F238E27FC236}">
                  <a16:creationId xmlns:a16="http://schemas.microsoft.com/office/drawing/2014/main" id="{59CB70F6-1416-5830-4A94-F39DEA8913C1}"/>
                </a:ext>
              </a:extLst>
            </p:cNvPr>
            <p:cNvSpPr/>
            <p:nvPr/>
          </p:nvSpPr>
          <p:spPr>
            <a:xfrm>
              <a:off x="9449950"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37" name="Freeform: Shape 1836">
              <a:extLst>
                <a:ext uri="{FF2B5EF4-FFF2-40B4-BE49-F238E27FC236}">
                  <a16:creationId xmlns:a16="http://schemas.microsoft.com/office/drawing/2014/main" id="{EA47D3F5-9408-998A-7EDA-E3CC07C247EE}"/>
                </a:ext>
              </a:extLst>
            </p:cNvPr>
            <p:cNvSpPr/>
            <p:nvPr/>
          </p:nvSpPr>
          <p:spPr>
            <a:xfrm>
              <a:off x="9564206"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38" name="Freeform: Shape 1837">
              <a:extLst>
                <a:ext uri="{FF2B5EF4-FFF2-40B4-BE49-F238E27FC236}">
                  <a16:creationId xmlns:a16="http://schemas.microsoft.com/office/drawing/2014/main" id="{C818BD25-FBD9-35B1-D437-259E5A72ED3F}"/>
                </a:ext>
              </a:extLst>
            </p:cNvPr>
            <p:cNvSpPr/>
            <p:nvPr/>
          </p:nvSpPr>
          <p:spPr>
            <a:xfrm>
              <a:off x="9678418" y="137518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39" name="Freeform: Shape 1838">
              <a:extLst>
                <a:ext uri="{FF2B5EF4-FFF2-40B4-BE49-F238E27FC236}">
                  <a16:creationId xmlns:a16="http://schemas.microsoft.com/office/drawing/2014/main" id="{40922EBC-257E-4FB2-6101-6AD6F67A8B5B}"/>
                </a:ext>
              </a:extLst>
            </p:cNvPr>
            <p:cNvSpPr/>
            <p:nvPr/>
          </p:nvSpPr>
          <p:spPr>
            <a:xfrm>
              <a:off x="9792674"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40" name="Freeform: Shape 1839">
              <a:extLst>
                <a:ext uri="{FF2B5EF4-FFF2-40B4-BE49-F238E27FC236}">
                  <a16:creationId xmlns:a16="http://schemas.microsoft.com/office/drawing/2014/main" id="{1D615885-8E57-A458-3AB4-7F918D0741A9}"/>
                </a:ext>
              </a:extLst>
            </p:cNvPr>
            <p:cNvSpPr/>
            <p:nvPr/>
          </p:nvSpPr>
          <p:spPr>
            <a:xfrm>
              <a:off x="9906929"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41" name="Freeform: Shape 1840">
              <a:extLst>
                <a:ext uri="{FF2B5EF4-FFF2-40B4-BE49-F238E27FC236}">
                  <a16:creationId xmlns:a16="http://schemas.microsoft.com/office/drawing/2014/main" id="{8B22A4A5-6673-BFD2-27E5-39485CFD06BF}"/>
                </a:ext>
              </a:extLst>
            </p:cNvPr>
            <p:cNvSpPr/>
            <p:nvPr/>
          </p:nvSpPr>
          <p:spPr>
            <a:xfrm>
              <a:off x="10021185"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42" name="Freeform: Shape 1841">
              <a:extLst>
                <a:ext uri="{FF2B5EF4-FFF2-40B4-BE49-F238E27FC236}">
                  <a16:creationId xmlns:a16="http://schemas.microsoft.com/office/drawing/2014/main" id="{A8EB3809-24E8-9030-1525-7F969C2861F5}"/>
                </a:ext>
              </a:extLst>
            </p:cNvPr>
            <p:cNvSpPr/>
            <p:nvPr/>
          </p:nvSpPr>
          <p:spPr>
            <a:xfrm>
              <a:off x="10135441"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43" name="Freeform: Shape 1842">
              <a:extLst>
                <a:ext uri="{FF2B5EF4-FFF2-40B4-BE49-F238E27FC236}">
                  <a16:creationId xmlns:a16="http://schemas.microsoft.com/office/drawing/2014/main" id="{48CA2CFB-525F-E486-EDE1-1A8C1D1BC4B0}"/>
                </a:ext>
              </a:extLst>
            </p:cNvPr>
            <p:cNvSpPr/>
            <p:nvPr/>
          </p:nvSpPr>
          <p:spPr>
            <a:xfrm>
              <a:off x="10249697"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44" name="Freeform: Shape 1843">
              <a:extLst>
                <a:ext uri="{FF2B5EF4-FFF2-40B4-BE49-F238E27FC236}">
                  <a16:creationId xmlns:a16="http://schemas.microsoft.com/office/drawing/2014/main" id="{311A2B06-91AA-2261-73E6-494EF57B1E41}"/>
                </a:ext>
              </a:extLst>
            </p:cNvPr>
            <p:cNvSpPr/>
            <p:nvPr/>
          </p:nvSpPr>
          <p:spPr>
            <a:xfrm>
              <a:off x="10363952"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45" name="Freeform: Shape 1844">
              <a:extLst>
                <a:ext uri="{FF2B5EF4-FFF2-40B4-BE49-F238E27FC236}">
                  <a16:creationId xmlns:a16="http://schemas.microsoft.com/office/drawing/2014/main" id="{BDBA379C-C8A9-10BC-EEF4-74FCB176B9FF}"/>
                </a:ext>
              </a:extLst>
            </p:cNvPr>
            <p:cNvSpPr/>
            <p:nvPr/>
          </p:nvSpPr>
          <p:spPr>
            <a:xfrm>
              <a:off x="10478208" y="137518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46" name="Freeform: Shape 1845">
              <a:extLst>
                <a:ext uri="{FF2B5EF4-FFF2-40B4-BE49-F238E27FC236}">
                  <a16:creationId xmlns:a16="http://schemas.microsoft.com/office/drawing/2014/main" id="{2C4D87B0-CA77-AA99-ABF2-E249BA86605C}"/>
                </a:ext>
              </a:extLst>
            </p:cNvPr>
            <p:cNvSpPr/>
            <p:nvPr/>
          </p:nvSpPr>
          <p:spPr>
            <a:xfrm>
              <a:off x="10592464"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47" name="Freeform: Shape 1846">
              <a:extLst>
                <a:ext uri="{FF2B5EF4-FFF2-40B4-BE49-F238E27FC236}">
                  <a16:creationId xmlns:a16="http://schemas.microsoft.com/office/drawing/2014/main" id="{4DDB5625-D676-C840-B680-C4417F3F6D63}"/>
                </a:ext>
              </a:extLst>
            </p:cNvPr>
            <p:cNvSpPr/>
            <p:nvPr/>
          </p:nvSpPr>
          <p:spPr>
            <a:xfrm>
              <a:off x="10706720"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48" name="Freeform: Shape 1847">
              <a:extLst>
                <a:ext uri="{FF2B5EF4-FFF2-40B4-BE49-F238E27FC236}">
                  <a16:creationId xmlns:a16="http://schemas.microsoft.com/office/drawing/2014/main" id="{68A83B8A-3535-07E7-E7AD-361EEEC4DD9B}"/>
                </a:ext>
              </a:extLst>
            </p:cNvPr>
            <p:cNvSpPr/>
            <p:nvPr/>
          </p:nvSpPr>
          <p:spPr>
            <a:xfrm>
              <a:off x="10820976" y="1375181"/>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49" name="Freeform: Shape 1848">
              <a:extLst>
                <a:ext uri="{FF2B5EF4-FFF2-40B4-BE49-F238E27FC236}">
                  <a16:creationId xmlns:a16="http://schemas.microsoft.com/office/drawing/2014/main" id="{46D95CCF-E9BE-EDF1-37CD-DF62D5EAFE2C}"/>
                </a:ext>
              </a:extLst>
            </p:cNvPr>
            <p:cNvSpPr/>
            <p:nvPr/>
          </p:nvSpPr>
          <p:spPr>
            <a:xfrm>
              <a:off x="10935231"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50" name="Freeform: Shape 1849">
              <a:extLst>
                <a:ext uri="{FF2B5EF4-FFF2-40B4-BE49-F238E27FC236}">
                  <a16:creationId xmlns:a16="http://schemas.microsoft.com/office/drawing/2014/main" id="{F058E8C5-096C-4D88-5FDA-3D9ED6F1935E}"/>
                </a:ext>
              </a:extLst>
            </p:cNvPr>
            <p:cNvSpPr/>
            <p:nvPr/>
          </p:nvSpPr>
          <p:spPr>
            <a:xfrm>
              <a:off x="11049443"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51" name="Freeform: Shape 1850">
              <a:extLst>
                <a:ext uri="{FF2B5EF4-FFF2-40B4-BE49-F238E27FC236}">
                  <a16:creationId xmlns:a16="http://schemas.microsoft.com/office/drawing/2014/main" id="{981AF4D3-6039-E1F6-1B50-92CDCF48EB0B}"/>
                </a:ext>
              </a:extLst>
            </p:cNvPr>
            <p:cNvSpPr/>
            <p:nvPr/>
          </p:nvSpPr>
          <p:spPr>
            <a:xfrm>
              <a:off x="11163699" y="1375181"/>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52" name="Freeform: Shape 1851">
              <a:extLst>
                <a:ext uri="{FF2B5EF4-FFF2-40B4-BE49-F238E27FC236}">
                  <a16:creationId xmlns:a16="http://schemas.microsoft.com/office/drawing/2014/main" id="{CA4EA7B3-D8A5-AC97-C5B4-403673422E5E}"/>
                </a:ext>
              </a:extLst>
            </p:cNvPr>
            <p:cNvSpPr/>
            <p:nvPr/>
          </p:nvSpPr>
          <p:spPr>
            <a:xfrm>
              <a:off x="11277955"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53" name="Freeform: Shape 1852">
              <a:extLst>
                <a:ext uri="{FF2B5EF4-FFF2-40B4-BE49-F238E27FC236}">
                  <a16:creationId xmlns:a16="http://schemas.microsoft.com/office/drawing/2014/main" id="{9E61C5D8-347D-A6A0-C143-87FDD09B2107}"/>
                </a:ext>
              </a:extLst>
            </p:cNvPr>
            <p:cNvSpPr/>
            <p:nvPr/>
          </p:nvSpPr>
          <p:spPr>
            <a:xfrm>
              <a:off x="11392210"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54" name="Freeform: Shape 1853">
              <a:extLst>
                <a:ext uri="{FF2B5EF4-FFF2-40B4-BE49-F238E27FC236}">
                  <a16:creationId xmlns:a16="http://schemas.microsoft.com/office/drawing/2014/main" id="{3D05418F-DE2A-BDE3-3431-553CCDB7EE57}"/>
                </a:ext>
              </a:extLst>
            </p:cNvPr>
            <p:cNvSpPr/>
            <p:nvPr/>
          </p:nvSpPr>
          <p:spPr>
            <a:xfrm>
              <a:off x="11506466" y="1375181"/>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55" name="Freeform: Shape 1854">
              <a:extLst>
                <a:ext uri="{FF2B5EF4-FFF2-40B4-BE49-F238E27FC236}">
                  <a16:creationId xmlns:a16="http://schemas.microsoft.com/office/drawing/2014/main" id="{4C2A7CFC-272F-B112-CDE7-3EF0C9530392}"/>
                </a:ext>
              </a:extLst>
            </p:cNvPr>
            <p:cNvSpPr/>
            <p:nvPr/>
          </p:nvSpPr>
          <p:spPr>
            <a:xfrm>
              <a:off x="11620722"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56" name="Freeform: Shape 1855">
              <a:extLst>
                <a:ext uri="{FF2B5EF4-FFF2-40B4-BE49-F238E27FC236}">
                  <a16:creationId xmlns:a16="http://schemas.microsoft.com/office/drawing/2014/main" id="{58B76849-7201-9A9F-A39C-A3AC845BE2A0}"/>
                </a:ext>
              </a:extLst>
            </p:cNvPr>
            <p:cNvSpPr/>
            <p:nvPr/>
          </p:nvSpPr>
          <p:spPr>
            <a:xfrm>
              <a:off x="11734978"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57" name="Freeform: Shape 1856">
              <a:extLst>
                <a:ext uri="{FF2B5EF4-FFF2-40B4-BE49-F238E27FC236}">
                  <a16:creationId xmlns:a16="http://schemas.microsoft.com/office/drawing/2014/main" id="{A6DBA08F-6141-D281-8D6B-3C616DD3776A}"/>
                </a:ext>
              </a:extLst>
            </p:cNvPr>
            <p:cNvSpPr/>
            <p:nvPr/>
          </p:nvSpPr>
          <p:spPr>
            <a:xfrm>
              <a:off x="11849233"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58" name="Freeform: Shape 1857">
              <a:extLst>
                <a:ext uri="{FF2B5EF4-FFF2-40B4-BE49-F238E27FC236}">
                  <a16:creationId xmlns:a16="http://schemas.microsoft.com/office/drawing/2014/main" id="{10C954CE-D1A8-B6B8-1278-D790E168BA5E}"/>
                </a:ext>
              </a:extLst>
            </p:cNvPr>
            <p:cNvSpPr/>
            <p:nvPr/>
          </p:nvSpPr>
          <p:spPr>
            <a:xfrm>
              <a:off x="11963489"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59" name="Freeform: Shape 1858">
              <a:extLst>
                <a:ext uri="{FF2B5EF4-FFF2-40B4-BE49-F238E27FC236}">
                  <a16:creationId xmlns:a16="http://schemas.microsoft.com/office/drawing/2014/main" id="{A87E3679-DEF8-C279-47B7-D275160461C2}"/>
                </a:ext>
              </a:extLst>
            </p:cNvPr>
            <p:cNvSpPr/>
            <p:nvPr/>
          </p:nvSpPr>
          <p:spPr>
            <a:xfrm>
              <a:off x="12077745" y="1375181"/>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60" name="Freeform: Shape 1859">
              <a:extLst>
                <a:ext uri="{FF2B5EF4-FFF2-40B4-BE49-F238E27FC236}">
                  <a16:creationId xmlns:a16="http://schemas.microsoft.com/office/drawing/2014/main" id="{4F540F81-7493-480E-3F3F-69285D2A9778}"/>
                </a:ext>
              </a:extLst>
            </p:cNvPr>
            <p:cNvSpPr/>
            <p:nvPr/>
          </p:nvSpPr>
          <p:spPr>
            <a:xfrm>
              <a:off x="7279135" y="148943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61" name="Freeform: Shape 1860">
              <a:extLst>
                <a:ext uri="{FF2B5EF4-FFF2-40B4-BE49-F238E27FC236}">
                  <a16:creationId xmlns:a16="http://schemas.microsoft.com/office/drawing/2014/main" id="{FCC402F1-EF86-B244-DFBD-4733E52B94CB}"/>
                </a:ext>
              </a:extLst>
            </p:cNvPr>
            <p:cNvSpPr/>
            <p:nvPr/>
          </p:nvSpPr>
          <p:spPr>
            <a:xfrm>
              <a:off x="7393391"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62" name="Freeform: Shape 1861">
              <a:extLst>
                <a:ext uri="{FF2B5EF4-FFF2-40B4-BE49-F238E27FC236}">
                  <a16:creationId xmlns:a16="http://schemas.microsoft.com/office/drawing/2014/main" id="{97245D6A-A4CB-0BB6-62B1-953BD4DF5CD0}"/>
                </a:ext>
              </a:extLst>
            </p:cNvPr>
            <p:cNvSpPr/>
            <p:nvPr/>
          </p:nvSpPr>
          <p:spPr>
            <a:xfrm>
              <a:off x="7507646"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63" name="Freeform: Shape 1862">
              <a:extLst>
                <a:ext uri="{FF2B5EF4-FFF2-40B4-BE49-F238E27FC236}">
                  <a16:creationId xmlns:a16="http://schemas.microsoft.com/office/drawing/2014/main" id="{58844DC3-824F-49FF-496B-877990380C34}"/>
                </a:ext>
              </a:extLst>
            </p:cNvPr>
            <p:cNvSpPr/>
            <p:nvPr/>
          </p:nvSpPr>
          <p:spPr>
            <a:xfrm>
              <a:off x="7621902"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64" name="Freeform: Shape 1863">
              <a:extLst>
                <a:ext uri="{FF2B5EF4-FFF2-40B4-BE49-F238E27FC236}">
                  <a16:creationId xmlns:a16="http://schemas.microsoft.com/office/drawing/2014/main" id="{951FCB92-BF46-A275-8D11-E973FDD8E0BA}"/>
                </a:ext>
              </a:extLst>
            </p:cNvPr>
            <p:cNvSpPr/>
            <p:nvPr/>
          </p:nvSpPr>
          <p:spPr>
            <a:xfrm>
              <a:off x="7736158" y="148943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65" name="Freeform: Shape 1864">
              <a:extLst>
                <a:ext uri="{FF2B5EF4-FFF2-40B4-BE49-F238E27FC236}">
                  <a16:creationId xmlns:a16="http://schemas.microsoft.com/office/drawing/2014/main" id="{5DE130C9-1815-16C6-392F-079534616B5E}"/>
                </a:ext>
              </a:extLst>
            </p:cNvPr>
            <p:cNvSpPr/>
            <p:nvPr/>
          </p:nvSpPr>
          <p:spPr>
            <a:xfrm>
              <a:off x="7850414"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66" name="Freeform: Shape 1865">
              <a:extLst>
                <a:ext uri="{FF2B5EF4-FFF2-40B4-BE49-F238E27FC236}">
                  <a16:creationId xmlns:a16="http://schemas.microsoft.com/office/drawing/2014/main" id="{61496499-08CF-BBC7-4BC4-2AF71E284316}"/>
                </a:ext>
              </a:extLst>
            </p:cNvPr>
            <p:cNvSpPr/>
            <p:nvPr/>
          </p:nvSpPr>
          <p:spPr>
            <a:xfrm>
              <a:off x="7964669"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67" name="Freeform: Shape 1866">
              <a:extLst>
                <a:ext uri="{FF2B5EF4-FFF2-40B4-BE49-F238E27FC236}">
                  <a16:creationId xmlns:a16="http://schemas.microsoft.com/office/drawing/2014/main" id="{8725A979-5C3C-D194-01EF-D575074C5DD8}"/>
                </a:ext>
              </a:extLst>
            </p:cNvPr>
            <p:cNvSpPr/>
            <p:nvPr/>
          </p:nvSpPr>
          <p:spPr>
            <a:xfrm>
              <a:off x="8078925" y="148943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68" name="Freeform: Shape 1867">
              <a:extLst>
                <a:ext uri="{FF2B5EF4-FFF2-40B4-BE49-F238E27FC236}">
                  <a16:creationId xmlns:a16="http://schemas.microsoft.com/office/drawing/2014/main" id="{AB43617C-FEBD-D04B-130C-4BF28CC4EAA2}"/>
                </a:ext>
              </a:extLst>
            </p:cNvPr>
            <p:cNvSpPr/>
            <p:nvPr/>
          </p:nvSpPr>
          <p:spPr>
            <a:xfrm>
              <a:off x="8193181"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69" name="Freeform: Shape 1868">
              <a:extLst>
                <a:ext uri="{FF2B5EF4-FFF2-40B4-BE49-F238E27FC236}">
                  <a16:creationId xmlns:a16="http://schemas.microsoft.com/office/drawing/2014/main" id="{DE755DFD-D33E-BB1E-77C9-C3892B0A630A}"/>
                </a:ext>
              </a:extLst>
            </p:cNvPr>
            <p:cNvSpPr/>
            <p:nvPr/>
          </p:nvSpPr>
          <p:spPr>
            <a:xfrm>
              <a:off x="8307437"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70" name="Freeform: Shape 1869">
              <a:extLst>
                <a:ext uri="{FF2B5EF4-FFF2-40B4-BE49-F238E27FC236}">
                  <a16:creationId xmlns:a16="http://schemas.microsoft.com/office/drawing/2014/main" id="{49FD4EF4-DC21-DCA2-CA48-612CE5CD2C55}"/>
                </a:ext>
              </a:extLst>
            </p:cNvPr>
            <p:cNvSpPr/>
            <p:nvPr/>
          </p:nvSpPr>
          <p:spPr>
            <a:xfrm>
              <a:off x="8421648"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71" name="Freeform: Shape 1870">
              <a:extLst>
                <a:ext uri="{FF2B5EF4-FFF2-40B4-BE49-F238E27FC236}">
                  <a16:creationId xmlns:a16="http://schemas.microsoft.com/office/drawing/2014/main" id="{C32A7546-6F53-BA0B-6260-EAFE4CC5935A}"/>
                </a:ext>
              </a:extLst>
            </p:cNvPr>
            <p:cNvSpPr/>
            <p:nvPr/>
          </p:nvSpPr>
          <p:spPr>
            <a:xfrm>
              <a:off x="8535904"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72" name="Freeform: Shape 1871">
              <a:extLst>
                <a:ext uri="{FF2B5EF4-FFF2-40B4-BE49-F238E27FC236}">
                  <a16:creationId xmlns:a16="http://schemas.microsoft.com/office/drawing/2014/main" id="{B57FE52A-21D8-FEBB-708A-6A233993280B}"/>
                </a:ext>
              </a:extLst>
            </p:cNvPr>
            <p:cNvSpPr/>
            <p:nvPr/>
          </p:nvSpPr>
          <p:spPr>
            <a:xfrm>
              <a:off x="8650160"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73" name="Freeform: Shape 1872">
              <a:extLst>
                <a:ext uri="{FF2B5EF4-FFF2-40B4-BE49-F238E27FC236}">
                  <a16:creationId xmlns:a16="http://schemas.microsoft.com/office/drawing/2014/main" id="{A1B987B7-1A4F-8131-9ACD-AE0184963D36}"/>
                </a:ext>
              </a:extLst>
            </p:cNvPr>
            <p:cNvSpPr/>
            <p:nvPr/>
          </p:nvSpPr>
          <p:spPr>
            <a:xfrm>
              <a:off x="8764416"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74" name="Freeform: Shape 1873">
              <a:extLst>
                <a:ext uri="{FF2B5EF4-FFF2-40B4-BE49-F238E27FC236}">
                  <a16:creationId xmlns:a16="http://schemas.microsoft.com/office/drawing/2014/main" id="{323C7F69-9E41-C298-C111-F44197F41B09}"/>
                </a:ext>
              </a:extLst>
            </p:cNvPr>
            <p:cNvSpPr/>
            <p:nvPr/>
          </p:nvSpPr>
          <p:spPr>
            <a:xfrm>
              <a:off x="8878671" y="148943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75" name="Freeform: Shape 1874">
              <a:extLst>
                <a:ext uri="{FF2B5EF4-FFF2-40B4-BE49-F238E27FC236}">
                  <a16:creationId xmlns:a16="http://schemas.microsoft.com/office/drawing/2014/main" id="{3B532DD3-69C0-A142-0AA4-B0416ADAF9F7}"/>
                </a:ext>
              </a:extLst>
            </p:cNvPr>
            <p:cNvSpPr/>
            <p:nvPr/>
          </p:nvSpPr>
          <p:spPr>
            <a:xfrm>
              <a:off x="8992927"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76" name="Freeform: Shape 1875">
              <a:extLst>
                <a:ext uri="{FF2B5EF4-FFF2-40B4-BE49-F238E27FC236}">
                  <a16:creationId xmlns:a16="http://schemas.microsoft.com/office/drawing/2014/main" id="{A547283A-CF3D-4985-25BC-9A0A6A2BD539}"/>
                </a:ext>
              </a:extLst>
            </p:cNvPr>
            <p:cNvSpPr/>
            <p:nvPr/>
          </p:nvSpPr>
          <p:spPr>
            <a:xfrm>
              <a:off x="9107183"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77" name="Freeform: Shape 1876">
              <a:extLst>
                <a:ext uri="{FF2B5EF4-FFF2-40B4-BE49-F238E27FC236}">
                  <a16:creationId xmlns:a16="http://schemas.microsoft.com/office/drawing/2014/main" id="{A40162E0-F269-493C-DB1A-3AC06121DCEA}"/>
                </a:ext>
              </a:extLst>
            </p:cNvPr>
            <p:cNvSpPr/>
            <p:nvPr/>
          </p:nvSpPr>
          <p:spPr>
            <a:xfrm>
              <a:off x="9221439"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78" name="Freeform: Shape 1877">
              <a:extLst>
                <a:ext uri="{FF2B5EF4-FFF2-40B4-BE49-F238E27FC236}">
                  <a16:creationId xmlns:a16="http://schemas.microsoft.com/office/drawing/2014/main" id="{B3D35C2D-F110-BFD7-0782-71B5DA1B20CD}"/>
                </a:ext>
              </a:extLst>
            </p:cNvPr>
            <p:cNvSpPr/>
            <p:nvPr/>
          </p:nvSpPr>
          <p:spPr>
            <a:xfrm>
              <a:off x="9335695" y="148943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79" name="Freeform: Shape 1878">
              <a:extLst>
                <a:ext uri="{FF2B5EF4-FFF2-40B4-BE49-F238E27FC236}">
                  <a16:creationId xmlns:a16="http://schemas.microsoft.com/office/drawing/2014/main" id="{FDA2DB37-D585-8C69-F667-01213DF6CC2A}"/>
                </a:ext>
              </a:extLst>
            </p:cNvPr>
            <p:cNvSpPr/>
            <p:nvPr/>
          </p:nvSpPr>
          <p:spPr>
            <a:xfrm>
              <a:off x="9449950"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80" name="Freeform: Shape 1879">
              <a:extLst>
                <a:ext uri="{FF2B5EF4-FFF2-40B4-BE49-F238E27FC236}">
                  <a16:creationId xmlns:a16="http://schemas.microsoft.com/office/drawing/2014/main" id="{DB23A63D-E449-2258-E713-E39892681123}"/>
                </a:ext>
              </a:extLst>
            </p:cNvPr>
            <p:cNvSpPr/>
            <p:nvPr/>
          </p:nvSpPr>
          <p:spPr>
            <a:xfrm>
              <a:off x="9564206"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81" name="Freeform: Shape 1880">
              <a:extLst>
                <a:ext uri="{FF2B5EF4-FFF2-40B4-BE49-F238E27FC236}">
                  <a16:creationId xmlns:a16="http://schemas.microsoft.com/office/drawing/2014/main" id="{45D0D397-69FB-5775-038F-FD8AD0543D84}"/>
                </a:ext>
              </a:extLst>
            </p:cNvPr>
            <p:cNvSpPr/>
            <p:nvPr/>
          </p:nvSpPr>
          <p:spPr>
            <a:xfrm>
              <a:off x="9678418" y="148943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82" name="Freeform: Shape 1881">
              <a:extLst>
                <a:ext uri="{FF2B5EF4-FFF2-40B4-BE49-F238E27FC236}">
                  <a16:creationId xmlns:a16="http://schemas.microsoft.com/office/drawing/2014/main" id="{763121DE-D0A3-A4E0-8946-5EA0BEBB2E59}"/>
                </a:ext>
              </a:extLst>
            </p:cNvPr>
            <p:cNvSpPr/>
            <p:nvPr/>
          </p:nvSpPr>
          <p:spPr>
            <a:xfrm>
              <a:off x="9792674"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83" name="Freeform: Shape 1882">
              <a:extLst>
                <a:ext uri="{FF2B5EF4-FFF2-40B4-BE49-F238E27FC236}">
                  <a16:creationId xmlns:a16="http://schemas.microsoft.com/office/drawing/2014/main" id="{004FA02D-5AD1-7E50-D4D3-F46F9130271F}"/>
                </a:ext>
              </a:extLst>
            </p:cNvPr>
            <p:cNvSpPr/>
            <p:nvPr/>
          </p:nvSpPr>
          <p:spPr>
            <a:xfrm>
              <a:off x="9906929"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84" name="Freeform: Shape 1883">
              <a:extLst>
                <a:ext uri="{FF2B5EF4-FFF2-40B4-BE49-F238E27FC236}">
                  <a16:creationId xmlns:a16="http://schemas.microsoft.com/office/drawing/2014/main" id="{B8356E8E-E352-BA09-6089-E5809B51FE3F}"/>
                </a:ext>
              </a:extLst>
            </p:cNvPr>
            <p:cNvSpPr/>
            <p:nvPr/>
          </p:nvSpPr>
          <p:spPr>
            <a:xfrm>
              <a:off x="10021185"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85" name="Freeform: Shape 1884">
              <a:extLst>
                <a:ext uri="{FF2B5EF4-FFF2-40B4-BE49-F238E27FC236}">
                  <a16:creationId xmlns:a16="http://schemas.microsoft.com/office/drawing/2014/main" id="{A9A1FD28-270D-DBE8-6015-D30E067F735D}"/>
                </a:ext>
              </a:extLst>
            </p:cNvPr>
            <p:cNvSpPr/>
            <p:nvPr/>
          </p:nvSpPr>
          <p:spPr>
            <a:xfrm>
              <a:off x="10135441"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86" name="Freeform: Shape 1885">
              <a:extLst>
                <a:ext uri="{FF2B5EF4-FFF2-40B4-BE49-F238E27FC236}">
                  <a16:creationId xmlns:a16="http://schemas.microsoft.com/office/drawing/2014/main" id="{98AA92E6-A672-37C2-A4DE-BF5120F17695}"/>
                </a:ext>
              </a:extLst>
            </p:cNvPr>
            <p:cNvSpPr/>
            <p:nvPr/>
          </p:nvSpPr>
          <p:spPr>
            <a:xfrm>
              <a:off x="10249697"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87" name="Freeform: Shape 1886">
              <a:extLst>
                <a:ext uri="{FF2B5EF4-FFF2-40B4-BE49-F238E27FC236}">
                  <a16:creationId xmlns:a16="http://schemas.microsoft.com/office/drawing/2014/main" id="{A0DB5383-8A80-6CED-5854-4180B1AD62B7}"/>
                </a:ext>
              </a:extLst>
            </p:cNvPr>
            <p:cNvSpPr/>
            <p:nvPr/>
          </p:nvSpPr>
          <p:spPr>
            <a:xfrm>
              <a:off x="10363952"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88" name="Freeform: Shape 1887">
              <a:extLst>
                <a:ext uri="{FF2B5EF4-FFF2-40B4-BE49-F238E27FC236}">
                  <a16:creationId xmlns:a16="http://schemas.microsoft.com/office/drawing/2014/main" id="{2D08F64E-65E0-8DAA-F957-106F7129FB0E}"/>
                </a:ext>
              </a:extLst>
            </p:cNvPr>
            <p:cNvSpPr/>
            <p:nvPr/>
          </p:nvSpPr>
          <p:spPr>
            <a:xfrm>
              <a:off x="10478208" y="148943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89" name="Freeform: Shape 1888">
              <a:extLst>
                <a:ext uri="{FF2B5EF4-FFF2-40B4-BE49-F238E27FC236}">
                  <a16:creationId xmlns:a16="http://schemas.microsoft.com/office/drawing/2014/main" id="{A0C49B85-FF16-BF75-3A61-E5156B719079}"/>
                </a:ext>
              </a:extLst>
            </p:cNvPr>
            <p:cNvSpPr/>
            <p:nvPr/>
          </p:nvSpPr>
          <p:spPr>
            <a:xfrm>
              <a:off x="10592464"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90" name="Freeform: Shape 1889">
              <a:extLst>
                <a:ext uri="{FF2B5EF4-FFF2-40B4-BE49-F238E27FC236}">
                  <a16:creationId xmlns:a16="http://schemas.microsoft.com/office/drawing/2014/main" id="{9ACB41B1-C9EF-EEE1-AFB5-53369B46F46B}"/>
                </a:ext>
              </a:extLst>
            </p:cNvPr>
            <p:cNvSpPr/>
            <p:nvPr/>
          </p:nvSpPr>
          <p:spPr>
            <a:xfrm>
              <a:off x="10706720"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91" name="Freeform: Shape 1890">
              <a:extLst>
                <a:ext uri="{FF2B5EF4-FFF2-40B4-BE49-F238E27FC236}">
                  <a16:creationId xmlns:a16="http://schemas.microsoft.com/office/drawing/2014/main" id="{FFD3634A-F4F8-2EC3-84D8-0D5B085458B1}"/>
                </a:ext>
              </a:extLst>
            </p:cNvPr>
            <p:cNvSpPr/>
            <p:nvPr/>
          </p:nvSpPr>
          <p:spPr>
            <a:xfrm>
              <a:off x="10820976" y="1489437"/>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92" name="Freeform: Shape 1891">
              <a:extLst>
                <a:ext uri="{FF2B5EF4-FFF2-40B4-BE49-F238E27FC236}">
                  <a16:creationId xmlns:a16="http://schemas.microsoft.com/office/drawing/2014/main" id="{0DAB642E-235D-FC10-E650-8CBE3D649228}"/>
                </a:ext>
              </a:extLst>
            </p:cNvPr>
            <p:cNvSpPr/>
            <p:nvPr/>
          </p:nvSpPr>
          <p:spPr>
            <a:xfrm>
              <a:off x="10935231"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93" name="Freeform: Shape 1892">
              <a:extLst>
                <a:ext uri="{FF2B5EF4-FFF2-40B4-BE49-F238E27FC236}">
                  <a16:creationId xmlns:a16="http://schemas.microsoft.com/office/drawing/2014/main" id="{44B3F756-AF52-DB25-043B-9A0947D8AF9A}"/>
                </a:ext>
              </a:extLst>
            </p:cNvPr>
            <p:cNvSpPr/>
            <p:nvPr/>
          </p:nvSpPr>
          <p:spPr>
            <a:xfrm>
              <a:off x="11049443"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94" name="Freeform: Shape 1893">
              <a:extLst>
                <a:ext uri="{FF2B5EF4-FFF2-40B4-BE49-F238E27FC236}">
                  <a16:creationId xmlns:a16="http://schemas.microsoft.com/office/drawing/2014/main" id="{AAF6F555-5D40-DD61-47BD-FA0CA66C0E42}"/>
                </a:ext>
              </a:extLst>
            </p:cNvPr>
            <p:cNvSpPr/>
            <p:nvPr/>
          </p:nvSpPr>
          <p:spPr>
            <a:xfrm>
              <a:off x="11163699" y="1489437"/>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95" name="Freeform: Shape 1894">
              <a:extLst>
                <a:ext uri="{FF2B5EF4-FFF2-40B4-BE49-F238E27FC236}">
                  <a16:creationId xmlns:a16="http://schemas.microsoft.com/office/drawing/2014/main" id="{98FECEBF-6BD1-EDDA-7D60-354825775645}"/>
                </a:ext>
              </a:extLst>
            </p:cNvPr>
            <p:cNvSpPr/>
            <p:nvPr/>
          </p:nvSpPr>
          <p:spPr>
            <a:xfrm>
              <a:off x="11277955"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96" name="Freeform: Shape 1895">
              <a:extLst>
                <a:ext uri="{FF2B5EF4-FFF2-40B4-BE49-F238E27FC236}">
                  <a16:creationId xmlns:a16="http://schemas.microsoft.com/office/drawing/2014/main" id="{5A40A9DB-ECEA-2089-723A-FF24BEA97640}"/>
                </a:ext>
              </a:extLst>
            </p:cNvPr>
            <p:cNvSpPr/>
            <p:nvPr/>
          </p:nvSpPr>
          <p:spPr>
            <a:xfrm>
              <a:off x="11392210"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97" name="Freeform: Shape 1896">
              <a:extLst>
                <a:ext uri="{FF2B5EF4-FFF2-40B4-BE49-F238E27FC236}">
                  <a16:creationId xmlns:a16="http://schemas.microsoft.com/office/drawing/2014/main" id="{74D07D79-6C57-C922-83BE-11A392C9F279}"/>
                </a:ext>
              </a:extLst>
            </p:cNvPr>
            <p:cNvSpPr/>
            <p:nvPr/>
          </p:nvSpPr>
          <p:spPr>
            <a:xfrm>
              <a:off x="11506466" y="1489437"/>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98" name="Freeform: Shape 1897">
              <a:extLst>
                <a:ext uri="{FF2B5EF4-FFF2-40B4-BE49-F238E27FC236}">
                  <a16:creationId xmlns:a16="http://schemas.microsoft.com/office/drawing/2014/main" id="{8C7EB57D-7B3C-4A57-C718-AB117B85E8D7}"/>
                </a:ext>
              </a:extLst>
            </p:cNvPr>
            <p:cNvSpPr/>
            <p:nvPr/>
          </p:nvSpPr>
          <p:spPr>
            <a:xfrm>
              <a:off x="11620722"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99" name="Freeform: Shape 1898">
              <a:extLst>
                <a:ext uri="{FF2B5EF4-FFF2-40B4-BE49-F238E27FC236}">
                  <a16:creationId xmlns:a16="http://schemas.microsoft.com/office/drawing/2014/main" id="{9A572BF6-D61F-DFA1-A604-59259EB52926}"/>
                </a:ext>
              </a:extLst>
            </p:cNvPr>
            <p:cNvSpPr/>
            <p:nvPr/>
          </p:nvSpPr>
          <p:spPr>
            <a:xfrm>
              <a:off x="11734978"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00" name="Freeform: Shape 1899">
              <a:extLst>
                <a:ext uri="{FF2B5EF4-FFF2-40B4-BE49-F238E27FC236}">
                  <a16:creationId xmlns:a16="http://schemas.microsoft.com/office/drawing/2014/main" id="{0AD8F21C-3286-5465-1355-DA73758354EE}"/>
                </a:ext>
              </a:extLst>
            </p:cNvPr>
            <p:cNvSpPr/>
            <p:nvPr/>
          </p:nvSpPr>
          <p:spPr>
            <a:xfrm>
              <a:off x="11849233"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01" name="Freeform: Shape 1900">
              <a:extLst>
                <a:ext uri="{FF2B5EF4-FFF2-40B4-BE49-F238E27FC236}">
                  <a16:creationId xmlns:a16="http://schemas.microsoft.com/office/drawing/2014/main" id="{18582D02-8223-94D8-7282-7FEA2249FA26}"/>
                </a:ext>
              </a:extLst>
            </p:cNvPr>
            <p:cNvSpPr/>
            <p:nvPr/>
          </p:nvSpPr>
          <p:spPr>
            <a:xfrm>
              <a:off x="11963489"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02" name="Freeform: Shape 1901">
              <a:extLst>
                <a:ext uri="{FF2B5EF4-FFF2-40B4-BE49-F238E27FC236}">
                  <a16:creationId xmlns:a16="http://schemas.microsoft.com/office/drawing/2014/main" id="{4FF2076E-5D8E-7BEC-732A-9D7041051CEB}"/>
                </a:ext>
              </a:extLst>
            </p:cNvPr>
            <p:cNvSpPr/>
            <p:nvPr/>
          </p:nvSpPr>
          <p:spPr>
            <a:xfrm>
              <a:off x="12077745" y="1489437"/>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03" name="Freeform: Shape 1902">
              <a:extLst>
                <a:ext uri="{FF2B5EF4-FFF2-40B4-BE49-F238E27FC236}">
                  <a16:creationId xmlns:a16="http://schemas.microsoft.com/office/drawing/2014/main" id="{81073F23-53B1-33E4-A2E4-AD518F9B1543}"/>
                </a:ext>
              </a:extLst>
            </p:cNvPr>
            <p:cNvSpPr/>
            <p:nvPr/>
          </p:nvSpPr>
          <p:spPr>
            <a:xfrm>
              <a:off x="7279135" y="160364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04" name="Freeform: Shape 1903">
              <a:extLst>
                <a:ext uri="{FF2B5EF4-FFF2-40B4-BE49-F238E27FC236}">
                  <a16:creationId xmlns:a16="http://schemas.microsoft.com/office/drawing/2014/main" id="{7EA0B674-D6D5-88BC-B56A-39DC3FF52996}"/>
                </a:ext>
              </a:extLst>
            </p:cNvPr>
            <p:cNvSpPr/>
            <p:nvPr/>
          </p:nvSpPr>
          <p:spPr>
            <a:xfrm>
              <a:off x="7393391"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05" name="Freeform: Shape 1904">
              <a:extLst>
                <a:ext uri="{FF2B5EF4-FFF2-40B4-BE49-F238E27FC236}">
                  <a16:creationId xmlns:a16="http://schemas.microsoft.com/office/drawing/2014/main" id="{502A54DA-D9F7-3E54-818B-57E793F56B61}"/>
                </a:ext>
              </a:extLst>
            </p:cNvPr>
            <p:cNvSpPr/>
            <p:nvPr/>
          </p:nvSpPr>
          <p:spPr>
            <a:xfrm>
              <a:off x="7507646"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06" name="Freeform: Shape 1905">
              <a:extLst>
                <a:ext uri="{FF2B5EF4-FFF2-40B4-BE49-F238E27FC236}">
                  <a16:creationId xmlns:a16="http://schemas.microsoft.com/office/drawing/2014/main" id="{2D40EEB3-B1AB-1E11-D813-4D03F0DCFEE3}"/>
                </a:ext>
              </a:extLst>
            </p:cNvPr>
            <p:cNvSpPr/>
            <p:nvPr/>
          </p:nvSpPr>
          <p:spPr>
            <a:xfrm>
              <a:off x="7621902"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07" name="Freeform: Shape 1906">
              <a:extLst>
                <a:ext uri="{FF2B5EF4-FFF2-40B4-BE49-F238E27FC236}">
                  <a16:creationId xmlns:a16="http://schemas.microsoft.com/office/drawing/2014/main" id="{54E73176-C8CD-E03D-2EDE-5570877021F2}"/>
                </a:ext>
              </a:extLst>
            </p:cNvPr>
            <p:cNvSpPr/>
            <p:nvPr/>
          </p:nvSpPr>
          <p:spPr>
            <a:xfrm>
              <a:off x="7736158" y="160364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08" name="Freeform: Shape 1907">
              <a:extLst>
                <a:ext uri="{FF2B5EF4-FFF2-40B4-BE49-F238E27FC236}">
                  <a16:creationId xmlns:a16="http://schemas.microsoft.com/office/drawing/2014/main" id="{CB8084F9-A6E2-A69F-F348-3773DCB86692}"/>
                </a:ext>
              </a:extLst>
            </p:cNvPr>
            <p:cNvSpPr/>
            <p:nvPr/>
          </p:nvSpPr>
          <p:spPr>
            <a:xfrm>
              <a:off x="7850414"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09" name="Freeform: Shape 1908">
              <a:extLst>
                <a:ext uri="{FF2B5EF4-FFF2-40B4-BE49-F238E27FC236}">
                  <a16:creationId xmlns:a16="http://schemas.microsoft.com/office/drawing/2014/main" id="{D8F1B53A-D89F-AB42-DF5A-E8EFCB20DF01}"/>
                </a:ext>
              </a:extLst>
            </p:cNvPr>
            <p:cNvSpPr/>
            <p:nvPr/>
          </p:nvSpPr>
          <p:spPr>
            <a:xfrm>
              <a:off x="7964669"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10" name="Freeform: Shape 1909">
              <a:extLst>
                <a:ext uri="{FF2B5EF4-FFF2-40B4-BE49-F238E27FC236}">
                  <a16:creationId xmlns:a16="http://schemas.microsoft.com/office/drawing/2014/main" id="{BF2AEDA3-7573-D3EE-66DC-7A8F83E2B2B6}"/>
                </a:ext>
              </a:extLst>
            </p:cNvPr>
            <p:cNvSpPr/>
            <p:nvPr/>
          </p:nvSpPr>
          <p:spPr>
            <a:xfrm>
              <a:off x="8078925" y="160364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11" name="Freeform: Shape 1910">
              <a:extLst>
                <a:ext uri="{FF2B5EF4-FFF2-40B4-BE49-F238E27FC236}">
                  <a16:creationId xmlns:a16="http://schemas.microsoft.com/office/drawing/2014/main" id="{2B9B5F67-C92C-3455-321D-DD142075B0BD}"/>
                </a:ext>
              </a:extLst>
            </p:cNvPr>
            <p:cNvSpPr/>
            <p:nvPr/>
          </p:nvSpPr>
          <p:spPr>
            <a:xfrm>
              <a:off x="8193181"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12" name="Freeform: Shape 1911">
              <a:extLst>
                <a:ext uri="{FF2B5EF4-FFF2-40B4-BE49-F238E27FC236}">
                  <a16:creationId xmlns:a16="http://schemas.microsoft.com/office/drawing/2014/main" id="{923C164C-23E2-D9C3-ACC2-8E93EA0F37B1}"/>
                </a:ext>
              </a:extLst>
            </p:cNvPr>
            <p:cNvSpPr/>
            <p:nvPr/>
          </p:nvSpPr>
          <p:spPr>
            <a:xfrm>
              <a:off x="8307437"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13" name="Freeform: Shape 1912">
              <a:extLst>
                <a:ext uri="{FF2B5EF4-FFF2-40B4-BE49-F238E27FC236}">
                  <a16:creationId xmlns:a16="http://schemas.microsoft.com/office/drawing/2014/main" id="{B182172B-F5B3-061A-150A-4E204A630EE3}"/>
                </a:ext>
              </a:extLst>
            </p:cNvPr>
            <p:cNvSpPr/>
            <p:nvPr/>
          </p:nvSpPr>
          <p:spPr>
            <a:xfrm>
              <a:off x="8421648"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14" name="Freeform: Shape 1913">
              <a:extLst>
                <a:ext uri="{FF2B5EF4-FFF2-40B4-BE49-F238E27FC236}">
                  <a16:creationId xmlns:a16="http://schemas.microsoft.com/office/drawing/2014/main" id="{D04A4A53-B2F5-6D35-8A16-1480496EDAC2}"/>
                </a:ext>
              </a:extLst>
            </p:cNvPr>
            <p:cNvSpPr/>
            <p:nvPr/>
          </p:nvSpPr>
          <p:spPr>
            <a:xfrm>
              <a:off x="8535904"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15" name="Freeform: Shape 1914">
              <a:extLst>
                <a:ext uri="{FF2B5EF4-FFF2-40B4-BE49-F238E27FC236}">
                  <a16:creationId xmlns:a16="http://schemas.microsoft.com/office/drawing/2014/main" id="{46CEAF43-CCAF-BC64-CFD8-8002ADF4C3CC}"/>
                </a:ext>
              </a:extLst>
            </p:cNvPr>
            <p:cNvSpPr/>
            <p:nvPr/>
          </p:nvSpPr>
          <p:spPr>
            <a:xfrm>
              <a:off x="8650160"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16" name="Freeform: Shape 1915">
              <a:extLst>
                <a:ext uri="{FF2B5EF4-FFF2-40B4-BE49-F238E27FC236}">
                  <a16:creationId xmlns:a16="http://schemas.microsoft.com/office/drawing/2014/main" id="{912C2CA3-AF8C-ABEA-C420-F36E68CF5571}"/>
                </a:ext>
              </a:extLst>
            </p:cNvPr>
            <p:cNvSpPr/>
            <p:nvPr/>
          </p:nvSpPr>
          <p:spPr>
            <a:xfrm>
              <a:off x="8764416"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17" name="Freeform: Shape 1916">
              <a:extLst>
                <a:ext uri="{FF2B5EF4-FFF2-40B4-BE49-F238E27FC236}">
                  <a16:creationId xmlns:a16="http://schemas.microsoft.com/office/drawing/2014/main" id="{D4170521-6CD5-B19B-8AA7-0357F1975BBC}"/>
                </a:ext>
              </a:extLst>
            </p:cNvPr>
            <p:cNvSpPr/>
            <p:nvPr/>
          </p:nvSpPr>
          <p:spPr>
            <a:xfrm>
              <a:off x="8878671" y="160364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18" name="Freeform: Shape 1917">
              <a:extLst>
                <a:ext uri="{FF2B5EF4-FFF2-40B4-BE49-F238E27FC236}">
                  <a16:creationId xmlns:a16="http://schemas.microsoft.com/office/drawing/2014/main" id="{79EE35CE-CE72-6BA0-6E7E-BEA55C432379}"/>
                </a:ext>
              </a:extLst>
            </p:cNvPr>
            <p:cNvSpPr/>
            <p:nvPr/>
          </p:nvSpPr>
          <p:spPr>
            <a:xfrm>
              <a:off x="8992927"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19" name="Freeform: Shape 1918">
              <a:extLst>
                <a:ext uri="{FF2B5EF4-FFF2-40B4-BE49-F238E27FC236}">
                  <a16:creationId xmlns:a16="http://schemas.microsoft.com/office/drawing/2014/main" id="{B0409B8F-F7E3-3DB5-ADC2-2372AA9215AA}"/>
                </a:ext>
              </a:extLst>
            </p:cNvPr>
            <p:cNvSpPr/>
            <p:nvPr/>
          </p:nvSpPr>
          <p:spPr>
            <a:xfrm>
              <a:off x="9107183"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20" name="Freeform: Shape 1919">
              <a:extLst>
                <a:ext uri="{FF2B5EF4-FFF2-40B4-BE49-F238E27FC236}">
                  <a16:creationId xmlns:a16="http://schemas.microsoft.com/office/drawing/2014/main" id="{F7EB16B4-0E2F-49E6-4518-72C1481C99F4}"/>
                </a:ext>
              </a:extLst>
            </p:cNvPr>
            <p:cNvSpPr/>
            <p:nvPr/>
          </p:nvSpPr>
          <p:spPr>
            <a:xfrm>
              <a:off x="9221439"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21" name="Freeform: Shape 1920">
              <a:extLst>
                <a:ext uri="{FF2B5EF4-FFF2-40B4-BE49-F238E27FC236}">
                  <a16:creationId xmlns:a16="http://schemas.microsoft.com/office/drawing/2014/main" id="{F2A6E7C2-5DF1-040E-4458-35E5A25033F1}"/>
                </a:ext>
              </a:extLst>
            </p:cNvPr>
            <p:cNvSpPr/>
            <p:nvPr/>
          </p:nvSpPr>
          <p:spPr>
            <a:xfrm>
              <a:off x="9335695" y="160364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22" name="Freeform: Shape 1921">
              <a:extLst>
                <a:ext uri="{FF2B5EF4-FFF2-40B4-BE49-F238E27FC236}">
                  <a16:creationId xmlns:a16="http://schemas.microsoft.com/office/drawing/2014/main" id="{720D7FEA-3E38-CBF2-A213-D74684B63E6F}"/>
                </a:ext>
              </a:extLst>
            </p:cNvPr>
            <p:cNvSpPr/>
            <p:nvPr/>
          </p:nvSpPr>
          <p:spPr>
            <a:xfrm>
              <a:off x="9449950"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23" name="Freeform: Shape 1922">
              <a:extLst>
                <a:ext uri="{FF2B5EF4-FFF2-40B4-BE49-F238E27FC236}">
                  <a16:creationId xmlns:a16="http://schemas.microsoft.com/office/drawing/2014/main" id="{F83D4F5B-EA7D-EB71-A004-7DE710BBD136}"/>
                </a:ext>
              </a:extLst>
            </p:cNvPr>
            <p:cNvSpPr/>
            <p:nvPr/>
          </p:nvSpPr>
          <p:spPr>
            <a:xfrm>
              <a:off x="9564206"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24" name="Freeform: Shape 1923">
              <a:extLst>
                <a:ext uri="{FF2B5EF4-FFF2-40B4-BE49-F238E27FC236}">
                  <a16:creationId xmlns:a16="http://schemas.microsoft.com/office/drawing/2014/main" id="{ED5859D2-7BF4-BD79-E3EC-ACD33E0147BC}"/>
                </a:ext>
              </a:extLst>
            </p:cNvPr>
            <p:cNvSpPr/>
            <p:nvPr/>
          </p:nvSpPr>
          <p:spPr>
            <a:xfrm>
              <a:off x="9678418" y="160364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25" name="Freeform: Shape 1924">
              <a:extLst>
                <a:ext uri="{FF2B5EF4-FFF2-40B4-BE49-F238E27FC236}">
                  <a16:creationId xmlns:a16="http://schemas.microsoft.com/office/drawing/2014/main" id="{E2F34D86-C06E-D1A4-0C6D-135B544505FC}"/>
                </a:ext>
              </a:extLst>
            </p:cNvPr>
            <p:cNvSpPr/>
            <p:nvPr/>
          </p:nvSpPr>
          <p:spPr>
            <a:xfrm>
              <a:off x="9792674"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26" name="Freeform: Shape 1925">
              <a:extLst>
                <a:ext uri="{FF2B5EF4-FFF2-40B4-BE49-F238E27FC236}">
                  <a16:creationId xmlns:a16="http://schemas.microsoft.com/office/drawing/2014/main" id="{3727BE11-8B85-D1F8-C0A1-DBA5CC1C6ED4}"/>
                </a:ext>
              </a:extLst>
            </p:cNvPr>
            <p:cNvSpPr/>
            <p:nvPr/>
          </p:nvSpPr>
          <p:spPr>
            <a:xfrm>
              <a:off x="9906929"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27" name="Freeform: Shape 1926">
              <a:extLst>
                <a:ext uri="{FF2B5EF4-FFF2-40B4-BE49-F238E27FC236}">
                  <a16:creationId xmlns:a16="http://schemas.microsoft.com/office/drawing/2014/main" id="{AC47C32B-E565-873A-32E9-03C0AF7DDCF5}"/>
                </a:ext>
              </a:extLst>
            </p:cNvPr>
            <p:cNvSpPr/>
            <p:nvPr/>
          </p:nvSpPr>
          <p:spPr>
            <a:xfrm>
              <a:off x="10021185"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28" name="Freeform: Shape 1927">
              <a:extLst>
                <a:ext uri="{FF2B5EF4-FFF2-40B4-BE49-F238E27FC236}">
                  <a16:creationId xmlns:a16="http://schemas.microsoft.com/office/drawing/2014/main" id="{40FC90DA-6F4C-4986-F499-6A3923534568}"/>
                </a:ext>
              </a:extLst>
            </p:cNvPr>
            <p:cNvSpPr/>
            <p:nvPr/>
          </p:nvSpPr>
          <p:spPr>
            <a:xfrm>
              <a:off x="10135441"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29" name="Freeform: Shape 1928">
              <a:extLst>
                <a:ext uri="{FF2B5EF4-FFF2-40B4-BE49-F238E27FC236}">
                  <a16:creationId xmlns:a16="http://schemas.microsoft.com/office/drawing/2014/main" id="{0759166F-DEEC-E9F0-E1EF-CCE30FC967E6}"/>
                </a:ext>
              </a:extLst>
            </p:cNvPr>
            <p:cNvSpPr/>
            <p:nvPr/>
          </p:nvSpPr>
          <p:spPr>
            <a:xfrm>
              <a:off x="10249697"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30" name="Freeform: Shape 1929">
              <a:extLst>
                <a:ext uri="{FF2B5EF4-FFF2-40B4-BE49-F238E27FC236}">
                  <a16:creationId xmlns:a16="http://schemas.microsoft.com/office/drawing/2014/main" id="{6C2935A7-8BB6-5454-EAD7-965C1BF253FF}"/>
                </a:ext>
              </a:extLst>
            </p:cNvPr>
            <p:cNvSpPr/>
            <p:nvPr/>
          </p:nvSpPr>
          <p:spPr>
            <a:xfrm>
              <a:off x="10363952"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31" name="Freeform: Shape 1930">
              <a:extLst>
                <a:ext uri="{FF2B5EF4-FFF2-40B4-BE49-F238E27FC236}">
                  <a16:creationId xmlns:a16="http://schemas.microsoft.com/office/drawing/2014/main" id="{4770D378-2753-0BA2-FAB8-55209D887C1F}"/>
                </a:ext>
              </a:extLst>
            </p:cNvPr>
            <p:cNvSpPr/>
            <p:nvPr/>
          </p:nvSpPr>
          <p:spPr>
            <a:xfrm>
              <a:off x="10478208" y="160364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32" name="Freeform: Shape 1931">
              <a:extLst>
                <a:ext uri="{FF2B5EF4-FFF2-40B4-BE49-F238E27FC236}">
                  <a16:creationId xmlns:a16="http://schemas.microsoft.com/office/drawing/2014/main" id="{33F82B7B-2C80-60F0-828A-457F46D804B2}"/>
                </a:ext>
              </a:extLst>
            </p:cNvPr>
            <p:cNvSpPr/>
            <p:nvPr/>
          </p:nvSpPr>
          <p:spPr>
            <a:xfrm>
              <a:off x="10592464"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33" name="Freeform: Shape 1932">
              <a:extLst>
                <a:ext uri="{FF2B5EF4-FFF2-40B4-BE49-F238E27FC236}">
                  <a16:creationId xmlns:a16="http://schemas.microsoft.com/office/drawing/2014/main" id="{D430E224-D2C0-D8B7-F66B-6241527A87EB}"/>
                </a:ext>
              </a:extLst>
            </p:cNvPr>
            <p:cNvSpPr/>
            <p:nvPr/>
          </p:nvSpPr>
          <p:spPr>
            <a:xfrm>
              <a:off x="10706720"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34" name="Freeform: Shape 1933">
              <a:extLst>
                <a:ext uri="{FF2B5EF4-FFF2-40B4-BE49-F238E27FC236}">
                  <a16:creationId xmlns:a16="http://schemas.microsoft.com/office/drawing/2014/main" id="{5D913E6F-172C-C213-49B4-FE0F20887E67}"/>
                </a:ext>
              </a:extLst>
            </p:cNvPr>
            <p:cNvSpPr/>
            <p:nvPr/>
          </p:nvSpPr>
          <p:spPr>
            <a:xfrm>
              <a:off x="10820976" y="1603648"/>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35" name="Freeform: Shape 1934">
              <a:extLst>
                <a:ext uri="{FF2B5EF4-FFF2-40B4-BE49-F238E27FC236}">
                  <a16:creationId xmlns:a16="http://schemas.microsoft.com/office/drawing/2014/main" id="{22D62F66-CA66-206F-5DEC-5490CDDBE50C}"/>
                </a:ext>
              </a:extLst>
            </p:cNvPr>
            <p:cNvSpPr/>
            <p:nvPr/>
          </p:nvSpPr>
          <p:spPr>
            <a:xfrm>
              <a:off x="10935231"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36" name="Freeform: Shape 1935">
              <a:extLst>
                <a:ext uri="{FF2B5EF4-FFF2-40B4-BE49-F238E27FC236}">
                  <a16:creationId xmlns:a16="http://schemas.microsoft.com/office/drawing/2014/main" id="{EFDD72FB-B7EF-C6FB-3CE3-739D1205E981}"/>
                </a:ext>
              </a:extLst>
            </p:cNvPr>
            <p:cNvSpPr/>
            <p:nvPr/>
          </p:nvSpPr>
          <p:spPr>
            <a:xfrm>
              <a:off x="11049443"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37" name="Freeform: Shape 1936">
              <a:extLst>
                <a:ext uri="{FF2B5EF4-FFF2-40B4-BE49-F238E27FC236}">
                  <a16:creationId xmlns:a16="http://schemas.microsoft.com/office/drawing/2014/main" id="{0AE35FDA-6D53-8493-9A11-1D6D63035B8D}"/>
                </a:ext>
              </a:extLst>
            </p:cNvPr>
            <p:cNvSpPr/>
            <p:nvPr/>
          </p:nvSpPr>
          <p:spPr>
            <a:xfrm>
              <a:off x="11163699" y="1603648"/>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38" name="Freeform: Shape 1937">
              <a:extLst>
                <a:ext uri="{FF2B5EF4-FFF2-40B4-BE49-F238E27FC236}">
                  <a16:creationId xmlns:a16="http://schemas.microsoft.com/office/drawing/2014/main" id="{095F2AE8-7C9C-6607-B635-85E2C7370170}"/>
                </a:ext>
              </a:extLst>
            </p:cNvPr>
            <p:cNvSpPr/>
            <p:nvPr/>
          </p:nvSpPr>
          <p:spPr>
            <a:xfrm>
              <a:off x="11277955"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39" name="Freeform: Shape 1938">
              <a:extLst>
                <a:ext uri="{FF2B5EF4-FFF2-40B4-BE49-F238E27FC236}">
                  <a16:creationId xmlns:a16="http://schemas.microsoft.com/office/drawing/2014/main" id="{D28E2F74-C86B-C1F8-3611-5824B3AC6B02}"/>
                </a:ext>
              </a:extLst>
            </p:cNvPr>
            <p:cNvSpPr/>
            <p:nvPr/>
          </p:nvSpPr>
          <p:spPr>
            <a:xfrm>
              <a:off x="11392210"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40" name="Freeform: Shape 1939">
              <a:extLst>
                <a:ext uri="{FF2B5EF4-FFF2-40B4-BE49-F238E27FC236}">
                  <a16:creationId xmlns:a16="http://schemas.microsoft.com/office/drawing/2014/main" id="{2E5E0CEF-616F-3F46-3B27-35A68EFF311D}"/>
                </a:ext>
              </a:extLst>
            </p:cNvPr>
            <p:cNvSpPr/>
            <p:nvPr/>
          </p:nvSpPr>
          <p:spPr>
            <a:xfrm>
              <a:off x="11506466" y="1603648"/>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41" name="Freeform: Shape 1940">
              <a:extLst>
                <a:ext uri="{FF2B5EF4-FFF2-40B4-BE49-F238E27FC236}">
                  <a16:creationId xmlns:a16="http://schemas.microsoft.com/office/drawing/2014/main" id="{2E93A378-B2D4-A8BF-3640-49B91CBC69B1}"/>
                </a:ext>
              </a:extLst>
            </p:cNvPr>
            <p:cNvSpPr/>
            <p:nvPr/>
          </p:nvSpPr>
          <p:spPr>
            <a:xfrm>
              <a:off x="11620722"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42" name="Freeform: Shape 1941">
              <a:extLst>
                <a:ext uri="{FF2B5EF4-FFF2-40B4-BE49-F238E27FC236}">
                  <a16:creationId xmlns:a16="http://schemas.microsoft.com/office/drawing/2014/main" id="{E2544D86-F5F7-A8FD-7281-5C0EFE11B7D8}"/>
                </a:ext>
              </a:extLst>
            </p:cNvPr>
            <p:cNvSpPr/>
            <p:nvPr/>
          </p:nvSpPr>
          <p:spPr>
            <a:xfrm>
              <a:off x="11734978"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43" name="Freeform: Shape 1942">
              <a:extLst>
                <a:ext uri="{FF2B5EF4-FFF2-40B4-BE49-F238E27FC236}">
                  <a16:creationId xmlns:a16="http://schemas.microsoft.com/office/drawing/2014/main" id="{FA21025C-E86C-3EFD-0F32-69D468A449CF}"/>
                </a:ext>
              </a:extLst>
            </p:cNvPr>
            <p:cNvSpPr/>
            <p:nvPr/>
          </p:nvSpPr>
          <p:spPr>
            <a:xfrm>
              <a:off x="11849233"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44" name="Freeform: Shape 1943">
              <a:extLst>
                <a:ext uri="{FF2B5EF4-FFF2-40B4-BE49-F238E27FC236}">
                  <a16:creationId xmlns:a16="http://schemas.microsoft.com/office/drawing/2014/main" id="{9803667A-46A9-2F6B-1D8F-53C4DC9CE71D}"/>
                </a:ext>
              </a:extLst>
            </p:cNvPr>
            <p:cNvSpPr/>
            <p:nvPr/>
          </p:nvSpPr>
          <p:spPr>
            <a:xfrm>
              <a:off x="11963489"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45" name="Freeform: Shape 1944">
              <a:extLst>
                <a:ext uri="{FF2B5EF4-FFF2-40B4-BE49-F238E27FC236}">
                  <a16:creationId xmlns:a16="http://schemas.microsoft.com/office/drawing/2014/main" id="{0CEA336C-9715-12E5-49EC-559AD53F64AF}"/>
                </a:ext>
              </a:extLst>
            </p:cNvPr>
            <p:cNvSpPr/>
            <p:nvPr/>
          </p:nvSpPr>
          <p:spPr>
            <a:xfrm>
              <a:off x="12077745" y="1603648"/>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46" name="Freeform: Shape 1945">
              <a:extLst>
                <a:ext uri="{FF2B5EF4-FFF2-40B4-BE49-F238E27FC236}">
                  <a16:creationId xmlns:a16="http://schemas.microsoft.com/office/drawing/2014/main" id="{0E51EA98-87E3-5935-1D56-4647BCCA0D54}"/>
                </a:ext>
              </a:extLst>
            </p:cNvPr>
            <p:cNvSpPr/>
            <p:nvPr/>
          </p:nvSpPr>
          <p:spPr>
            <a:xfrm>
              <a:off x="7279135" y="171790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47" name="Freeform: Shape 1946">
              <a:extLst>
                <a:ext uri="{FF2B5EF4-FFF2-40B4-BE49-F238E27FC236}">
                  <a16:creationId xmlns:a16="http://schemas.microsoft.com/office/drawing/2014/main" id="{3CDC37DC-819A-2F1F-8CF5-553E2D4B009F}"/>
                </a:ext>
              </a:extLst>
            </p:cNvPr>
            <p:cNvSpPr/>
            <p:nvPr/>
          </p:nvSpPr>
          <p:spPr>
            <a:xfrm>
              <a:off x="7393391"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48" name="Freeform: Shape 1947">
              <a:extLst>
                <a:ext uri="{FF2B5EF4-FFF2-40B4-BE49-F238E27FC236}">
                  <a16:creationId xmlns:a16="http://schemas.microsoft.com/office/drawing/2014/main" id="{9144BF79-B6D6-16DE-6740-0E94E96A61CD}"/>
                </a:ext>
              </a:extLst>
            </p:cNvPr>
            <p:cNvSpPr/>
            <p:nvPr/>
          </p:nvSpPr>
          <p:spPr>
            <a:xfrm>
              <a:off x="7507646"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49" name="Freeform: Shape 1948">
              <a:extLst>
                <a:ext uri="{FF2B5EF4-FFF2-40B4-BE49-F238E27FC236}">
                  <a16:creationId xmlns:a16="http://schemas.microsoft.com/office/drawing/2014/main" id="{A68C0128-0064-5CD2-E017-16B78EE0BBF5}"/>
                </a:ext>
              </a:extLst>
            </p:cNvPr>
            <p:cNvSpPr/>
            <p:nvPr/>
          </p:nvSpPr>
          <p:spPr>
            <a:xfrm>
              <a:off x="7621902"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50" name="Freeform: Shape 1949">
              <a:extLst>
                <a:ext uri="{FF2B5EF4-FFF2-40B4-BE49-F238E27FC236}">
                  <a16:creationId xmlns:a16="http://schemas.microsoft.com/office/drawing/2014/main" id="{B35184B1-F45C-42BF-F21D-3C972907F534}"/>
                </a:ext>
              </a:extLst>
            </p:cNvPr>
            <p:cNvSpPr/>
            <p:nvPr/>
          </p:nvSpPr>
          <p:spPr>
            <a:xfrm>
              <a:off x="7736158" y="171790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51" name="Freeform: Shape 1950">
              <a:extLst>
                <a:ext uri="{FF2B5EF4-FFF2-40B4-BE49-F238E27FC236}">
                  <a16:creationId xmlns:a16="http://schemas.microsoft.com/office/drawing/2014/main" id="{213D5D3D-5D3F-92E4-3CBB-F3534654B6D9}"/>
                </a:ext>
              </a:extLst>
            </p:cNvPr>
            <p:cNvSpPr/>
            <p:nvPr/>
          </p:nvSpPr>
          <p:spPr>
            <a:xfrm>
              <a:off x="7850414"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52" name="Freeform: Shape 1951">
              <a:extLst>
                <a:ext uri="{FF2B5EF4-FFF2-40B4-BE49-F238E27FC236}">
                  <a16:creationId xmlns:a16="http://schemas.microsoft.com/office/drawing/2014/main" id="{DEECEF17-839E-5072-FA51-D93B17E3B152}"/>
                </a:ext>
              </a:extLst>
            </p:cNvPr>
            <p:cNvSpPr/>
            <p:nvPr/>
          </p:nvSpPr>
          <p:spPr>
            <a:xfrm>
              <a:off x="7964669"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53" name="Freeform: Shape 1952">
              <a:extLst>
                <a:ext uri="{FF2B5EF4-FFF2-40B4-BE49-F238E27FC236}">
                  <a16:creationId xmlns:a16="http://schemas.microsoft.com/office/drawing/2014/main" id="{843E2EEA-10F8-BC55-DC05-DFB833802EC4}"/>
                </a:ext>
              </a:extLst>
            </p:cNvPr>
            <p:cNvSpPr/>
            <p:nvPr/>
          </p:nvSpPr>
          <p:spPr>
            <a:xfrm>
              <a:off x="8078925" y="171790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54" name="Freeform: Shape 1953">
              <a:extLst>
                <a:ext uri="{FF2B5EF4-FFF2-40B4-BE49-F238E27FC236}">
                  <a16:creationId xmlns:a16="http://schemas.microsoft.com/office/drawing/2014/main" id="{855AC587-9743-34C2-C554-26E3D391C94B}"/>
                </a:ext>
              </a:extLst>
            </p:cNvPr>
            <p:cNvSpPr/>
            <p:nvPr/>
          </p:nvSpPr>
          <p:spPr>
            <a:xfrm>
              <a:off x="8193181"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55" name="Freeform: Shape 1954">
              <a:extLst>
                <a:ext uri="{FF2B5EF4-FFF2-40B4-BE49-F238E27FC236}">
                  <a16:creationId xmlns:a16="http://schemas.microsoft.com/office/drawing/2014/main" id="{9D7D6D8B-86A1-58D6-7545-1AEADF79C543}"/>
                </a:ext>
              </a:extLst>
            </p:cNvPr>
            <p:cNvSpPr/>
            <p:nvPr/>
          </p:nvSpPr>
          <p:spPr>
            <a:xfrm>
              <a:off x="8307437"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56" name="Freeform: Shape 1955">
              <a:extLst>
                <a:ext uri="{FF2B5EF4-FFF2-40B4-BE49-F238E27FC236}">
                  <a16:creationId xmlns:a16="http://schemas.microsoft.com/office/drawing/2014/main" id="{F721D5D9-79B3-C8A1-8382-A714B03D07DE}"/>
                </a:ext>
              </a:extLst>
            </p:cNvPr>
            <p:cNvSpPr/>
            <p:nvPr/>
          </p:nvSpPr>
          <p:spPr>
            <a:xfrm>
              <a:off x="8421648"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57" name="Freeform: Shape 1956">
              <a:extLst>
                <a:ext uri="{FF2B5EF4-FFF2-40B4-BE49-F238E27FC236}">
                  <a16:creationId xmlns:a16="http://schemas.microsoft.com/office/drawing/2014/main" id="{AE5B9ABC-C3DC-2003-275D-9936F8284334}"/>
                </a:ext>
              </a:extLst>
            </p:cNvPr>
            <p:cNvSpPr/>
            <p:nvPr/>
          </p:nvSpPr>
          <p:spPr>
            <a:xfrm>
              <a:off x="8535904"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58" name="Freeform: Shape 1957">
              <a:extLst>
                <a:ext uri="{FF2B5EF4-FFF2-40B4-BE49-F238E27FC236}">
                  <a16:creationId xmlns:a16="http://schemas.microsoft.com/office/drawing/2014/main" id="{B21395C1-A495-740B-A7EA-33E5255F8A04}"/>
                </a:ext>
              </a:extLst>
            </p:cNvPr>
            <p:cNvSpPr/>
            <p:nvPr/>
          </p:nvSpPr>
          <p:spPr>
            <a:xfrm>
              <a:off x="8650160"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59" name="Freeform: Shape 1958">
              <a:extLst>
                <a:ext uri="{FF2B5EF4-FFF2-40B4-BE49-F238E27FC236}">
                  <a16:creationId xmlns:a16="http://schemas.microsoft.com/office/drawing/2014/main" id="{13082ECE-3709-BC1C-AA2D-02D7638811CF}"/>
                </a:ext>
              </a:extLst>
            </p:cNvPr>
            <p:cNvSpPr/>
            <p:nvPr/>
          </p:nvSpPr>
          <p:spPr>
            <a:xfrm>
              <a:off x="8764416"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60" name="Freeform: Shape 1959">
              <a:extLst>
                <a:ext uri="{FF2B5EF4-FFF2-40B4-BE49-F238E27FC236}">
                  <a16:creationId xmlns:a16="http://schemas.microsoft.com/office/drawing/2014/main" id="{82DA9938-FC43-F2D5-74D6-1555743C15C3}"/>
                </a:ext>
              </a:extLst>
            </p:cNvPr>
            <p:cNvSpPr/>
            <p:nvPr/>
          </p:nvSpPr>
          <p:spPr>
            <a:xfrm>
              <a:off x="8878671" y="171790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61" name="Freeform: Shape 1960">
              <a:extLst>
                <a:ext uri="{FF2B5EF4-FFF2-40B4-BE49-F238E27FC236}">
                  <a16:creationId xmlns:a16="http://schemas.microsoft.com/office/drawing/2014/main" id="{A38574D7-0ACE-DB54-BCED-1477DFAB4988}"/>
                </a:ext>
              </a:extLst>
            </p:cNvPr>
            <p:cNvSpPr/>
            <p:nvPr/>
          </p:nvSpPr>
          <p:spPr>
            <a:xfrm>
              <a:off x="8992927"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62" name="Freeform: Shape 1961">
              <a:extLst>
                <a:ext uri="{FF2B5EF4-FFF2-40B4-BE49-F238E27FC236}">
                  <a16:creationId xmlns:a16="http://schemas.microsoft.com/office/drawing/2014/main" id="{224C8EC1-AA3C-3C9E-84AC-2720B1E52EB1}"/>
                </a:ext>
              </a:extLst>
            </p:cNvPr>
            <p:cNvSpPr/>
            <p:nvPr/>
          </p:nvSpPr>
          <p:spPr>
            <a:xfrm>
              <a:off x="9107183"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63" name="Freeform: Shape 1962">
              <a:extLst>
                <a:ext uri="{FF2B5EF4-FFF2-40B4-BE49-F238E27FC236}">
                  <a16:creationId xmlns:a16="http://schemas.microsoft.com/office/drawing/2014/main" id="{4F6AE3B3-F0E2-CF7F-AB2F-E445775542A9}"/>
                </a:ext>
              </a:extLst>
            </p:cNvPr>
            <p:cNvSpPr/>
            <p:nvPr/>
          </p:nvSpPr>
          <p:spPr>
            <a:xfrm>
              <a:off x="9221439"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64" name="Freeform: Shape 1963">
              <a:extLst>
                <a:ext uri="{FF2B5EF4-FFF2-40B4-BE49-F238E27FC236}">
                  <a16:creationId xmlns:a16="http://schemas.microsoft.com/office/drawing/2014/main" id="{3E2CDFF2-CFEB-8DF7-14BF-3821DAFBE2FE}"/>
                </a:ext>
              </a:extLst>
            </p:cNvPr>
            <p:cNvSpPr/>
            <p:nvPr/>
          </p:nvSpPr>
          <p:spPr>
            <a:xfrm>
              <a:off x="9335695" y="171790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65" name="Freeform: Shape 1964">
              <a:extLst>
                <a:ext uri="{FF2B5EF4-FFF2-40B4-BE49-F238E27FC236}">
                  <a16:creationId xmlns:a16="http://schemas.microsoft.com/office/drawing/2014/main" id="{04BAF35E-C2C4-A743-CEF3-B8380CC2CDE6}"/>
                </a:ext>
              </a:extLst>
            </p:cNvPr>
            <p:cNvSpPr/>
            <p:nvPr/>
          </p:nvSpPr>
          <p:spPr>
            <a:xfrm>
              <a:off x="9449950"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66" name="Freeform: Shape 1965">
              <a:extLst>
                <a:ext uri="{FF2B5EF4-FFF2-40B4-BE49-F238E27FC236}">
                  <a16:creationId xmlns:a16="http://schemas.microsoft.com/office/drawing/2014/main" id="{178F518D-ADF5-27E3-FE7E-C8BA317E2E62}"/>
                </a:ext>
              </a:extLst>
            </p:cNvPr>
            <p:cNvSpPr/>
            <p:nvPr/>
          </p:nvSpPr>
          <p:spPr>
            <a:xfrm>
              <a:off x="9564206"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67" name="Freeform: Shape 1966">
              <a:extLst>
                <a:ext uri="{FF2B5EF4-FFF2-40B4-BE49-F238E27FC236}">
                  <a16:creationId xmlns:a16="http://schemas.microsoft.com/office/drawing/2014/main" id="{F0AE7F29-F51F-49D0-4C84-297825AF0556}"/>
                </a:ext>
              </a:extLst>
            </p:cNvPr>
            <p:cNvSpPr/>
            <p:nvPr/>
          </p:nvSpPr>
          <p:spPr>
            <a:xfrm>
              <a:off x="9678418" y="171790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68" name="Freeform: Shape 1967">
              <a:extLst>
                <a:ext uri="{FF2B5EF4-FFF2-40B4-BE49-F238E27FC236}">
                  <a16:creationId xmlns:a16="http://schemas.microsoft.com/office/drawing/2014/main" id="{22328691-184E-80A4-730E-A1E069354E52}"/>
                </a:ext>
              </a:extLst>
            </p:cNvPr>
            <p:cNvSpPr/>
            <p:nvPr/>
          </p:nvSpPr>
          <p:spPr>
            <a:xfrm>
              <a:off x="9792674"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69" name="Freeform: Shape 1968">
              <a:extLst>
                <a:ext uri="{FF2B5EF4-FFF2-40B4-BE49-F238E27FC236}">
                  <a16:creationId xmlns:a16="http://schemas.microsoft.com/office/drawing/2014/main" id="{AB1901AB-EFC2-9D85-1D2A-4F74573EDF2A}"/>
                </a:ext>
              </a:extLst>
            </p:cNvPr>
            <p:cNvSpPr/>
            <p:nvPr/>
          </p:nvSpPr>
          <p:spPr>
            <a:xfrm>
              <a:off x="9906929"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70" name="Freeform: Shape 1969">
              <a:extLst>
                <a:ext uri="{FF2B5EF4-FFF2-40B4-BE49-F238E27FC236}">
                  <a16:creationId xmlns:a16="http://schemas.microsoft.com/office/drawing/2014/main" id="{4236974C-CFB3-42C9-501F-425E4300ACD2}"/>
                </a:ext>
              </a:extLst>
            </p:cNvPr>
            <p:cNvSpPr/>
            <p:nvPr/>
          </p:nvSpPr>
          <p:spPr>
            <a:xfrm>
              <a:off x="10021185"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71" name="Freeform: Shape 1970">
              <a:extLst>
                <a:ext uri="{FF2B5EF4-FFF2-40B4-BE49-F238E27FC236}">
                  <a16:creationId xmlns:a16="http://schemas.microsoft.com/office/drawing/2014/main" id="{3A380044-6994-303F-10CF-E6F494F60F9F}"/>
                </a:ext>
              </a:extLst>
            </p:cNvPr>
            <p:cNvSpPr/>
            <p:nvPr/>
          </p:nvSpPr>
          <p:spPr>
            <a:xfrm>
              <a:off x="10135441"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72" name="Freeform: Shape 1971">
              <a:extLst>
                <a:ext uri="{FF2B5EF4-FFF2-40B4-BE49-F238E27FC236}">
                  <a16:creationId xmlns:a16="http://schemas.microsoft.com/office/drawing/2014/main" id="{BF02FE46-5D8A-93BC-AB6A-A6B40C851383}"/>
                </a:ext>
              </a:extLst>
            </p:cNvPr>
            <p:cNvSpPr/>
            <p:nvPr/>
          </p:nvSpPr>
          <p:spPr>
            <a:xfrm>
              <a:off x="10249697"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73" name="Freeform: Shape 1972">
              <a:extLst>
                <a:ext uri="{FF2B5EF4-FFF2-40B4-BE49-F238E27FC236}">
                  <a16:creationId xmlns:a16="http://schemas.microsoft.com/office/drawing/2014/main" id="{5E91F412-BF54-F8D6-E96A-297DCFE54EF7}"/>
                </a:ext>
              </a:extLst>
            </p:cNvPr>
            <p:cNvSpPr/>
            <p:nvPr/>
          </p:nvSpPr>
          <p:spPr>
            <a:xfrm>
              <a:off x="10363952"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74" name="Freeform: Shape 1973">
              <a:extLst>
                <a:ext uri="{FF2B5EF4-FFF2-40B4-BE49-F238E27FC236}">
                  <a16:creationId xmlns:a16="http://schemas.microsoft.com/office/drawing/2014/main" id="{EC7C2F2D-8A29-61E6-BCF6-3E09845FD93C}"/>
                </a:ext>
              </a:extLst>
            </p:cNvPr>
            <p:cNvSpPr/>
            <p:nvPr/>
          </p:nvSpPr>
          <p:spPr>
            <a:xfrm>
              <a:off x="10478208" y="171790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75" name="Freeform: Shape 1974">
              <a:extLst>
                <a:ext uri="{FF2B5EF4-FFF2-40B4-BE49-F238E27FC236}">
                  <a16:creationId xmlns:a16="http://schemas.microsoft.com/office/drawing/2014/main" id="{229990D7-7857-E527-49FC-8063D6593F08}"/>
                </a:ext>
              </a:extLst>
            </p:cNvPr>
            <p:cNvSpPr/>
            <p:nvPr/>
          </p:nvSpPr>
          <p:spPr>
            <a:xfrm>
              <a:off x="10592464"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76" name="Freeform: Shape 1975">
              <a:extLst>
                <a:ext uri="{FF2B5EF4-FFF2-40B4-BE49-F238E27FC236}">
                  <a16:creationId xmlns:a16="http://schemas.microsoft.com/office/drawing/2014/main" id="{0EF1B8C9-66B8-B98A-4003-2BD9CD463003}"/>
                </a:ext>
              </a:extLst>
            </p:cNvPr>
            <p:cNvSpPr/>
            <p:nvPr/>
          </p:nvSpPr>
          <p:spPr>
            <a:xfrm>
              <a:off x="10706720"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77" name="Freeform: Shape 1976">
              <a:extLst>
                <a:ext uri="{FF2B5EF4-FFF2-40B4-BE49-F238E27FC236}">
                  <a16:creationId xmlns:a16="http://schemas.microsoft.com/office/drawing/2014/main" id="{6AC5090A-C62A-7934-F4DC-B24F2C0FD96D}"/>
                </a:ext>
              </a:extLst>
            </p:cNvPr>
            <p:cNvSpPr/>
            <p:nvPr/>
          </p:nvSpPr>
          <p:spPr>
            <a:xfrm>
              <a:off x="10820976" y="1717904"/>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78" name="Freeform: Shape 1977">
              <a:extLst>
                <a:ext uri="{FF2B5EF4-FFF2-40B4-BE49-F238E27FC236}">
                  <a16:creationId xmlns:a16="http://schemas.microsoft.com/office/drawing/2014/main" id="{C1A13F37-D10F-44A7-65BE-7869B154E8B1}"/>
                </a:ext>
              </a:extLst>
            </p:cNvPr>
            <p:cNvSpPr/>
            <p:nvPr/>
          </p:nvSpPr>
          <p:spPr>
            <a:xfrm>
              <a:off x="10935231"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79" name="Freeform: Shape 1978">
              <a:extLst>
                <a:ext uri="{FF2B5EF4-FFF2-40B4-BE49-F238E27FC236}">
                  <a16:creationId xmlns:a16="http://schemas.microsoft.com/office/drawing/2014/main" id="{8B800EC3-00C1-1F44-E2FF-597584F72515}"/>
                </a:ext>
              </a:extLst>
            </p:cNvPr>
            <p:cNvSpPr/>
            <p:nvPr/>
          </p:nvSpPr>
          <p:spPr>
            <a:xfrm>
              <a:off x="11049443"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80" name="Freeform: Shape 1979">
              <a:extLst>
                <a:ext uri="{FF2B5EF4-FFF2-40B4-BE49-F238E27FC236}">
                  <a16:creationId xmlns:a16="http://schemas.microsoft.com/office/drawing/2014/main" id="{4C73CF63-C7F3-8555-BCC9-6882820A3BE6}"/>
                </a:ext>
              </a:extLst>
            </p:cNvPr>
            <p:cNvSpPr/>
            <p:nvPr/>
          </p:nvSpPr>
          <p:spPr>
            <a:xfrm>
              <a:off x="11163699" y="1717904"/>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81" name="Freeform: Shape 1980">
              <a:extLst>
                <a:ext uri="{FF2B5EF4-FFF2-40B4-BE49-F238E27FC236}">
                  <a16:creationId xmlns:a16="http://schemas.microsoft.com/office/drawing/2014/main" id="{10F4B426-273E-5E07-4604-D6AC1A48E841}"/>
                </a:ext>
              </a:extLst>
            </p:cNvPr>
            <p:cNvSpPr/>
            <p:nvPr/>
          </p:nvSpPr>
          <p:spPr>
            <a:xfrm>
              <a:off x="11277955"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82" name="Freeform: Shape 1981">
              <a:extLst>
                <a:ext uri="{FF2B5EF4-FFF2-40B4-BE49-F238E27FC236}">
                  <a16:creationId xmlns:a16="http://schemas.microsoft.com/office/drawing/2014/main" id="{F3A57423-5A9A-4106-4F14-4AAAF0F72629}"/>
                </a:ext>
              </a:extLst>
            </p:cNvPr>
            <p:cNvSpPr/>
            <p:nvPr/>
          </p:nvSpPr>
          <p:spPr>
            <a:xfrm>
              <a:off x="11392210"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83" name="Freeform: Shape 1982">
              <a:extLst>
                <a:ext uri="{FF2B5EF4-FFF2-40B4-BE49-F238E27FC236}">
                  <a16:creationId xmlns:a16="http://schemas.microsoft.com/office/drawing/2014/main" id="{3BECB733-1EE2-D00F-0FB1-45E2CDEE0919}"/>
                </a:ext>
              </a:extLst>
            </p:cNvPr>
            <p:cNvSpPr/>
            <p:nvPr/>
          </p:nvSpPr>
          <p:spPr>
            <a:xfrm>
              <a:off x="11506466" y="1717904"/>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84" name="Freeform: Shape 1983">
              <a:extLst>
                <a:ext uri="{FF2B5EF4-FFF2-40B4-BE49-F238E27FC236}">
                  <a16:creationId xmlns:a16="http://schemas.microsoft.com/office/drawing/2014/main" id="{429588FF-CE0B-10FD-DB0E-251B459FA25E}"/>
                </a:ext>
              </a:extLst>
            </p:cNvPr>
            <p:cNvSpPr/>
            <p:nvPr/>
          </p:nvSpPr>
          <p:spPr>
            <a:xfrm>
              <a:off x="11620722"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85" name="Freeform: Shape 1984">
              <a:extLst>
                <a:ext uri="{FF2B5EF4-FFF2-40B4-BE49-F238E27FC236}">
                  <a16:creationId xmlns:a16="http://schemas.microsoft.com/office/drawing/2014/main" id="{ABDB763B-49E5-B448-B439-12C60838D5CD}"/>
                </a:ext>
              </a:extLst>
            </p:cNvPr>
            <p:cNvSpPr/>
            <p:nvPr/>
          </p:nvSpPr>
          <p:spPr>
            <a:xfrm>
              <a:off x="11734978"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86" name="Freeform: Shape 1985">
              <a:extLst>
                <a:ext uri="{FF2B5EF4-FFF2-40B4-BE49-F238E27FC236}">
                  <a16:creationId xmlns:a16="http://schemas.microsoft.com/office/drawing/2014/main" id="{51B5FFAA-C0FA-EBDF-B6AA-920B99A08550}"/>
                </a:ext>
              </a:extLst>
            </p:cNvPr>
            <p:cNvSpPr/>
            <p:nvPr/>
          </p:nvSpPr>
          <p:spPr>
            <a:xfrm>
              <a:off x="11849233"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87" name="Freeform: Shape 1986">
              <a:extLst>
                <a:ext uri="{FF2B5EF4-FFF2-40B4-BE49-F238E27FC236}">
                  <a16:creationId xmlns:a16="http://schemas.microsoft.com/office/drawing/2014/main" id="{3C6335CA-FBE6-79A8-9B20-64CBB830A489}"/>
                </a:ext>
              </a:extLst>
            </p:cNvPr>
            <p:cNvSpPr/>
            <p:nvPr/>
          </p:nvSpPr>
          <p:spPr>
            <a:xfrm>
              <a:off x="11963489"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88" name="Freeform: Shape 1987">
              <a:extLst>
                <a:ext uri="{FF2B5EF4-FFF2-40B4-BE49-F238E27FC236}">
                  <a16:creationId xmlns:a16="http://schemas.microsoft.com/office/drawing/2014/main" id="{33D54B77-3EC5-5B21-7739-139E90EE1768}"/>
                </a:ext>
              </a:extLst>
            </p:cNvPr>
            <p:cNvSpPr/>
            <p:nvPr/>
          </p:nvSpPr>
          <p:spPr>
            <a:xfrm>
              <a:off x="12077745" y="1717904"/>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89" name="Freeform: Shape 1988">
              <a:extLst>
                <a:ext uri="{FF2B5EF4-FFF2-40B4-BE49-F238E27FC236}">
                  <a16:creationId xmlns:a16="http://schemas.microsoft.com/office/drawing/2014/main" id="{3A7F3163-BFD9-42B9-3780-9765CB9E9BB7}"/>
                </a:ext>
              </a:extLst>
            </p:cNvPr>
            <p:cNvSpPr/>
            <p:nvPr/>
          </p:nvSpPr>
          <p:spPr>
            <a:xfrm>
              <a:off x="7279135" y="183216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90" name="Freeform: Shape 1989">
              <a:extLst>
                <a:ext uri="{FF2B5EF4-FFF2-40B4-BE49-F238E27FC236}">
                  <a16:creationId xmlns:a16="http://schemas.microsoft.com/office/drawing/2014/main" id="{62E23A20-FE8F-B186-0450-E766A69015BB}"/>
                </a:ext>
              </a:extLst>
            </p:cNvPr>
            <p:cNvSpPr/>
            <p:nvPr/>
          </p:nvSpPr>
          <p:spPr>
            <a:xfrm>
              <a:off x="7393391"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91" name="Freeform: Shape 1990">
              <a:extLst>
                <a:ext uri="{FF2B5EF4-FFF2-40B4-BE49-F238E27FC236}">
                  <a16:creationId xmlns:a16="http://schemas.microsoft.com/office/drawing/2014/main" id="{6E68DC77-64B2-6CDC-DA07-6361CC1A6330}"/>
                </a:ext>
              </a:extLst>
            </p:cNvPr>
            <p:cNvSpPr/>
            <p:nvPr/>
          </p:nvSpPr>
          <p:spPr>
            <a:xfrm>
              <a:off x="7507646"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92" name="Freeform: Shape 1991">
              <a:extLst>
                <a:ext uri="{FF2B5EF4-FFF2-40B4-BE49-F238E27FC236}">
                  <a16:creationId xmlns:a16="http://schemas.microsoft.com/office/drawing/2014/main" id="{88A53DFF-6EEF-97B9-F47E-5F68E69689B2}"/>
                </a:ext>
              </a:extLst>
            </p:cNvPr>
            <p:cNvSpPr/>
            <p:nvPr/>
          </p:nvSpPr>
          <p:spPr>
            <a:xfrm>
              <a:off x="7621902"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93" name="Freeform: Shape 1992">
              <a:extLst>
                <a:ext uri="{FF2B5EF4-FFF2-40B4-BE49-F238E27FC236}">
                  <a16:creationId xmlns:a16="http://schemas.microsoft.com/office/drawing/2014/main" id="{201B0AA5-7797-DBDE-EDAA-FED442B86611}"/>
                </a:ext>
              </a:extLst>
            </p:cNvPr>
            <p:cNvSpPr/>
            <p:nvPr/>
          </p:nvSpPr>
          <p:spPr>
            <a:xfrm>
              <a:off x="7736158" y="183216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94" name="Freeform: Shape 1993">
              <a:extLst>
                <a:ext uri="{FF2B5EF4-FFF2-40B4-BE49-F238E27FC236}">
                  <a16:creationId xmlns:a16="http://schemas.microsoft.com/office/drawing/2014/main" id="{B68FDFA0-4AD6-074C-3530-3D2FB8FC7C03}"/>
                </a:ext>
              </a:extLst>
            </p:cNvPr>
            <p:cNvSpPr/>
            <p:nvPr/>
          </p:nvSpPr>
          <p:spPr>
            <a:xfrm>
              <a:off x="7850414"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95" name="Freeform: Shape 1994">
              <a:extLst>
                <a:ext uri="{FF2B5EF4-FFF2-40B4-BE49-F238E27FC236}">
                  <a16:creationId xmlns:a16="http://schemas.microsoft.com/office/drawing/2014/main" id="{1ABCDC2F-6785-42AB-D1C0-222A104E48F5}"/>
                </a:ext>
              </a:extLst>
            </p:cNvPr>
            <p:cNvSpPr/>
            <p:nvPr/>
          </p:nvSpPr>
          <p:spPr>
            <a:xfrm>
              <a:off x="7964669"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96" name="Freeform: Shape 1995">
              <a:extLst>
                <a:ext uri="{FF2B5EF4-FFF2-40B4-BE49-F238E27FC236}">
                  <a16:creationId xmlns:a16="http://schemas.microsoft.com/office/drawing/2014/main" id="{5C1D1DD8-F012-777B-F7C7-3AF41F725427}"/>
                </a:ext>
              </a:extLst>
            </p:cNvPr>
            <p:cNvSpPr/>
            <p:nvPr/>
          </p:nvSpPr>
          <p:spPr>
            <a:xfrm>
              <a:off x="8078925" y="183216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97" name="Freeform: Shape 1996">
              <a:extLst>
                <a:ext uri="{FF2B5EF4-FFF2-40B4-BE49-F238E27FC236}">
                  <a16:creationId xmlns:a16="http://schemas.microsoft.com/office/drawing/2014/main" id="{47545225-CE28-0541-D057-760D947C3DC6}"/>
                </a:ext>
              </a:extLst>
            </p:cNvPr>
            <p:cNvSpPr/>
            <p:nvPr/>
          </p:nvSpPr>
          <p:spPr>
            <a:xfrm>
              <a:off x="8193181"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98" name="Freeform: Shape 1997">
              <a:extLst>
                <a:ext uri="{FF2B5EF4-FFF2-40B4-BE49-F238E27FC236}">
                  <a16:creationId xmlns:a16="http://schemas.microsoft.com/office/drawing/2014/main" id="{FEBF131A-0AE7-C24B-E526-6A6ECB1C70B5}"/>
                </a:ext>
              </a:extLst>
            </p:cNvPr>
            <p:cNvSpPr/>
            <p:nvPr/>
          </p:nvSpPr>
          <p:spPr>
            <a:xfrm>
              <a:off x="8307437"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99" name="Freeform: Shape 1998">
              <a:extLst>
                <a:ext uri="{FF2B5EF4-FFF2-40B4-BE49-F238E27FC236}">
                  <a16:creationId xmlns:a16="http://schemas.microsoft.com/office/drawing/2014/main" id="{516CAB76-8D7D-5CB2-F91B-D1B75B578ADD}"/>
                </a:ext>
              </a:extLst>
            </p:cNvPr>
            <p:cNvSpPr/>
            <p:nvPr/>
          </p:nvSpPr>
          <p:spPr>
            <a:xfrm>
              <a:off x="8421648"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00" name="Freeform: Shape 1999">
              <a:extLst>
                <a:ext uri="{FF2B5EF4-FFF2-40B4-BE49-F238E27FC236}">
                  <a16:creationId xmlns:a16="http://schemas.microsoft.com/office/drawing/2014/main" id="{377B5A6F-63F1-CE49-5196-93181712525E}"/>
                </a:ext>
              </a:extLst>
            </p:cNvPr>
            <p:cNvSpPr/>
            <p:nvPr/>
          </p:nvSpPr>
          <p:spPr>
            <a:xfrm>
              <a:off x="8535904"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01" name="Freeform: Shape 2000">
              <a:extLst>
                <a:ext uri="{FF2B5EF4-FFF2-40B4-BE49-F238E27FC236}">
                  <a16:creationId xmlns:a16="http://schemas.microsoft.com/office/drawing/2014/main" id="{09171B6D-04E1-FDE6-53E0-741AB6B698B4}"/>
                </a:ext>
              </a:extLst>
            </p:cNvPr>
            <p:cNvSpPr/>
            <p:nvPr/>
          </p:nvSpPr>
          <p:spPr>
            <a:xfrm>
              <a:off x="8650160"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02" name="Freeform: Shape 2001">
              <a:extLst>
                <a:ext uri="{FF2B5EF4-FFF2-40B4-BE49-F238E27FC236}">
                  <a16:creationId xmlns:a16="http://schemas.microsoft.com/office/drawing/2014/main" id="{7969CE5F-5C5A-8D4F-B0E2-4E419A026419}"/>
                </a:ext>
              </a:extLst>
            </p:cNvPr>
            <p:cNvSpPr/>
            <p:nvPr/>
          </p:nvSpPr>
          <p:spPr>
            <a:xfrm>
              <a:off x="8764416"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03" name="Freeform: Shape 2002">
              <a:extLst>
                <a:ext uri="{FF2B5EF4-FFF2-40B4-BE49-F238E27FC236}">
                  <a16:creationId xmlns:a16="http://schemas.microsoft.com/office/drawing/2014/main" id="{4AB8436B-7FB4-2C9A-0815-B43EDEC3C38F}"/>
                </a:ext>
              </a:extLst>
            </p:cNvPr>
            <p:cNvSpPr/>
            <p:nvPr/>
          </p:nvSpPr>
          <p:spPr>
            <a:xfrm>
              <a:off x="8878671" y="183216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04" name="Freeform: Shape 2003">
              <a:extLst>
                <a:ext uri="{FF2B5EF4-FFF2-40B4-BE49-F238E27FC236}">
                  <a16:creationId xmlns:a16="http://schemas.microsoft.com/office/drawing/2014/main" id="{7EA86D26-4C7D-E6A4-A091-BF09E38F87FA}"/>
                </a:ext>
              </a:extLst>
            </p:cNvPr>
            <p:cNvSpPr/>
            <p:nvPr/>
          </p:nvSpPr>
          <p:spPr>
            <a:xfrm>
              <a:off x="8992927"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05" name="Freeform: Shape 2004">
              <a:extLst>
                <a:ext uri="{FF2B5EF4-FFF2-40B4-BE49-F238E27FC236}">
                  <a16:creationId xmlns:a16="http://schemas.microsoft.com/office/drawing/2014/main" id="{CC22FE32-6947-1BD9-578E-45225F155597}"/>
                </a:ext>
              </a:extLst>
            </p:cNvPr>
            <p:cNvSpPr/>
            <p:nvPr/>
          </p:nvSpPr>
          <p:spPr>
            <a:xfrm>
              <a:off x="9107183"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06" name="Freeform: Shape 2005">
              <a:extLst>
                <a:ext uri="{FF2B5EF4-FFF2-40B4-BE49-F238E27FC236}">
                  <a16:creationId xmlns:a16="http://schemas.microsoft.com/office/drawing/2014/main" id="{4DB48ED0-1C69-1423-7AF5-C180E32A416B}"/>
                </a:ext>
              </a:extLst>
            </p:cNvPr>
            <p:cNvSpPr/>
            <p:nvPr/>
          </p:nvSpPr>
          <p:spPr>
            <a:xfrm>
              <a:off x="9221439"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07" name="Freeform: Shape 2006">
              <a:extLst>
                <a:ext uri="{FF2B5EF4-FFF2-40B4-BE49-F238E27FC236}">
                  <a16:creationId xmlns:a16="http://schemas.microsoft.com/office/drawing/2014/main" id="{549A6F04-338D-B37F-0708-BE2AAA5A9473}"/>
                </a:ext>
              </a:extLst>
            </p:cNvPr>
            <p:cNvSpPr/>
            <p:nvPr/>
          </p:nvSpPr>
          <p:spPr>
            <a:xfrm>
              <a:off x="9335695" y="183216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08" name="Freeform: Shape 2007">
              <a:extLst>
                <a:ext uri="{FF2B5EF4-FFF2-40B4-BE49-F238E27FC236}">
                  <a16:creationId xmlns:a16="http://schemas.microsoft.com/office/drawing/2014/main" id="{5889C933-2CB0-772C-0FA5-E628BBB038B6}"/>
                </a:ext>
              </a:extLst>
            </p:cNvPr>
            <p:cNvSpPr/>
            <p:nvPr/>
          </p:nvSpPr>
          <p:spPr>
            <a:xfrm>
              <a:off x="9449950"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09" name="Freeform: Shape 2008">
              <a:extLst>
                <a:ext uri="{FF2B5EF4-FFF2-40B4-BE49-F238E27FC236}">
                  <a16:creationId xmlns:a16="http://schemas.microsoft.com/office/drawing/2014/main" id="{5D6626B8-4F88-AA08-37E4-D7D9A1B0D502}"/>
                </a:ext>
              </a:extLst>
            </p:cNvPr>
            <p:cNvSpPr/>
            <p:nvPr/>
          </p:nvSpPr>
          <p:spPr>
            <a:xfrm>
              <a:off x="9564206"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10" name="Freeform: Shape 2009">
              <a:extLst>
                <a:ext uri="{FF2B5EF4-FFF2-40B4-BE49-F238E27FC236}">
                  <a16:creationId xmlns:a16="http://schemas.microsoft.com/office/drawing/2014/main" id="{559679C2-7ECE-066B-D00E-9E3E67AF809E}"/>
                </a:ext>
              </a:extLst>
            </p:cNvPr>
            <p:cNvSpPr/>
            <p:nvPr/>
          </p:nvSpPr>
          <p:spPr>
            <a:xfrm>
              <a:off x="9678418" y="183216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11" name="Freeform: Shape 2010">
              <a:extLst>
                <a:ext uri="{FF2B5EF4-FFF2-40B4-BE49-F238E27FC236}">
                  <a16:creationId xmlns:a16="http://schemas.microsoft.com/office/drawing/2014/main" id="{6ED09F21-1989-C6EB-B81F-811ECEF1757C}"/>
                </a:ext>
              </a:extLst>
            </p:cNvPr>
            <p:cNvSpPr/>
            <p:nvPr/>
          </p:nvSpPr>
          <p:spPr>
            <a:xfrm>
              <a:off x="9792674"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12" name="Freeform: Shape 2011">
              <a:extLst>
                <a:ext uri="{FF2B5EF4-FFF2-40B4-BE49-F238E27FC236}">
                  <a16:creationId xmlns:a16="http://schemas.microsoft.com/office/drawing/2014/main" id="{63DAFB7F-72B2-F754-78BC-7611B864E333}"/>
                </a:ext>
              </a:extLst>
            </p:cNvPr>
            <p:cNvSpPr/>
            <p:nvPr/>
          </p:nvSpPr>
          <p:spPr>
            <a:xfrm>
              <a:off x="9906929"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13" name="Freeform: Shape 2012">
              <a:extLst>
                <a:ext uri="{FF2B5EF4-FFF2-40B4-BE49-F238E27FC236}">
                  <a16:creationId xmlns:a16="http://schemas.microsoft.com/office/drawing/2014/main" id="{B19E983D-CA0A-5AB5-1F30-D67CCFD55D6C}"/>
                </a:ext>
              </a:extLst>
            </p:cNvPr>
            <p:cNvSpPr/>
            <p:nvPr/>
          </p:nvSpPr>
          <p:spPr>
            <a:xfrm>
              <a:off x="10021185"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14" name="Freeform: Shape 2013">
              <a:extLst>
                <a:ext uri="{FF2B5EF4-FFF2-40B4-BE49-F238E27FC236}">
                  <a16:creationId xmlns:a16="http://schemas.microsoft.com/office/drawing/2014/main" id="{31A86C60-1FE7-49B2-002B-E67A6C3412CD}"/>
                </a:ext>
              </a:extLst>
            </p:cNvPr>
            <p:cNvSpPr/>
            <p:nvPr/>
          </p:nvSpPr>
          <p:spPr>
            <a:xfrm>
              <a:off x="10135441"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15" name="Freeform: Shape 2014">
              <a:extLst>
                <a:ext uri="{FF2B5EF4-FFF2-40B4-BE49-F238E27FC236}">
                  <a16:creationId xmlns:a16="http://schemas.microsoft.com/office/drawing/2014/main" id="{F6930921-C541-8AB7-BE43-04F6EB78531D}"/>
                </a:ext>
              </a:extLst>
            </p:cNvPr>
            <p:cNvSpPr/>
            <p:nvPr/>
          </p:nvSpPr>
          <p:spPr>
            <a:xfrm>
              <a:off x="10249697"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16" name="Freeform: Shape 2015">
              <a:extLst>
                <a:ext uri="{FF2B5EF4-FFF2-40B4-BE49-F238E27FC236}">
                  <a16:creationId xmlns:a16="http://schemas.microsoft.com/office/drawing/2014/main" id="{590333B4-4F2C-B509-E2F0-7D209645A399}"/>
                </a:ext>
              </a:extLst>
            </p:cNvPr>
            <p:cNvSpPr/>
            <p:nvPr/>
          </p:nvSpPr>
          <p:spPr>
            <a:xfrm>
              <a:off x="10363952"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17" name="Freeform: Shape 2016">
              <a:extLst>
                <a:ext uri="{FF2B5EF4-FFF2-40B4-BE49-F238E27FC236}">
                  <a16:creationId xmlns:a16="http://schemas.microsoft.com/office/drawing/2014/main" id="{595EE2FC-DE20-AC25-2966-451A72742BF7}"/>
                </a:ext>
              </a:extLst>
            </p:cNvPr>
            <p:cNvSpPr/>
            <p:nvPr/>
          </p:nvSpPr>
          <p:spPr>
            <a:xfrm>
              <a:off x="10478208" y="183216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18" name="Freeform: Shape 2017">
              <a:extLst>
                <a:ext uri="{FF2B5EF4-FFF2-40B4-BE49-F238E27FC236}">
                  <a16:creationId xmlns:a16="http://schemas.microsoft.com/office/drawing/2014/main" id="{8AC6F439-7021-7779-D300-D54CBA274B87}"/>
                </a:ext>
              </a:extLst>
            </p:cNvPr>
            <p:cNvSpPr/>
            <p:nvPr/>
          </p:nvSpPr>
          <p:spPr>
            <a:xfrm>
              <a:off x="10592464"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19" name="Freeform: Shape 2018">
              <a:extLst>
                <a:ext uri="{FF2B5EF4-FFF2-40B4-BE49-F238E27FC236}">
                  <a16:creationId xmlns:a16="http://schemas.microsoft.com/office/drawing/2014/main" id="{3E4F5AA9-2779-E1E1-1123-43250D0E1AFC}"/>
                </a:ext>
              </a:extLst>
            </p:cNvPr>
            <p:cNvSpPr/>
            <p:nvPr/>
          </p:nvSpPr>
          <p:spPr>
            <a:xfrm>
              <a:off x="10706720"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20" name="Freeform: Shape 2019">
              <a:extLst>
                <a:ext uri="{FF2B5EF4-FFF2-40B4-BE49-F238E27FC236}">
                  <a16:creationId xmlns:a16="http://schemas.microsoft.com/office/drawing/2014/main" id="{6A2B58EE-BB35-B30C-F157-44C6E2EFFAB8}"/>
                </a:ext>
              </a:extLst>
            </p:cNvPr>
            <p:cNvSpPr/>
            <p:nvPr/>
          </p:nvSpPr>
          <p:spPr>
            <a:xfrm>
              <a:off x="10820976" y="1832160"/>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21" name="Freeform: Shape 2020">
              <a:extLst>
                <a:ext uri="{FF2B5EF4-FFF2-40B4-BE49-F238E27FC236}">
                  <a16:creationId xmlns:a16="http://schemas.microsoft.com/office/drawing/2014/main" id="{3DDEFAC6-F018-4F61-CBCD-84443F6A6535}"/>
                </a:ext>
              </a:extLst>
            </p:cNvPr>
            <p:cNvSpPr/>
            <p:nvPr/>
          </p:nvSpPr>
          <p:spPr>
            <a:xfrm>
              <a:off x="10935231"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22" name="Freeform: Shape 2021">
              <a:extLst>
                <a:ext uri="{FF2B5EF4-FFF2-40B4-BE49-F238E27FC236}">
                  <a16:creationId xmlns:a16="http://schemas.microsoft.com/office/drawing/2014/main" id="{AE464F8D-D965-1985-954D-D3F4572C9A61}"/>
                </a:ext>
              </a:extLst>
            </p:cNvPr>
            <p:cNvSpPr/>
            <p:nvPr/>
          </p:nvSpPr>
          <p:spPr>
            <a:xfrm>
              <a:off x="11049443"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23" name="Freeform: Shape 2022">
              <a:extLst>
                <a:ext uri="{FF2B5EF4-FFF2-40B4-BE49-F238E27FC236}">
                  <a16:creationId xmlns:a16="http://schemas.microsoft.com/office/drawing/2014/main" id="{FFB9D5B2-3059-05A0-67ED-B2FCD5362EA6}"/>
                </a:ext>
              </a:extLst>
            </p:cNvPr>
            <p:cNvSpPr/>
            <p:nvPr/>
          </p:nvSpPr>
          <p:spPr>
            <a:xfrm>
              <a:off x="11163699" y="1832160"/>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24" name="Freeform: Shape 2023">
              <a:extLst>
                <a:ext uri="{FF2B5EF4-FFF2-40B4-BE49-F238E27FC236}">
                  <a16:creationId xmlns:a16="http://schemas.microsoft.com/office/drawing/2014/main" id="{25F46C4D-82D7-1A1B-0DF0-ACAB47BB03A9}"/>
                </a:ext>
              </a:extLst>
            </p:cNvPr>
            <p:cNvSpPr/>
            <p:nvPr/>
          </p:nvSpPr>
          <p:spPr>
            <a:xfrm>
              <a:off x="11277955"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25" name="Freeform: Shape 2024">
              <a:extLst>
                <a:ext uri="{FF2B5EF4-FFF2-40B4-BE49-F238E27FC236}">
                  <a16:creationId xmlns:a16="http://schemas.microsoft.com/office/drawing/2014/main" id="{4DDDEBA7-38E4-801C-026B-689CB156F738}"/>
                </a:ext>
              </a:extLst>
            </p:cNvPr>
            <p:cNvSpPr/>
            <p:nvPr/>
          </p:nvSpPr>
          <p:spPr>
            <a:xfrm>
              <a:off x="11392210"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26" name="Freeform: Shape 2025">
              <a:extLst>
                <a:ext uri="{FF2B5EF4-FFF2-40B4-BE49-F238E27FC236}">
                  <a16:creationId xmlns:a16="http://schemas.microsoft.com/office/drawing/2014/main" id="{39F2F0D9-2FB0-5357-0BAA-A0C9E3942BBA}"/>
                </a:ext>
              </a:extLst>
            </p:cNvPr>
            <p:cNvSpPr/>
            <p:nvPr/>
          </p:nvSpPr>
          <p:spPr>
            <a:xfrm>
              <a:off x="11506466" y="1832160"/>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27" name="Freeform: Shape 2026">
              <a:extLst>
                <a:ext uri="{FF2B5EF4-FFF2-40B4-BE49-F238E27FC236}">
                  <a16:creationId xmlns:a16="http://schemas.microsoft.com/office/drawing/2014/main" id="{0201775D-F207-2A40-B5A4-438C4FA36CD2}"/>
                </a:ext>
              </a:extLst>
            </p:cNvPr>
            <p:cNvSpPr/>
            <p:nvPr/>
          </p:nvSpPr>
          <p:spPr>
            <a:xfrm>
              <a:off x="11620722"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28" name="Freeform: Shape 2027">
              <a:extLst>
                <a:ext uri="{FF2B5EF4-FFF2-40B4-BE49-F238E27FC236}">
                  <a16:creationId xmlns:a16="http://schemas.microsoft.com/office/drawing/2014/main" id="{7FA05EF5-638D-D6C0-2307-AEEA5907B48D}"/>
                </a:ext>
              </a:extLst>
            </p:cNvPr>
            <p:cNvSpPr/>
            <p:nvPr/>
          </p:nvSpPr>
          <p:spPr>
            <a:xfrm>
              <a:off x="11734978"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29" name="Freeform: Shape 2028">
              <a:extLst>
                <a:ext uri="{FF2B5EF4-FFF2-40B4-BE49-F238E27FC236}">
                  <a16:creationId xmlns:a16="http://schemas.microsoft.com/office/drawing/2014/main" id="{00592DED-6727-66D2-F6DD-C8B618F865E4}"/>
                </a:ext>
              </a:extLst>
            </p:cNvPr>
            <p:cNvSpPr/>
            <p:nvPr/>
          </p:nvSpPr>
          <p:spPr>
            <a:xfrm>
              <a:off x="11849233"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30" name="Freeform: Shape 2029">
              <a:extLst>
                <a:ext uri="{FF2B5EF4-FFF2-40B4-BE49-F238E27FC236}">
                  <a16:creationId xmlns:a16="http://schemas.microsoft.com/office/drawing/2014/main" id="{CDE4B5CF-A6AC-01C0-2F88-D61A40E60807}"/>
                </a:ext>
              </a:extLst>
            </p:cNvPr>
            <p:cNvSpPr/>
            <p:nvPr/>
          </p:nvSpPr>
          <p:spPr>
            <a:xfrm>
              <a:off x="11963489"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31" name="Freeform: Shape 2030">
              <a:extLst>
                <a:ext uri="{FF2B5EF4-FFF2-40B4-BE49-F238E27FC236}">
                  <a16:creationId xmlns:a16="http://schemas.microsoft.com/office/drawing/2014/main" id="{95241711-8DDB-2B70-6366-1907AC4A0C92}"/>
                </a:ext>
              </a:extLst>
            </p:cNvPr>
            <p:cNvSpPr/>
            <p:nvPr/>
          </p:nvSpPr>
          <p:spPr>
            <a:xfrm>
              <a:off x="12077745" y="1832160"/>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32" name="Freeform: Shape 2031">
              <a:extLst>
                <a:ext uri="{FF2B5EF4-FFF2-40B4-BE49-F238E27FC236}">
                  <a16:creationId xmlns:a16="http://schemas.microsoft.com/office/drawing/2014/main" id="{338EE9F6-1B39-3AEB-D3A3-B82A122238E6}"/>
                </a:ext>
              </a:extLst>
            </p:cNvPr>
            <p:cNvSpPr/>
            <p:nvPr/>
          </p:nvSpPr>
          <p:spPr>
            <a:xfrm>
              <a:off x="7279135" y="194641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33" name="Freeform: Shape 2032">
              <a:extLst>
                <a:ext uri="{FF2B5EF4-FFF2-40B4-BE49-F238E27FC236}">
                  <a16:creationId xmlns:a16="http://schemas.microsoft.com/office/drawing/2014/main" id="{5C3709A9-7C4B-CE79-6E8A-BAAE3BC20616}"/>
                </a:ext>
              </a:extLst>
            </p:cNvPr>
            <p:cNvSpPr/>
            <p:nvPr/>
          </p:nvSpPr>
          <p:spPr>
            <a:xfrm>
              <a:off x="7393391"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34" name="Freeform: Shape 2033">
              <a:extLst>
                <a:ext uri="{FF2B5EF4-FFF2-40B4-BE49-F238E27FC236}">
                  <a16:creationId xmlns:a16="http://schemas.microsoft.com/office/drawing/2014/main" id="{EA93E5CA-4959-F62D-D9E3-F726B3770E5E}"/>
                </a:ext>
              </a:extLst>
            </p:cNvPr>
            <p:cNvSpPr/>
            <p:nvPr/>
          </p:nvSpPr>
          <p:spPr>
            <a:xfrm>
              <a:off x="7507646"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35" name="Freeform: Shape 2034">
              <a:extLst>
                <a:ext uri="{FF2B5EF4-FFF2-40B4-BE49-F238E27FC236}">
                  <a16:creationId xmlns:a16="http://schemas.microsoft.com/office/drawing/2014/main" id="{17194FA9-31FB-039F-4351-8C524D2DA6C6}"/>
                </a:ext>
              </a:extLst>
            </p:cNvPr>
            <p:cNvSpPr/>
            <p:nvPr/>
          </p:nvSpPr>
          <p:spPr>
            <a:xfrm>
              <a:off x="7621902"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36" name="Freeform: Shape 2035">
              <a:extLst>
                <a:ext uri="{FF2B5EF4-FFF2-40B4-BE49-F238E27FC236}">
                  <a16:creationId xmlns:a16="http://schemas.microsoft.com/office/drawing/2014/main" id="{C44267F7-BC32-854A-29FD-9FC0D4B0FFF0}"/>
                </a:ext>
              </a:extLst>
            </p:cNvPr>
            <p:cNvSpPr/>
            <p:nvPr/>
          </p:nvSpPr>
          <p:spPr>
            <a:xfrm>
              <a:off x="7736158" y="194641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37" name="Freeform: Shape 2036">
              <a:extLst>
                <a:ext uri="{FF2B5EF4-FFF2-40B4-BE49-F238E27FC236}">
                  <a16:creationId xmlns:a16="http://schemas.microsoft.com/office/drawing/2014/main" id="{A513912D-7415-91A1-2817-70BC58D4898E}"/>
                </a:ext>
              </a:extLst>
            </p:cNvPr>
            <p:cNvSpPr/>
            <p:nvPr/>
          </p:nvSpPr>
          <p:spPr>
            <a:xfrm>
              <a:off x="7850414"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38" name="Freeform: Shape 2037">
              <a:extLst>
                <a:ext uri="{FF2B5EF4-FFF2-40B4-BE49-F238E27FC236}">
                  <a16:creationId xmlns:a16="http://schemas.microsoft.com/office/drawing/2014/main" id="{A82BDA1E-D31B-C7D0-F0ED-CCAC33852CA8}"/>
                </a:ext>
              </a:extLst>
            </p:cNvPr>
            <p:cNvSpPr/>
            <p:nvPr/>
          </p:nvSpPr>
          <p:spPr>
            <a:xfrm>
              <a:off x="7964669"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39" name="Freeform: Shape 2038">
              <a:extLst>
                <a:ext uri="{FF2B5EF4-FFF2-40B4-BE49-F238E27FC236}">
                  <a16:creationId xmlns:a16="http://schemas.microsoft.com/office/drawing/2014/main" id="{F72AC18A-C91B-952D-B8D4-2B19C2F8B482}"/>
                </a:ext>
              </a:extLst>
            </p:cNvPr>
            <p:cNvSpPr/>
            <p:nvPr/>
          </p:nvSpPr>
          <p:spPr>
            <a:xfrm>
              <a:off x="8078925" y="194641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40" name="Freeform: Shape 2039">
              <a:extLst>
                <a:ext uri="{FF2B5EF4-FFF2-40B4-BE49-F238E27FC236}">
                  <a16:creationId xmlns:a16="http://schemas.microsoft.com/office/drawing/2014/main" id="{6688AC9C-5DD5-F5EC-8C1C-4146EAEF35FE}"/>
                </a:ext>
              </a:extLst>
            </p:cNvPr>
            <p:cNvSpPr/>
            <p:nvPr/>
          </p:nvSpPr>
          <p:spPr>
            <a:xfrm>
              <a:off x="8193181"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41" name="Freeform: Shape 2040">
              <a:extLst>
                <a:ext uri="{FF2B5EF4-FFF2-40B4-BE49-F238E27FC236}">
                  <a16:creationId xmlns:a16="http://schemas.microsoft.com/office/drawing/2014/main" id="{6C36A5F8-95DE-40D3-93B3-F0878FD7AE0C}"/>
                </a:ext>
              </a:extLst>
            </p:cNvPr>
            <p:cNvSpPr/>
            <p:nvPr/>
          </p:nvSpPr>
          <p:spPr>
            <a:xfrm>
              <a:off x="8307437"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42" name="Freeform: Shape 2041">
              <a:extLst>
                <a:ext uri="{FF2B5EF4-FFF2-40B4-BE49-F238E27FC236}">
                  <a16:creationId xmlns:a16="http://schemas.microsoft.com/office/drawing/2014/main" id="{BEAE0BC1-3360-C275-B99F-086BCD6F5A72}"/>
                </a:ext>
              </a:extLst>
            </p:cNvPr>
            <p:cNvSpPr/>
            <p:nvPr/>
          </p:nvSpPr>
          <p:spPr>
            <a:xfrm>
              <a:off x="8421648"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43" name="Freeform: Shape 2042">
              <a:extLst>
                <a:ext uri="{FF2B5EF4-FFF2-40B4-BE49-F238E27FC236}">
                  <a16:creationId xmlns:a16="http://schemas.microsoft.com/office/drawing/2014/main" id="{DD245975-D722-577E-CD20-6B8A40E9B69D}"/>
                </a:ext>
              </a:extLst>
            </p:cNvPr>
            <p:cNvSpPr/>
            <p:nvPr/>
          </p:nvSpPr>
          <p:spPr>
            <a:xfrm>
              <a:off x="8535904"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44" name="Freeform: Shape 2043">
              <a:extLst>
                <a:ext uri="{FF2B5EF4-FFF2-40B4-BE49-F238E27FC236}">
                  <a16:creationId xmlns:a16="http://schemas.microsoft.com/office/drawing/2014/main" id="{C8D9D64E-0B3E-5B66-0F3C-42B0F6A4C374}"/>
                </a:ext>
              </a:extLst>
            </p:cNvPr>
            <p:cNvSpPr/>
            <p:nvPr/>
          </p:nvSpPr>
          <p:spPr>
            <a:xfrm>
              <a:off x="8650160"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45" name="Freeform: Shape 2044">
              <a:extLst>
                <a:ext uri="{FF2B5EF4-FFF2-40B4-BE49-F238E27FC236}">
                  <a16:creationId xmlns:a16="http://schemas.microsoft.com/office/drawing/2014/main" id="{E68E7774-733C-4E68-484A-AD21F32F3FDB}"/>
                </a:ext>
              </a:extLst>
            </p:cNvPr>
            <p:cNvSpPr/>
            <p:nvPr/>
          </p:nvSpPr>
          <p:spPr>
            <a:xfrm>
              <a:off x="8764416"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46" name="Freeform: Shape 2045">
              <a:extLst>
                <a:ext uri="{FF2B5EF4-FFF2-40B4-BE49-F238E27FC236}">
                  <a16:creationId xmlns:a16="http://schemas.microsoft.com/office/drawing/2014/main" id="{4E763D65-53DF-7139-BE8F-D6C71EF2C6D7}"/>
                </a:ext>
              </a:extLst>
            </p:cNvPr>
            <p:cNvSpPr/>
            <p:nvPr/>
          </p:nvSpPr>
          <p:spPr>
            <a:xfrm>
              <a:off x="8878671" y="194641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47" name="Freeform: Shape 2046">
              <a:extLst>
                <a:ext uri="{FF2B5EF4-FFF2-40B4-BE49-F238E27FC236}">
                  <a16:creationId xmlns:a16="http://schemas.microsoft.com/office/drawing/2014/main" id="{3C8A1726-E4AE-E58D-B165-562F26BA2C22}"/>
                </a:ext>
              </a:extLst>
            </p:cNvPr>
            <p:cNvSpPr/>
            <p:nvPr/>
          </p:nvSpPr>
          <p:spPr>
            <a:xfrm>
              <a:off x="8992927"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48" name="Freeform: Shape 2047">
              <a:extLst>
                <a:ext uri="{FF2B5EF4-FFF2-40B4-BE49-F238E27FC236}">
                  <a16:creationId xmlns:a16="http://schemas.microsoft.com/office/drawing/2014/main" id="{1571B69D-76BC-A60B-F0EA-DC8BB3171BEF}"/>
                </a:ext>
              </a:extLst>
            </p:cNvPr>
            <p:cNvSpPr/>
            <p:nvPr/>
          </p:nvSpPr>
          <p:spPr>
            <a:xfrm>
              <a:off x="9107183"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49" name="Freeform: Shape 2048">
              <a:extLst>
                <a:ext uri="{FF2B5EF4-FFF2-40B4-BE49-F238E27FC236}">
                  <a16:creationId xmlns:a16="http://schemas.microsoft.com/office/drawing/2014/main" id="{5C144FF9-D343-DB35-9F63-80E981475A00}"/>
                </a:ext>
              </a:extLst>
            </p:cNvPr>
            <p:cNvSpPr/>
            <p:nvPr/>
          </p:nvSpPr>
          <p:spPr>
            <a:xfrm>
              <a:off x="9221439"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50" name="Freeform: Shape 2049">
              <a:extLst>
                <a:ext uri="{FF2B5EF4-FFF2-40B4-BE49-F238E27FC236}">
                  <a16:creationId xmlns:a16="http://schemas.microsoft.com/office/drawing/2014/main" id="{F8C8892B-57DE-D73E-DCA2-8D97B18DD432}"/>
                </a:ext>
              </a:extLst>
            </p:cNvPr>
            <p:cNvSpPr/>
            <p:nvPr/>
          </p:nvSpPr>
          <p:spPr>
            <a:xfrm>
              <a:off x="9335695" y="194641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51" name="Freeform: Shape 2050">
              <a:extLst>
                <a:ext uri="{FF2B5EF4-FFF2-40B4-BE49-F238E27FC236}">
                  <a16:creationId xmlns:a16="http://schemas.microsoft.com/office/drawing/2014/main" id="{8560429F-E0E5-669B-A258-C716AC0EF1FC}"/>
                </a:ext>
              </a:extLst>
            </p:cNvPr>
            <p:cNvSpPr/>
            <p:nvPr/>
          </p:nvSpPr>
          <p:spPr>
            <a:xfrm>
              <a:off x="9449950"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52" name="Freeform: Shape 2051">
              <a:extLst>
                <a:ext uri="{FF2B5EF4-FFF2-40B4-BE49-F238E27FC236}">
                  <a16:creationId xmlns:a16="http://schemas.microsoft.com/office/drawing/2014/main" id="{F0E930F3-A99A-E2C5-4756-F23AA4D6F3C0}"/>
                </a:ext>
              </a:extLst>
            </p:cNvPr>
            <p:cNvSpPr/>
            <p:nvPr/>
          </p:nvSpPr>
          <p:spPr>
            <a:xfrm>
              <a:off x="9564206"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53" name="Freeform: Shape 2052">
              <a:extLst>
                <a:ext uri="{FF2B5EF4-FFF2-40B4-BE49-F238E27FC236}">
                  <a16:creationId xmlns:a16="http://schemas.microsoft.com/office/drawing/2014/main" id="{AD7E4753-6489-4164-6CEC-A4D1AC07106E}"/>
                </a:ext>
              </a:extLst>
            </p:cNvPr>
            <p:cNvSpPr/>
            <p:nvPr/>
          </p:nvSpPr>
          <p:spPr>
            <a:xfrm>
              <a:off x="9678418" y="194641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54" name="Freeform: Shape 2053">
              <a:extLst>
                <a:ext uri="{FF2B5EF4-FFF2-40B4-BE49-F238E27FC236}">
                  <a16:creationId xmlns:a16="http://schemas.microsoft.com/office/drawing/2014/main" id="{23F0500D-5D23-00B3-8519-9C4332C0869F}"/>
                </a:ext>
              </a:extLst>
            </p:cNvPr>
            <p:cNvSpPr/>
            <p:nvPr/>
          </p:nvSpPr>
          <p:spPr>
            <a:xfrm>
              <a:off x="9792674"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55" name="Freeform: Shape 2054">
              <a:extLst>
                <a:ext uri="{FF2B5EF4-FFF2-40B4-BE49-F238E27FC236}">
                  <a16:creationId xmlns:a16="http://schemas.microsoft.com/office/drawing/2014/main" id="{EE9DFA22-C868-6BC6-006A-1FBE8915EF60}"/>
                </a:ext>
              </a:extLst>
            </p:cNvPr>
            <p:cNvSpPr/>
            <p:nvPr/>
          </p:nvSpPr>
          <p:spPr>
            <a:xfrm>
              <a:off x="9906929"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56" name="Freeform: Shape 2055">
              <a:extLst>
                <a:ext uri="{FF2B5EF4-FFF2-40B4-BE49-F238E27FC236}">
                  <a16:creationId xmlns:a16="http://schemas.microsoft.com/office/drawing/2014/main" id="{29661F47-3FFF-42D1-5848-BFDA12D4A176}"/>
                </a:ext>
              </a:extLst>
            </p:cNvPr>
            <p:cNvSpPr/>
            <p:nvPr/>
          </p:nvSpPr>
          <p:spPr>
            <a:xfrm>
              <a:off x="10021185"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57" name="Freeform: Shape 2056">
              <a:extLst>
                <a:ext uri="{FF2B5EF4-FFF2-40B4-BE49-F238E27FC236}">
                  <a16:creationId xmlns:a16="http://schemas.microsoft.com/office/drawing/2014/main" id="{D840ECC6-5D29-B322-C3AD-39EDA852FB9A}"/>
                </a:ext>
              </a:extLst>
            </p:cNvPr>
            <p:cNvSpPr/>
            <p:nvPr/>
          </p:nvSpPr>
          <p:spPr>
            <a:xfrm>
              <a:off x="10135441"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58" name="Freeform: Shape 2057">
              <a:extLst>
                <a:ext uri="{FF2B5EF4-FFF2-40B4-BE49-F238E27FC236}">
                  <a16:creationId xmlns:a16="http://schemas.microsoft.com/office/drawing/2014/main" id="{FC6F062B-89A6-D99A-AC49-19EF1C6BED4A}"/>
                </a:ext>
              </a:extLst>
            </p:cNvPr>
            <p:cNvSpPr/>
            <p:nvPr/>
          </p:nvSpPr>
          <p:spPr>
            <a:xfrm>
              <a:off x="10249697"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59" name="Freeform: Shape 2058">
              <a:extLst>
                <a:ext uri="{FF2B5EF4-FFF2-40B4-BE49-F238E27FC236}">
                  <a16:creationId xmlns:a16="http://schemas.microsoft.com/office/drawing/2014/main" id="{807058AC-BE45-7E49-00AB-D9E46174A508}"/>
                </a:ext>
              </a:extLst>
            </p:cNvPr>
            <p:cNvSpPr/>
            <p:nvPr/>
          </p:nvSpPr>
          <p:spPr>
            <a:xfrm>
              <a:off x="10363952"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60" name="Freeform: Shape 2059">
              <a:extLst>
                <a:ext uri="{FF2B5EF4-FFF2-40B4-BE49-F238E27FC236}">
                  <a16:creationId xmlns:a16="http://schemas.microsoft.com/office/drawing/2014/main" id="{7AE57023-DF09-15B1-2DD9-610E5238BCF2}"/>
                </a:ext>
              </a:extLst>
            </p:cNvPr>
            <p:cNvSpPr/>
            <p:nvPr/>
          </p:nvSpPr>
          <p:spPr>
            <a:xfrm>
              <a:off x="10478208" y="194641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61" name="Freeform: Shape 2060">
              <a:extLst>
                <a:ext uri="{FF2B5EF4-FFF2-40B4-BE49-F238E27FC236}">
                  <a16:creationId xmlns:a16="http://schemas.microsoft.com/office/drawing/2014/main" id="{3644B257-8783-A48C-DB37-FC298335D26D}"/>
                </a:ext>
              </a:extLst>
            </p:cNvPr>
            <p:cNvSpPr/>
            <p:nvPr/>
          </p:nvSpPr>
          <p:spPr>
            <a:xfrm>
              <a:off x="10592464"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62" name="Freeform: Shape 2061">
              <a:extLst>
                <a:ext uri="{FF2B5EF4-FFF2-40B4-BE49-F238E27FC236}">
                  <a16:creationId xmlns:a16="http://schemas.microsoft.com/office/drawing/2014/main" id="{3A7245E0-A48D-6517-DB9C-B73C1D4FDBA3}"/>
                </a:ext>
              </a:extLst>
            </p:cNvPr>
            <p:cNvSpPr/>
            <p:nvPr/>
          </p:nvSpPr>
          <p:spPr>
            <a:xfrm>
              <a:off x="10706720"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63" name="Freeform: Shape 2062">
              <a:extLst>
                <a:ext uri="{FF2B5EF4-FFF2-40B4-BE49-F238E27FC236}">
                  <a16:creationId xmlns:a16="http://schemas.microsoft.com/office/drawing/2014/main" id="{06A21B6E-5146-6C72-E668-3DD5D2622BF6}"/>
                </a:ext>
              </a:extLst>
            </p:cNvPr>
            <p:cNvSpPr/>
            <p:nvPr/>
          </p:nvSpPr>
          <p:spPr>
            <a:xfrm>
              <a:off x="10820976" y="1946416"/>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64" name="Freeform: Shape 2063">
              <a:extLst>
                <a:ext uri="{FF2B5EF4-FFF2-40B4-BE49-F238E27FC236}">
                  <a16:creationId xmlns:a16="http://schemas.microsoft.com/office/drawing/2014/main" id="{B2B575B9-3BBB-B5D0-5DD8-04C4598952F0}"/>
                </a:ext>
              </a:extLst>
            </p:cNvPr>
            <p:cNvSpPr/>
            <p:nvPr/>
          </p:nvSpPr>
          <p:spPr>
            <a:xfrm>
              <a:off x="10935231"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65" name="Freeform: Shape 2064">
              <a:extLst>
                <a:ext uri="{FF2B5EF4-FFF2-40B4-BE49-F238E27FC236}">
                  <a16:creationId xmlns:a16="http://schemas.microsoft.com/office/drawing/2014/main" id="{0FDC8544-0487-51B3-A1CB-2EB417796DC5}"/>
                </a:ext>
              </a:extLst>
            </p:cNvPr>
            <p:cNvSpPr/>
            <p:nvPr/>
          </p:nvSpPr>
          <p:spPr>
            <a:xfrm>
              <a:off x="11049443"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66" name="Freeform: Shape 2065">
              <a:extLst>
                <a:ext uri="{FF2B5EF4-FFF2-40B4-BE49-F238E27FC236}">
                  <a16:creationId xmlns:a16="http://schemas.microsoft.com/office/drawing/2014/main" id="{987E908D-0819-0DFF-5215-1DEF91CBEA2B}"/>
                </a:ext>
              </a:extLst>
            </p:cNvPr>
            <p:cNvSpPr/>
            <p:nvPr/>
          </p:nvSpPr>
          <p:spPr>
            <a:xfrm>
              <a:off x="11163699" y="1946416"/>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67" name="Freeform: Shape 2066">
              <a:extLst>
                <a:ext uri="{FF2B5EF4-FFF2-40B4-BE49-F238E27FC236}">
                  <a16:creationId xmlns:a16="http://schemas.microsoft.com/office/drawing/2014/main" id="{168F3018-9556-0F7C-5174-AF50A91A83D5}"/>
                </a:ext>
              </a:extLst>
            </p:cNvPr>
            <p:cNvSpPr/>
            <p:nvPr/>
          </p:nvSpPr>
          <p:spPr>
            <a:xfrm>
              <a:off x="11277955"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68" name="Freeform: Shape 2067">
              <a:extLst>
                <a:ext uri="{FF2B5EF4-FFF2-40B4-BE49-F238E27FC236}">
                  <a16:creationId xmlns:a16="http://schemas.microsoft.com/office/drawing/2014/main" id="{B7207FA7-43A4-2ED8-5A93-30C1BBC1CA58}"/>
                </a:ext>
              </a:extLst>
            </p:cNvPr>
            <p:cNvSpPr/>
            <p:nvPr/>
          </p:nvSpPr>
          <p:spPr>
            <a:xfrm>
              <a:off x="11392210"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69" name="Freeform: Shape 2068">
              <a:extLst>
                <a:ext uri="{FF2B5EF4-FFF2-40B4-BE49-F238E27FC236}">
                  <a16:creationId xmlns:a16="http://schemas.microsoft.com/office/drawing/2014/main" id="{3FA4FC48-738C-06CD-E9CE-E18BC52289C6}"/>
                </a:ext>
              </a:extLst>
            </p:cNvPr>
            <p:cNvSpPr/>
            <p:nvPr/>
          </p:nvSpPr>
          <p:spPr>
            <a:xfrm>
              <a:off x="11506466" y="1946416"/>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70" name="Freeform: Shape 2069">
              <a:extLst>
                <a:ext uri="{FF2B5EF4-FFF2-40B4-BE49-F238E27FC236}">
                  <a16:creationId xmlns:a16="http://schemas.microsoft.com/office/drawing/2014/main" id="{2C0132CC-794F-373A-78D4-1FEC23A61355}"/>
                </a:ext>
              </a:extLst>
            </p:cNvPr>
            <p:cNvSpPr/>
            <p:nvPr/>
          </p:nvSpPr>
          <p:spPr>
            <a:xfrm>
              <a:off x="11620722"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71" name="Freeform: Shape 2070">
              <a:extLst>
                <a:ext uri="{FF2B5EF4-FFF2-40B4-BE49-F238E27FC236}">
                  <a16:creationId xmlns:a16="http://schemas.microsoft.com/office/drawing/2014/main" id="{7D909CD9-5CB1-0B9F-412E-596A679D3372}"/>
                </a:ext>
              </a:extLst>
            </p:cNvPr>
            <p:cNvSpPr/>
            <p:nvPr/>
          </p:nvSpPr>
          <p:spPr>
            <a:xfrm>
              <a:off x="11734978"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72" name="Freeform: Shape 2071">
              <a:extLst>
                <a:ext uri="{FF2B5EF4-FFF2-40B4-BE49-F238E27FC236}">
                  <a16:creationId xmlns:a16="http://schemas.microsoft.com/office/drawing/2014/main" id="{DB71E206-A611-81BA-8F78-E47FAC49CF26}"/>
                </a:ext>
              </a:extLst>
            </p:cNvPr>
            <p:cNvSpPr/>
            <p:nvPr/>
          </p:nvSpPr>
          <p:spPr>
            <a:xfrm>
              <a:off x="11849233"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73" name="Freeform: Shape 2072">
              <a:extLst>
                <a:ext uri="{FF2B5EF4-FFF2-40B4-BE49-F238E27FC236}">
                  <a16:creationId xmlns:a16="http://schemas.microsoft.com/office/drawing/2014/main" id="{9E7B460C-89B1-78CB-9474-929F4068DDFD}"/>
                </a:ext>
              </a:extLst>
            </p:cNvPr>
            <p:cNvSpPr/>
            <p:nvPr/>
          </p:nvSpPr>
          <p:spPr>
            <a:xfrm>
              <a:off x="11963489"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74" name="Freeform: Shape 2073">
              <a:extLst>
                <a:ext uri="{FF2B5EF4-FFF2-40B4-BE49-F238E27FC236}">
                  <a16:creationId xmlns:a16="http://schemas.microsoft.com/office/drawing/2014/main" id="{A9F42E71-C7A4-84B3-BAB7-FF1E1B7A0323}"/>
                </a:ext>
              </a:extLst>
            </p:cNvPr>
            <p:cNvSpPr/>
            <p:nvPr/>
          </p:nvSpPr>
          <p:spPr>
            <a:xfrm>
              <a:off x="12077745" y="1946416"/>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75" name="Freeform: Shape 2074">
              <a:extLst>
                <a:ext uri="{FF2B5EF4-FFF2-40B4-BE49-F238E27FC236}">
                  <a16:creationId xmlns:a16="http://schemas.microsoft.com/office/drawing/2014/main" id="{BDC86DC6-2DE7-0188-384E-CDEE23B3FEC4}"/>
                </a:ext>
              </a:extLst>
            </p:cNvPr>
            <p:cNvSpPr/>
            <p:nvPr/>
          </p:nvSpPr>
          <p:spPr>
            <a:xfrm>
              <a:off x="7279135" y="206067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76" name="Freeform: Shape 2075">
              <a:extLst>
                <a:ext uri="{FF2B5EF4-FFF2-40B4-BE49-F238E27FC236}">
                  <a16:creationId xmlns:a16="http://schemas.microsoft.com/office/drawing/2014/main" id="{E0447152-8CF4-AAAF-2820-6948D3CAE15F}"/>
                </a:ext>
              </a:extLst>
            </p:cNvPr>
            <p:cNvSpPr/>
            <p:nvPr/>
          </p:nvSpPr>
          <p:spPr>
            <a:xfrm>
              <a:off x="7393391"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77" name="Freeform: Shape 2076">
              <a:extLst>
                <a:ext uri="{FF2B5EF4-FFF2-40B4-BE49-F238E27FC236}">
                  <a16:creationId xmlns:a16="http://schemas.microsoft.com/office/drawing/2014/main" id="{D791F76E-0289-6A2E-1A7A-8D425562B9E4}"/>
                </a:ext>
              </a:extLst>
            </p:cNvPr>
            <p:cNvSpPr/>
            <p:nvPr/>
          </p:nvSpPr>
          <p:spPr>
            <a:xfrm>
              <a:off x="7507646"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78" name="Freeform: Shape 2077">
              <a:extLst>
                <a:ext uri="{FF2B5EF4-FFF2-40B4-BE49-F238E27FC236}">
                  <a16:creationId xmlns:a16="http://schemas.microsoft.com/office/drawing/2014/main" id="{53E7841B-FD2B-A638-E96E-EB035E9E490A}"/>
                </a:ext>
              </a:extLst>
            </p:cNvPr>
            <p:cNvSpPr/>
            <p:nvPr/>
          </p:nvSpPr>
          <p:spPr>
            <a:xfrm>
              <a:off x="7621902"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79" name="Freeform: Shape 2078">
              <a:extLst>
                <a:ext uri="{FF2B5EF4-FFF2-40B4-BE49-F238E27FC236}">
                  <a16:creationId xmlns:a16="http://schemas.microsoft.com/office/drawing/2014/main" id="{8ED0C2D5-D3D2-5EC6-73A0-62C1012673DA}"/>
                </a:ext>
              </a:extLst>
            </p:cNvPr>
            <p:cNvSpPr/>
            <p:nvPr/>
          </p:nvSpPr>
          <p:spPr>
            <a:xfrm>
              <a:off x="7736158" y="206067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80" name="Freeform: Shape 2079">
              <a:extLst>
                <a:ext uri="{FF2B5EF4-FFF2-40B4-BE49-F238E27FC236}">
                  <a16:creationId xmlns:a16="http://schemas.microsoft.com/office/drawing/2014/main" id="{D45D7C8B-92EE-06E3-C8D1-970E84F36115}"/>
                </a:ext>
              </a:extLst>
            </p:cNvPr>
            <p:cNvSpPr/>
            <p:nvPr/>
          </p:nvSpPr>
          <p:spPr>
            <a:xfrm>
              <a:off x="7850414"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81" name="Freeform: Shape 2080">
              <a:extLst>
                <a:ext uri="{FF2B5EF4-FFF2-40B4-BE49-F238E27FC236}">
                  <a16:creationId xmlns:a16="http://schemas.microsoft.com/office/drawing/2014/main" id="{6DA36826-46CF-3CE6-5F95-73C9D8003297}"/>
                </a:ext>
              </a:extLst>
            </p:cNvPr>
            <p:cNvSpPr/>
            <p:nvPr/>
          </p:nvSpPr>
          <p:spPr>
            <a:xfrm>
              <a:off x="7964669"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82" name="Freeform: Shape 2081">
              <a:extLst>
                <a:ext uri="{FF2B5EF4-FFF2-40B4-BE49-F238E27FC236}">
                  <a16:creationId xmlns:a16="http://schemas.microsoft.com/office/drawing/2014/main" id="{29A873BF-E7CB-9AEB-2A04-2B8A24BB9494}"/>
                </a:ext>
              </a:extLst>
            </p:cNvPr>
            <p:cNvSpPr/>
            <p:nvPr/>
          </p:nvSpPr>
          <p:spPr>
            <a:xfrm>
              <a:off x="8078925" y="206067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83" name="Freeform: Shape 2082">
              <a:extLst>
                <a:ext uri="{FF2B5EF4-FFF2-40B4-BE49-F238E27FC236}">
                  <a16:creationId xmlns:a16="http://schemas.microsoft.com/office/drawing/2014/main" id="{370C35DF-3625-3582-F771-D2E75AACD57A}"/>
                </a:ext>
              </a:extLst>
            </p:cNvPr>
            <p:cNvSpPr/>
            <p:nvPr/>
          </p:nvSpPr>
          <p:spPr>
            <a:xfrm>
              <a:off x="8193181"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84" name="Freeform: Shape 2083">
              <a:extLst>
                <a:ext uri="{FF2B5EF4-FFF2-40B4-BE49-F238E27FC236}">
                  <a16:creationId xmlns:a16="http://schemas.microsoft.com/office/drawing/2014/main" id="{B07EBF1E-4B05-2211-7A24-02A0A4B72A0F}"/>
                </a:ext>
              </a:extLst>
            </p:cNvPr>
            <p:cNvSpPr/>
            <p:nvPr/>
          </p:nvSpPr>
          <p:spPr>
            <a:xfrm>
              <a:off x="8307437"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85" name="Freeform: Shape 2084">
              <a:extLst>
                <a:ext uri="{FF2B5EF4-FFF2-40B4-BE49-F238E27FC236}">
                  <a16:creationId xmlns:a16="http://schemas.microsoft.com/office/drawing/2014/main" id="{644288B9-E4D5-B1B5-B13E-7FEE1B4B5FF7}"/>
                </a:ext>
              </a:extLst>
            </p:cNvPr>
            <p:cNvSpPr/>
            <p:nvPr/>
          </p:nvSpPr>
          <p:spPr>
            <a:xfrm>
              <a:off x="8421648"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86" name="Freeform: Shape 2085">
              <a:extLst>
                <a:ext uri="{FF2B5EF4-FFF2-40B4-BE49-F238E27FC236}">
                  <a16:creationId xmlns:a16="http://schemas.microsoft.com/office/drawing/2014/main" id="{7CB07E46-0A6C-F8A1-EFE0-4C9A4B932B80}"/>
                </a:ext>
              </a:extLst>
            </p:cNvPr>
            <p:cNvSpPr/>
            <p:nvPr/>
          </p:nvSpPr>
          <p:spPr>
            <a:xfrm>
              <a:off x="8535904"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87" name="Freeform: Shape 2086">
              <a:extLst>
                <a:ext uri="{FF2B5EF4-FFF2-40B4-BE49-F238E27FC236}">
                  <a16:creationId xmlns:a16="http://schemas.microsoft.com/office/drawing/2014/main" id="{AA266570-F6D3-2D77-4384-5BFB6B0F6971}"/>
                </a:ext>
              </a:extLst>
            </p:cNvPr>
            <p:cNvSpPr/>
            <p:nvPr/>
          </p:nvSpPr>
          <p:spPr>
            <a:xfrm>
              <a:off x="8650160"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88" name="Freeform: Shape 2087">
              <a:extLst>
                <a:ext uri="{FF2B5EF4-FFF2-40B4-BE49-F238E27FC236}">
                  <a16:creationId xmlns:a16="http://schemas.microsoft.com/office/drawing/2014/main" id="{4ACA7307-0F9B-EB0B-C851-0DBD42E7C118}"/>
                </a:ext>
              </a:extLst>
            </p:cNvPr>
            <p:cNvSpPr/>
            <p:nvPr/>
          </p:nvSpPr>
          <p:spPr>
            <a:xfrm>
              <a:off x="8764416"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89" name="Freeform: Shape 2088">
              <a:extLst>
                <a:ext uri="{FF2B5EF4-FFF2-40B4-BE49-F238E27FC236}">
                  <a16:creationId xmlns:a16="http://schemas.microsoft.com/office/drawing/2014/main" id="{8DB04EAA-DED7-2AA7-5471-90F8C85539DC}"/>
                </a:ext>
              </a:extLst>
            </p:cNvPr>
            <p:cNvSpPr/>
            <p:nvPr/>
          </p:nvSpPr>
          <p:spPr>
            <a:xfrm>
              <a:off x="8878671" y="206067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90" name="Freeform: Shape 2089">
              <a:extLst>
                <a:ext uri="{FF2B5EF4-FFF2-40B4-BE49-F238E27FC236}">
                  <a16:creationId xmlns:a16="http://schemas.microsoft.com/office/drawing/2014/main" id="{FAFFF6F7-1276-2752-3CE0-C4D2AEFE9297}"/>
                </a:ext>
              </a:extLst>
            </p:cNvPr>
            <p:cNvSpPr/>
            <p:nvPr/>
          </p:nvSpPr>
          <p:spPr>
            <a:xfrm>
              <a:off x="8992927"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91" name="Freeform: Shape 2090">
              <a:extLst>
                <a:ext uri="{FF2B5EF4-FFF2-40B4-BE49-F238E27FC236}">
                  <a16:creationId xmlns:a16="http://schemas.microsoft.com/office/drawing/2014/main" id="{0C9EEA76-87EE-70D6-C04B-52A9F42C37E0}"/>
                </a:ext>
              </a:extLst>
            </p:cNvPr>
            <p:cNvSpPr/>
            <p:nvPr/>
          </p:nvSpPr>
          <p:spPr>
            <a:xfrm>
              <a:off x="9107183"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92" name="Freeform: Shape 2091">
              <a:extLst>
                <a:ext uri="{FF2B5EF4-FFF2-40B4-BE49-F238E27FC236}">
                  <a16:creationId xmlns:a16="http://schemas.microsoft.com/office/drawing/2014/main" id="{B79859C6-1177-4129-249E-EAFFD469C842}"/>
                </a:ext>
              </a:extLst>
            </p:cNvPr>
            <p:cNvSpPr/>
            <p:nvPr/>
          </p:nvSpPr>
          <p:spPr>
            <a:xfrm>
              <a:off x="9221439"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93" name="Freeform: Shape 2092">
              <a:extLst>
                <a:ext uri="{FF2B5EF4-FFF2-40B4-BE49-F238E27FC236}">
                  <a16:creationId xmlns:a16="http://schemas.microsoft.com/office/drawing/2014/main" id="{80114267-7DD7-186C-17FD-94884A837A7C}"/>
                </a:ext>
              </a:extLst>
            </p:cNvPr>
            <p:cNvSpPr/>
            <p:nvPr/>
          </p:nvSpPr>
          <p:spPr>
            <a:xfrm>
              <a:off x="9335695" y="206067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94" name="Freeform: Shape 2093">
              <a:extLst>
                <a:ext uri="{FF2B5EF4-FFF2-40B4-BE49-F238E27FC236}">
                  <a16:creationId xmlns:a16="http://schemas.microsoft.com/office/drawing/2014/main" id="{1E65F9E1-7847-C580-71BB-546D9B3D7A23}"/>
                </a:ext>
              </a:extLst>
            </p:cNvPr>
            <p:cNvSpPr/>
            <p:nvPr/>
          </p:nvSpPr>
          <p:spPr>
            <a:xfrm>
              <a:off x="9449950"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95" name="Freeform: Shape 2094">
              <a:extLst>
                <a:ext uri="{FF2B5EF4-FFF2-40B4-BE49-F238E27FC236}">
                  <a16:creationId xmlns:a16="http://schemas.microsoft.com/office/drawing/2014/main" id="{8B4B6AA0-F755-641C-28C8-DFBE09E760A7}"/>
                </a:ext>
              </a:extLst>
            </p:cNvPr>
            <p:cNvSpPr/>
            <p:nvPr/>
          </p:nvSpPr>
          <p:spPr>
            <a:xfrm>
              <a:off x="9564206"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96" name="Freeform: Shape 2095">
              <a:extLst>
                <a:ext uri="{FF2B5EF4-FFF2-40B4-BE49-F238E27FC236}">
                  <a16:creationId xmlns:a16="http://schemas.microsoft.com/office/drawing/2014/main" id="{5AD3B99E-AD96-875C-3CB6-583C40190A46}"/>
                </a:ext>
              </a:extLst>
            </p:cNvPr>
            <p:cNvSpPr/>
            <p:nvPr/>
          </p:nvSpPr>
          <p:spPr>
            <a:xfrm>
              <a:off x="9678418" y="206067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97" name="Freeform: Shape 2096">
              <a:extLst>
                <a:ext uri="{FF2B5EF4-FFF2-40B4-BE49-F238E27FC236}">
                  <a16:creationId xmlns:a16="http://schemas.microsoft.com/office/drawing/2014/main" id="{90C7EC06-E030-F3D5-DEF5-277E96D48386}"/>
                </a:ext>
              </a:extLst>
            </p:cNvPr>
            <p:cNvSpPr/>
            <p:nvPr/>
          </p:nvSpPr>
          <p:spPr>
            <a:xfrm>
              <a:off x="9792674"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98" name="Freeform: Shape 2097">
              <a:extLst>
                <a:ext uri="{FF2B5EF4-FFF2-40B4-BE49-F238E27FC236}">
                  <a16:creationId xmlns:a16="http://schemas.microsoft.com/office/drawing/2014/main" id="{48FD9665-6955-5580-E4AF-9FBEC0E6AC32}"/>
                </a:ext>
              </a:extLst>
            </p:cNvPr>
            <p:cNvSpPr/>
            <p:nvPr/>
          </p:nvSpPr>
          <p:spPr>
            <a:xfrm>
              <a:off x="9906929"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99" name="Freeform: Shape 2098">
              <a:extLst>
                <a:ext uri="{FF2B5EF4-FFF2-40B4-BE49-F238E27FC236}">
                  <a16:creationId xmlns:a16="http://schemas.microsoft.com/office/drawing/2014/main" id="{88BDE292-04BE-78FC-5042-8E24D5DC24C4}"/>
                </a:ext>
              </a:extLst>
            </p:cNvPr>
            <p:cNvSpPr/>
            <p:nvPr/>
          </p:nvSpPr>
          <p:spPr>
            <a:xfrm>
              <a:off x="10021185"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00" name="Freeform: Shape 2099">
              <a:extLst>
                <a:ext uri="{FF2B5EF4-FFF2-40B4-BE49-F238E27FC236}">
                  <a16:creationId xmlns:a16="http://schemas.microsoft.com/office/drawing/2014/main" id="{0FA132C0-8D89-C529-0D0F-4EED0A3C2B07}"/>
                </a:ext>
              </a:extLst>
            </p:cNvPr>
            <p:cNvSpPr/>
            <p:nvPr/>
          </p:nvSpPr>
          <p:spPr>
            <a:xfrm>
              <a:off x="10135441"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01" name="Freeform: Shape 2100">
              <a:extLst>
                <a:ext uri="{FF2B5EF4-FFF2-40B4-BE49-F238E27FC236}">
                  <a16:creationId xmlns:a16="http://schemas.microsoft.com/office/drawing/2014/main" id="{B5AA9BEA-A82C-F957-76BE-C47329F0B161}"/>
                </a:ext>
              </a:extLst>
            </p:cNvPr>
            <p:cNvSpPr/>
            <p:nvPr/>
          </p:nvSpPr>
          <p:spPr>
            <a:xfrm>
              <a:off x="10249697"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02" name="Freeform: Shape 2101">
              <a:extLst>
                <a:ext uri="{FF2B5EF4-FFF2-40B4-BE49-F238E27FC236}">
                  <a16:creationId xmlns:a16="http://schemas.microsoft.com/office/drawing/2014/main" id="{BCFB1F04-E51D-AA59-8FEC-854A9A778047}"/>
                </a:ext>
              </a:extLst>
            </p:cNvPr>
            <p:cNvSpPr/>
            <p:nvPr/>
          </p:nvSpPr>
          <p:spPr>
            <a:xfrm>
              <a:off x="10363952"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03" name="Freeform: Shape 2102">
              <a:extLst>
                <a:ext uri="{FF2B5EF4-FFF2-40B4-BE49-F238E27FC236}">
                  <a16:creationId xmlns:a16="http://schemas.microsoft.com/office/drawing/2014/main" id="{B7224032-3891-55BD-FC7C-FE66D975350B}"/>
                </a:ext>
              </a:extLst>
            </p:cNvPr>
            <p:cNvSpPr/>
            <p:nvPr/>
          </p:nvSpPr>
          <p:spPr>
            <a:xfrm>
              <a:off x="10478208" y="206067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04" name="Freeform: Shape 2103">
              <a:extLst>
                <a:ext uri="{FF2B5EF4-FFF2-40B4-BE49-F238E27FC236}">
                  <a16:creationId xmlns:a16="http://schemas.microsoft.com/office/drawing/2014/main" id="{19C787EE-927A-4156-07ED-F3EB8CC840C9}"/>
                </a:ext>
              </a:extLst>
            </p:cNvPr>
            <p:cNvSpPr/>
            <p:nvPr/>
          </p:nvSpPr>
          <p:spPr>
            <a:xfrm>
              <a:off x="10592464"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05" name="Freeform: Shape 2104">
              <a:extLst>
                <a:ext uri="{FF2B5EF4-FFF2-40B4-BE49-F238E27FC236}">
                  <a16:creationId xmlns:a16="http://schemas.microsoft.com/office/drawing/2014/main" id="{3A63A0DC-792D-8EF2-8FD5-E3E1388E82A5}"/>
                </a:ext>
              </a:extLst>
            </p:cNvPr>
            <p:cNvSpPr/>
            <p:nvPr/>
          </p:nvSpPr>
          <p:spPr>
            <a:xfrm>
              <a:off x="10706720"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06" name="Freeform: Shape 2105">
              <a:extLst>
                <a:ext uri="{FF2B5EF4-FFF2-40B4-BE49-F238E27FC236}">
                  <a16:creationId xmlns:a16="http://schemas.microsoft.com/office/drawing/2014/main" id="{615E5984-20C1-9617-D18C-80DF3723B26E}"/>
                </a:ext>
              </a:extLst>
            </p:cNvPr>
            <p:cNvSpPr/>
            <p:nvPr/>
          </p:nvSpPr>
          <p:spPr>
            <a:xfrm>
              <a:off x="10820976" y="2060672"/>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07" name="Freeform: Shape 2106">
              <a:extLst>
                <a:ext uri="{FF2B5EF4-FFF2-40B4-BE49-F238E27FC236}">
                  <a16:creationId xmlns:a16="http://schemas.microsoft.com/office/drawing/2014/main" id="{AE9CAAA9-4001-3574-55DC-6D1E1E1A79B5}"/>
                </a:ext>
              </a:extLst>
            </p:cNvPr>
            <p:cNvSpPr/>
            <p:nvPr/>
          </p:nvSpPr>
          <p:spPr>
            <a:xfrm>
              <a:off x="10935231"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08" name="Freeform: Shape 2107">
              <a:extLst>
                <a:ext uri="{FF2B5EF4-FFF2-40B4-BE49-F238E27FC236}">
                  <a16:creationId xmlns:a16="http://schemas.microsoft.com/office/drawing/2014/main" id="{86F0D581-06D6-DA4F-263D-2BFC61E62AB6}"/>
                </a:ext>
              </a:extLst>
            </p:cNvPr>
            <p:cNvSpPr/>
            <p:nvPr/>
          </p:nvSpPr>
          <p:spPr>
            <a:xfrm>
              <a:off x="11049443"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09" name="Freeform: Shape 2108">
              <a:extLst>
                <a:ext uri="{FF2B5EF4-FFF2-40B4-BE49-F238E27FC236}">
                  <a16:creationId xmlns:a16="http://schemas.microsoft.com/office/drawing/2014/main" id="{D6060616-A1E3-4B6F-5952-47A8BB42F762}"/>
                </a:ext>
              </a:extLst>
            </p:cNvPr>
            <p:cNvSpPr/>
            <p:nvPr/>
          </p:nvSpPr>
          <p:spPr>
            <a:xfrm>
              <a:off x="11163699" y="2060672"/>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10" name="Freeform: Shape 2109">
              <a:extLst>
                <a:ext uri="{FF2B5EF4-FFF2-40B4-BE49-F238E27FC236}">
                  <a16:creationId xmlns:a16="http://schemas.microsoft.com/office/drawing/2014/main" id="{8359D867-35F0-2B1C-0819-7E45CC4C300B}"/>
                </a:ext>
              </a:extLst>
            </p:cNvPr>
            <p:cNvSpPr/>
            <p:nvPr/>
          </p:nvSpPr>
          <p:spPr>
            <a:xfrm>
              <a:off x="11277955"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11" name="Freeform: Shape 2110">
              <a:extLst>
                <a:ext uri="{FF2B5EF4-FFF2-40B4-BE49-F238E27FC236}">
                  <a16:creationId xmlns:a16="http://schemas.microsoft.com/office/drawing/2014/main" id="{FD1AAAFE-5B4D-77FE-1C97-5BD225B385C8}"/>
                </a:ext>
              </a:extLst>
            </p:cNvPr>
            <p:cNvSpPr/>
            <p:nvPr/>
          </p:nvSpPr>
          <p:spPr>
            <a:xfrm>
              <a:off x="11392210"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12" name="Freeform: Shape 2111">
              <a:extLst>
                <a:ext uri="{FF2B5EF4-FFF2-40B4-BE49-F238E27FC236}">
                  <a16:creationId xmlns:a16="http://schemas.microsoft.com/office/drawing/2014/main" id="{CFB42311-1B45-DB18-112C-6F3267163FC8}"/>
                </a:ext>
              </a:extLst>
            </p:cNvPr>
            <p:cNvSpPr/>
            <p:nvPr/>
          </p:nvSpPr>
          <p:spPr>
            <a:xfrm>
              <a:off x="11506466" y="2060672"/>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13" name="Freeform: Shape 2112">
              <a:extLst>
                <a:ext uri="{FF2B5EF4-FFF2-40B4-BE49-F238E27FC236}">
                  <a16:creationId xmlns:a16="http://schemas.microsoft.com/office/drawing/2014/main" id="{3A24DAC7-3A23-E756-40A6-BE5117C1FB21}"/>
                </a:ext>
              </a:extLst>
            </p:cNvPr>
            <p:cNvSpPr/>
            <p:nvPr/>
          </p:nvSpPr>
          <p:spPr>
            <a:xfrm>
              <a:off x="11620722"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14" name="Freeform: Shape 2113">
              <a:extLst>
                <a:ext uri="{FF2B5EF4-FFF2-40B4-BE49-F238E27FC236}">
                  <a16:creationId xmlns:a16="http://schemas.microsoft.com/office/drawing/2014/main" id="{B25E678D-DCFD-9002-61D0-02879B2F2C1C}"/>
                </a:ext>
              </a:extLst>
            </p:cNvPr>
            <p:cNvSpPr/>
            <p:nvPr/>
          </p:nvSpPr>
          <p:spPr>
            <a:xfrm>
              <a:off x="11734978"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15" name="Freeform: Shape 2114">
              <a:extLst>
                <a:ext uri="{FF2B5EF4-FFF2-40B4-BE49-F238E27FC236}">
                  <a16:creationId xmlns:a16="http://schemas.microsoft.com/office/drawing/2014/main" id="{BE1E9425-DE35-1797-B871-970AF26940F4}"/>
                </a:ext>
              </a:extLst>
            </p:cNvPr>
            <p:cNvSpPr/>
            <p:nvPr/>
          </p:nvSpPr>
          <p:spPr>
            <a:xfrm>
              <a:off x="11849233"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16" name="Freeform: Shape 2115">
              <a:extLst>
                <a:ext uri="{FF2B5EF4-FFF2-40B4-BE49-F238E27FC236}">
                  <a16:creationId xmlns:a16="http://schemas.microsoft.com/office/drawing/2014/main" id="{11884A7B-E865-C7B2-2DDA-41E4EFCF25A6}"/>
                </a:ext>
              </a:extLst>
            </p:cNvPr>
            <p:cNvSpPr/>
            <p:nvPr/>
          </p:nvSpPr>
          <p:spPr>
            <a:xfrm>
              <a:off x="11963489"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17" name="Freeform: Shape 2116">
              <a:extLst>
                <a:ext uri="{FF2B5EF4-FFF2-40B4-BE49-F238E27FC236}">
                  <a16:creationId xmlns:a16="http://schemas.microsoft.com/office/drawing/2014/main" id="{77D26A05-C752-00EE-D811-53B536CEDFDB}"/>
                </a:ext>
              </a:extLst>
            </p:cNvPr>
            <p:cNvSpPr/>
            <p:nvPr/>
          </p:nvSpPr>
          <p:spPr>
            <a:xfrm>
              <a:off x="12077745" y="2060672"/>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18" name="Freeform: Shape 2117">
              <a:extLst>
                <a:ext uri="{FF2B5EF4-FFF2-40B4-BE49-F238E27FC236}">
                  <a16:creationId xmlns:a16="http://schemas.microsoft.com/office/drawing/2014/main" id="{B549517A-2C25-A9BC-CB2C-383C459C09AD}"/>
                </a:ext>
              </a:extLst>
            </p:cNvPr>
            <p:cNvSpPr/>
            <p:nvPr/>
          </p:nvSpPr>
          <p:spPr>
            <a:xfrm>
              <a:off x="7279135" y="217492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19" name="Freeform: Shape 2118">
              <a:extLst>
                <a:ext uri="{FF2B5EF4-FFF2-40B4-BE49-F238E27FC236}">
                  <a16:creationId xmlns:a16="http://schemas.microsoft.com/office/drawing/2014/main" id="{ED75E30F-B47E-37C6-D4EE-F669E0C36948}"/>
                </a:ext>
              </a:extLst>
            </p:cNvPr>
            <p:cNvSpPr/>
            <p:nvPr/>
          </p:nvSpPr>
          <p:spPr>
            <a:xfrm>
              <a:off x="7393391"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20" name="Freeform: Shape 2119">
              <a:extLst>
                <a:ext uri="{FF2B5EF4-FFF2-40B4-BE49-F238E27FC236}">
                  <a16:creationId xmlns:a16="http://schemas.microsoft.com/office/drawing/2014/main" id="{5CD0A266-76A5-A983-9C24-41F099BA6502}"/>
                </a:ext>
              </a:extLst>
            </p:cNvPr>
            <p:cNvSpPr/>
            <p:nvPr/>
          </p:nvSpPr>
          <p:spPr>
            <a:xfrm>
              <a:off x="7507646"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21" name="Freeform: Shape 2120">
              <a:extLst>
                <a:ext uri="{FF2B5EF4-FFF2-40B4-BE49-F238E27FC236}">
                  <a16:creationId xmlns:a16="http://schemas.microsoft.com/office/drawing/2014/main" id="{D8DB6C00-CA16-EA2F-94EC-F5A34B17CC26}"/>
                </a:ext>
              </a:extLst>
            </p:cNvPr>
            <p:cNvSpPr/>
            <p:nvPr/>
          </p:nvSpPr>
          <p:spPr>
            <a:xfrm>
              <a:off x="7621902"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22" name="Freeform: Shape 2121">
              <a:extLst>
                <a:ext uri="{FF2B5EF4-FFF2-40B4-BE49-F238E27FC236}">
                  <a16:creationId xmlns:a16="http://schemas.microsoft.com/office/drawing/2014/main" id="{746427D4-1A9F-5D90-607C-906488A57EF9}"/>
                </a:ext>
              </a:extLst>
            </p:cNvPr>
            <p:cNvSpPr/>
            <p:nvPr/>
          </p:nvSpPr>
          <p:spPr>
            <a:xfrm>
              <a:off x="7736158" y="217492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23" name="Freeform: Shape 2122">
              <a:extLst>
                <a:ext uri="{FF2B5EF4-FFF2-40B4-BE49-F238E27FC236}">
                  <a16:creationId xmlns:a16="http://schemas.microsoft.com/office/drawing/2014/main" id="{D3F1C890-ABDD-55FB-5C29-0D486F0FE2EE}"/>
                </a:ext>
              </a:extLst>
            </p:cNvPr>
            <p:cNvSpPr/>
            <p:nvPr/>
          </p:nvSpPr>
          <p:spPr>
            <a:xfrm>
              <a:off x="7850414"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24" name="Freeform: Shape 2123">
              <a:extLst>
                <a:ext uri="{FF2B5EF4-FFF2-40B4-BE49-F238E27FC236}">
                  <a16:creationId xmlns:a16="http://schemas.microsoft.com/office/drawing/2014/main" id="{DA3F9635-5B3A-7FCA-4088-90C737DAEB7D}"/>
                </a:ext>
              </a:extLst>
            </p:cNvPr>
            <p:cNvSpPr/>
            <p:nvPr/>
          </p:nvSpPr>
          <p:spPr>
            <a:xfrm>
              <a:off x="7964669"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25" name="Freeform: Shape 2124">
              <a:extLst>
                <a:ext uri="{FF2B5EF4-FFF2-40B4-BE49-F238E27FC236}">
                  <a16:creationId xmlns:a16="http://schemas.microsoft.com/office/drawing/2014/main" id="{99600C1A-6574-B1AD-2F35-5BB0080875DF}"/>
                </a:ext>
              </a:extLst>
            </p:cNvPr>
            <p:cNvSpPr/>
            <p:nvPr/>
          </p:nvSpPr>
          <p:spPr>
            <a:xfrm>
              <a:off x="8078925" y="217492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26" name="Freeform: Shape 2125">
              <a:extLst>
                <a:ext uri="{FF2B5EF4-FFF2-40B4-BE49-F238E27FC236}">
                  <a16:creationId xmlns:a16="http://schemas.microsoft.com/office/drawing/2014/main" id="{C0E984FE-A3DF-94CA-8CC8-A1EC19DA65B5}"/>
                </a:ext>
              </a:extLst>
            </p:cNvPr>
            <p:cNvSpPr/>
            <p:nvPr/>
          </p:nvSpPr>
          <p:spPr>
            <a:xfrm>
              <a:off x="8193181"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27" name="Freeform: Shape 2126">
              <a:extLst>
                <a:ext uri="{FF2B5EF4-FFF2-40B4-BE49-F238E27FC236}">
                  <a16:creationId xmlns:a16="http://schemas.microsoft.com/office/drawing/2014/main" id="{06C59302-0411-53DD-3DC1-ED5F720A8553}"/>
                </a:ext>
              </a:extLst>
            </p:cNvPr>
            <p:cNvSpPr/>
            <p:nvPr/>
          </p:nvSpPr>
          <p:spPr>
            <a:xfrm>
              <a:off x="8307437"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28" name="Freeform: Shape 2127">
              <a:extLst>
                <a:ext uri="{FF2B5EF4-FFF2-40B4-BE49-F238E27FC236}">
                  <a16:creationId xmlns:a16="http://schemas.microsoft.com/office/drawing/2014/main" id="{8B044EE5-82F3-D833-7FF1-7A5072EE2CDA}"/>
                </a:ext>
              </a:extLst>
            </p:cNvPr>
            <p:cNvSpPr/>
            <p:nvPr/>
          </p:nvSpPr>
          <p:spPr>
            <a:xfrm>
              <a:off x="8421648"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29" name="Freeform: Shape 2128">
              <a:extLst>
                <a:ext uri="{FF2B5EF4-FFF2-40B4-BE49-F238E27FC236}">
                  <a16:creationId xmlns:a16="http://schemas.microsoft.com/office/drawing/2014/main" id="{A98CBE7F-C9D3-0305-6537-FE342B317CBD}"/>
                </a:ext>
              </a:extLst>
            </p:cNvPr>
            <p:cNvSpPr/>
            <p:nvPr/>
          </p:nvSpPr>
          <p:spPr>
            <a:xfrm>
              <a:off x="8535904"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30" name="Freeform: Shape 2129">
              <a:extLst>
                <a:ext uri="{FF2B5EF4-FFF2-40B4-BE49-F238E27FC236}">
                  <a16:creationId xmlns:a16="http://schemas.microsoft.com/office/drawing/2014/main" id="{9081D872-8D50-7358-A6C8-CCF4DDEAA942}"/>
                </a:ext>
              </a:extLst>
            </p:cNvPr>
            <p:cNvSpPr/>
            <p:nvPr/>
          </p:nvSpPr>
          <p:spPr>
            <a:xfrm>
              <a:off x="8650160"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31" name="Freeform: Shape 2130">
              <a:extLst>
                <a:ext uri="{FF2B5EF4-FFF2-40B4-BE49-F238E27FC236}">
                  <a16:creationId xmlns:a16="http://schemas.microsoft.com/office/drawing/2014/main" id="{89B15A96-3055-FECA-C427-B56D60B9B811}"/>
                </a:ext>
              </a:extLst>
            </p:cNvPr>
            <p:cNvSpPr/>
            <p:nvPr/>
          </p:nvSpPr>
          <p:spPr>
            <a:xfrm>
              <a:off x="8764416"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32" name="Freeform: Shape 2131">
              <a:extLst>
                <a:ext uri="{FF2B5EF4-FFF2-40B4-BE49-F238E27FC236}">
                  <a16:creationId xmlns:a16="http://schemas.microsoft.com/office/drawing/2014/main" id="{F0ECB0B8-CF93-C5C2-55E9-DF6815C466BE}"/>
                </a:ext>
              </a:extLst>
            </p:cNvPr>
            <p:cNvSpPr/>
            <p:nvPr/>
          </p:nvSpPr>
          <p:spPr>
            <a:xfrm>
              <a:off x="8878671" y="217492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33" name="Freeform: Shape 2132">
              <a:extLst>
                <a:ext uri="{FF2B5EF4-FFF2-40B4-BE49-F238E27FC236}">
                  <a16:creationId xmlns:a16="http://schemas.microsoft.com/office/drawing/2014/main" id="{918E015C-5E2C-B3D1-D5FD-FACE95954174}"/>
                </a:ext>
              </a:extLst>
            </p:cNvPr>
            <p:cNvSpPr/>
            <p:nvPr/>
          </p:nvSpPr>
          <p:spPr>
            <a:xfrm>
              <a:off x="8992927"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34" name="Freeform: Shape 2133">
              <a:extLst>
                <a:ext uri="{FF2B5EF4-FFF2-40B4-BE49-F238E27FC236}">
                  <a16:creationId xmlns:a16="http://schemas.microsoft.com/office/drawing/2014/main" id="{55C9AF37-52F2-5485-6D2B-7889C94EE572}"/>
                </a:ext>
              </a:extLst>
            </p:cNvPr>
            <p:cNvSpPr/>
            <p:nvPr/>
          </p:nvSpPr>
          <p:spPr>
            <a:xfrm>
              <a:off x="9107183"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35" name="Freeform: Shape 2134">
              <a:extLst>
                <a:ext uri="{FF2B5EF4-FFF2-40B4-BE49-F238E27FC236}">
                  <a16:creationId xmlns:a16="http://schemas.microsoft.com/office/drawing/2014/main" id="{A4669836-D0C2-DB0C-76B1-0201D1502B32}"/>
                </a:ext>
              </a:extLst>
            </p:cNvPr>
            <p:cNvSpPr/>
            <p:nvPr/>
          </p:nvSpPr>
          <p:spPr>
            <a:xfrm>
              <a:off x="9221439"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36" name="Freeform: Shape 2135">
              <a:extLst>
                <a:ext uri="{FF2B5EF4-FFF2-40B4-BE49-F238E27FC236}">
                  <a16:creationId xmlns:a16="http://schemas.microsoft.com/office/drawing/2014/main" id="{2DC989F4-6B94-56EC-B26F-3FA348FC001F}"/>
                </a:ext>
              </a:extLst>
            </p:cNvPr>
            <p:cNvSpPr/>
            <p:nvPr/>
          </p:nvSpPr>
          <p:spPr>
            <a:xfrm>
              <a:off x="9335695" y="217492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37" name="Freeform: Shape 2136">
              <a:extLst>
                <a:ext uri="{FF2B5EF4-FFF2-40B4-BE49-F238E27FC236}">
                  <a16:creationId xmlns:a16="http://schemas.microsoft.com/office/drawing/2014/main" id="{57890FB3-E6B9-5CDF-52DC-207F2A0DEACC}"/>
                </a:ext>
              </a:extLst>
            </p:cNvPr>
            <p:cNvSpPr/>
            <p:nvPr/>
          </p:nvSpPr>
          <p:spPr>
            <a:xfrm>
              <a:off x="9449950"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38" name="Freeform: Shape 2137">
              <a:extLst>
                <a:ext uri="{FF2B5EF4-FFF2-40B4-BE49-F238E27FC236}">
                  <a16:creationId xmlns:a16="http://schemas.microsoft.com/office/drawing/2014/main" id="{E89B7693-DF4E-3106-1D33-E4AA7CAEB8E8}"/>
                </a:ext>
              </a:extLst>
            </p:cNvPr>
            <p:cNvSpPr/>
            <p:nvPr/>
          </p:nvSpPr>
          <p:spPr>
            <a:xfrm>
              <a:off x="9564206"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39" name="Freeform: Shape 2138">
              <a:extLst>
                <a:ext uri="{FF2B5EF4-FFF2-40B4-BE49-F238E27FC236}">
                  <a16:creationId xmlns:a16="http://schemas.microsoft.com/office/drawing/2014/main" id="{DA4C8C94-627A-439F-196D-E0AA1D73E7BE}"/>
                </a:ext>
              </a:extLst>
            </p:cNvPr>
            <p:cNvSpPr/>
            <p:nvPr/>
          </p:nvSpPr>
          <p:spPr>
            <a:xfrm>
              <a:off x="9678418" y="217492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40" name="Freeform: Shape 2139">
              <a:extLst>
                <a:ext uri="{FF2B5EF4-FFF2-40B4-BE49-F238E27FC236}">
                  <a16:creationId xmlns:a16="http://schemas.microsoft.com/office/drawing/2014/main" id="{9B7D165F-69FD-D1B8-236F-565DBB710FC9}"/>
                </a:ext>
              </a:extLst>
            </p:cNvPr>
            <p:cNvSpPr/>
            <p:nvPr/>
          </p:nvSpPr>
          <p:spPr>
            <a:xfrm>
              <a:off x="9792674"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41" name="Freeform: Shape 2140">
              <a:extLst>
                <a:ext uri="{FF2B5EF4-FFF2-40B4-BE49-F238E27FC236}">
                  <a16:creationId xmlns:a16="http://schemas.microsoft.com/office/drawing/2014/main" id="{4C61901A-128A-4762-4E6A-05B1FCBAB70C}"/>
                </a:ext>
              </a:extLst>
            </p:cNvPr>
            <p:cNvSpPr/>
            <p:nvPr/>
          </p:nvSpPr>
          <p:spPr>
            <a:xfrm>
              <a:off x="9906929"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42" name="Freeform: Shape 2141">
              <a:extLst>
                <a:ext uri="{FF2B5EF4-FFF2-40B4-BE49-F238E27FC236}">
                  <a16:creationId xmlns:a16="http://schemas.microsoft.com/office/drawing/2014/main" id="{59BE76B4-D0E2-7BE9-7BA7-FBF3145A870F}"/>
                </a:ext>
              </a:extLst>
            </p:cNvPr>
            <p:cNvSpPr/>
            <p:nvPr/>
          </p:nvSpPr>
          <p:spPr>
            <a:xfrm>
              <a:off x="10021185"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43" name="Freeform: Shape 2142">
              <a:extLst>
                <a:ext uri="{FF2B5EF4-FFF2-40B4-BE49-F238E27FC236}">
                  <a16:creationId xmlns:a16="http://schemas.microsoft.com/office/drawing/2014/main" id="{3AF9B2A9-AC93-27F3-C49E-758FE9A0D332}"/>
                </a:ext>
              </a:extLst>
            </p:cNvPr>
            <p:cNvSpPr/>
            <p:nvPr/>
          </p:nvSpPr>
          <p:spPr>
            <a:xfrm>
              <a:off x="10135441"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44" name="Freeform: Shape 2143">
              <a:extLst>
                <a:ext uri="{FF2B5EF4-FFF2-40B4-BE49-F238E27FC236}">
                  <a16:creationId xmlns:a16="http://schemas.microsoft.com/office/drawing/2014/main" id="{0B769A8B-F184-99F4-016E-478192F5775B}"/>
                </a:ext>
              </a:extLst>
            </p:cNvPr>
            <p:cNvSpPr/>
            <p:nvPr/>
          </p:nvSpPr>
          <p:spPr>
            <a:xfrm>
              <a:off x="10249697"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45" name="Freeform: Shape 2144">
              <a:extLst>
                <a:ext uri="{FF2B5EF4-FFF2-40B4-BE49-F238E27FC236}">
                  <a16:creationId xmlns:a16="http://schemas.microsoft.com/office/drawing/2014/main" id="{6060E2CC-9C0A-21C5-B0F6-77CFD2DDA29B}"/>
                </a:ext>
              </a:extLst>
            </p:cNvPr>
            <p:cNvSpPr/>
            <p:nvPr/>
          </p:nvSpPr>
          <p:spPr>
            <a:xfrm>
              <a:off x="10363952"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46" name="Freeform: Shape 2145">
              <a:extLst>
                <a:ext uri="{FF2B5EF4-FFF2-40B4-BE49-F238E27FC236}">
                  <a16:creationId xmlns:a16="http://schemas.microsoft.com/office/drawing/2014/main" id="{CF56C50F-A098-4AD3-D9F8-7C4152C26048}"/>
                </a:ext>
              </a:extLst>
            </p:cNvPr>
            <p:cNvSpPr/>
            <p:nvPr/>
          </p:nvSpPr>
          <p:spPr>
            <a:xfrm>
              <a:off x="10478208" y="217492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47" name="Freeform: Shape 2146">
              <a:extLst>
                <a:ext uri="{FF2B5EF4-FFF2-40B4-BE49-F238E27FC236}">
                  <a16:creationId xmlns:a16="http://schemas.microsoft.com/office/drawing/2014/main" id="{1C13C44B-8DC2-6CDE-7218-3E5CB952EF04}"/>
                </a:ext>
              </a:extLst>
            </p:cNvPr>
            <p:cNvSpPr/>
            <p:nvPr/>
          </p:nvSpPr>
          <p:spPr>
            <a:xfrm>
              <a:off x="10592464"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48" name="Freeform: Shape 2147">
              <a:extLst>
                <a:ext uri="{FF2B5EF4-FFF2-40B4-BE49-F238E27FC236}">
                  <a16:creationId xmlns:a16="http://schemas.microsoft.com/office/drawing/2014/main" id="{D904EE38-F9B9-3E82-61DE-E33576E56C23}"/>
                </a:ext>
              </a:extLst>
            </p:cNvPr>
            <p:cNvSpPr/>
            <p:nvPr/>
          </p:nvSpPr>
          <p:spPr>
            <a:xfrm>
              <a:off x="10706720"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49" name="Freeform: Shape 2148">
              <a:extLst>
                <a:ext uri="{FF2B5EF4-FFF2-40B4-BE49-F238E27FC236}">
                  <a16:creationId xmlns:a16="http://schemas.microsoft.com/office/drawing/2014/main" id="{BA35D348-8BD5-77D1-0A11-66D7E1190A4D}"/>
                </a:ext>
              </a:extLst>
            </p:cNvPr>
            <p:cNvSpPr/>
            <p:nvPr/>
          </p:nvSpPr>
          <p:spPr>
            <a:xfrm>
              <a:off x="10820976" y="2174927"/>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50" name="Freeform: Shape 2149">
              <a:extLst>
                <a:ext uri="{FF2B5EF4-FFF2-40B4-BE49-F238E27FC236}">
                  <a16:creationId xmlns:a16="http://schemas.microsoft.com/office/drawing/2014/main" id="{C3408209-4DDE-3D2C-B25D-0CBF43A2ABFB}"/>
                </a:ext>
              </a:extLst>
            </p:cNvPr>
            <p:cNvSpPr/>
            <p:nvPr/>
          </p:nvSpPr>
          <p:spPr>
            <a:xfrm>
              <a:off x="10935231"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51" name="Freeform: Shape 2150">
              <a:extLst>
                <a:ext uri="{FF2B5EF4-FFF2-40B4-BE49-F238E27FC236}">
                  <a16:creationId xmlns:a16="http://schemas.microsoft.com/office/drawing/2014/main" id="{6A5332E5-4928-0D6E-5954-5E3A178ABDB7}"/>
                </a:ext>
              </a:extLst>
            </p:cNvPr>
            <p:cNvSpPr/>
            <p:nvPr/>
          </p:nvSpPr>
          <p:spPr>
            <a:xfrm>
              <a:off x="11049443"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52" name="Freeform: Shape 2151">
              <a:extLst>
                <a:ext uri="{FF2B5EF4-FFF2-40B4-BE49-F238E27FC236}">
                  <a16:creationId xmlns:a16="http://schemas.microsoft.com/office/drawing/2014/main" id="{ACC41F18-F4D6-8565-85F7-B3C91E707B19}"/>
                </a:ext>
              </a:extLst>
            </p:cNvPr>
            <p:cNvSpPr/>
            <p:nvPr/>
          </p:nvSpPr>
          <p:spPr>
            <a:xfrm>
              <a:off x="11163699" y="2174927"/>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53" name="Freeform: Shape 2152">
              <a:extLst>
                <a:ext uri="{FF2B5EF4-FFF2-40B4-BE49-F238E27FC236}">
                  <a16:creationId xmlns:a16="http://schemas.microsoft.com/office/drawing/2014/main" id="{6CFBCBE5-C35E-3999-3179-C2C1D45DB62D}"/>
                </a:ext>
              </a:extLst>
            </p:cNvPr>
            <p:cNvSpPr/>
            <p:nvPr/>
          </p:nvSpPr>
          <p:spPr>
            <a:xfrm>
              <a:off x="11277955"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54" name="Freeform: Shape 2153">
              <a:extLst>
                <a:ext uri="{FF2B5EF4-FFF2-40B4-BE49-F238E27FC236}">
                  <a16:creationId xmlns:a16="http://schemas.microsoft.com/office/drawing/2014/main" id="{A42691AF-DE1B-4AED-EDAE-B5A7E6ED7628}"/>
                </a:ext>
              </a:extLst>
            </p:cNvPr>
            <p:cNvSpPr/>
            <p:nvPr/>
          </p:nvSpPr>
          <p:spPr>
            <a:xfrm>
              <a:off x="11392210"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55" name="Freeform: Shape 2154">
              <a:extLst>
                <a:ext uri="{FF2B5EF4-FFF2-40B4-BE49-F238E27FC236}">
                  <a16:creationId xmlns:a16="http://schemas.microsoft.com/office/drawing/2014/main" id="{CDC7A597-16FF-EF0E-FB30-F3EA01377E3E}"/>
                </a:ext>
              </a:extLst>
            </p:cNvPr>
            <p:cNvSpPr/>
            <p:nvPr/>
          </p:nvSpPr>
          <p:spPr>
            <a:xfrm>
              <a:off x="11506466" y="2174927"/>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56" name="Freeform: Shape 2155">
              <a:extLst>
                <a:ext uri="{FF2B5EF4-FFF2-40B4-BE49-F238E27FC236}">
                  <a16:creationId xmlns:a16="http://schemas.microsoft.com/office/drawing/2014/main" id="{2E5E31E1-7DC9-7CCF-B40C-FD139068242A}"/>
                </a:ext>
              </a:extLst>
            </p:cNvPr>
            <p:cNvSpPr/>
            <p:nvPr/>
          </p:nvSpPr>
          <p:spPr>
            <a:xfrm>
              <a:off x="11620722"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57" name="Freeform: Shape 2156">
              <a:extLst>
                <a:ext uri="{FF2B5EF4-FFF2-40B4-BE49-F238E27FC236}">
                  <a16:creationId xmlns:a16="http://schemas.microsoft.com/office/drawing/2014/main" id="{D467C739-8BAE-226E-EAB8-39C2A0AE24B2}"/>
                </a:ext>
              </a:extLst>
            </p:cNvPr>
            <p:cNvSpPr/>
            <p:nvPr/>
          </p:nvSpPr>
          <p:spPr>
            <a:xfrm>
              <a:off x="11734978"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58" name="Freeform: Shape 2157">
              <a:extLst>
                <a:ext uri="{FF2B5EF4-FFF2-40B4-BE49-F238E27FC236}">
                  <a16:creationId xmlns:a16="http://schemas.microsoft.com/office/drawing/2014/main" id="{763D6FF0-48F2-26C7-A51B-71E6B3248173}"/>
                </a:ext>
              </a:extLst>
            </p:cNvPr>
            <p:cNvSpPr/>
            <p:nvPr/>
          </p:nvSpPr>
          <p:spPr>
            <a:xfrm>
              <a:off x="11849233"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59" name="Freeform: Shape 2158">
              <a:extLst>
                <a:ext uri="{FF2B5EF4-FFF2-40B4-BE49-F238E27FC236}">
                  <a16:creationId xmlns:a16="http://schemas.microsoft.com/office/drawing/2014/main" id="{C580B946-4360-882A-4237-17A2C5DDDCD3}"/>
                </a:ext>
              </a:extLst>
            </p:cNvPr>
            <p:cNvSpPr/>
            <p:nvPr/>
          </p:nvSpPr>
          <p:spPr>
            <a:xfrm>
              <a:off x="11963489"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60" name="Freeform: Shape 2159">
              <a:extLst>
                <a:ext uri="{FF2B5EF4-FFF2-40B4-BE49-F238E27FC236}">
                  <a16:creationId xmlns:a16="http://schemas.microsoft.com/office/drawing/2014/main" id="{C9D9988B-E37B-553F-0055-C2D10C0E9C67}"/>
                </a:ext>
              </a:extLst>
            </p:cNvPr>
            <p:cNvSpPr/>
            <p:nvPr/>
          </p:nvSpPr>
          <p:spPr>
            <a:xfrm>
              <a:off x="12077745" y="2174927"/>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61" name="Freeform: Shape 2160">
              <a:extLst>
                <a:ext uri="{FF2B5EF4-FFF2-40B4-BE49-F238E27FC236}">
                  <a16:creationId xmlns:a16="http://schemas.microsoft.com/office/drawing/2014/main" id="{DE94345D-C393-6D60-9D28-2C9B92E35443}"/>
                </a:ext>
              </a:extLst>
            </p:cNvPr>
            <p:cNvSpPr/>
            <p:nvPr/>
          </p:nvSpPr>
          <p:spPr>
            <a:xfrm>
              <a:off x="7279135" y="228918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62" name="Freeform: Shape 2161">
              <a:extLst>
                <a:ext uri="{FF2B5EF4-FFF2-40B4-BE49-F238E27FC236}">
                  <a16:creationId xmlns:a16="http://schemas.microsoft.com/office/drawing/2014/main" id="{95500B9B-9400-8A1C-327E-4879C79B5D1F}"/>
                </a:ext>
              </a:extLst>
            </p:cNvPr>
            <p:cNvSpPr/>
            <p:nvPr/>
          </p:nvSpPr>
          <p:spPr>
            <a:xfrm>
              <a:off x="7393391"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63" name="Freeform: Shape 2162">
              <a:extLst>
                <a:ext uri="{FF2B5EF4-FFF2-40B4-BE49-F238E27FC236}">
                  <a16:creationId xmlns:a16="http://schemas.microsoft.com/office/drawing/2014/main" id="{949E4793-ADE4-981F-9843-0E3D98DDD609}"/>
                </a:ext>
              </a:extLst>
            </p:cNvPr>
            <p:cNvSpPr/>
            <p:nvPr/>
          </p:nvSpPr>
          <p:spPr>
            <a:xfrm>
              <a:off x="7507646"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64" name="Freeform: Shape 2163">
              <a:extLst>
                <a:ext uri="{FF2B5EF4-FFF2-40B4-BE49-F238E27FC236}">
                  <a16:creationId xmlns:a16="http://schemas.microsoft.com/office/drawing/2014/main" id="{7A86DBFE-2C1D-94F4-0BC3-C7B6091762A8}"/>
                </a:ext>
              </a:extLst>
            </p:cNvPr>
            <p:cNvSpPr/>
            <p:nvPr/>
          </p:nvSpPr>
          <p:spPr>
            <a:xfrm>
              <a:off x="7621902"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65" name="Freeform: Shape 2164">
              <a:extLst>
                <a:ext uri="{FF2B5EF4-FFF2-40B4-BE49-F238E27FC236}">
                  <a16:creationId xmlns:a16="http://schemas.microsoft.com/office/drawing/2014/main" id="{A4B58068-295F-4004-F5BD-2EC6FECBA5F5}"/>
                </a:ext>
              </a:extLst>
            </p:cNvPr>
            <p:cNvSpPr/>
            <p:nvPr/>
          </p:nvSpPr>
          <p:spPr>
            <a:xfrm>
              <a:off x="7736158" y="228918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66" name="Freeform: Shape 2165">
              <a:extLst>
                <a:ext uri="{FF2B5EF4-FFF2-40B4-BE49-F238E27FC236}">
                  <a16:creationId xmlns:a16="http://schemas.microsoft.com/office/drawing/2014/main" id="{2BFD35B3-9412-7C00-8E64-D87EF96333D2}"/>
                </a:ext>
              </a:extLst>
            </p:cNvPr>
            <p:cNvSpPr/>
            <p:nvPr/>
          </p:nvSpPr>
          <p:spPr>
            <a:xfrm>
              <a:off x="7850414"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67" name="Freeform: Shape 2166">
              <a:extLst>
                <a:ext uri="{FF2B5EF4-FFF2-40B4-BE49-F238E27FC236}">
                  <a16:creationId xmlns:a16="http://schemas.microsoft.com/office/drawing/2014/main" id="{B2788CB2-8A1B-D27B-E51C-3A895C4CB6CF}"/>
                </a:ext>
              </a:extLst>
            </p:cNvPr>
            <p:cNvSpPr/>
            <p:nvPr/>
          </p:nvSpPr>
          <p:spPr>
            <a:xfrm>
              <a:off x="7964669"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68" name="Freeform: Shape 2167">
              <a:extLst>
                <a:ext uri="{FF2B5EF4-FFF2-40B4-BE49-F238E27FC236}">
                  <a16:creationId xmlns:a16="http://schemas.microsoft.com/office/drawing/2014/main" id="{7D4C0066-6652-473B-98F5-44D94C6302B2}"/>
                </a:ext>
              </a:extLst>
            </p:cNvPr>
            <p:cNvSpPr/>
            <p:nvPr/>
          </p:nvSpPr>
          <p:spPr>
            <a:xfrm>
              <a:off x="8078925" y="228918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69" name="Freeform: Shape 2168">
              <a:extLst>
                <a:ext uri="{FF2B5EF4-FFF2-40B4-BE49-F238E27FC236}">
                  <a16:creationId xmlns:a16="http://schemas.microsoft.com/office/drawing/2014/main" id="{53A5D256-55B6-FC44-15DF-956853B8D15C}"/>
                </a:ext>
              </a:extLst>
            </p:cNvPr>
            <p:cNvSpPr/>
            <p:nvPr/>
          </p:nvSpPr>
          <p:spPr>
            <a:xfrm>
              <a:off x="8193181"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70" name="Freeform: Shape 2169">
              <a:extLst>
                <a:ext uri="{FF2B5EF4-FFF2-40B4-BE49-F238E27FC236}">
                  <a16:creationId xmlns:a16="http://schemas.microsoft.com/office/drawing/2014/main" id="{BE47D843-FE35-E70C-BD86-FA30F905AAF4}"/>
                </a:ext>
              </a:extLst>
            </p:cNvPr>
            <p:cNvSpPr/>
            <p:nvPr/>
          </p:nvSpPr>
          <p:spPr>
            <a:xfrm>
              <a:off x="8307437"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71" name="Freeform: Shape 2170">
              <a:extLst>
                <a:ext uri="{FF2B5EF4-FFF2-40B4-BE49-F238E27FC236}">
                  <a16:creationId xmlns:a16="http://schemas.microsoft.com/office/drawing/2014/main" id="{14EF7E48-8A9E-0BF5-11D1-3C9363234FF8}"/>
                </a:ext>
              </a:extLst>
            </p:cNvPr>
            <p:cNvSpPr/>
            <p:nvPr/>
          </p:nvSpPr>
          <p:spPr>
            <a:xfrm>
              <a:off x="8421648"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72" name="Freeform: Shape 2171">
              <a:extLst>
                <a:ext uri="{FF2B5EF4-FFF2-40B4-BE49-F238E27FC236}">
                  <a16:creationId xmlns:a16="http://schemas.microsoft.com/office/drawing/2014/main" id="{9ACFAFB2-81E6-5564-7147-51EF1ADB800A}"/>
                </a:ext>
              </a:extLst>
            </p:cNvPr>
            <p:cNvSpPr/>
            <p:nvPr/>
          </p:nvSpPr>
          <p:spPr>
            <a:xfrm>
              <a:off x="8535904"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73" name="Freeform: Shape 2172">
              <a:extLst>
                <a:ext uri="{FF2B5EF4-FFF2-40B4-BE49-F238E27FC236}">
                  <a16:creationId xmlns:a16="http://schemas.microsoft.com/office/drawing/2014/main" id="{BB3F043D-3653-AC42-CFCC-06AE8D09C5B4}"/>
                </a:ext>
              </a:extLst>
            </p:cNvPr>
            <p:cNvSpPr/>
            <p:nvPr/>
          </p:nvSpPr>
          <p:spPr>
            <a:xfrm>
              <a:off x="8650160"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74" name="Freeform: Shape 2173">
              <a:extLst>
                <a:ext uri="{FF2B5EF4-FFF2-40B4-BE49-F238E27FC236}">
                  <a16:creationId xmlns:a16="http://schemas.microsoft.com/office/drawing/2014/main" id="{1764885D-0538-D4F8-F578-A91D523A4CF5}"/>
                </a:ext>
              </a:extLst>
            </p:cNvPr>
            <p:cNvSpPr/>
            <p:nvPr/>
          </p:nvSpPr>
          <p:spPr>
            <a:xfrm>
              <a:off x="8764416"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75" name="Freeform: Shape 2174">
              <a:extLst>
                <a:ext uri="{FF2B5EF4-FFF2-40B4-BE49-F238E27FC236}">
                  <a16:creationId xmlns:a16="http://schemas.microsoft.com/office/drawing/2014/main" id="{B9E8CFAB-90FC-72C1-D9D9-9386B5D0ABBA}"/>
                </a:ext>
              </a:extLst>
            </p:cNvPr>
            <p:cNvSpPr/>
            <p:nvPr/>
          </p:nvSpPr>
          <p:spPr>
            <a:xfrm>
              <a:off x="8878671" y="228918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76" name="Freeform: Shape 2175">
              <a:extLst>
                <a:ext uri="{FF2B5EF4-FFF2-40B4-BE49-F238E27FC236}">
                  <a16:creationId xmlns:a16="http://schemas.microsoft.com/office/drawing/2014/main" id="{554FD6F6-1845-1A86-ECE4-9B890F0CBCAB}"/>
                </a:ext>
              </a:extLst>
            </p:cNvPr>
            <p:cNvSpPr/>
            <p:nvPr/>
          </p:nvSpPr>
          <p:spPr>
            <a:xfrm>
              <a:off x="8992927"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77" name="Freeform: Shape 2176">
              <a:extLst>
                <a:ext uri="{FF2B5EF4-FFF2-40B4-BE49-F238E27FC236}">
                  <a16:creationId xmlns:a16="http://schemas.microsoft.com/office/drawing/2014/main" id="{E7A22382-08C4-5712-3258-DE424D9D2453}"/>
                </a:ext>
              </a:extLst>
            </p:cNvPr>
            <p:cNvSpPr/>
            <p:nvPr/>
          </p:nvSpPr>
          <p:spPr>
            <a:xfrm>
              <a:off x="9107183"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78" name="Freeform: Shape 2177">
              <a:extLst>
                <a:ext uri="{FF2B5EF4-FFF2-40B4-BE49-F238E27FC236}">
                  <a16:creationId xmlns:a16="http://schemas.microsoft.com/office/drawing/2014/main" id="{758E31BC-1CFE-DE38-2CAD-7F78BF9AD37D}"/>
                </a:ext>
              </a:extLst>
            </p:cNvPr>
            <p:cNvSpPr/>
            <p:nvPr/>
          </p:nvSpPr>
          <p:spPr>
            <a:xfrm>
              <a:off x="9221439"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79" name="Freeform: Shape 2178">
              <a:extLst>
                <a:ext uri="{FF2B5EF4-FFF2-40B4-BE49-F238E27FC236}">
                  <a16:creationId xmlns:a16="http://schemas.microsoft.com/office/drawing/2014/main" id="{256BFF28-C02A-5556-C680-A7A6A385BDBE}"/>
                </a:ext>
              </a:extLst>
            </p:cNvPr>
            <p:cNvSpPr/>
            <p:nvPr/>
          </p:nvSpPr>
          <p:spPr>
            <a:xfrm>
              <a:off x="9335695" y="228918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80" name="Freeform: Shape 2179">
              <a:extLst>
                <a:ext uri="{FF2B5EF4-FFF2-40B4-BE49-F238E27FC236}">
                  <a16:creationId xmlns:a16="http://schemas.microsoft.com/office/drawing/2014/main" id="{6A931B06-6C8B-32C8-99B6-558029CAEEF8}"/>
                </a:ext>
              </a:extLst>
            </p:cNvPr>
            <p:cNvSpPr/>
            <p:nvPr/>
          </p:nvSpPr>
          <p:spPr>
            <a:xfrm>
              <a:off x="9449950"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81" name="Freeform: Shape 2180">
              <a:extLst>
                <a:ext uri="{FF2B5EF4-FFF2-40B4-BE49-F238E27FC236}">
                  <a16:creationId xmlns:a16="http://schemas.microsoft.com/office/drawing/2014/main" id="{1B4615B0-2A3D-F492-5231-2F5FB3739D8E}"/>
                </a:ext>
              </a:extLst>
            </p:cNvPr>
            <p:cNvSpPr/>
            <p:nvPr/>
          </p:nvSpPr>
          <p:spPr>
            <a:xfrm>
              <a:off x="9564206"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82" name="Freeform: Shape 2181">
              <a:extLst>
                <a:ext uri="{FF2B5EF4-FFF2-40B4-BE49-F238E27FC236}">
                  <a16:creationId xmlns:a16="http://schemas.microsoft.com/office/drawing/2014/main" id="{84EC022F-ED12-E8E7-7117-E9F832D07F1A}"/>
                </a:ext>
              </a:extLst>
            </p:cNvPr>
            <p:cNvSpPr/>
            <p:nvPr/>
          </p:nvSpPr>
          <p:spPr>
            <a:xfrm>
              <a:off x="9678418" y="228918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83" name="Freeform: Shape 2182">
              <a:extLst>
                <a:ext uri="{FF2B5EF4-FFF2-40B4-BE49-F238E27FC236}">
                  <a16:creationId xmlns:a16="http://schemas.microsoft.com/office/drawing/2014/main" id="{72CAC9EB-A08C-A232-511E-8E31BCD68B26}"/>
                </a:ext>
              </a:extLst>
            </p:cNvPr>
            <p:cNvSpPr/>
            <p:nvPr/>
          </p:nvSpPr>
          <p:spPr>
            <a:xfrm>
              <a:off x="9792674"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84" name="Freeform: Shape 2183">
              <a:extLst>
                <a:ext uri="{FF2B5EF4-FFF2-40B4-BE49-F238E27FC236}">
                  <a16:creationId xmlns:a16="http://schemas.microsoft.com/office/drawing/2014/main" id="{501D8042-F1E1-FCED-82F1-290A4A9D2D64}"/>
                </a:ext>
              </a:extLst>
            </p:cNvPr>
            <p:cNvSpPr/>
            <p:nvPr/>
          </p:nvSpPr>
          <p:spPr>
            <a:xfrm>
              <a:off x="9906929"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85" name="Freeform: Shape 2184">
              <a:extLst>
                <a:ext uri="{FF2B5EF4-FFF2-40B4-BE49-F238E27FC236}">
                  <a16:creationId xmlns:a16="http://schemas.microsoft.com/office/drawing/2014/main" id="{B6C8E259-1B6F-2500-B0D3-EE752C914E87}"/>
                </a:ext>
              </a:extLst>
            </p:cNvPr>
            <p:cNvSpPr/>
            <p:nvPr/>
          </p:nvSpPr>
          <p:spPr>
            <a:xfrm>
              <a:off x="10021185"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86" name="Freeform: Shape 2185">
              <a:extLst>
                <a:ext uri="{FF2B5EF4-FFF2-40B4-BE49-F238E27FC236}">
                  <a16:creationId xmlns:a16="http://schemas.microsoft.com/office/drawing/2014/main" id="{E27C0298-E7CA-5A27-9C51-B799523D34DD}"/>
                </a:ext>
              </a:extLst>
            </p:cNvPr>
            <p:cNvSpPr/>
            <p:nvPr/>
          </p:nvSpPr>
          <p:spPr>
            <a:xfrm>
              <a:off x="10135441"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87" name="Freeform: Shape 2186">
              <a:extLst>
                <a:ext uri="{FF2B5EF4-FFF2-40B4-BE49-F238E27FC236}">
                  <a16:creationId xmlns:a16="http://schemas.microsoft.com/office/drawing/2014/main" id="{41A72A39-7D33-1178-40C8-1C03FB204F75}"/>
                </a:ext>
              </a:extLst>
            </p:cNvPr>
            <p:cNvSpPr/>
            <p:nvPr/>
          </p:nvSpPr>
          <p:spPr>
            <a:xfrm>
              <a:off x="10249697"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88" name="Freeform: Shape 2187">
              <a:extLst>
                <a:ext uri="{FF2B5EF4-FFF2-40B4-BE49-F238E27FC236}">
                  <a16:creationId xmlns:a16="http://schemas.microsoft.com/office/drawing/2014/main" id="{0F1F94D7-EAC8-3006-671C-76A1871389A4}"/>
                </a:ext>
              </a:extLst>
            </p:cNvPr>
            <p:cNvSpPr/>
            <p:nvPr/>
          </p:nvSpPr>
          <p:spPr>
            <a:xfrm>
              <a:off x="10363952"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89" name="Freeform: Shape 2188">
              <a:extLst>
                <a:ext uri="{FF2B5EF4-FFF2-40B4-BE49-F238E27FC236}">
                  <a16:creationId xmlns:a16="http://schemas.microsoft.com/office/drawing/2014/main" id="{2BC6BDF4-ACDD-E5FD-E1F4-ACD761A96F36}"/>
                </a:ext>
              </a:extLst>
            </p:cNvPr>
            <p:cNvSpPr/>
            <p:nvPr/>
          </p:nvSpPr>
          <p:spPr>
            <a:xfrm>
              <a:off x="10478208" y="228918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90" name="Freeform: Shape 2189">
              <a:extLst>
                <a:ext uri="{FF2B5EF4-FFF2-40B4-BE49-F238E27FC236}">
                  <a16:creationId xmlns:a16="http://schemas.microsoft.com/office/drawing/2014/main" id="{A1F15824-1432-987B-0E74-9001C47E3AB3}"/>
                </a:ext>
              </a:extLst>
            </p:cNvPr>
            <p:cNvSpPr/>
            <p:nvPr/>
          </p:nvSpPr>
          <p:spPr>
            <a:xfrm>
              <a:off x="10592464"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91" name="Freeform: Shape 2190">
              <a:extLst>
                <a:ext uri="{FF2B5EF4-FFF2-40B4-BE49-F238E27FC236}">
                  <a16:creationId xmlns:a16="http://schemas.microsoft.com/office/drawing/2014/main" id="{C5CC46DD-F83F-2816-6450-BD7377EA4B34}"/>
                </a:ext>
              </a:extLst>
            </p:cNvPr>
            <p:cNvSpPr/>
            <p:nvPr/>
          </p:nvSpPr>
          <p:spPr>
            <a:xfrm>
              <a:off x="10706720"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92" name="Freeform: Shape 2191">
              <a:extLst>
                <a:ext uri="{FF2B5EF4-FFF2-40B4-BE49-F238E27FC236}">
                  <a16:creationId xmlns:a16="http://schemas.microsoft.com/office/drawing/2014/main" id="{36309F02-B04A-D5B6-8CD6-C0724C138A2A}"/>
                </a:ext>
              </a:extLst>
            </p:cNvPr>
            <p:cNvSpPr/>
            <p:nvPr/>
          </p:nvSpPr>
          <p:spPr>
            <a:xfrm>
              <a:off x="10820976" y="2289183"/>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93" name="Freeform: Shape 2192">
              <a:extLst>
                <a:ext uri="{FF2B5EF4-FFF2-40B4-BE49-F238E27FC236}">
                  <a16:creationId xmlns:a16="http://schemas.microsoft.com/office/drawing/2014/main" id="{585BA21A-7A5D-AAC9-C130-D73635AF930D}"/>
                </a:ext>
              </a:extLst>
            </p:cNvPr>
            <p:cNvSpPr/>
            <p:nvPr/>
          </p:nvSpPr>
          <p:spPr>
            <a:xfrm>
              <a:off x="10935231"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94" name="Freeform: Shape 2193">
              <a:extLst>
                <a:ext uri="{FF2B5EF4-FFF2-40B4-BE49-F238E27FC236}">
                  <a16:creationId xmlns:a16="http://schemas.microsoft.com/office/drawing/2014/main" id="{00F1C198-90AC-FF37-6CEF-3D857B520E71}"/>
                </a:ext>
              </a:extLst>
            </p:cNvPr>
            <p:cNvSpPr/>
            <p:nvPr/>
          </p:nvSpPr>
          <p:spPr>
            <a:xfrm>
              <a:off x="11049443"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95" name="Freeform: Shape 2194">
              <a:extLst>
                <a:ext uri="{FF2B5EF4-FFF2-40B4-BE49-F238E27FC236}">
                  <a16:creationId xmlns:a16="http://schemas.microsoft.com/office/drawing/2014/main" id="{C147C06A-2B81-2DC5-814A-A4BACA19297B}"/>
                </a:ext>
              </a:extLst>
            </p:cNvPr>
            <p:cNvSpPr/>
            <p:nvPr/>
          </p:nvSpPr>
          <p:spPr>
            <a:xfrm>
              <a:off x="11163699" y="2289183"/>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96" name="Freeform: Shape 2195">
              <a:extLst>
                <a:ext uri="{FF2B5EF4-FFF2-40B4-BE49-F238E27FC236}">
                  <a16:creationId xmlns:a16="http://schemas.microsoft.com/office/drawing/2014/main" id="{04B570D2-7030-0927-B5B3-41838FC5F37D}"/>
                </a:ext>
              </a:extLst>
            </p:cNvPr>
            <p:cNvSpPr/>
            <p:nvPr/>
          </p:nvSpPr>
          <p:spPr>
            <a:xfrm>
              <a:off x="11277955"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97" name="Freeform: Shape 2196">
              <a:extLst>
                <a:ext uri="{FF2B5EF4-FFF2-40B4-BE49-F238E27FC236}">
                  <a16:creationId xmlns:a16="http://schemas.microsoft.com/office/drawing/2014/main" id="{6F428377-53C7-7C41-EB46-C5903119A4CB}"/>
                </a:ext>
              </a:extLst>
            </p:cNvPr>
            <p:cNvSpPr/>
            <p:nvPr/>
          </p:nvSpPr>
          <p:spPr>
            <a:xfrm>
              <a:off x="11392210"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98" name="Freeform: Shape 2197">
              <a:extLst>
                <a:ext uri="{FF2B5EF4-FFF2-40B4-BE49-F238E27FC236}">
                  <a16:creationId xmlns:a16="http://schemas.microsoft.com/office/drawing/2014/main" id="{40114EFB-D90E-4A82-E876-4C96893577E7}"/>
                </a:ext>
              </a:extLst>
            </p:cNvPr>
            <p:cNvSpPr/>
            <p:nvPr/>
          </p:nvSpPr>
          <p:spPr>
            <a:xfrm>
              <a:off x="11506466" y="2289183"/>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99" name="Freeform: Shape 2198">
              <a:extLst>
                <a:ext uri="{FF2B5EF4-FFF2-40B4-BE49-F238E27FC236}">
                  <a16:creationId xmlns:a16="http://schemas.microsoft.com/office/drawing/2014/main" id="{62ABE407-5138-8B6D-4958-02FD949CB967}"/>
                </a:ext>
              </a:extLst>
            </p:cNvPr>
            <p:cNvSpPr/>
            <p:nvPr/>
          </p:nvSpPr>
          <p:spPr>
            <a:xfrm>
              <a:off x="11620722"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00" name="Freeform: Shape 2199">
              <a:extLst>
                <a:ext uri="{FF2B5EF4-FFF2-40B4-BE49-F238E27FC236}">
                  <a16:creationId xmlns:a16="http://schemas.microsoft.com/office/drawing/2014/main" id="{2D71D1E3-FF79-ABED-F9A2-B838C39549EA}"/>
                </a:ext>
              </a:extLst>
            </p:cNvPr>
            <p:cNvSpPr/>
            <p:nvPr/>
          </p:nvSpPr>
          <p:spPr>
            <a:xfrm>
              <a:off x="11734978"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01" name="Freeform: Shape 2200">
              <a:extLst>
                <a:ext uri="{FF2B5EF4-FFF2-40B4-BE49-F238E27FC236}">
                  <a16:creationId xmlns:a16="http://schemas.microsoft.com/office/drawing/2014/main" id="{3DA18B6A-CCEC-586E-30DF-3913773C07CA}"/>
                </a:ext>
              </a:extLst>
            </p:cNvPr>
            <p:cNvSpPr/>
            <p:nvPr/>
          </p:nvSpPr>
          <p:spPr>
            <a:xfrm>
              <a:off x="11849233"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02" name="Freeform: Shape 2201">
              <a:extLst>
                <a:ext uri="{FF2B5EF4-FFF2-40B4-BE49-F238E27FC236}">
                  <a16:creationId xmlns:a16="http://schemas.microsoft.com/office/drawing/2014/main" id="{E2B9A948-3EC0-D908-F082-6E05A9CC0656}"/>
                </a:ext>
              </a:extLst>
            </p:cNvPr>
            <p:cNvSpPr/>
            <p:nvPr/>
          </p:nvSpPr>
          <p:spPr>
            <a:xfrm>
              <a:off x="11963489"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03" name="Freeform: Shape 2202">
              <a:extLst>
                <a:ext uri="{FF2B5EF4-FFF2-40B4-BE49-F238E27FC236}">
                  <a16:creationId xmlns:a16="http://schemas.microsoft.com/office/drawing/2014/main" id="{B97A096A-37D3-F8C0-347E-DC930A17D149}"/>
                </a:ext>
              </a:extLst>
            </p:cNvPr>
            <p:cNvSpPr/>
            <p:nvPr/>
          </p:nvSpPr>
          <p:spPr>
            <a:xfrm>
              <a:off x="12077745" y="2289183"/>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04" name="Freeform: Shape 2203">
              <a:extLst>
                <a:ext uri="{FF2B5EF4-FFF2-40B4-BE49-F238E27FC236}">
                  <a16:creationId xmlns:a16="http://schemas.microsoft.com/office/drawing/2014/main" id="{CC774110-812A-2AA0-2005-20E98BFA3FA7}"/>
                </a:ext>
              </a:extLst>
            </p:cNvPr>
            <p:cNvSpPr/>
            <p:nvPr/>
          </p:nvSpPr>
          <p:spPr>
            <a:xfrm>
              <a:off x="7279135" y="240343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05" name="Freeform: Shape 2204">
              <a:extLst>
                <a:ext uri="{FF2B5EF4-FFF2-40B4-BE49-F238E27FC236}">
                  <a16:creationId xmlns:a16="http://schemas.microsoft.com/office/drawing/2014/main" id="{68C50947-3474-FE96-FA08-C7C380F3A6C8}"/>
                </a:ext>
              </a:extLst>
            </p:cNvPr>
            <p:cNvSpPr/>
            <p:nvPr/>
          </p:nvSpPr>
          <p:spPr>
            <a:xfrm>
              <a:off x="7393391"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06" name="Freeform: Shape 2205">
              <a:extLst>
                <a:ext uri="{FF2B5EF4-FFF2-40B4-BE49-F238E27FC236}">
                  <a16:creationId xmlns:a16="http://schemas.microsoft.com/office/drawing/2014/main" id="{D2ACB526-EE9F-5F4E-C4B0-61DC08C75DF9}"/>
                </a:ext>
              </a:extLst>
            </p:cNvPr>
            <p:cNvSpPr/>
            <p:nvPr/>
          </p:nvSpPr>
          <p:spPr>
            <a:xfrm>
              <a:off x="7507646"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07" name="Freeform: Shape 2206">
              <a:extLst>
                <a:ext uri="{FF2B5EF4-FFF2-40B4-BE49-F238E27FC236}">
                  <a16:creationId xmlns:a16="http://schemas.microsoft.com/office/drawing/2014/main" id="{0797481E-1A06-FF7D-E7B5-39EB70198670}"/>
                </a:ext>
              </a:extLst>
            </p:cNvPr>
            <p:cNvSpPr/>
            <p:nvPr/>
          </p:nvSpPr>
          <p:spPr>
            <a:xfrm>
              <a:off x="7621902"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08" name="Freeform: Shape 2207">
              <a:extLst>
                <a:ext uri="{FF2B5EF4-FFF2-40B4-BE49-F238E27FC236}">
                  <a16:creationId xmlns:a16="http://schemas.microsoft.com/office/drawing/2014/main" id="{869A5911-49D8-3C3B-D11E-F50C787F4131}"/>
                </a:ext>
              </a:extLst>
            </p:cNvPr>
            <p:cNvSpPr/>
            <p:nvPr/>
          </p:nvSpPr>
          <p:spPr>
            <a:xfrm>
              <a:off x="7736158" y="240343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09" name="Freeform: Shape 2208">
              <a:extLst>
                <a:ext uri="{FF2B5EF4-FFF2-40B4-BE49-F238E27FC236}">
                  <a16:creationId xmlns:a16="http://schemas.microsoft.com/office/drawing/2014/main" id="{A36841EC-8E05-97E6-44BB-B5874061BFCF}"/>
                </a:ext>
              </a:extLst>
            </p:cNvPr>
            <p:cNvSpPr/>
            <p:nvPr/>
          </p:nvSpPr>
          <p:spPr>
            <a:xfrm>
              <a:off x="7850414"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10" name="Freeform: Shape 2209">
              <a:extLst>
                <a:ext uri="{FF2B5EF4-FFF2-40B4-BE49-F238E27FC236}">
                  <a16:creationId xmlns:a16="http://schemas.microsoft.com/office/drawing/2014/main" id="{CA8022EC-09E7-4D0D-FA19-AB93C4025C6E}"/>
                </a:ext>
              </a:extLst>
            </p:cNvPr>
            <p:cNvSpPr/>
            <p:nvPr/>
          </p:nvSpPr>
          <p:spPr>
            <a:xfrm>
              <a:off x="7964669"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11" name="Freeform: Shape 2210">
              <a:extLst>
                <a:ext uri="{FF2B5EF4-FFF2-40B4-BE49-F238E27FC236}">
                  <a16:creationId xmlns:a16="http://schemas.microsoft.com/office/drawing/2014/main" id="{1BFEFDA5-2F9F-81D5-694D-975F91E92F91}"/>
                </a:ext>
              </a:extLst>
            </p:cNvPr>
            <p:cNvSpPr/>
            <p:nvPr/>
          </p:nvSpPr>
          <p:spPr>
            <a:xfrm>
              <a:off x="8078925" y="240343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12" name="Freeform: Shape 2211">
              <a:extLst>
                <a:ext uri="{FF2B5EF4-FFF2-40B4-BE49-F238E27FC236}">
                  <a16:creationId xmlns:a16="http://schemas.microsoft.com/office/drawing/2014/main" id="{59605BD9-A57F-14F8-768D-DD1B3844596F}"/>
                </a:ext>
              </a:extLst>
            </p:cNvPr>
            <p:cNvSpPr/>
            <p:nvPr/>
          </p:nvSpPr>
          <p:spPr>
            <a:xfrm>
              <a:off x="8193181"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13" name="Freeform: Shape 2212">
              <a:extLst>
                <a:ext uri="{FF2B5EF4-FFF2-40B4-BE49-F238E27FC236}">
                  <a16:creationId xmlns:a16="http://schemas.microsoft.com/office/drawing/2014/main" id="{44CC77C0-02BA-5482-0375-0F3A7DEDF448}"/>
                </a:ext>
              </a:extLst>
            </p:cNvPr>
            <p:cNvSpPr/>
            <p:nvPr/>
          </p:nvSpPr>
          <p:spPr>
            <a:xfrm>
              <a:off x="8307437"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14" name="Freeform: Shape 2213">
              <a:extLst>
                <a:ext uri="{FF2B5EF4-FFF2-40B4-BE49-F238E27FC236}">
                  <a16:creationId xmlns:a16="http://schemas.microsoft.com/office/drawing/2014/main" id="{AA68653B-2D4F-778E-5544-415880918755}"/>
                </a:ext>
              </a:extLst>
            </p:cNvPr>
            <p:cNvSpPr/>
            <p:nvPr/>
          </p:nvSpPr>
          <p:spPr>
            <a:xfrm>
              <a:off x="8421648"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15" name="Freeform: Shape 2214">
              <a:extLst>
                <a:ext uri="{FF2B5EF4-FFF2-40B4-BE49-F238E27FC236}">
                  <a16:creationId xmlns:a16="http://schemas.microsoft.com/office/drawing/2014/main" id="{C61DAB04-166C-9B55-2B57-D07B6E63BD09}"/>
                </a:ext>
              </a:extLst>
            </p:cNvPr>
            <p:cNvSpPr/>
            <p:nvPr/>
          </p:nvSpPr>
          <p:spPr>
            <a:xfrm>
              <a:off x="8535904"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16" name="Freeform: Shape 2215">
              <a:extLst>
                <a:ext uri="{FF2B5EF4-FFF2-40B4-BE49-F238E27FC236}">
                  <a16:creationId xmlns:a16="http://schemas.microsoft.com/office/drawing/2014/main" id="{0A482358-D183-0711-22A8-EDD880BE7052}"/>
                </a:ext>
              </a:extLst>
            </p:cNvPr>
            <p:cNvSpPr/>
            <p:nvPr/>
          </p:nvSpPr>
          <p:spPr>
            <a:xfrm>
              <a:off x="8650160"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17" name="Freeform: Shape 2216">
              <a:extLst>
                <a:ext uri="{FF2B5EF4-FFF2-40B4-BE49-F238E27FC236}">
                  <a16:creationId xmlns:a16="http://schemas.microsoft.com/office/drawing/2014/main" id="{7D72CB6A-2610-5277-94DB-175FB02DB27B}"/>
                </a:ext>
              </a:extLst>
            </p:cNvPr>
            <p:cNvSpPr/>
            <p:nvPr/>
          </p:nvSpPr>
          <p:spPr>
            <a:xfrm>
              <a:off x="8764416"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18" name="Freeform: Shape 2217">
              <a:extLst>
                <a:ext uri="{FF2B5EF4-FFF2-40B4-BE49-F238E27FC236}">
                  <a16:creationId xmlns:a16="http://schemas.microsoft.com/office/drawing/2014/main" id="{58AB842A-1BFA-9FC7-A891-54E41978A5C5}"/>
                </a:ext>
              </a:extLst>
            </p:cNvPr>
            <p:cNvSpPr/>
            <p:nvPr/>
          </p:nvSpPr>
          <p:spPr>
            <a:xfrm>
              <a:off x="8878671" y="240343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19" name="Freeform: Shape 2218">
              <a:extLst>
                <a:ext uri="{FF2B5EF4-FFF2-40B4-BE49-F238E27FC236}">
                  <a16:creationId xmlns:a16="http://schemas.microsoft.com/office/drawing/2014/main" id="{8060C40C-4CCD-6736-DBC1-8AFADDA69BAD}"/>
                </a:ext>
              </a:extLst>
            </p:cNvPr>
            <p:cNvSpPr/>
            <p:nvPr/>
          </p:nvSpPr>
          <p:spPr>
            <a:xfrm>
              <a:off x="8992927"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20" name="Freeform: Shape 2219">
              <a:extLst>
                <a:ext uri="{FF2B5EF4-FFF2-40B4-BE49-F238E27FC236}">
                  <a16:creationId xmlns:a16="http://schemas.microsoft.com/office/drawing/2014/main" id="{249DD392-B3DD-CAD2-DCAF-EC2924DE161A}"/>
                </a:ext>
              </a:extLst>
            </p:cNvPr>
            <p:cNvSpPr/>
            <p:nvPr/>
          </p:nvSpPr>
          <p:spPr>
            <a:xfrm>
              <a:off x="9107183"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21" name="Freeform: Shape 2220">
              <a:extLst>
                <a:ext uri="{FF2B5EF4-FFF2-40B4-BE49-F238E27FC236}">
                  <a16:creationId xmlns:a16="http://schemas.microsoft.com/office/drawing/2014/main" id="{33232AF3-071E-5AEB-88C3-4891D6EE15BB}"/>
                </a:ext>
              </a:extLst>
            </p:cNvPr>
            <p:cNvSpPr/>
            <p:nvPr/>
          </p:nvSpPr>
          <p:spPr>
            <a:xfrm>
              <a:off x="9221439"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22" name="Freeform: Shape 2221">
              <a:extLst>
                <a:ext uri="{FF2B5EF4-FFF2-40B4-BE49-F238E27FC236}">
                  <a16:creationId xmlns:a16="http://schemas.microsoft.com/office/drawing/2014/main" id="{3B848821-EC7B-23B4-27B4-4754E86AD12D}"/>
                </a:ext>
              </a:extLst>
            </p:cNvPr>
            <p:cNvSpPr/>
            <p:nvPr/>
          </p:nvSpPr>
          <p:spPr>
            <a:xfrm>
              <a:off x="9335695" y="240343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23" name="Freeform: Shape 2222">
              <a:extLst>
                <a:ext uri="{FF2B5EF4-FFF2-40B4-BE49-F238E27FC236}">
                  <a16:creationId xmlns:a16="http://schemas.microsoft.com/office/drawing/2014/main" id="{7278B7D6-D874-BC37-5C1D-5E6E3A51E922}"/>
                </a:ext>
              </a:extLst>
            </p:cNvPr>
            <p:cNvSpPr/>
            <p:nvPr/>
          </p:nvSpPr>
          <p:spPr>
            <a:xfrm>
              <a:off x="9449950"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24" name="Freeform: Shape 2223">
              <a:extLst>
                <a:ext uri="{FF2B5EF4-FFF2-40B4-BE49-F238E27FC236}">
                  <a16:creationId xmlns:a16="http://schemas.microsoft.com/office/drawing/2014/main" id="{912B3C44-7363-8C1B-B2F5-02B88A3A042F}"/>
                </a:ext>
              </a:extLst>
            </p:cNvPr>
            <p:cNvSpPr/>
            <p:nvPr/>
          </p:nvSpPr>
          <p:spPr>
            <a:xfrm>
              <a:off x="9564206"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25" name="Freeform: Shape 2224">
              <a:extLst>
                <a:ext uri="{FF2B5EF4-FFF2-40B4-BE49-F238E27FC236}">
                  <a16:creationId xmlns:a16="http://schemas.microsoft.com/office/drawing/2014/main" id="{7D6F3756-F7DB-9A62-9625-38F209CCB4A3}"/>
                </a:ext>
              </a:extLst>
            </p:cNvPr>
            <p:cNvSpPr/>
            <p:nvPr/>
          </p:nvSpPr>
          <p:spPr>
            <a:xfrm>
              <a:off x="9678418" y="240343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26" name="Freeform: Shape 2225">
              <a:extLst>
                <a:ext uri="{FF2B5EF4-FFF2-40B4-BE49-F238E27FC236}">
                  <a16:creationId xmlns:a16="http://schemas.microsoft.com/office/drawing/2014/main" id="{2E1BFF50-2DEB-2BAF-A7CD-B7C2411365A7}"/>
                </a:ext>
              </a:extLst>
            </p:cNvPr>
            <p:cNvSpPr/>
            <p:nvPr/>
          </p:nvSpPr>
          <p:spPr>
            <a:xfrm>
              <a:off x="9792674"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27" name="Freeform: Shape 2226">
              <a:extLst>
                <a:ext uri="{FF2B5EF4-FFF2-40B4-BE49-F238E27FC236}">
                  <a16:creationId xmlns:a16="http://schemas.microsoft.com/office/drawing/2014/main" id="{0C9AA5FE-5F3D-EBE1-0CBF-B4177E7C0F45}"/>
                </a:ext>
              </a:extLst>
            </p:cNvPr>
            <p:cNvSpPr/>
            <p:nvPr/>
          </p:nvSpPr>
          <p:spPr>
            <a:xfrm>
              <a:off x="9906929"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28" name="Freeform: Shape 2227">
              <a:extLst>
                <a:ext uri="{FF2B5EF4-FFF2-40B4-BE49-F238E27FC236}">
                  <a16:creationId xmlns:a16="http://schemas.microsoft.com/office/drawing/2014/main" id="{77D4BCA3-4A19-D366-071B-BAFA78CF3DFE}"/>
                </a:ext>
              </a:extLst>
            </p:cNvPr>
            <p:cNvSpPr/>
            <p:nvPr/>
          </p:nvSpPr>
          <p:spPr>
            <a:xfrm>
              <a:off x="10021185"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29" name="Freeform: Shape 2228">
              <a:extLst>
                <a:ext uri="{FF2B5EF4-FFF2-40B4-BE49-F238E27FC236}">
                  <a16:creationId xmlns:a16="http://schemas.microsoft.com/office/drawing/2014/main" id="{3E90B198-F204-7E99-92E7-A590D6D3EBC7}"/>
                </a:ext>
              </a:extLst>
            </p:cNvPr>
            <p:cNvSpPr/>
            <p:nvPr/>
          </p:nvSpPr>
          <p:spPr>
            <a:xfrm>
              <a:off x="10135441"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30" name="Freeform: Shape 2229">
              <a:extLst>
                <a:ext uri="{FF2B5EF4-FFF2-40B4-BE49-F238E27FC236}">
                  <a16:creationId xmlns:a16="http://schemas.microsoft.com/office/drawing/2014/main" id="{42990D62-42CF-4783-D544-BA395F2E1085}"/>
                </a:ext>
              </a:extLst>
            </p:cNvPr>
            <p:cNvSpPr/>
            <p:nvPr/>
          </p:nvSpPr>
          <p:spPr>
            <a:xfrm>
              <a:off x="10249697"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31" name="Freeform: Shape 2230">
              <a:extLst>
                <a:ext uri="{FF2B5EF4-FFF2-40B4-BE49-F238E27FC236}">
                  <a16:creationId xmlns:a16="http://schemas.microsoft.com/office/drawing/2014/main" id="{474CF7BD-C0B4-9F9B-AF91-5F82E25A8773}"/>
                </a:ext>
              </a:extLst>
            </p:cNvPr>
            <p:cNvSpPr/>
            <p:nvPr/>
          </p:nvSpPr>
          <p:spPr>
            <a:xfrm>
              <a:off x="10363952"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32" name="Freeform: Shape 2231">
              <a:extLst>
                <a:ext uri="{FF2B5EF4-FFF2-40B4-BE49-F238E27FC236}">
                  <a16:creationId xmlns:a16="http://schemas.microsoft.com/office/drawing/2014/main" id="{D63FB4C9-9935-0A7E-571F-6C5322F87DB6}"/>
                </a:ext>
              </a:extLst>
            </p:cNvPr>
            <p:cNvSpPr/>
            <p:nvPr/>
          </p:nvSpPr>
          <p:spPr>
            <a:xfrm>
              <a:off x="10478208" y="240343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33" name="Freeform: Shape 2232">
              <a:extLst>
                <a:ext uri="{FF2B5EF4-FFF2-40B4-BE49-F238E27FC236}">
                  <a16:creationId xmlns:a16="http://schemas.microsoft.com/office/drawing/2014/main" id="{9E897BED-CFD4-978C-7899-9FAD3B332A3A}"/>
                </a:ext>
              </a:extLst>
            </p:cNvPr>
            <p:cNvSpPr/>
            <p:nvPr/>
          </p:nvSpPr>
          <p:spPr>
            <a:xfrm>
              <a:off x="10592464"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34" name="Freeform: Shape 2233">
              <a:extLst>
                <a:ext uri="{FF2B5EF4-FFF2-40B4-BE49-F238E27FC236}">
                  <a16:creationId xmlns:a16="http://schemas.microsoft.com/office/drawing/2014/main" id="{29D1789F-17D1-9A6C-BE57-E741C5CDF987}"/>
                </a:ext>
              </a:extLst>
            </p:cNvPr>
            <p:cNvSpPr/>
            <p:nvPr/>
          </p:nvSpPr>
          <p:spPr>
            <a:xfrm>
              <a:off x="10706720"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35" name="Freeform: Shape 2234">
              <a:extLst>
                <a:ext uri="{FF2B5EF4-FFF2-40B4-BE49-F238E27FC236}">
                  <a16:creationId xmlns:a16="http://schemas.microsoft.com/office/drawing/2014/main" id="{3A6384DC-CEB5-1B58-4E9B-886BAA7E2B1E}"/>
                </a:ext>
              </a:extLst>
            </p:cNvPr>
            <p:cNvSpPr/>
            <p:nvPr/>
          </p:nvSpPr>
          <p:spPr>
            <a:xfrm>
              <a:off x="10820976" y="2403439"/>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36" name="Freeform: Shape 2235">
              <a:extLst>
                <a:ext uri="{FF2B5EF4-FFF2-40B4-BE49-F238E27FC236}">
                  <a16:creationId xmlns:a16="http://schemas.microsoft.com/office/drawing/2014/main" id="{C0BB5FC9-AA7B-CE5E-8BC3-B3701187C6E6}"/>
                </a:ext>
              </a:extLst>
            </p:cNvPr>
            <p:cNvSpPr/>
            <p:nvPr/>
          </p:nvSpPr>
          <p:spPr>
            <a:xfrm>
              <a:off x="10935231"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37" name="Freeform: Shape 2236">
              <a:extLst>
                <a:ext uri="{FF2B5EF4-FFF2-40B4-BE49-F238E27FC236}">
                  <a16:creationId xmlns:a16="http://schemas.microsoft.com/office/drawing/2014/main" id="{677C0C89-AAC2-951A-5BA5-A8864F1D5A7A}"/>
                </a:ext>
              </a:extLst>
            </p:cNvPr>
            <p:cNvSpPr/>
            <p:nvPr/>
          </p:nvSpPr>
          <p:spPr>
            <a:xfrm>
              <a:off x="11049443"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38" name="Freeform: Shape 2237">
              <a:extLst>
                <a:ext uri="{FF2B5EF4-FFF2-40B4-BE49-F238E27FC236}">
                  <a16:creationId xmlns:a16="http://schemas.microsoft.com/office/drawing/2014/main" id="{7CEB5BAC-B378-F088-C006-E4A2AC5FC256}"/>
                </a:ext>
              </a:extLst>
            </p:cNvPr>
            <p:cNvSpPr/>
            <p:nvPr/>
          </p:nvSpPr>
          <p:spPr>
            <a:xfrm>
              <a:off x="11163699" y="2403439"/>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39" name="Freeform: Shape 2238">
              <a:extLst>
                <a:ext uri="{FF2B5EF4-FFF2-40B4-BE49-F238E27FC236}">
                  <a16:creationId xmlns:a16="http://schemas.microsoft.com/office/drawing/2014/main" id="{9A4ECEF7-5835-6B90-B0D3-77298FF90434}"/>
                </a:ext>
              </a:extLst>
            </p:cNvPr>
            <p:cNvSpPr/>
            <p:nvPr/>
          </p:nvSpPr>
          <p:spPr>
            <a:xfrm>
              <a:off x="11277955"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40" name="Freeform: Shape 2239">
              <a:extLst>
                <a:ext uri="{FF2B5EF4-FFF2-40B4-BE49-F238E27FC236}">
                  <a16:creationId xmlns:a16="http://schemas.microsoft.com/office/drawing/2014/main" id="{F6321370-4912-1853-C3CD-EB1C6ACE211A}"/>
                </a:ext>
              </a:extLst>
            </p:cNvPr>
            <p:cNvSpPr/>
            <p:nvPr/>
          </p:nvSpPr>
          <p:spPr>
            <a:xfrm>
              <a:off x="11392210"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41" name="Freeform: Shape 2240">
              <a:extLst>
                <a:ext uri="{FF2B5EF4-FFF2-40B4-BE49-F238E27FC236}">
                  <a16:creationId xmlns:a16="http://schemas.microsoft.com/office/drawing/2014/main" id="{CD20B440-7656-6AFF-8877-B3BE5EE39F16}"/>
                </a:ext>
              </a:extLst>
            </p:cNvPr>
            <p:cNvSpPr/>
            <p:nvPr/>
          </p:nvSpPr>
          <p:spPr>
            <a:xfrm>
              <a:off x="11506466" y="2403439"/>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42" name="Freeform: Shape 2241">
              <a:extLst>
                <a:ext uri="{FF2B5EF4-FFF2-40B4-BE49-F238E27FC236}">
                  <a16:creationId xmlns:a16="http://schemas.microsoft.com/office/drawing/2014/main" id="{FE84694E-7318-3E71-0FD2-B764B9F80977}"/>
                </a:ext>
              </a:extLst>
            </p:cNvPr>
            <p:cNvSpPr/>
            <p:nvPr/>
          </p:nvSpPr>
          <p:spPr>
            <a:xfrm>
              <a:off x="11620722"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43" name="Freeform: Shape 2242">
              <a:extLst>
                <a:ext uri="{FF2B5EF4-FFF2-40B4-BE49-F238E27FC236}">
                  <a16:creationId xmlns:a16="http://schemas.microsoft.com/office/drawing/2014/main" id="{F4ADB691-9842-7306-2FFC-BAF9314AD120}"/>
                </a:ext>
              </a:extLst>
            </p:cNvPr>
            <p:cNvSpPr/>
            <p:nvPr/>
          </p:nvSpPr>
          <p:spPr>
            <a:xfrm>
              <a:off x="11734978"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44" name="Freeform: Shape 2243">
              <a:extLst>
                <a:ext uri="{FF2B5EF4-FFF2-40B4-BE49-F238E27FC236}">
                  <a16:creationId xmlns:a16="http://schemas.microsoft.com/office/drawing/2014/main" id="{6459C73E-BEF8-A8ED-AA39-C2BA7FC3AB58}"/>
                </a:ext>
              </a:extLst>
            </p:cNvPr>
            <p:cNvSpPr/>
            <p:nvPr/>
          </p:nvSpPr>
          <p:spPr>
            <a:xfrm>
              <a:off x="11849233"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45" name="Freeform: Shape 2244">
              <a:extLst>
                <a:ext uri="{FF2B5EF4-FFF2-40B4-BE49-F238E27FC236}">
                  <a16:creationId xmlns:a16="http://schemas.microsoft.com/office/drawing/2014/main" id="{815C13DD-F5CF-4024-34CB-45CB9167DA12}"/>
                </a:ext>
              </a:extLst>
            </p:cNvPr>
            <p:cNvSpPr/>
            <p:nvPr/>
          </p:nvSpPr>
          <p:spPr>
            <a:xfrm>
              <a:off x="11963489"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46" name="Freeform: Shape 2245">
              <a:extLst>
                <a:ext uri="{FF2B5EF4-FFF2-40B4-BE49-F238E27FC236}">
                  <a16:creationId xmlns:a16="http://schemas.microsoft.com/office/drawing/2014/main" id="{3BB57CC3-9D27-E79D-2D14-469EF76B9E31}"/>
                </a:ext>
              </a:extLst>
            </p:cNvPr>
            <p:cNvSpPr/>
            <p:nvPr/>
          </p:nvSpPr>
          <p:spPr>
            <a:xfrm>
              <a:off x="12077745" y="2403439"/>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47" name="Freeform: Shape 2246">
              <a:extLst>
                <a:ext uri="{FF2B5EF4-FFF2-40B4-BE49-F238E27FC236}">
                  <a16:creationId xmlns:a16="http://schemas.microsoft.com/office/drawing/2014/main" id="{86F8A451-D885-CA41-6ACA-C6902D322AE0}"/>
                </a:ext>
              </a:extLst>
            </p:cNvPr>
            <p:cNvSpPr/>
            <p:nvPr/>
          </p:nvSpPr>
          <p:spPr>
            <a:xfrm>
              <a:off x="7279135" y="251769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48" name="Freeform: Shape 2247">
              <a:extLst>
                <a:ext uri="{FF2B5EF4-FFF2-40B4-BE49-F238E27FC236}">
                  <a16:creationId xmlns:a16="http://schemas.microsoft.com/office/drawing/2014/main" id="{E6C270F1-475B-EF25-BD9F-2F8B5F169391}"/>
                </a:ext>
              </a:extLst>
            </p:cNvPr>
            <p:cNvSpPr/>
            <p:nvPr/>
          </p:nvSpPr>
          <p:spPr>
            <a:xfrm>
              <a:off x="7393391"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49" name="Freeform: Shape 2248">
              <a:extLst>
                <a:ext uri="{FF2B5EF4-FFF2-40B4-BE49-F238E27FC236}">
                  <a16:creationId xmlns:a16="http://schemas.microsoft.com/office/drawing/2014/main" id="{D3C2E32B-0360-0A85-63AC-83D5BBFA9E70}"/>
                </a:ext>
              </a:extLst>
            </p:cNvPr>
            <p:cNvSpPr/>
            <p:nvPr/>
          </p:nvSpPr>
          <p:spPr>
            <a:xfrm>
              <a:off x="7507646"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50" name="Freeform: Shape 2249">
              <a:extLst>
                <a:ext uri="{FF2B5EF4-FFF2-40B4-BE49-F238E27FC236}">
                  <a16:creationId xmlns:a16="http://schemas.microsoft.com/office/drawing/2014/main" id="{0CF75B6C-ADFE-6A92-C9A1-74F1CAC42CC9}"/>
                </a:ext>
              </a:extLst>
            </p:cNvPr>
            <p:cNvSpPr/>
            <p:nvPr/>
          </p:nvSpPr>
          <p:spPr>
            <a:xfrm>
              <a:off x="7621902"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51" name="Freeform: Shape 2250">
              <a:extLst>
                <a:ext uri="{FF2B5EF4-FFF2-40B4-BE49-F238E27FC236}">
                  <a16:creationId xmlns:a16="http://schemas.microsoft.com/office/drawing/2014/main" id="{873345B9-E145-B221-B089-02F27EB32308}"/>
                </a:ext>
              </a:extLst>
            </p:cNvPr>
            <p:cNvSpPr/>
            <p:nvPr/>
          </p:nvSpPr>
          <p:spPr>
            <a:xfrm>
              <a:off x="7736158" y="251769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52" name="Freeform: Shape 2251">
              <a:extLst>
                <a:ext uri="{FF2B5EF4-FFF2-40B4-BE49-F238E27FC236}">
                  <a16:creationId xmlns:a16="http://schemas.microsoft.com/office/drawing/2014/main" id="{85A297AA-B9DD-3B5E-775B-80DF916F6BCD}"/>
                </a:ext>
              </a:extLst>
            </p:cNvPr>
            <p:cNvSpPr/>
            <p:nvPr/>
          </p:nvSpPr>
          <p:spPr>
            <a:xfrm>
              <a:off x="7850414"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53" name="Freeform: Shape 2252">
              <a:extLst>
                <a:ext uri="{FF2B5EF4-FFF2-40B4-BE49-F238E27FC236}">
                  <a16:creationId xmlns:a16="http://schemas.microsoft.com/office/drawing/2014/main" id="{D1833D65-70A9-897A-286D-E59B0A4F141A}"/>
                </a:ext>
              </a:extLst>
            </p:cNvPr>
            <p:cNvSpPr/>
            <p:nvPr/>
          </p:nvSpPr>
          <p:spPr>
            <a:xfrm>
              <a:off x="7964669"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54" name="Freeform: Shape 2253">
              <a:extLst>
                <a:ext uri="{FF2B5EF4-FFF2-40B4-BE49-F238E27FC236}">
                  <a16:creationId xmlns:a16="http://schemas.microsoft.com/office/drawing/2014/main" id="{317AB922-740A-45CC-4234-B6244F699BDF}"/>
                </a:ext>
              </a:extLst>
            </p:cNvPr>
            <p:cNvSpPr/>
            <p:nvPr/>
          </p:nvSpPr>
          <p:spPr>
            <a:xfrm>
              <a:off x="8078925" y="251769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55" name="Freeform: Shape 2254">
              <a:extLst>
                <a:ext uri="{FF2B5EF4-FFF2-40B4-BE49-F238E27FC236}">
                  <a16:creationId xmlns:a16="http://schemas.microsoft.com/office/drawing/2014/main" id="{80C27C63-D633-C753-D342-B784DA606B00}"/>
                </a:ext>
              </a:extLst>
            </p:cNvPr>
            <p:cNvSpPr/>
            <p:nvPr/>
          </p:nvSpPr>
          <p:spPr>
            <a:xfrm>
              <a:off x="8193181"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56" name="Freeform: Shape 2255">
              <a:extLst>
                <a:ext uri="{FF2B5EF4-FFF2-40B4-BE49-F238E27FC236}">
                  <a16:creationId xmlns:a16="http://schemas.microsoft.com/office/drawing/2014/main" id="{E1D78A5F-0972-E697-BA57-C646D6C08922}"/>
                </a:ext>
              </a:extLst>
            </p:cNvPr>
            <p:cNvSpPr/>
            <p:nvPr/>
          </p:nvSpPr>
          <p:spPr>
            <a:xfrm>
              <a:off x="8307437"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57" name="Freeform: Shape 2256">
              <a:extLst>
                <a:ext uri="{FF2B5EF4-FFF2-40B4-BE49-F238E27FC236}">
                  <a16:creationId xmlns:a16="http://schemas.microsoft.com/office/drawing/2014/main" id="{A799718C-1194-9C19-4B5B-CB6B73A46B71}"/>
                </a:ext>
              </a:extLst>
            </p:cNvPr>
            <p:cNvSpPr/>
            <p:nvPr/>
          </p:nvSpPr>
          <p:spPr>
            <a:xfrm>
              <a:off x="8421648"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58" name="Freeform: Shape 2257">
              <a:extLst>
                <a:ext uri="{FF2B5EF4-FFF2-40B4-BE49-F238E27FC236}">
                  <a16:creationId xmlns:a16="http://schemas.microsoft.com/office/drawing/2014/main" id="{0F68C0E5-70CE-72AF-466B-8266F509EC52}"/>
                </a:ext>
              </a:extLst>
            </p:cNvPr>
            <p:cNvSpPr/>
            <p:nvPr/>
          </p:nvSpPr>
          <p:spPr>
            <a:xfrm>
              <a:off x="8535904"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59" name="Freeform: Shape 2258">
              <a:extLst>
                <a:ext uri="{FF2B5EF4-FFF2-40B4-BE49-F238E27FC236}">
                  <a16:creationId xmlns:a16="http://schemas.microsoft.com/office/drawing/2014/main" id="{69CA481D-4FC0-84EF-44C7-86306CDF38B2}"/>
                </a:ext>
              </a:extLst>
            </p:cNvPr>
            <p:cNvSpPr/>
            <p:nvPr/>
          </p:nvSpPr>
          <p:spPr>
            <a:xfrm>
              <a:off x="8650160"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60" name="Freeform: Shape 2259">
              <a:extLst>
                <a:ext uri="{FF2B5EF4-FFF2-40B4-BE49-F238E27FC236}">
                  <a16:creationId xmlns:a16="http://schemas.microsoft.com/office/drawing/2014/main" id="{00902103-7019-6B55-0FF6-4F7C537C1240}"/>
                </a:ext>
              </a:extLst>
            </p:cNvPr>
            <p:cNvSpPr/>
            <p:nvPr/>
          </p:nvSpPr>
          <p:spPr>
            <a:xfrm>
              <a:off x="8764416"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61" name="Freeform: Shape 2260">
              <a:extLst>
                <a:ext uri="{FF2B5EF4-FFF2-40B4-BE49-F238E27FC236}">
                  <a16:creationId xmlns:a16="http://schemas.microsoft.com/office/drawing/2014/main" id="{D731B0FB-7AA2-B6A1-30B7-0BB02AF5CE92}"/>
                </a:ext>
              </a:extLst>
            </p:cNvPr>
            <p:cNvSpPr/>
            <p:nvPr/>
          </p:nvSpPr>
          <p:spPr>
            <a:xfrm>
              <a:off x="8878671" y="251769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62" name="Freeform: Shape 2261">
              <a:extLst>
                <a:ext uri="{FF2B5EF4-FFF2-40B4-BE49-F238E27FC236}">
                  <a16:creationId xmlns:a16="http://schemas.microsoft.com/office/drawing/2014/main" id="{0164D7CA-D890-3AC7-A759-FB496ED814A7}"/>
                </a:ext>
              </a:extLst>
            </p:cNvPr>
            <p:cNvSpPr/>
            <p:nvPr/>
          </p:nvSpPr>
          <p:spPr>
            <a:xfrm>
              <a:off x="8992927"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63" name="Freeform: Shape 2262">
              <a:extLst>
                <a:ext uri="{FF2B5EF4-FFF2-40B4-BE49-F238E27FC236}">
                  <a16:creationId xmlns:a16="http://schemas.microsoft.com/office/drawing/2014/main" id="{31BC9710-0E6A-96CF-3ED9-6B0C21A551B5}"/>
                </a:ext>
              </a:extLst>
            </p:cNvPr>
            <p:cNvSpPr/>
            <p:nvPr/>
          </p:nvSpPr>
          <p:spPr>
            <a:xfrm>
              <a:off x="9107183"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64" name="Freeform: Shape 2263">
              <a:extLst>
                <a:ext uri="{FF2B5EF4-FFF2-40B4-BE49-F238E27FC236}">
                  <a16:creationId xmlns:a16="http://schemas.microsoft.com/office/drawing/2014/main" id="{9C157155-A7EB-2553-09CC-9BD0252B7EAA}"/>
                </a:ext>
              </a:extLst>
            </p:cNvPr>
            <p:cNvSpPr/>
            <p:nvPr/>
          </p:nvSpPr>
          <p:spPr>
            <a:xfrm>
              <a:off x="9221439"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65" name="Freeform: Shape 2264">
              <a:extLst>
                <a:ext uri="{FF2B5EF4-FFF2-40B4-BE49-F238E27FC236}">
                  <a16:creationId xmlns:a16="http://schemas.microsoft.com/office/drawing/2014/main" id="{88B0FEEC-B3CE-7607-5CE0-C50FF9D2EA9F}"/>
                </a:ext>
              </a:extLst>
            </p:cNvPr>
            <p:cNvSpPr/>
            <p:nvPr/>
          </p:nvSpPr>
          <p:spPr>
            <a:xfrm>
              <a:off x="9335695" y="251769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66" name="Freeform: Shape 2265">
              <a:extLst>
                <a:ext uri="{FF2B5EF4-FFF2-40B4-BE49-F238E27FC236}">
                  <a16:creationId xmlns:a16="http://schemas.microsoft.com/office/drawing/2014/main" id="{CADA6510-120C-F6A6-3730-745BC3EFEAB5}"/>
                </a:ext>
              </a:extLst>
            </p:cNvPr>
            <p:cNvSpPr/>
            <p:nvPr/>
          </p:nvSpPr>
          <p:spPr>
            <a:xfrm>
              <a:off x="9449950"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67" name="Freeform: Shape 2266">
              <a:extLst>
                <a:ext uri="{FF2B5EF4-FFF2-40B4-BE49-F238E27FC236}">
                  <a16:creationId xmlns:a16="http://schemas.microsoft.com/office/drawing/2014/main" id="{DC32BC72-2E8C-EC11-7202-A7A2E289DDAE}"/>
                </a:ext>
              </a:extLst>
            </p:cNvPr>
            <p:cNvSpPr/>
            <p:nvPr/>
          </p:nvSpPr>
          <p:spPr>
            <a:xfrm>
              <a:off x="9564206"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68" name="Freeform: Shape 2267">
              <a:extLst>
                <a:ext uri="{FF2B5EF4-FFF2-40B4-BE49-F238E27FC236}">
                  <a16:creationId xmlns:a16="http://schemas.microsoft.com/office/drawing/2014/main" id="{EF091F80-939C-BBCA-B705-A5E03451E8A4}"/>
                </a:ext>
              </a:extLst>
            </p:cNvPr>
            <p:cNvSpPr/>
            <p:nvPr/>
          </p:nvSpPr>
          <p:spPr>
            <a:xfrm>
              <a:off x="9678418" y="251769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69" name="Freeform: Shape 2268">
              <a:extLst>
                <a:ext uri="{FF2B5EF4-FFF2-40B4-BE49-F238E27FC236}">
                  <a16:creationId xmlns:a16="http://schemas.microsoft.com/office/drawing/2014/main" id="{6BF280E5-172E-23D8-E852-E6A2935C8BCA}"/>
                </a:ext>
              </a:extLst>
            </p:cNvPr>
            <p:cNvSpPr/>
            <p:nvPr/>
          </p:nvSpPr>
          <p:spPr>
            <a:xfrm>
              <a:off x="9792674"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70" name="Freeform: Shape 2269">
              <a:extLst>
                <a:ext uri="{FF2B5EF4-FFF2-40B4-BE49-F238E27FC236}">
                  <a16:creationId xmlns:a16="http://schemas.microsoft.com/office/drawing/2014/main" id="{2EE2F46B-5507-1CC0-3334-909503B3D482}"/>
                </a:ext>
              </a:extLst>
            </p:cNvPr>
            <p:cNvSpPr/>
            <p:nvPr/>
          </p:nvSpPr>
          <p:spPr>
            <a:xfrm>
              <a:off x="9906929"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71" name="Freeform: Shape 2270">
              <a:extLst>
                <a:ext uri="{FF2B5EF4-FFF2-40B4-BE49-F238E27FC236}">
                  <a16:creationId xmlns:a16="http://schemas.microsoft.com/office/drawing/2014/main" id="{874D6019-113F-BC03-5502-9B1F356EFD95}"/>
                </a:ext>
              </a:extLst>
            </p:cNvPr>
            <p:cNvSpPr/>
            <p:nvPr/>
          </p:nvSpPr>
          <p:spPr>
            <a:xfrm>
              <a:off x="10021185"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72" name="Freeform: Shape 2271">
              <a:extLst>
                <a:ext uri="{FF2B5EF4-FFF2-40B4-BE49-F238E27FC236}">
                  <a16:creationId xmlns:a16="http://schemas.microsoft.com/office/drawing/2014/main" id="{03DB1C05-C7D6-C367-8E9F-1B530518C7E1}"/>
                </a:ext>
              </a:extLst>
            </p:cNvPr>
            <p:cNvSpPr/>
            <p:nvPr/>
          </p:nvSpPr>
          <p:spPr>
            <a:xfrm>
              <a:off x="10135441"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73" name="Freeform: Shape 2272">
              <a:extLst>
                <a:ext uri="{FF2B5EF4-FFF2-40B4-BE49-F238E27FC236}">
                  <a16:creationId xmlns:a16="http://schemas.microsoft.com/office/drawing/2014/main" id="{F579F964-9C61-5A3F-C857-76FFB5073FE5}"/>
                </a:ext>
              </a:extLst>
            </p:cNvPr>
            <p:cNvSpPr/>
            <p:nvPr/>
          </p:nvSpPr>
          <p:spPr>
            <a:xfrm>
              <a:off x="10249697"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74" name="Freeform: Shape 2273">
              <a:extLst>
                <a:ext uri="{FF2B5EF4-FFF2-40B4-BE49-F238E27FC236}">
                  <a16:creationId xmlns:a16="http://schemas.microsoft.com/office/drawing/2014/main" id="{5BBD867B-49C4-28AE-52FD-09FB54527340}"/>
                </a:ext>
              </a:extLst>
            </p:cNvPr>
            <p:cNvSpPr/>
            <p:nvPr/>
          </p:nvSpPr>
          <p:spPr>
            <a:xfrm>
              <a:off x="10363952"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75" name="Freeform: Shape 2274">
              <a:extLst>
                <a:ext uri="{FF2B5EF4-FFF2-40B4-BE49-F238E27FC236}">
                  <a16:creationId xmlns:a16="http://schemas.microsoft.com/office/drawing/2014/main" id="{7B873D92-CE74-2710-59EA-3FDF3DF7BCD6}"/>
                </a:ext>
              </a:extLst>
            </p:cNvPr>
            <p:cNvSpPr/>
            <p:nvPr/>
          </p:nvSpPr>
          <p:spPr>
            <a:xfrm>
              <a:off x="10478208" y="251769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76" name="Freeform: Shape 2275">
              <a:extLst>
                <a:ext uri="{FF2B5EF4-FFF2-40B4-BE49-F238E27FC236}">
                  <a16:creationId xmlns:a16="http://schemas.microsoft.com/office/drawing/2014/main" id="{1CE94886-B17E-0080-15F8-623458413144}"/>
                </a:ext>
              </a:extLst>
            </p:cNvPr>
            <p:cNvSpPr/>
            <p:nvPr/>
          </p:nvSpPr>
          <p:spPr>
            <a:xfrm>
              <a:off x="10592464"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77" name="Freeform: Shape 2276">
              <a:extLst>
                <a:ext uri="{FF2B5EF4-FFF2-40B4-BE49-F238E27FC236}">
                  <a16:creationId xmlns:a16="http://schemas.microsoft.com/office/drawing/2014/main" id="{45C845B5-EEA6-F385-C7C4-D5A12FD4A044}"/>
                </a:ext>
              </a:extLst>
            </p:cNvPr>
            <p:cNvSpPr/>
            <p:nvPr/>
          </p:nvSpPr>
          <p:spPr>
            <a:xfrm>
              <a:off x="10706720"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78" name="Freeform: Shape 2277">
              <a:extLst>
                <a:ext uri="{FF2B5EF4-FFF2-40B4-BE49-F238E27FC236}">
                  <a16:creationId xmlns:a16="http://schemas.microsoft.com/office/drawing/2014/main" id="{B3FF47D8-5E79-0113-D4C2-6F7275ED1F2B}"/>
                </a:ext>
              </a:extLst>
            </p:cNvPr>
            <p:cNvSpPr/>
            <p:nvPr/>
          </p:nvSpPr>
          <p:spPr>
            <a:xfrm>
              <a:off x="10820976" y="2517695"/>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79" name="Freeform: Shape 2278">
              <a:extLst>
                <a:ext uri="{FF2B5EF4-FFF2-40B4-BE49-F238E27FC236}">
                  <a16:creationId xmlns:a16="http://schemas.microsoft.com/office/drawing/2014/main" id="{C5027AA4-662F-7FCA-18EE-F126E537AB37}"/>
                </a:ext>
              </a:extLst>
            </p:cNvPr>
            <p:cNvSpPr/>
            <p:nvPr/>
          </p:nvSpPr>
          <p:spPr>
            <a:xfrm>
              <a:off x="10935231"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80" name="Freeform: Shape 2279">
              <a:extLst>
                <a:ext uri="{FF2B5EF4-FFF2-40B4-BE49-F238E27FC236}">
                  <a16:creationId xmlns:a16="http://schemas.microsoft.com/office/drawing/2014/main" id="{4D0AAF4E-6F44-1AAA-083D-2111F6A0C962}"/>
                </a:ext>
              </a:extLst>
            </p:cNvPr>
            <p:cNvSpPr/>
            <p:nvPr/>
          </p:nvSpPr>
          <p:spPr>
            <a:xfrm>
              <a:off x="11049443"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81" name="Freeform: Shape 2280">
              <a:extLst>
                <a:ext uri="{FF2B5EF4-FFF2-40B4-BE49-F238E27FC236}">
                  <a16:creationId xmlns:a16="http://schemas.microsoft.com/office/drawing/2014/main" id="{1940FFAF-9384-76FD-4787-E9C464E8E506}"/>
                </a:ext>
              </a:extLst>
            </p:cNvPr>
            <p:cNvSpPr/>
            <p:nvPr/>
          </p:nvSpPr>
          <p:spPr>
            <a:xfrm>
              <a:off x="11163699" y="2517695"/>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82" name="Freeform: Shape 2281">
              <a:extLst>
                <a:ext uri="{FF2B5EF4-FFF2-40B4-BE49-F238E27FC236}">
                  <a16:creationId xmlns:a16="http://schemas.microsoft.com/office/drawing/2014/main" id="{1256CA18-8BFC-BB12-FA06-5F449F2A93F5}"/>
                </a:ext>
              </a:extLst>
            </p:cNvPr>
            <p:cNvSpPr/>
            <p:nvPr/>
          </p:nvSpPr>
          <p:spPr>
            <a:xfrm>
              <a:off x="11277955"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83" name="Freeform: Shape 2282">
              <a:extLst>
                <a:ext uri="{FF2B5EF4-FFF2-40B4-BE49-F238E27FC236}">
                  <a16:creationId xmlns:a16="http://schemas.microsoft.com/office/drawing/2014/main" id="{D564850C-C166-2A5E-11EF-758E9662F4C4}"/>
                </a:ext>
              </a:extLst>
            </p:cNvPr>
            <p:cNvSpPr/>
            <p:nvPr/>
          </p:nvSpPr>
          <p:spPr>
            <a:xfrm>
              <a:off x="11392210"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84" name="Freeform: Shape 2283">
              <a:extLst>
                <a:ext uri="{FF2B5EF4-FFF2-40B4-BE49-F238E27FC236}">
                  <a16:creationId xmlns:a16="http://schemas.microsoft.com/office/drawing/2014/main" id="{0D2F884E-D409-2064-A561-9F80136FCBD9}"/>
                </a:ext>
              </a:extLst>
            </p:cNvPr>
            <p:cNvSpPr/>
            <p:nvPr/>
          </p:nvSpPr>
          <p:spPr>
            <a:xfrm>
              <a:off x="11506466" y="2517695"/>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85" name="Freeform: Shape 2284">
              <a:extLst>
                <a:ext uri="{FF2B5EF4-FFF2-40B4-BE49-F238E27FC236}">
                  <a16:creationId xmlns:a16="http://schemas.microsoft.com/office/drawing/2014/main" id="{73E018B0-161A-64CA-1057-DFA4D11926EB}"/>
                </a:ext>
              </a:extLst>
            </p:cNvPr>
            <p:cNvSpPr/>
            <p:nvPr/>
          </p:nvSpPr>
          <p:spPr>
            <a:xfrm>
              <a:off x="11620722"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86" name="Freeform: Shape 2285">
              <a:extLst>
                <a:ext uri="{FF2B5EF4-FFF2-40B4-BE49-F238E27FC236}">
                  <a16:creationId xmlns:a16="http://schemas.microsoft.com/office/drawing/2014/main" id="{0B59C3D7-E7CD-2D78-0008-45F3B7BCE15C}"/>
                </a:ext>
              </a:extLst>
            </p:cNvPr>
            <p:cNvSpPr/>
            <p:nvPr/>
          </p:nvSpPr>
          <p:spPr>
            <a:xfrm>
              <a:off x="11734978"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87" name="Freeform: Shape 2286">
              <a:extLst>
                <a:ext uri="{FF2B5EF4-FFF2-40B4-BE49-F238E27FC236}">
                  <a16:creationId xmlns:a16="http://schemas.microsoft.com/office/drawing/2014/main" id="{66466265-54BC-EF48-8DCD-328FB0DE74B2}"/>
                </a:ext>
              </a:extLst>
            </p:cNvPr>
            <p:cNvSpPr/>
            <p:nvPr/>
          </p:nvSpPr>
          <p:spPr>
            <a:xfrm>
              <a:off x="11849233"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88" name="Freeform: Shape 2287">
              <a:extLst>
                <a:ext uri="{FF2B5EF4-FFF2-40B4-BE49-F238E27FC236}">
                  <a16:creationId xmlns:a16="http://schemas.microsoft.com/office/drawing/2014/main" id="{D9D70F76-96D5-617D-3548-8B8E4637A308}"/>
                </a:ext>
              </a:extLst>
            </p:cNvPr>
            <p:cNvSpPr/>
            <p:nvPr/>
          </p:nvSpPr>
          <p:spPr>
            <a:xfrm>
              <a:off x="11963489"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89" name="Freeform: Shape 2288">
              <a:extLst>
                <a:ext uri="{FF2B5EF4-FFF2-40B4-BE49-F238E27FC236}">
                  <a16:creationId xmlns:a16="http://schemas.microsoft.com/office/drawing/2014/main" id="{F56C09F4-2CA0-76D7-2E55-D68CADD63617}"/>
                </a:ext>
              </a:extLst>
            </p:cNvPr>
            <p:cNvSpPr/>
            <p:nvPr/>
          </p:nvSpPr>
          <p:spPr>
            <a:xfrm>
              <a:off x="12077745" y="2517695"/>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90" name="Freeform: Shape 2289">
              <a:extLst>
                <a:ext uri="{FF2B5EF4-FFF2-40B4-BE49-F238E27FC236}">
                  <a16:creationId xmlns:a16="http://schemas.microsoft.com/office/drawing/2014/main" id="{9E7E2882-2072-848A-2740-AC892B5CD061}"/>
                </a:ext>
              </a:extLst>
            </p:cNvPr>
            <p:cNvSpPr/>
            <p:nvPr/>
          </p:nvSpPr>
          <p:spPr>
            <a:xfrm>
              <a:off x="7279135" y="263195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91" name="Freeform: Shape 2290">
              <a:extLst>
                <a:ext uri="{FF2B5EF4-FFF2-40B4-BE49-F238E27FC236}">
                  <a16:creationId xmlns:a16="http://schemas.microsoft.com/office/drawing/2014/main" id="{4BC7151B-E201-047A-7C9B-193421DD453A}"/>
                </a:ext>
              </a:extLst>
            </p:cNvPr>
            <p:cNvSpPr/>
            <p:nvPr/>
          </p:nvSpPr>
          <p:spPr>
            <a:xfrm>
              <a:off x="7393391"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92" name="Freeform: Shape 2291">
              <a:extLst>
                <a:ext uri="{FF2B5EF4-FFF2-40B4-BE49-F238E27FC236}">
                  <a16:creationId xmlns:a16="http://schemas.microsoft.com/office/drawing/2014/main" id="{4F582ECE-991F-1AA4-D365-8A5C3C408AD8}"/>
                </a:ext>
              </a:extLst>
            </p:cNvPr>
            <p:cNvSpPr/>
            <p:nvPr/>
          </p:nvSpPr>
          <p:spPr>
            <a:xfrm>
              <a:off x="7507646"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93" name="Freeform: Shape 2292">
              <a:extLst>
                <a:ext uri="{FF2B5EF4-FFF2-40B4-BE49-F238E27FC236}">
                  <a16:creationId xmlns:a16="http://schemas.microsoft.com/office/drawing/2014/main" id="{0196B0E0-FF63-59C9-FEB1-7D86C42180E6}"/>
                </a:ext>
              </a:extLst>
            </p:cNvPr>
            <p:cNvSpPr/>
            <p:nvPr/>
          </p:nvSpPr>
          <p:spPr>
            <a:xfrm>
              <a:off x="7621902"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94" name="Freeform: Shape 2293">
              <a:extLst>
                <a:ext uri="{FF2B5EF4-FFF2-40B4-BE49-F238E27FC236}">
                  <a16:creationId xmlns:a16="http://schemas.microsoft.com/office/drawing/2014/main" id="{78BD9C39-DD5C-8919-803C-D4C5BD17D140}"/>
                </a:ext>
              </a:extLst>
            </p:cNvPr>
            <p:cNvSpPr/>
            <p:nvPr/>
          </p:nvSpPr>
          <p:spPr>
            <a:xfrm>
              <a:off x="7736158" y="263195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95" name="Freeform: Shape 2294">
              <a:extLst>
                <a:ext uri="{FF2B5EF4-FFF2-40B4-BE49-F238E27FC236}">
                  <a16:creationId xmlns:a16="http://schemas.microsoft.com/office/drawing/2014/main" id="{31C0BEB6-4593-EC62-6A12-0089868FEF54}"/>
                </a:ext>
              </a:extLst>
            </p:cNvPr>
            <p:cNvSpPr/>
            <p:nvPr/>
          </p:nvSpPr>
          <p:spPr>
            <a:xfrm>
              <a:off x="7850414"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96" name="Freeform: Shape 2295">
              <a:extLst>
                <a:ext uri="{FF2B5EF4-FFF2-40B4-BE49-F238E27FC236}">
                  <a16:creationId xmlns:a16="http://schemas.microsoft.com/office/drawing/2014/main" id="{703F85A5-2B37-4EFB-8F98-B35AFCF16674}"/>
                </a:ext>
              </a:extLst>
            </p:cNvPr>
            <p:cNvSpPr/>
            <p:nvPr/>
          </p:nvSpPr>
          <p:spPr>
            <a:xfrm>
              <a:off x="7964669"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97" name="Freeform: Shape 2296">
              <a:extLst>
                <a:ext uri="{FF2B5EF4-FFF2-40B4-BE49-F238E27FC236}">
                  <a16:creationId xmlns:a16="http://schemas.microsoft.com/office/drawing/2014/main" id="{EA8927BB-091F-940F-C771-340C53328B95}"/>
                </a:ext>
              </a:extLst>
            </p:cNvPr>
            <p:cNvSpPr/>
            <p:nvPr/>
          </p:nvSpPr>
          <p:spPr>
            <a:xfrm>
              <a:off x="8078925" y="263195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98" name="Freeform: Shape 2297">
              <a:extLst>
                <a:ext uri="{FF2B5EF4-FFF2-40B4-BE49-F238E27FC236}">
                  <a16:creationId xmlns:a16="http://schemas.microsoft.com/office/drawing/2014/main" id="{BABC6307-5DFE-4BE0-A41D-76CD00C8C249}"/>
                </a:ext>
              </a:extLst>
            </p:cNvPr>
            <p:cNvSpPr/>
            <p:nvPr/>
          </p:nvSpPr>
          <p:spPr>
            <a:xfrm>
              <a:off x="8193181"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99" name="Freeform: Shape 2298">
              <a:extLst>
                <a:ext uri="{FF2B5EF4-FFF2-40B4-BE49-F238E27FC236}">
                  <a16:creationId xmlns:a16="http://schemas.microsoft.com/office/drawing/2014/main" id="{57401BF7-E6D2-DEB9-2D92-68052B2A3952}"/>
                </a:ext>
              </a:extLst>
            </p:cNvPr>
            <p:cNvSpPr/>
            <p:nvPr/>
          </p:nvSpPr>
          <p:spPr>
            <a:xfrm>
              <a:off x="8307437"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00" name="Freeform: Shape 2299">
              <a:extLst>
                <a:ext uri="{FF2B5EF4-FFF2-40B4-BE49-F238E27FC236}">
                  <a16:creationId xmlns:a16="http://schemas.microsoft.com/office/drawing/2014/main" id="{51E50005-CE83-D954-B51B-D0E95695E385}"/>
                </a:ext>
              </a:extLst>
            </p:cNvPr>
            <p:cNvSpPr/>
            <p:nvPr/>
          </p:nvSpPr>
          <p:spPr>
            <a:xfrm>
              <a:off x="8421648"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01" name="Freeform: Shape 2300">
              <a:extLst>
                <a:ext uri="{FF2B5EF4-FFF2-40B4-BE49-F238E27FC236}">
                  <a16:creationId xmlns:a16="http://schemas.microsoft.com/office/drawing/2014/main" id="{E74A9FDD-9C99-8B24-B0EC-457652844CE5}"/>
                </a:ext>
              </a:extLst>
            </p:cNvPr>
            <p:cNvSpPr/>
            <p:nvPr/>
          </p:nvSpPr>
          <p:spPr>
            <a:xfrm>
              <a:off x="8535904"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02" name="Freeform: Shape 2301">
              <a:extLst>
                <a:ext uri="{FF2B5EF4-FFF2-40B4-BE49-F238E27FC236}">
                  <a16:creationId xmlns:a16="http://schemas.microsoft.com/office/drawing/2014/main" id="{8B972DFC-14C4-3C58-E093-120981667C3A}"/>
                </a:ext>
              </a:extLst>
            </p:cNvPr>
            <p:cNvSpPr/>
            <p:nvPr/>
          </p:nvSpPr>
          <p:spPr>
            <a:xfrm>
              <a:off x="8650160"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03" name="Freeform: Shape 2302">
              <a:extLst>
                <a:ext uri="{FF2B5EF4-FFF2-40B4-BE49-F238E27FC236}">
                  <a16:creationId xmlns:a16="http://schemas.microsoft.com/office/drawing/2014/main" id="{F628793F-9D96-A124-1609-5927A212FBD1}"/>
                </a:ext>
              </a:extLst>
            </p:cNvPr>
            <p:cNvSpPr/>
            <p:nvPr/>
          </p:nvSpPr>
          <p:spPr>
            <a:xfrm>
              <a:off x="8764416"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04" name="Freeform: Shape 2303">
              <a:extLst>
                <a:ext uri="{FF2B5EF4-FFF2-40B4-BE49-F238E27FC236}">
                  <a16:creationId xmlns:a16="http://schemas.microsoft.com/office/drawing/2014/main" id="{82B7B18E-98AE-9D68-4375-DBCFF84020C8}"/>
                </a:ext>
              </a:extLst>
            </p:cNvPr>
            <p:cNvSpPr/>
            <p:nvPr/>
          </p:nvSpPr>
          <p:spPr>
            <a:xfrm>
              <a:off x="8878671" y="263195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05" name="Freeform: Shape 2304">
              <a:extLst>
                <a:ext uri="{FF2B5EF4-FFF2-40B4-BE49-F238E27FC236}">
                  <a16:creationId xmlns:a16="http://schemas.microsoft.com/office/drawing/2014/main" id="{66501C63-D07D-F9DA-2FBD-B895A5F26EE4}"/>
                </a:ext>
              </a:extLst>
            </p:cNvPr>
            <p:cNvSpPr/>
            <p:nvPr/>
          </p:nvSpPr>
          <p:spPr>
            <a:xfrm>
              <a:off x="8992927"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06" name="Freeform: Shape 2305">
              <a:extLst>
                <a:ext uri="{FF2B5EF4-FFF2-40B4-BE49-F238E27FC236}">
                  <a16:creationId xmlns:a16="http://schemas.microsoft.com/office/drawing/2014/main" id="{E268AFCE-0D7C-BE34-85EB-659EC2AE3D63}"/>
                </a:ext>
              </a:extLst>
            </p:cNvPr>
            <p:cNvSpPr/>
            <p:nvPr/>
          </p:nvSpPr>
          <p:spPr>
            <a:xfrm>
              <a:off x="9107183"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07" name="Freeform: Shape 2306">
              <a:extLst>
                <a:ext uri="{FF2B5EF4-FFF2-40B4-BE49-F238E27FC236}">
                  <a16:creationId xmlns:a16="http://schemas.microsoft.com/office/drawing/2014/main" id="{E51D78BA-B422-C288-08AD-FD9EE26AC5AA}"/>
                </a:ext>
              </a:extLst>
            </p:cNvPr>
            <p:cNvSpPr/>
            <p:nvPr/>
          </p:nvSpPr>
          <p:spPr>
            <a:xfrm>
              <a:off x="9221439"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08" name="Freeform: Shape 2307">
              <a:extLst>
                <a:ext uri="{FF2B5EF4-FFF2-40B4-BE49-F238E27FC236}">
                  <a16:creationId xmlns:a16="http://schemas.microsoft.com/office/drawing/2014/main" id="{E5BADE63-D3CB-386F-A955-D33F7DBD05DD}"/>
                </a:ext>
              </a:extLst>
            </p:cNvPr>
            <p:cNvSpPr/>
            <p:nvPr/>
          </p:nvSpPr>
          <p:spPr>
            <a:xfrm>
              <a:off x="9335695" y="263195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09" name="Freeform: Shape 2308">
              <a:extLst>
                <a:ext uri="{FF2B5EF4-FFF2-40B4-BE49-F238E27FC236}">
                  <a16:creationId xmlns:a16="http://schemas.microsoft.com/office/drawing/2014/main" id="{3325D95F-A3E1-72B4-AC35-D4E60F5A286D}"/>
                </a:ext>
              </a:extLst>
            </p:cNvPr>
            <p:cNvSpPr/>
            <p:nvPr/>
          </p:nvSpPr>
          <p:spPr>
            <a:xfrm>
              <a:off x="9449950"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10" name="Freeform: Shape 2309">
              <a:extLst>
                <a:ext uri="{FF2B5EF4-FFF2-40B4-BE49-F238E27FC236}">
                  <a16:creationId xmlns:a16="http://schemas.microsoft.com/office/drawing/2014/main" id="{F7F60485-4417-B5F2-EC7E-91345A0AA9A6}"/>
                </a:ext>
              </a:extLst>
            </p:cNvPr>
            <p:cNvSpPr/>
            <p:nvPr/>
          </p:nvSpPr>
          <p:spPr>
            <a:xfrm>
              <a:off x="9564206"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11" name="Freeform: Shape 2310">
              <a:extLst>
                <a:ext uri="{FF2B5EF4-FFF2-40B4-BE49-F238E27FC236}">
                  <a16:creationId xmlns:a16="http://schemas.microsoft.com/office/drawing/2014/main" id="{71400971-9059-EBB7-0F4F-E56406EB090A}"/>
                </a:ext>
              </a:extLst>
            </p:cNvPr>
            <p:cNvSpPr/>
            <p:nvPr/>
          </p:nvSpPr>
          <p:spPr>
            <a:xfrm>
              <a:off x="9678418" y="263195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12" name="Freeform: Shape 2311">
              <a:extLst>
                <a:ext uri="{FF2B5EF4-FFF2-40B4-BE49-F238E27FC236}">
                  <a16:creationId xmlns:a16="http://schemas.microsoft.com/office/drawing/2014/main" id="{7E8E7267-A88E-416E-A89E-4E2F130AA001}"/>
                </a:ext>
              </a:extLst>
            </p:cNvPr>
            <p:cNvSpPr/>
            <p:nvPr/>
          </p:nvSpPr>
          <p:spPr>
            <a:xfrm>
              <a:off x="9792674"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13" name="Freeform: Shape 2312">
              <a:extLst>
                <a:ext uri="{FF2B5EF4-FFF2-40B4-BE49-F238E27FC236}">
                  <a16:creationId xmlns:a16="http://schemas.microsoft.com/office/drawing/2014/main" id="{A2CD1711-BEE9-F6E1-CFB8-9AA194715C54}"/>
                </a:ext>
              </a:extLst>
            </p:cNvPr>
            <p:cNvSpPr/>
            <p:nvPr/>
          </p:nvSpPr>
          <p:spPr>
            <a:xfrm>
              <a:off x="9906929"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14" name="Freeform: Shape 2313">
              <a:extLst>
                <a:ext uri="{FF2B5EF4-FFF2-40B4-BE49-F238E27FC236}">
                  <a16:creationId xmlns:a16="http://schemas.microsoft.com/office/drawing/2014/main" id="{ACFC5A45-9CDC-0C4E-E789-F11FFAF6232F}"/>
                </a:ext>
              </a:extLst>
            </p:cNvPr>
            <p:cNvSpPr/>
            <p:nvPr/>
          </p:nvSpPr>
          <p:spPr>
            <a:xfrm>
              <a:off x="10021185"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15" name="Freeform: Shape 2314">
              <a:extLst>
                <a:ext uri="{FF2B5EF4-FFF2-40B4-BE49-F238E27FC236}">
                  <a16:creationId xmlns:a16="http://schemas.microsoft.com/office/drawing/2014/main" id="{75F5BDE6-0B69-1557-C8C2-3E6280C25C50}"/>
                </a:ext>
              </a:extLst>
            </p:cNvPr>
            <p:cNvSpPr/>
            <p:nvPr/>
          </p:nvSpPr>
          <p:spPr>
            <a:xfrm>
              <a:off x="10135441"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16" name="Freeform: Shape 2315">
              <a:extLst>
                <a:ext uri="{FF2B5EF4-FFF2-40B4-BE49-F238E27FC236}">
                  <a16:creationId xmlns:a16="http://schemas.microsoft.com/office/drawing/2014/main" id="{4215281F-5832-F39E-2D45-C9174B2E34F3}"/>
                </a:ext>
              </a:extLst>
            </p:cNvPr>
            <p:cNvSpPr/>
            <p:nvPr/>
          </p:nvSpPr>
          <p:spPr>
            <a:xfrm>
              <a:off x="10249697"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17" name="Freeform: Shape 2316">
              <a:extLst>
                <a:ext uri="{FF2B5EF4-FFF2-40B4-BE49-F238E27FC236}">
                  <a16:creationId xmlns:a16="http://schemas.microsoft.com/office/drawing/2014/main" id="{02743CD5-EF2E-84E7-EAD8-E031D596F486}"/>
                </a:ext>
              </a:extLst>
            </p:cNvPr>
            <p:cNvSpPr/>
            <p:nvPr/>
          </p:nvSpPr>
          <p:spPr>
            <a:xfrm>
              <a:off x="10363952"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18" name="Freeform: Shape 2317">
              <a:extLst>
                <a:ext uri="{FF2B5EF4-FFF2-40B4-BE49-F238E27FC236}">
                  <a16:creationId xmlns:a16="http://schemas.microsoft.com/office/drawing/2014/main" id="{4EC9E133-3950-9BF5-D415-0B9C5C4C675B}"/>
                </a:ext>
              </a:extLst>
            </p:cNvPr>
            <p:cNvSpPr/>
            <p:nvPr/>
          </p:nvSpPr>
          <p:spPr>
            <a:xfrm>
              <a:off x="10478208" y="263195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19" name="Freeform: Shape 2318">
              <a:extLst>
                <a:ext uri="{FF2B5EF4-FFF2-40B4-BE49-F238E27FC236}">
                  <a16:creationId xmlns:a16="http://schemas.microsoft.com/office/drawing/2014/main" id="{ACD84704-2687-B6DE-197A-CDD80B5F9FFE}"/>
                </a:ext>
              </a:extLst>
            </p:cNvPr>
            <p:cNvSpPr/>
            <p:nvPr/>
          </p:nvSpPr>
          <p:spPr>
            <a:xfrm>
              <a:off x="10592464"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20" name="Freeform: Shape 2319">
              <a:extLst>
                <a:ext uri="{FF2B5EF4-FFF2-40B4-BE49-F238E27FC236}">
                  <a16:creationId xmlns:a16="http://schemas.microsoft.com/office/drawing/2014/main" id="{6862A251-99ED-F0FD-AE6E-F8D73C74A0D4}"/>
                </a:ext>
              </a:extLst>
            </p:cNvPr>
            <p:cNvSpPr/>
            <p:nvPr/>
          </p:nvSpPr>
          <p:spPr>
            <a:xfrm>
              <a:off x="10706720"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21" name="Freeform: Shape 2320">
              <a:extLst>
                <a:ext uri="{FF2B5EF4-FFF2-40B4-BE49-F238E27FC236}">
                  <a16:creationId xmlns:a16="http://schemas.microsoft.com/office/drawing/2014/main" id="{7B86755F-EC23-2C37-E452-8EFEFBCE81B0}"/>
                </a:ext>
              </a:extLst>
            </p:cNvPr>
            <p:cNvSpPr/>
            <p:nvPr/>
          </p:nvSpPr>
          <p:spPr>
            <a:xfrm>
              <a:off x="10820976" y="2631950"/>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22" name="Freeform: Shape 2321">
              <a:extLst>
                <a:ext uri="{FF2B5EF4-FFF2-40B4-BE49-F238E27FC236}">
                  <a16:creationId xmlns:a16="http://schemas.microsoft.com/office/drawing/2014/main" id="{68A944B8-9D27-97A0-E0E9-F0BC3D502C05}"/>
                </a:ext>
              </a:extLst>
            </p:cNvPr>
            <p:cNvSpPr/>
            <p:nvPr/>
          </p:nvSpPr>
          <p:spPr>
            <a:xfrm>
              <a:off x="10935231"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23" name="Freeform: Shape 2322">
              <a:extLst>
                <a:ext uri="{FF2B5EF4-FFF2-40B4-BE49-F238E27FC236}">
                  <a16:creationId xmlns:a16="http://schemas.microsoft.com/office/drawing/2014/main" id="{6089A84D-D297-9572-DDC1-80530E3FEC65}"/>
                </a:ext>
              </a:extLst>
            </p:cNvPr>
            <p:cNvSpPr/>
            <p:nvPr/>
          </p:nvSpPr>
          <p:spPr>
            <a:xfrm>
              <a:off x="11049443"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24" name="Freeform: Shape 2323">
              <a:extLst>
                <a:ext uri="{FF2B5EF4-FFF2-40B4-BE49-F238E27FC236}">
                  <a16:creationId xmlns:a16="http://schemas.microsoft.com/office/drawing/2014/main" id="{E691E876-E4BB-E4CC-EA0D-6479A6797198}"/>
                </a:ext>
              </a:extLst>
            </p:cNvPr>
            <p:cNvSpPr/>
            <p:nvPr/>
          </p:nvSpPr>
          <p:spPr>
            <a:xfrm>
              <a:off x="11163699" y="2631950"/>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25" name="Freeform: Shape 2324">
              <a:extLst>
                <a:ext uri="{FF2B5EF4-FFF2-40B4-BE49-F238E27FC236}">
                  <a16:creationId xmlns:a16="http://schemas.microsoft.com/office/drawing/2014/main" id="{F64746DC-9931-ECAF-CC92-F3F197A8204D}"/>
                </a:ext>
              </a:extLst>
            </p:cNvPr>
            <p:cNvSpPr/>
            <p:nvPr/>
          </p:nvSpPr>
          <p:spPr>
            <a:xfrm>
              <a:off x="11277955"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26" name="Freeform: Shape 2325">
              <a:extLst>
                <a:ext uri="{FF2B5EF4-FFF2-40B4-BE49-F238E27FC236}">
                  <a16:creationId xmlns:a16="http://schemas.microsoft.com/office/drawing/2014/main" id="{9337EE2F-3F2C-845D-BE1E-4C1ACE8B1A70}"/>
                </a:ext>
              </a:extLst>
            </p:cNvPr>
            <p:cNvSpPr/>
            <p:nvPr/>
          </p:nvSpPr>
          <p:spPr>
            <a:xfrm>
              <a:off x="11392210"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27" name="Freeform: Shape 2326">
              <a:extLst>
                <a:ext uri="{FF2B5EF4-FFF2-40B4-BE49-F238E27FC236}">
                  <a16:creationId xmlns:a16="http://schemas.microsoft.com/office/drawing/2014/main" id="{7A42D89D-F35E-99B1-ACB2-3688036C26F1}"/>
                </a:ext>
              </a:extLst>
            </p:cNvPr>
            <p:cNvSpPr/>
            <p:nvPr/>
          </p:nvSpPr>
          <p:spPr>
            <a:xfrm>
              <a:off x="11506466" y="2631950"/>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28" name="Freeform: Shape 2327">
              <a:extLst>
                <a:ext uri="{FF2B5EF4-FFF2-40B4-BE49-F238E27FC236}">
                  <a16:creationId xmlns:a16="http://schemas.microsoft.com/office/drawing/2014/main" id="{799F7715-73F8-1F47-BA57-80113062AF40}"/>
                </a:ext>
              </a:extLst>
            </p:cNvPr>
            <p:cNvSpPr/>
            <p:nvPr/>
          </p:nvSpPr>
          <p:spPr>
            <a:xfrm>
              <a:off x="11620722"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29" name="Freeform: Shape 2328">
              <a:extLst>
                <a:ext uri="{FF2B5EF4-FFF2-40B4-BE49-F238E27FC236}">
                  <a16:creationId xmlns:a16="http://schemas.microsoft.com/office/drawing/2014/main" id="{4586FB09-6053-ABAB-46BD-2FCDAD5D9569}"/>
                </a:ext>
              </a:extLst>
            </p:cNvPr>
            <p:cNvSpPr/>
            <p:nvPr/>
          </p:nvSpPr>
          <p:spPr>
            <a:xfrm>
              <a:off x="11734978"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30" name="Freeform: Shape 2329">
              <a:extLst>
                <a:ext uri="{FF2B5EF4-FFF2-40B4-BE49-F238E27FC236}">
                  <a16:creationId xmlns:a16="http://schemas.microsoft.com/office/drawing/2014/main" id="{587BB846-B029-67C6-3EDE-DD6F6C104A6A}"/>
                </a:ext>
              </a:extLst>
            </p:cNvPr>
            <p:cNvSpPr/>
            <p:nvPr/>
          </p:nvSpPr>
          <p:spPr>
            <a:xfrm>
              <a:off x="11849233"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31" name="Freeform: Shape 2330">
              <a:extLst>
                <a:ext uri="{FF2B5EF4-FFF2-40B4-BE49-F238E27FC236}">
                  <a16:creationId xmlns:a16="http://schemas.microsoft.com/office/drawing/2014/main" id="{B98770D1-73A7-BE60-A530-5C2738B440A1}"/>
                </a:ext>
              </a:extLst>
            </p:cNvPr>
            <p:cNvSpPr/>
            <p:nvPr/>
          </p:nvSpPr>
          <p:spPr>
            <a:xfrm>
              <a:off x="11963489"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32" name="Freeform: Shape 2331">
              <a:extLst>
                <a:ext uri="{FF2B5EF4-FFF2-40B4-BE49-F238E27FC236}">
                  <a16:creationId xmlns:a16="http://schemas.microsoft.com/office/drawing/2014/main" id="{BFC7BF19-B6A4-2A3B-23A8-14004F006CBC}"/>
                </a:ext>
              </a:extLst>
            </p:cNvPr>
            <p:cNvSpPr/>
            <p:nvPr/>
          </p:nvSpPr>
          <p:spPr>
            <a:xfrm>
              <a:off x="12077745" y="2631950"/>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33" name="Freeform: Shape 2332">
              <a:extLst>
                <a:ext uri="{FF2B5EF4-FFF2-40B4-BE49-F238E27FC236}">
                  <a16:creationId xmlns:a16="http://schemas.microsoft.com/office/drawing/2014/main" id="{4C9B0463-91C6-23B5-0839-1AB1856BD6F8}"/>
                </a:ext>
              </a:extLst>
            </p:cNvPr>
            <p:cNvSpPr/>
            <p:nvPr/>
          </p:nvSpPr>
          <p:spPr>
            <a:xfrm>
              <a:off x="7279135" y="274620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34" name="Freeform: Shape 2333">
              <a:extLst>
                <a:ext uri="{FF2B5EF4-FFF2-40B4-BE49-F238E27FC236}">
                  <a16:creationId xmlns:a16="http://schemas.microsoft.com/office/drawing/2014/main" id="{80FCC9D7-B576-9E34-7E06-A81EA8CA892D}"/>
                </a:ext>
              </a:extLst>
            </p:cNvPr>
            <p:cNvSpPr/>
            <p:nvPr/>
          </p:nvSpPr>
          <p:spPr>
            <a:xfrm>
              <a:off x="7393391"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35" name="Freeform: Shape 2334">
              <a:extLst>
                <a:ext uri="{FF2B5EF4-FFF2-40B4-BE49-F238E27FC236}">
                  <a16:creationId xmlns:a16="http://schemas.microsoft.com/office/drawing/2014/main" id="{DEDB6AEF-C300-F605-A362-CCBD5F4DDC83}"/>
                </a:ext>
              </a:extLst>
            </p:cNvPr>
            <p:cNvSpPr/>
            <p:nvPr/>
          </p:nvSpPr>
          <p:spPr>
            <a:xfrm>
              <a:off x="7507646"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36" name="Freeform: Shape 2335">
              <a:extLst>
                <a:ext uri="{FF2B5EF4-FFF2-40B4-BE49-F238E27FC236}">
                  <a16:creationId xmlns:a16="http://schemas.microsoft.com/office/drawing/2014/main" id="{17C9F3B8-6A91-6FE2-9BAF-1F8CFFD1BC8B}"/>
                </a:ext>
              </a:extLst>
            </p:cNvPr>
            <p:cNvSpPr/>
            <p:nvPr/>
          </p:nvSpPr>
          <p:spPr>
            <a:xfrm>
              <a:off x="7621902"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37" name="Freeform: Shape 2336">
              <a:extLst>
                <a:ext uri="{FF2B5EF4-FFF2-40B4-BE49-F238E27FC236}">
                  <a16:creationId xmlns:a16="http://schemas.microsoft.com/office/drawing/2014/main" id="{EDEA64CB-9DDF-BD8B-B08E-257AD9A3E7E9}"/>
                </a:ext>
              </a:extLst>
            </p:cNvPr>
            <p:cNvSpPr/>
            <p:nvPr/>
          </p:nvSpPr>
          <p:spPr>
            <a:xfrm>
              <a:off x="7736158" y="274620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38" name="Freeform: Shape 2337">
              <a:extLst>
                <a:ext uri="{FF2B5EF4-FFF2-40B4-BE49-F238E27FC236}">
                  <a16:creationId xmlns:a16="http://schemas.microsoft.com/office/drawing/2014/main" id="{11926D88-5BC7-51A1-933E-B72BA774E42C}"/>
                </a:ext>
              </a:extLst>
            </p:cNvPr>
            <p:cNvSpPr/>
            <p:nvPr/>
          </p:nvSpPr>
          <p:spPr>
            <a:xfrm>
              <a:off x="7850414"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39" name="Freeform: Shape 2338">
              <a:extLst>
                <a:ext uri="{FF2B5EF4-FFF2-40B4-BE49-F238E27FC236}">
                  <a16:creationId xmlns:a16="http://schemas.microsoft.com/office/drawing/2014/main" id="{3CD94F9F-B15D-90AC-BBDB-D76B8E814057}"/>
                </a:ext>
              </a:extLst>
            </p:cNvPr>
            <p:cNvSpPr/>
            <p:nvPr/>
          </p:nvSpPr>
          <p:spPr>
            <a:xfrm>
              <a:off x="7964669"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40" name="Freeform: Shape 2339">
              <a:extLst>
                <a:ext uri="{FF2B5EF4-FFF2-40B4-BE49-F238E27FC236}">
                  <a16:creationId xmlns:a16="http://schemas.microsoft.com/office/drawing/2014/main" id="{D94D6272-4048-E872-DAAE-C59DCE87F379}"/>
                </a:ext>
              </a:extLst>
            </p:cNvPr>
            <p:cNvSpPr/>
            <p:nvPr/>
          </p:nvSpPr>
          <p:spPr>
            <a:xfrm>
              <a:off x="8078925" y="274620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41" name="Freeform: Shape 2340">
              <a:extLst>
                <a:ext uri="{FF2B5EF4-FFF2-40B4-BE49-F238E27FC236}">
                  <a16:creationId xmlns:a16="http://schemas.microsoft.com/office/drawing/2014/main" id="{29BE58A4-F2D4-4CDB-8DAC-556F00416749}"/>
                </a:ext>
              </a:extLst>
            </p:cNvPr>
            <p:cNvSpPr/>
            <p:nvPr/>
          </p:nvSpPr>
          <p:spPr>
            <a:xfrm>
              <a:off x="8193181"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42" name="Freeform: Shape 2341">
              <a:extLst>
                <a:ext uri="{FF2B5EF4-FFF2-40B4-BE49-F238E27FC236}">
                  <a16:creationId xmlns:a16="http://schemas.microsoft.com/office/drawing/2014/main" id="{40BBCD83-FBB2-CC81-952B-5F0B8E057836}"/>
                </a:ext>
              </a:extLst>
            </p:cNvPr>
            <p:cNvSpPr/>
            <p:nvPr/>
          </p:nvSpPr>
          <p:spPr>
            <a:xfrm>
              <a:off x="8307437"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43" name="Freeform: Shape 2342">
              <a:extLst>
                <a:ext uri="{FF2B5EF4-FFF2-40B4-BE49-F238E27FC236}">
                  <a16:creationId xmlns:a16="http://schemas.microsoft.com/office/drawing/2014/main" id="{385FB544-BD67-FACB-3654-BAD6020F470D}"/>
                </a:ext>
              </a:extLst>
            </p:cNvPr>
            <p:cNvSpPr/>
            <p:nvPr/>
          </p:nvSpPr>
          <p:spPr>
            <a:xfrm>
              <a:off x="8421648"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44" name="Freeform: Shape 2343">
              <a:extLst>
                <a:ext uri="{FF2B5EF4-FFF2-40B4-BE49-F238E27FC236}">
                  <a16:creationId xmlns:a16="http://schemas.microsoft.com/office/drawing/2014/main" id="{5F5C1C24-4AFD-8D69-C8A3-B008838FAB3B}"/>
                </a:ext>
              </a:extLst>
            </p:cNvPr>
            <p:cNvSpPr/>
            <p:nvPr/>
          </p:nvSpPr>
          <p:spPr>
            <a:xfrm>
              <a:off x="8535904"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45" name="Freeform: Shape 2344">
              <a:extLst>
                <a:ext uri="{FF2B5EF4-FFF2-40B4-BE49-F238E27FC236}">
                  <a16:creationId xmlns:a16="http://schemas.microsoft.com/office/drawing/2014/main" id="{B93E6FBB-0C4E-EEAE-7883-14463B2D3120}"/>
                </a:ext>
              </a:extLst>
            </p:cNvPr>
            <p:cNvSpPr/>
            <p:nvPr/>
          </p:nvSpPr>
          <p:spPr>
            <a:xfrm>
              <a:off x="8650160"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46" name="Freeform: Shape 2345">
              <a:extLst>
                <a:ext uri="{FF2B5EF4-FFF2-40B4-BE49-F238E27FC236}">
                  <a16:creationId xmlns:a16="http://schemas.microsoft.com/office/drawing/2014/main" id="{B1A9D140-3363-1B49-0D11-D3C265257100}"/>
                </a:ext>
              </a:extLst>
            </p:cNvPr>
            <p:cNvSpPr/>
            <p:nvPr/>
          </p:nvSpPr>
          <p:spPr>
            <a:xfrm>
              <a:off x="8764416"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47" name="Freeform: Shape 2346">
              <a:extLst>
                <a:ext uri="{FF2B5EF4-FFF2-40B4-BE49-F238E27FC236}">
                  <a16:creationId xmlns:a16="http://schemas.microsoft.com/office/drawing/2014/main" id="{D25B1EC0-D44A-21A8-A2A8-7733B1005C52}"/>
                </a:ext>
              </a:extLst>
            </p:cNvPr>
            <p:cNvSpPr/>
            <p:nvPr/>
          </p:nvSpPr>
          <p:spPr>
            <a:xfrm>
              <a:off x="8878671" y="274620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48" name="Freeform: Shape 2347">
              <a:extLst>
                <a:ext uri="{FF2B5EF4-FFF2-40B4-BE49-F238E27FC236}">
                  <a16:creationId xmlns:a16="http://schemas.microsoft.com/office/drawing/2014/main" id="{97360DC4-91AE-06CB-18AB-AEA9587CD057}"/>
                </a:ext>
              </a:extLst>
            </p:cNvPr>
            <p:cNvSpPr/>
            <p:nvPr/>
          </p:nvSpPr>
          <p:spPr>
            <a:xfrm>
              <a:off x="8992927"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49" name="Freeform: Shape 2348">
              <a:extLst>
                <a:ext uri="{FF2B5EF4-FFF2-40B4-BE49-F238E27FC236}">
                  <a16:creationId xmlns:a16="http://schemas.microsoft.com/office/drawing/2014/main" id="{5AB55441-F09D-B96B-2ADC-9E38DBD0C757}"/>
                </a:ext>
              </a:extLst>
            </p:cNvPr>
            <p:cNvSpPr/>
            <p:nvPr/>
          </p:nvSpPr>
          <p:spPr>
            <a:xfrm>
              <a:off x="9107183"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50" name="Freeform: Shape 2349">
              <a:extLst>
                <a:ext uri="{FF2B5EF4-FFF2-40B4-BE49-F238E27FC236}">
                  <a16:creationId xmlns:a16="http://schemas.microsoft.com/office/drawing/2014/main" id="{761B5D11-258A-2759-6FD4-C7761952C375}"/>
                </a:ext>
              </a:extLst>
            </p:cNvPr>
            <p:cNvSpPr/>
            <p:nvPr/>
          </p:nvSpPr>
          <p:spPr>
            <a:xfrm>
              <a:off x="9221439"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51" name="Freeform: Shape 2350">
              <a:extLst>
                <a:ext uri="{FF2B5EF4-FFF2-40B4-BE49-F238E27FC236}">
                  <a16:creationId xmlns:a16="http://schemas.microsoft.com/office/drawing/2014/main" id="{F548F694-A606-6F22-5C68-F8114207994E}"/>
                </a:ext>
              </a:extLst>
            </p:cNvPr>
            <p:cNvSpPr/>
            <p:nvPr/>
          </p:nvSpPr>
          <p:spPr>
            <a:xfrm>
              <a:off x="9335695" y="274620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52" name="Freeform: Shape 2351">
              <a:extLst>
                <a:ext uri="{FF2B5EF4-FFF2-40B4-BE49-F238E27FC236}">
                  <a16:creationId xmlns:a16="http://schemas.microsoft.com/office/drawing/2014/main" id="{94A9B6D7-39BF-7C80-5CCB-7DB01568306F}"/>
                </a:ext>
              </a:extLst>
            </p:cNvPr>
            <p:cNvSpPr/>
            <p:nvPr/>
          </p:nvSpPr>
          <p:spPr>
            <a:xfrm>
              <a:off x="9449950"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53" name="Freeform: Shape 2352">
              <a:extLst>
                <a:ext uri="{FF2B5EF4-FFF2-40B4-BE49-F238E27FC236}">
                  <a16:creationId xmlns:a16="http://schemas.microsoft.com/office/drawing/2014/main" id="{2F0BF08E-BC7A-8ED5-1561-56F3A14E0AF3}"/>
                </a:ext>
              </a:extLst>
            </p:cNvPr>
            <p:cNvSpPr/>
            <p:nvPr/>
          </p:nvSpPr>
          <p:spPr>
            <a:xfrm>
              <a:off x="9564206"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54" name="Freeform: Shape 2353">
              <a:extLst>
                <a:ext uri="{FF2B5EF4-FFF2-40B4-BE49-F238E27FC236}">
                  <a16:creationId xmlns:a16="http://schemas.microsoft.com/office/drawing/2014/main" id="{F81AD333-DF8D-FFEB-3B14-248EFA3D0923}"/>
                </a:ext>
              </a:extLst>
            </p:cNvPr>
            <p:cNvSpPr/>
            <p:nvPr/>
          </p:nvSpPr>
          <p:spPr>
            <a:xfrm>
              <a:off x="9678418" y="274620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55" name="Freeform: Shape 2354">
              <a:extLst>
                <a:ext uri="{FF2B5EF4-FFF2-40B4-BE49-F238E27FC236}">
                  <a16:creationId xmlns:a16="http://schemas.microsoft.com/office/drawing/2014/main" id="{77810F78-57A5-FF42-C14E-08361FEAF696}"/>
                </a:ext>
              </a:extLst>
            </p:cNvPr>
            <p:cNvSpPr/>
            <p:nvPr/>
          </p:nvSpPr>
          <p:spPr>
            <a:xfrm>
              <a:off x="9792674"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56" name="Freeform: Shape 2355">
              <a:extLst>
                <a:ext uri="{FF2B5EF4-FFF2-40B4-BE49-F238E27FC236}">
                  <a16:creationId xmlns:a16="http://schemas.microsoft.com/office/drawing/2014/main" id="{0A6CFE29-C9A9-09B1-6DFC-FD7AB3A335E1}"/>
                </a:ext>
              </a:extLst>
            </p:cNvPr>
            <p:cNvSpPr/>
            <p:nvPr/>
          </p:nvSpPr>
          <p:spPr>
            <a:xfrm>
              <a:off x="9906929"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57" name="Freeform: Shape 2356">
              <a:extLst>
                <a:ext uri="{FF2B5EF4-FFF2-40B4-BE49-F238E27FC236}">
                  <a16:creationId xmlns:a16="http://schemas.microsoft.com/office/drawing/2014/main" id="{DE2AC955-650F-4D66-EC3C-7F5142D8E539}"/>
                </a:ext>
              </a:extLst>
            </p:cNvPr>
            <p:cNvSpPr/>
            <p:nvPr/>
          </p:nvSpPr>
          <p:spPr>
            <a:xfrm>
              <a:off x="10021185"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58" name="Freeform: Shape 2357">
              <a:extLst>
                <a:ext uri="{FF2B5EF4-FFF2-40B4-BE49-F238E27FC236}">
                  <a16:creationId xmlns:a16="http://schemas.microsoft.com/office/drawing/2014/main" id="{C1EB2548-3121-0B24-B9D8-54F83BDA7BD3}"/>
                </a:ext>
              </a:extLst>
            </p:cNvPr>
            <p:cNvSpPr/>
            <p:nvPr/>
          </p:nvSpPr>
          <p:spPr>
            <a:xfrm>
              <a:off x="10135441"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59" name="Freeform: Shape 2358">
              <a:extLst>
                <a:ext uri="{FF2B5EF4-FFF2-40B4-BE49-F238E27FC236}">
                  <a16:creationId xmlns:a16="http://schemas.microsoft.com/office/drawing/2014/main" id="{95A839D8-6ECC-D557-5B01-0ECFE7957CA0}"/>
                </a:ext>
              </a:extLst>
            </p:cNvPr>
            <p:cNvSpPr/>
            <p:nvPr/>
          </p:nvSpPr>
          <p:spPr>
            <a:xfrm>
              <a:off x="10249697"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60" name="Freeform: Shape 2359">
              <a:extLst>
                <a:ext uri="{FF2B5EF4-FFF2-40B4-BE49-F238E27FC236}">
                  <a16:creationId xmlns:a16="http://schemas.microsoft.com/office/drawing/2014/main" id="{56B82DFD-9135-1B7C-75BF-5F6DF97B1BF4}"/>
                </a:ext>
              </a:extLst>
            </p:cNvPr>
            <p:cNvSpPr/>
            <p:nvPr/>
          </p:nvSpPr>
          <p:spPr>
            <a:xfrm>
              <a:off x="10363952"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61" name="Freeform: Shape 2360">
              <a:extLst>
                <a:ext uri="{FF2B5EF4-FFF2-40B4-BE49-F238E27FC236}">
                  <a16:creationId xmlns:a16="http://schemas.microsoft.com/office/drawing/2014/main" id="{6CA3ECEE-B965-00D6-5DF7-3D692998DC93}"/>
                </a:ext>
              </a:extLst>
            </p:cNvPr>
            <p:cNvSpPr/>
            <p:nvPr/>
          </p:nvSpPr>
          <p:spPr>
            <a:xfrm>
              <a:off x="10478208" y="274620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62" name="Freeform: Shape 2361">
              <a:extLst>
                <a:ext uri="{FF2B5EF4-FFF2-40B4-BE49-F238E27FC236}">
                  <a16:creationId xmlns:a16="http://schemas.microsoft.com/office/drawing/2014/main" id="{8B4478CF-2F5A-4838-DB67-3BB63240C1B4}"/>
                </a:ext>
              </a:extLst>
            </p:cNvPr>
            <p:cNvSpPr/>
            <p:nvPr/>
          </p:nvSpPr>
          <p:spPr>
            <a:xfrm>
              <a:off x="10592464"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63" name="Freeform: Shape 2362">
              <a:extLst>
                <a:ext uri="{FF2B5EF4-FFF2-40B4-BE49-F238E27FC236}">
                  <a16:creationId xmlns:a16="http://schemas.microsoft.com/office/drawing/2014/main" id="{479A9E22-4128-707C-058B-285188B46E71}"/>
                </a:ext>
              </a:extLst>
            </p:cNvPr>
            <p:cNvSpPr/>
            <p:nvPr/>
          </p:nvSpPr>
          <p:spPr>
            <a:xfrm>
              <a:off x="10706720"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64" name="Freeform: Shape 2363">
              <a:extLst>
                <a:ext uri="{FF2B5EF4-FFF2-40B4-BE49-F238E27FC236}">
                  <a16:creationId xmlns:a16="http://schemas.microsoft.com/office/drawing/2014/main" id="{A7F6DC41-ED83-C27F-2FBE-1471D0EE093D}"/>
                </a:ext>
              </a:extLst>
            </p:cNvPr>
            <p:cNvSpPr/>
            <p:nvPr/>
          </p:nvSpPr>
          <p:spPr>
            <a:xfrm>
              <a:off x="10820976" y="2746206"/>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65" name="Freeform: Shape 2364">
              <a:extLst>
                <a:ext uri="{FF2B5EF4-FFF2-40B4-BE49-F238E27FC236}">
                  <a16:creationId xmlns:a16="http://schemas.microsoft.com/office/drawing/2014/main" id="{06B43423-5850-D7DF-C3A4-EA99A349EB0E}"/>
                </a:ext>
              </a:extLst>
            </p:cNvPr>
            <p:cNvSpPr/>
            <p:nvPr/>
          </p:nvSpPr>
          <p:spPr>
            <a:xfrm>
              <a:off x="10935231"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66" name="Freeform: Shape 2365">
              <a:extLst>
                <a:ext uri="{FF2B5EF4-FFF2-40B4-BE49-F238E27FC236}">
                  <a16:creationId xmlns:a16="http://schemas.microsoft.com/office/drawing/2014/main" id="{CBA9C87D-BD67-5F19-22F5-F7DC2E977EC2}"/>
                </a:ext>
              </a:extLst>
            </p:cNvPr>
            <p:cNvSpPr/>
            <p:nvPr/>
          </p:nvSpPr>
          <p:spPr>
            <a:xfrm>
              <a:off x="11049443"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67" name="Freeform: Shape 2366">
              <a:extLst>
                <a:ext uri="{FF2B5EF4-FFF2-40B4-BE49-F238E27FC236}">
                  <a16:creationId xmlns:a16="http://schemas.microsoft.com/office/drawing/2014/main" id="{A6DF3C16-5A88-F4ED-A760-529E8E524EC4}"/>
                </a:ext>
              </a:extLst>
            </p:cNvPr>
            <p:cNvSpPr/>
            <p:nvPr/>
          </p:nvSpPr>
          <p:spPr>
            <a:xfrm>
              <a:off x="11163699" y="2746206"/>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68" name="Freeform: Shape 2367">
              <a:extLst>
                <a:ext uri="{FF2B5EF4-FFF2-40B4-BE49-F238E27FC236}">
                  <a16:creationId xmlns:a16="http://schemas.microsoft.com/office/drawing/2014/main" id="{4A3B2561-7CBD-D797-5E9F-5BDE5AD322AA}"/>
                </a:ext>
              </a:extLst>
            </p:cNvPr>
            <p:cNvSpPr/>
            <p:nvPr/>
          </p:nvSpPr>
          <p:spPr>
            <a:xfrm>
              <a:off x="11277955"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69" name="Freeform: Shape 2368">
              <a:extLst>
                <a:ext uri="{FF2B5EF4-FFF2-40B4-BE49-F238E27FC236}">
                  <a16:creationId xmlns:a16="http://schemas.microsoft.com/office/drawing/2014/main" id="{0A638C94-7799-891D-F890-7AECCE31320E}"/>
                </a:ext>
              </a:extLst>
            </p:cNvPr>
            <p:cNvSpPr/>
            <p:nvPr/>
          </p:nvSpPr>
          <p:spPr>
            <a:xfrm>
              <a:off x="11392210"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70" name="Freeform: Shape 2369">
              <a:extLst>
                <a:ext uri="{FF2B5EF4-FFF2-40B4-BE49-F238E27FC236}">
                  <a16:creationId xmlns:a16="http://schemas.microsoft.com/office/drawing/2014/main" id="{F774BD82-09B4-CB66-A2E3-6E92C81C9A33}"/>
                </a:ext>
              </a:extLst>
            </p:cNvPr>
            <p:cNvSpPr/>
            <p:nvPr/>
          </p:nvSpPr>
          <p:spPr>
            <a:xfrm>
              <a:off x="11506466" y="2746206"/>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71" name="Freeform: Shape 2370">
              <a:extLst>
                <a:ext uri="{FF2B5EF4-FFF2-40B4-BE49-F238E27FC236}">
                  <a16:creationId xmlns:a16="http://schemas.microsoft.com/office/drawing/2014/main" id="{1674BB91-4FFF-8123-BF92-E26388F4C85B}"/>
                </a:ext>
              </a:extLst>
            </p:cNvPr>
            <p:cNvSpPr/>
            <p:nvPr/>
          </p:nvSpPr>
          <p:spPr>
            <a:xfrm>
              <a:off x="11620722"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72" name="Freeform: Shape 2371">
              <a:extLst>
                <a:ext uri="{FF2B5EF4-FFF2-40B4-BE49-F238E27FC236}">
                  <a16:creationId xmlns:a16="http://schemas.microsoft.com/office/drawing/2014/main" id="{8A269294-B6AB-214D-F469-1A053F14E2DD}"/>
                </a:ext>
              </a:extLst>
            </p:cNvPr>
            <p:cNvSpPr/>
            <p:nvPr/>
          </p:nvSpPr>
          <p:spPr>
            <a:xfrm>
              <a:off x="11734978"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73" name="Freeform: Shape 2372">
              <a:extLst>
                <a:ext uri="{FF2B5EF4-FFF2-40B4-BE49-F238E27FC236}">
                  <a16:creationId xmlns:a16="http://schemas.microsoft.com/office/drawing/2014/main" id="{A3C0FFA2-0562-9CF7-D887-F72FDD6C1096}"/>
                </a:ext>
              </a:extLst>
            </p:cNvPr>
            <p:cNvSpPr/>
            <p:nvPr/>
          </p:nvSpPr>
          <p:spPr>
            <a:xfrm>
              <a:off x="11849233"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74" name="Freeform: Shape 2373">
              <a:extLst>
                <a:ext uri="{FF2B5EF4-FFF2-40B4-BE49-F238E27FC236}">
                  <a16:creationId xmlns:a16="http://schemas.microsoft.com/office/drawing/2014/main" id="{86653703-3044-BF09-B8BD-A79EDF5609B4}"/>
                </a:ext>
              </a:extLst>
            </p:cNvPr>
            <p:cNvSpPr/>
            <p:nvPr/>
          </p:nvSpPr>
          <p:spPr>
            <a:xfrm>
              <a:off x="11963489"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75" name="Freeform: Shape 2374">
              <a:extLst>
                <a:ext uri="{FF2B5EF4-FFF2-40B4-BE49-F238E27FC236}">
                  <a16:creationId xmlns:a16="http://schemas.microsoft.com/office/drawing/2014/main" id="{E1E03241-E80A-F523-0360-9FE7898063D8}"/>
                </a:ext>
              </a:extLst>
            </p:cNvPr>
            <p:cNvSpPr/>
            <p:nvPr/>
          </p:nvSpPr>
          <p:spPr>
            <a:xfrm>
              <a:off x="12077745" y="2746206"/>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76" name="Freeform: Shape 2375">
              <a:extLst>
                <a:ext uri="{FF2B5EF4-FFF2-40B4-BE49-F238E27FC236}">
                  <a16:creationId xmlns:a16="http://schemas.microsoft.com/office/drawing/2014/main" id="{E7C69DFB-B3FE-4AB2-2A15-3957EC964224}"/>
                </a:ext>
              </a:extLst>
            </p:cNvPr>
            <p:cNvSpPr/>
            <p:nvPr/>
          </p:nvSpPr>
          <p:spPr>
            <a:xfrm>
              <a:off x="7279135" y="286046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77" name="Freeform: Shape 2376">
              <a:extLst>
                <a:ext uri="{FF2B5EF4-FFF2-40B4-BE49-F238E27FC236}">
                  <a16:creationId xmlns:a16="http://schemas.microsoft.com/office/drawing/2014/main" id="{68724D20-905D-967A-54CD-D803DCB1216D}"/>
                </a:ext>
              </a:extLst>
            </p:cNvPr>
            <p:cNvSpPr/>
            <p:nvPr/>
          </p:nvSpPr>
          <p:spPr>
            <a:xfrm>
              <a:off x="7393391"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78" name="Freeform: Shape 2377">
              <a:extLst>
                <a:ext uri="{FF2B5EF4-FFF2-40B4-BE49-F238E27FC236}">
                  <a16:creationId xmlns:a16="http://schemas.microsoft.com/office/drawing/2014/main" id="{86FF1B6A-2DDE-DB1B-DB35-364AE9872FE5}"/>
                </a:ext>
              </a:extLst>
            </p:cNvPr>
            <p:cNvSpPr/>
            <p:nvPr/>
          </p:nvSpPr>
          <p:spPr>
            <a:xfrm>
              <a:off x="7507646"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79" name="Freeform: Shape 2378">
              <a:extLst>
                <a:ext uri="{FF2B5EF4-FFF2-40B4-BE49-F238E27FC236}">
                  <a16:creationId xmlns:a16="http://schemas.microsoft.com/office/drawing/2014/main" id="{BAB54068-B4D0-0DD5-F3CA-A185004D6E00}"/>
                </a:ext>
              </a:extLst>
            </p:cNvPr>
            <p:cNvSpPr/>
            <p:nvPr/>
          </p:nvSpPr>
          <p:spPr>
            <a:xfrm>
              <a:off x="7621902"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80" name="Freeform: Shape 2379">
              <a:extLst>
                <a:ext uri="{FF2B5EF4-FFF2-40B4-BE49-F238E27FC236}">
                  <a16:creationId xmlns:a16="http://schemas.microsoft.com/office/drawing/2014/main" id="{16D26A8C-25A9-92D1-3F98-F05BDC1E4C92}"/>
                </a:ext>
              </a:extLst>
            </p:cNvPr>
            <p:cNvSpPr/>
            <p:nvPr/>
          </p:nvSpPr>
          <p:spPr>
            <a:xfrm>
              <a:off x="7736158" y="286046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81" name="Freeform: Shape 2380">
              <a:extLst>
                <a:ext uri="{FF2B5EF4-FFF2-40B4-BE49-F238E27FC236}">
                  <a16:creationId xmlns:a16="http://schemas.microsoft.com/office/drawing/2014/main" id="{AA71A5F7-0674-ADE2-625B-91B9DE23538D}"/>
                </a:ext>
              </a:extLst>
            </p:cNvPr>
            <p:cNvSpPr/>
            <p:nvPr/>
          </p:nvSpPr>
          <p:spPr>
            <a:xfrm>
              <a:off x="7850414"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82" name="Freeform: Shape 2381">
              <a:extLst>
                <a:ext uri="{FF2B5EF4-FFF2-40B4-BE49-F238E27FC236}">
                  <a16:creationId xmlns:a16="http://schemas.microsoft.com/office/drawing/2014/main" id="{9D747BC9-ED2E-5753-5066-355470E1359F}"/>
                </a:ext>
              </a:extLst>
            </p:cNvPr>
            <p:cNvSpPr/>
            <p:nvPr/>
          </p:nvSpPr>
          <p:spPr>
            <a:xfrm>
              <a:off x="7964669"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83" name="Freeform: Shape 2382">
              <a:extLst>
                <a:ext uri="{FF2B5EF4-FFF2-40B4-BE49-F238E27FC236}">
                  <a16:creationId xmlns:a16="http://schemas.microsoft.com/office/drawing/2014/main" id="{75204168-5F49-771F-5728-88B5BD5BC227}"/>
                </a:ext>
              </a:extLst>
            </p:cNvPr>
            <p:cNvSpPr/>
            <p:nvPr/>
          </p:nvSpPr>
          <p:spPr>
            <a:xfrm>
              <a:off x="8078925" y="286046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84" name="Freeform: Shape 2383">
              <a:extLst>
                <a:ext uri="{FF2B5EF4-FFF2-40B4-BE49-F238E27FC236}">
                  <a16:creationId xmlns:a16="http://schemas.microsoft.com/office/drawing/2014/main" id="{7D47F8FA-FCFC-BDDD-6E7C-04FB1689D4C4}"/>
                </a:ext>
              </a:extLst>
            </p:cNvPr>
            <p:cNvSpPr/>
            <p:nvPr/>
          </p:nvSpPr>
          <p:spPr>
            <a:xfrm>
              <a:off x="8193181"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85" name="Freeform: Shape 2384">
              <a:extLst>
                <a:ext uri="{FF2B5EF4-FFF2-40B4-BE49-F238E27FC236}">
                  <a16:creationId xmlns:a16="http://schemas.microsoft.com/office/drawing/2014/main" id="{802B99A0-8A3D-FF7C-FE77-FC0D31AD9CBA}"/>
                </a:ext>
              </a:extLst>
            </p:cNvPr>
            <p:cNvSpPr/>
            <p:nvPr/>
          </p:nvSpPr>
          <p:spPr>
            <a:xfrm>
              <a:off x="8307437"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86" name="Freeform: Shape 2385">
              <a:extLst>
                <a:ext uri="{FF2B5EF4-FFF2-40B4-BE49-F238E27FC236}">
                  <a16:creationId xmlns:a16="http://schemas.microsoft.com/office/drawing/2014/main" id="{CA15C222-F38F-DB44-AB07-904E6D614DD3}"/>
                </a:ext>
              </a:extLst>
            </p:cNvPr>
            <p:cNvSpPr/>
            <p:nvPr/>
          </p:nvSpPr>
          <p:spPr>
            <a:xfrm>
              <a:off x="8421648"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87" name="Freeform: Shape 2386">
              <a:extLst>
                <a:ext uri="{FF2B5EF4-FFF2-40B4-BE49-F238E27FC236}">
                  <a16:creationId xmlns:a16="http://schemas.microsoft.com/office/drawing/2014/main" id="{FE0A1337-7B25-36FC-7EAA-AB73A0F299BF}"/>
                </a:ext>
              </a:extLst>
            </p:cNvPr>
            <p:cNvSpPr/>
            <p:nvPr/>
          </p:nvSpPr>
          <p:spPr>
            <a:xfrm>
              <a:off x="8535904"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88" name="Freeform: Shape 2387">
              <a:extLst>
                <a:ext uri="{FF2B5EF4-FFF2-40B4-BE49-F238E27FC236}">
                  <a16:creationId xmlns:a16="http://schemas.microsoft.com/office/drawing/2014/main" id="{8480948C-A147-490D-9F3C-68B2930D7BBF}"/>
                </a:ext>
              </a:extLst>
            </p:cNvPr>
            <p:cNvSpPr/>
            <p:nvPr/>
          </p:nvSpPr>
          <p:spPr>
            <a:xfrm>
              <a:off x="8650160"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89" name="Freeform: Shape 2388">
              <a:extLst>
                <a:ext uri="{FF2B5EF4-FFF2-40B4-BE49-F238E27FC236}">
                  <a16:creationId xmlns:a16="http://schemas.microsoft.com/office/drawing/2014/main" id="{E8E3EA64-84AC-A19B-1B67-6C2B1133460F}"/>
                </a:ext>
              </a:extLst>
            </p:cNvPr>
            <p:cNvSpPr/>
            <p:nvPr/>
          </p:nvSpPr>
          <p:spPr>
            <a:xfrm>
              <a:off x="8764416"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90" name="Freeform: Shape 2389">
              <a:extLst>
                <a:ext uri="{FF2B5EF4-FFF2-40B4-BE49-F238E27FC236}">
                  <a16:creationId xmlns:a16="http://schemas.microsoft.com/office/drawing/2014/main" id="{C3FA8D35-AF0D-5396-C28C-8D45B59F4759}"/>
                </a:ext>
              </a:extLst>
            </p:cNvPr>
            <p:cNvSpPr/>
            <p:nvPr/>
          </p:nvSpPr>
          <p:spPr>
            <a:xfrm>
              <a:off x="8878671" y="286046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91" name="Freeform: Shape 2390">
              <a:extLst>
                <a:ext uri="{FF2B5EF4-FFF2-40B4-BE49-F238E27FC236}">
                  <a16:creationId xmlns:a16="http://schemas.microsoft.com/office/drawing/2014/main" id="{78A3837A-4408-D136-F9FD-CACD9B135E82}"/>
                </a:ext>
              </a:extLst>
            </p:cNvPr>
            <p:cNvSpPr/>
            <p:nvPr/>
          </p:nvSpPr>
          <p:spPr>
            <a:xfrm>
              <a:off x="8992927"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92" name="Freeform: Shape 2391">
              <a:extLst>
                <a:ext uri="{FF2B5EF4-FFF2-40B4-BE49-F238E27FC236}">
                  <a16:creationId xmlns:a16="http://schemas.microsoft.com/office/drawing/2014/main" id="{137D8E21-4B4B-D33B-48B0-F23D9CD0A1B9}"/>
                </a:ext>
              </a:extLst>
            </p:cNvPr>
            <p:cNvSpPr/>
            <p:nvPr/>
          </p:nvSpPr>
          <p:spPr>
            <a:xfrm>
              <a:off x="9107183"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93" name="Freeform: Shape 2392">
              <a:extLst>
                <a:ext uri="{FF2B5EF4-FFF2-40B4-BE49-F238E27FC236}">
                  <a16:creationId xmlns:a16="http://schemas.microsoft.com/office/drawing/2014/main" id="{D5D4A594-D7E2-30D8-9AA0-AC5621B161A4}"/>
                </a:ext>
              </a:extLst>
            </p:cNvPr>
            <p:cNvSpPr/>
            <p:nvPr/>
          </p:nvSpPr>
          <p:spPr>
            <a:xfrm>
              <a:off x="9221439"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94" name="Freeform: Shape 2393">
              <a:extLst>
                <a:ext uri="{FF2B5EF4-FFF2-40B4-BE49-F238E27FC236}">
                  <a16:creationId xmlns:a16="http://schemas.microsoft.com/office/drawing/2014/main" id="{38EFAF05-66D0-F159-3450-DD3DA3167D25}"/>
                </a:ext>
              </a:extLst>
            </p:cNvPr>
            <p:cNvSpPr/>
            <p:nvPr/>
          </p:nvSpPr>
          <p:spPr>
            <a:xfrm>
              <a:off x="9335695" y="286046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95" name="Freeform: Shape 2394">
              <a:extLst>
                <a:ext uri="{FF2B5EF4-FFF2-40B4-BE49-F238E27FC236}">
                  <a16:creationId xmlns:a16="http://schemas.microsoft.com/office/drawing/2014/main" id="{A8F00C81-88F0-3AA5-4DCD-CC7EFD47319C}"/>
                </a:ext>
              </a:extLst>
            </p:cNvPr>
            <p:cNvSpPr/>
            <p:nvPr/>
          </p:nvSpPr>
          <p:spPr>
            <a:xfrm>
              <a:off x="9449950"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96" name="Freeform: Shape 2395">
              <a:extLst>
                <a:ext uri="{FF2B5EF4-FFF2-40B4-BE49-F238E27FC236}">
                  <a16:creationId xmlns:a16="http://schemas.microsoft.com/office/drawing/2014/main" id="{DE7E678D-EDB1-70D7-6DCF-F7F2B936CBD8}"/>
                </a:ext>
              </a:extLst>
            </p:cNvPr>
            <p:cNvSpPr/>
            <p:nvPr/>
          </p:nvSpPr>
          <p:spPr>
            <a:xfrm>
              <a:off x="9564206"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97" name="Freeform: Shape 2396">
              <a:extLst>
                <a:ext uri="{FF2B5EF4-FFF2-40B4-BE49-F238E27FC236}">
                  <a16:creationId xmlns:a16="http://schemas.microsoft.com/office/drawing/2014/main" id="{47D68D46-4D2D-0C44-7C35-1BA42BBAED1B}"/>
                </a:ext>
              </a:extLst>
            </p:cNvPr>
            <p:cNvSpPr/>
            <p:nvPr/>
          </p:nvSpPr>
          <p:spPr>
            <a:xfrm>
              <a:off x="9678418" y="286046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98" name="Freeform: Shape 2397">
              <a:extLst>
                <a:ext uri="{FF2B5EF4-FFF2-40B4-BE49-F238E27FC236}">
                  <a16:creationId xmlns:a16="http://schemas.microsoft.com/office/drawing/2014/main" id="{0CE41E6F-5147-8241-6228-0E218EA41B4E}"/>
                </a:ext>
              </a:extLst>
            </p:cNvPr>
            <p:cNvSpPr/>
            <p:nvPr/>
          </p:nvSpPr>
          <p:spPr>
            <a:xfrm>
              <a:off x="9792674"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99" name="Freeform: Shape 2398">
              <a:extLst>
                <a:ext uri="{FF2B5EF4-FFF2-40B4-BE49-F238E27FC236}">
                  <a16:creationId xmlns:a16="http://schemas.microsoft.com/office/drawing/2014/main" id="{5BFC4CEF-7DE5-E82A-9487-7C61992756A5}"/>
                </a:ext>
              </a:extLst>
            </p:cNvPr>
            <p:cNvSpPr/>
            <p:nvPr/>
          </p:nvSpPr>
          <p:spPr>
            <a:xfrm>
              <a:off x="9906929"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00" name="Freeform: Shape 2399">
              <a:extLst>
                <a:ext uri="{FF2B5EF4-FFF2-40B4-BE49-F238E27FC236}">
                  <a16:creationId xmlns:a16="http://schemas.microsoft.com/office/drawing/2014/main" id="{E452C8AA-9126-739C-1E0E-30079BB03E86}"/>
                </a:ext>
              </a:extLst>
            </p:cNvPr>
            <p:cNvSpPr/>
            <p:nvPr/>
          </p:nvSpPr>
          <p:spPr>
            <a:xfrm>
              <a:off x="10021185"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01" name="Freeform: Shape 2400">
              <a:extLst>
                <a:ext uri="{FF2B5EF4-FFF2-40B4-BE49-F238E27FC236}">
                  <a16:creationId xmlns:a16="http://schemas.microsoft.com/office/drawing/2014/main" id="{9FDC6DF2-6EF2-D083-50BB-F5BDEC29860D}"/>
                </a:ext>
              </a:extLst>
            </p:cNvPr>
            <p:cNvSpPr/>
            <p:nvPr/>
          </p:nvSpPr>
          <p:spPr>
            <a:xfrm>
              <a:off x="10135441"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02" name="Freeform: Shape 2401">
              <a:extLst>
                <a:ext uri="{FF2B5EF4-FFF2-40B4-BE49-F238E27FC236}">
                  <a16:creationId xmlns:a16="http://schemas.microsoft.com/office/drawing/2014/main" id="{A6EF7FE6-A2EC-121A-9213-7030CB258EC8}"/>
                </a:ext>
              </a:extLst>
            </p:cNvPr>
            <p:cNvSpPr/>
            <p:nvPr/>
          </p:nvSpPr>
          <p:spPr>
            <a:xfrm>
              <a:off x="10249697"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03" name="Freeform: Shape 2402">
              <a:extLst>
                <a:ext uri="{FF2B5EF4-FFF2-40B4-BE49-F238E27FC236}">
                  <a16:creationId xmlns:a16="http://schemas.microsoft.com/office/drawing/2014/main" id="{674B7DAA-6073-497B-61E4-397FA2D9F699}"/>
                </a:ext>
              </a:extLst>
            </p:cNvPr>
            <p:cNvSpPr/>
            <p:nvPr/>
          </p:nvSpPr>
          <p:spPr>
            <a:xfrm>
              <a:off x="10363952"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04" name="Freeform: Shape 2403">
              <a:extLst>
                <a:ext uri="{FF2B5EF4-FFF2-40B4-BE49-F238E27FC236}">
                  <a16:creationId xmlns:a16="http://schemas.microsoft.com/office/drawing/2014/main" id="{09B23030-F090-CC03-E7DA-741908E60395}"/>
                </a:ext>
              </a:extLst>
            </p:cNvPr>
            <p:cNvSpPr/>
            <p:nvPr/>
          </p:nvSpPr>
          <p:spPr>
            <a:xfrm>
              <a:off x="10478208" y="286046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05" name="Freeform: Shape 2404">
              <a:extLst>
                <a:ext uri="{FF2B5EF4-FFF2-40B4-BE49-F238E27FC236}">
                  <a16:creationId xmlns:a16="http://schemas.microsoft.com/office/drawing/2014/main" id="{68295A7F-8963-8599-1EE6-A6F6F82E025A}"/>
                </a:ext>
              </a:extLst>
            </p:cNvPr>
            <p:cNvSpPr/>
            <p:nvPr/>
          </p:nvSpPr>
          <p:spPr>
            <a:xfrm>
              <a:off x="10592464"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06" name="Freeform: Shape 2405">
              <a:extLst>
                <a:ext uri="{FF2B5EF4-FFF2-40B4-BE49-F238E27FC236}">
                  <a16:creationId xmlns:a16="http://schemas.microsoft.com/office/drawing/2014/main" id="{9D556048-D8CC-B283-E2A0-37E30AB9F125}"/>
                </a:ext>
              </a:extLst>
            </p:cNvPr>
            <p:cNvSpPr/>
            <p:nvPr/>
          </p:nvSpPr>
          <p:spPr>
            <a:xfrm>
              <a:off x="10706720"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07" name="Freeform: Shape 2406">
              <a:extLst>
                <a:ext uri="{FF2B5EF4-FFF2-40B4-BE49-F238E27FC236}">
                  <a16:creationId xmlns:a16="http://schemas.microsoft.com/office/drawing/2014/main" id="{834D35E9-5586-FBA8-D08D-3B721442EAA7}"/>
                </a:ext>
              </a:extLst>
            </p:cNvPr>
            <p:cNvSpPr/>
            <p:nvPr/>
          </p:nvSpPr>
          <p:spPr>
            <a:xfrm>
              <a:off x="10820976" y="2860462"/>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08" name="Freeform: Shape 2407">
              <a:extLst>
                <a:ext uri="{FF2B5EF4-FFF2-40B4-BE49-F238E27FC236}">
                  <a16:creationId xmlns:a16="http://schemas.microsoft.com/office/drawing/2014/main" id="{ED5A3B13-B585-3B52-60C2-568AC154FC3F}"/>
                </a:ext>
              </a:extLst>
            </p:cNvPr>
            <p:cNvSpPr/>
            <p:nvPr/>
          </p:nvSpPr>
          <p:spPr>
            <a:xfrm>
              <a:off x="10935231"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09" name="Freeform: Shape 2408">
              <a:extLst>
                <a:ext uri="{FF2B5EF4-FFF2-40B4-BE49-F238E27FC236}">
                  <a16:creationId xmlns:a16="http://schemas.microsoft.com/office/drawing/2014/main" id="{F03E1CAD-A1B6-5CB6-C35E-22F10245889F}"/>
                </a:ext>
              </a:extLst>
            </p:cNvPr>
            <p:cNvSpPr/>
            <p:nvPr/>
          </p:nvSpPr>
          <p:spPr>
            <a:xfrm>
              <a:off x="11049443"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10" name="Freeform: Shape 2409">
              <a:extLst>
                <a:ext uri="{FF2B5EF4-FFF2-40B4-BE49-F238E27FC236}">
                  <a16:creationId xmlns:a16="http://schemas.microsoft.com/office/drawing/2014/main" id="{19EDBDAB-486B-D856-19B3-76D3BE0F8058}"/>
                </a:ext>
              </a:extLst>
            </p:cNvPr>
            <p:cNvSpPr/>
            <p:nvPr/>
          </p:nvSpPr>
          <p:spPr>
            <a:xfrm>
              <a:off x="11163699" y="2860462"/>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11" name="Freeform: Shape 2410">
              <a:extLst>
                <a:ext uri="{FF2B5EF4-FFF2-40B4-BE49-F238E27FC236}">
                  <a16:creationId xmlns:a16="http://schemas.microsoft.com/office/drawing/2014/main" id="{3ADA3B5B-0DB3-F750-7D75-9485F7BD7AD2}"/>
                </a:ext>
              </a:extLst>
            </p:cNvPr>
            <p:cNvSpPr/>
            <p:nvPr/>
          </p:nvSpPr>
          <p:spPr>
            <a:xfrm>
              <a:off x="11277955"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12" name="Freeform: Shape 2411">
              <a:extLst>
                <a:ext uri="{FF2B5EF4-FFF2-40B4-BE49-F238E27FC236}">
                  <a16:creationId xmlns:a16="http://schemas.microsoft.com/office/drawing/2014/main" id="{1DA76726-5297-5F4F-4C36-ACF8F32A62C4}"/>
                </a:ext>
              </a:extLst>
            </p:cNvPr>
            <p:cNvSpPr/>
            <p:nvPr/>
          </p:nvSpPr>
          <p:spPr>
            <a:xfrm>
              <a:off x="11392210"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13" name="Freeform: Shape 2412">
              <a:extLst>
                <a:ext uri="{FF2B5EF4-FFF2-40B4-BE49-F238E27FC236}">
                  <a16:creationId xmlns:a16="http://schemas.microsoft.com/office/drawing/2014/main" id="{81B37F86-A1A9-D8C9-DBC4-36B5276497D8}"/>
                </a:ext>
              </a:extLst>
            </p:cNvPr>
            <p:cNvSpPr/>
            <p:nvPr/>
          </p:nvSpPr>
          <p:spPr>
            <a:xfrm>
              <a:off x="11506466" y="2860462"/>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14" name="Freeform: Shape 2413">
              <a:extLst>
                <a:ext uri="{FF2B5EF4-FFF2-40B4-BE49-F238E27FC236}">
                  <a16:creationId xmlns:a16="http://schemas.microsoft.com/office/drawing/2014/main" id="{2FC518CA-3FD5-5B41-A389-A4914E4EF3A4}"/>
                </a:ext>
              </a:extLst>
            </p:cNvPr>
            <p:cNvSpPr/>
            <p:nvPr/>
          </p:nvSpPr>
          <p:spPr>
            <a:xfrm>
              <a:off x="11620722"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15" name="Freeform: Shape 2414">
              <a:extLst>
                <a:ext uri="{FF2B5EF4-FFF2-40B4-BE49-F238E27FC236}">
                  <a16:creationId xmlns:a16="http://schemas.microsoft.com/office/drawing/2014/main" id="{4FA28BF8-6224-CD99-958D-6C462C8B1FFC}"/>
                </a:ext>
              </a:extLst>
            </p:cNvPr>
            <p:cNvSpPr/>
            <p:nvPr/>
          </p:nvSpPr>
          <p:spPr>
            <a:xfrm>
              <a:off x="11734978"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16" name="Freeform: Shape 2415">
              <a:extLst>
                <a:ext uri="{FF2B5EF4-FFF2-40B4-BE49-F238E27FC236}">
                  <a16:creationId xmlns:a16="http://schemas.microsoft.com/office/drawing/2014/main" id="{AB556E3B-40D4-121A-49F0-9C74A0C932EE}"/>
                </a:ext>
              </a:extLst>
            </p:cNvPr>
            <p:cNvSpPr/>
            <p:nvPr/>
          </p:nvSpPr>
          <p:spPr>
            <a:xfrm>
              <a:off x="11849233"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17" name="Freeform: Shape 2416">
              <a:extLst>
                <a:ext uri="{FF2B5EF4-FFF2-40B4-BE49-F238E27FC236}">
                  <a16:creationId xmlns:a16="http://schemas.microsoft.com/office/drawing/2014/main" id="{3E7045C1-2F3E-4594-571B-ED860B1711B4}"/>
                </a:ext>
              </a:extLst>
            </p:cNvPr>
            <p:cNvSpPr/>
            <p:nvPr/>
          </p:nvSpPr>
          <p:spPr>
            <a:xfrm>
              <a:off x="11963489"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18" name="Freeform: Shape 2417">
              <a:extLst>
                <a:ext uri="{FF2B5EF4-FFF2-40B4-BE49-F238E27FC236}">
                  <a16:creationId xmlns:a16="http://schemas.microsoft.com/office/drawing/2014/main" id="{5BA8C96E-02A6-C287-0117-74EF14FCA067}"/>
                </a:ext>
              </a:extLst>
            </p:cNvPr>
            <p:cNvSpPr/>
            <p:nvPr/>
          </p:nvSpPr>
          <p:spPr>
            <a:xfrm>
              <a:off x="12077745" y="2860462"/>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19" name="Freeform: Shape 2418">
              <a:extLst>
                <a:ext uri="{FF2B5EF4-FFF2-40B4-BE49-F238E27FC236}">
                  <a16:creationId xmlns:a16="http://schemas.microsoft.com/office/drawing/2014/main" id="{2EFA2599-39BE-B9C5-028D-2D031D8ED948}"/>
                </a:ext>
              </a:extLst>
            </p:cNvPr>
            <p:cNvSpPr/>
            <p:nvPr/>
          </p:nvSpPr>
          <p:spPr>
            <a:xfrm>
              <a:off x="7279135" y="297467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20" name="Freeform: Shape 2419">
              <a:extLst>
                <a:ext uri="{FF2B5EF4-FFF2-40B4-BE49-F238E27FC236}">
                  <a16:creationId xmlns:a16="http://schemas.microsoft.com/office/drawing/2014/main" id="{BA1D00D7-4073-2080-E56C-F7C6BF7BB1AA}"/>
                </a:ext>
              </a:extLst>
            </p:cNvPr>
            <p:cNvSpPr/>
            <p:nvPr/>
          </p:nvSpPr>
          <p:spPr>
            <a:xfrm>
              <a:off x="7393391"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21" name="Freeform: Shape 2420">
              <a:extLst>
                <a:ext uri="{FF2B5EF4-FFF2-40B4-BE49-F238E27FC236}">
                  <a16:creationId xmlns:a16="http://schemas.microsoft.com/office/drawing/2014/main" id="{6AC42137-4F4C-E0AA-2824-DDD1BBFF50AB}"/>
                </a:ext>
              </a:extLst>
            </p:cNvPr>
            <p:cNvSpPr/>
            <p:nvPr/>
          </p:nvSpPr>
          <p:spPr>
            <a:xfrm>
              <a:off x="7507646"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22" name="Freeform: Shape 2421">
              <a:extLst>
                <a:ext uri="{FF2B5EF4-FFF2-40B4-BE49-F238E27FC236}">
                  <a16:creationId xmlns:a16="http://schemas.microsoft.com/office/drawing/2014/main" id="{0C5CEBFF-DE3A-C043-AB45-B42FC1BA1228}"/>
                </a:ext>
              </a:extLst>
            </p:cNvPr>
            <p:cNvSpPr/>
            <p:nvPr/>
          </p:nvSpPr>
          <p:spPr>
            <a:xfrm>
              <a:off x="7621902"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23" name="Freeform: Shape 2422">
              <a:extLst>
                <a:ext uri="{FF2B5EF4-FFF2-40B4-BE49-F238E27FC236}">
                  <a16:creationId xmlns:a16="http://schemas.microsoft.com/office/drawing/2014/main" id="{011130E6-5414-6B4C-03B5-D23971184EEE}"/>
                </a:ext>
              </a:extLst>
            </p:cNvPr>
            <p:cNvSpPr/>
            <p:nvPr/>
          </p:nvSpPr>
          <p:spPr>
            <a:xfrm>
              <a:off x="7736158" y="297467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24" name="Freeform: Shape 2423">
              <a:extLst>
                <a:ext uri="{FF2B5EF4-FFF2-40B4-BE49-F238E27FC236}">
                  <a16:creationId xmlns:a16="http://schemas.microsoft.com/office/drawing/2014/main" id="{4FDE5DCF-5299-987C-7289-892752D0D27B}"/>
                </a:ext>
              </a:extLst>
            </p:cNvPr>
            <p:cNvSpPr/>
            <p:nvPr/>
          </p:nvSpPr>
          <p:spPr>
            <a:xfrm>
              <a:off x="7850414"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25" name="Freeform: Shape 2424">
              <a:extLst>
                <a:ext uri="{FF2B5EF4-FFF2-40B4-BE49-F238E27FC236}">
                  <a16:creationId xmlns:a16="http://schemas.microsoft.com/office/drawing/2014/main" id="{13AD1654-F218-B815-C959-22D5FE139CD5}"/>
                </a:ext>
              </a:extLst>
            </p:cNvPr>
            <p:cNvSpPr/>
            <p:nvPr/>
          </p:nvSpPr>
          <p:spPr>
            <a:xfrm>
              <a:off x="7964669"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26" name="Freeform: Shape 2425">
              <a:extLst>
                <a:ext uri="{FF2B5EF4-FFF2-40B4-BE49-F238E27FC236}">
                  <a16:creationId xmlns:a16="http://schemas.microsoft.com/office/drawing/2014/main" id="{C355EBA7-15E3-D666-E349-F52C04ABAC78}"/>
                </a:ext>
              </a:extLst>
            </p:cNvPr>
            <p:cNvSpPr/>
            <p:nvPr/>
          </p:nvSpPr>
          <p:spPr>
            <a:xfrm>
              <a:off x="8078925" y="297467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27" name="Freeform: Shape 2426">
              <a:extLst>
                <a:ext uri="{FF2B5EF4-FFF2-40B4-BE49-F238E27FC236}">
                  <a16:creationId xmlns:a16="http://schemas.microsoft.com/office/drawing/2014/main" id="{A59CC2A4-F913-C2A5-90EA-EACB540E2D30}"/>
                </a:ext>
              </a:extLst>
            </p:cNvPr>
            <p:cNvSpPr/>
            <p:nvPr/>
          </p:nvSpPr>
          <p:spPr>
            <a:xfrm>
              <a:off x="8193181"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28" name="Freeform: Shape 2427">
              <a:extLst>
                <a:ext uri="{FF2B5EF4-FFF2-40B4-BE49-F238E27FC236}">
                  <a16:creationId xmlns:a16="http://schemas.microsoft.com/office/drawing/2014/main" id="{1771CD1F-1232-7C17-6ED9-60D41D1AD348}"/>
                </a:ext>
              </a:extLst>
            </p:cNvPr>
            <p:cNvSpPr/>
            <p:nvPr/>
          </p:nvSpPr>
          <p:spPr>
            <a:xfrm>
              <a:off x="8307437"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29" name="Freeform: Shape 2428">
              <a:extLst>
                <a:ext uri="{FF2B5EF4-FFF2-40B4-BE49-F238E27FC236}">
                  <a16:creationId xmlns:a16="http://schemas.microsoft.com/office/drawing/2014/main" id="{79B9649D-B29B-EDCC-AF4F-A35501DEF9EB}"/>
                </a:ext>
              </a:extLst>
            </p:cNvPr>
            <p:cNvSpPr/>
            <p:nvPr/>
          </p:nvSpPr>
          <p:spPr>
            <a:xfrm>
              <a:off x="8421648"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30" name="Freeform: Shape 2429">
              <a:extLst>
                <a:ext uri="{FF2B5EF4-FFF2-40B4-BE49-F238E27FC236}">
                  <a16:creationId xmlns:a16="http://schemas.microsoft.com/office/drawing/2014/main" id="{AABD83C5-010A-45B2-C3AA-C72206535D47}"/>
                </a:ext>
              </a:extLst>
            </p:cNvPr>
            <p:cNvSpPr/>
            <p:nvPr/>
          </p:nvSpPr>
          <p:spPr>
            <a:xfrm>
              <a:off x="8535904"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31" name="Freeform: Shape 2430">
              <a:extLst>
                <a:ext uri="{FF2B5EF4-FFF2-40B4-BE49-F238E27FC236}">
                  <a16:creationId xmlns:a16="http://schemas.microsoft.com/office/drawing/2014/main" id="{5873ACC8-8030-ED78-1227-99B85AC266AB}"/>
                </a:ext>
              </a:extLst>
            </p:cNvPr>
            <p:cNvSpPr/>
            <p:nvPr/>
          </p:nvSpPr>
          <p:spPr>
            <a:xfrm>
              <a:off x="8650160"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32" name="Freeform: Shape 2431">
              <a:extLst>
                <a:ext uri="{FF2B5EF4-FFF2-40B4-BE49-F238E27FC236}">
                  <a16:creationId xmlns:a16="http://schemas.microsoft.com/office/drawing/2014/main" id="{B73C41F7-A7D5-1CFC-BE8D-30A69E62482B}"/>
                </a:ext>
              </a:extLst>
            </p:cNvPr>
            <p:cNvSpPr/>
            <p:nvPr/>
          </p:nvSpPr>
          <p:spPr>
            <a:xfrm>
              <a:off x="8764416"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33" name="Freeform: Shape 2432">
              <a:extLst>
                <a:ext uri="{FF2B5EF4-FFF2-40B4-BE49-F238E27FC236}">
                  <a16:creationId xmlns:a16="http://schemas.microsoft.com/office/drawing/2014/main" id="{DF82F14B-533E-F3F4-BB2E-5796F3BDF2D9}"/>
                </a:ext>
              </a:extLst>
            </p:cNvPr>
            <p:cNvSpPr/>
            <p:nvPr/>
          </p:nvSpPr>
          <p:spPr>
            <a:xfrm>
              <a:off x="8878671" y="297467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34" name="Freeform: Shape 2433">
              <a:extLst>
                <a:ext uri="{FF2B5EF4-FFF2-40B4-BE49-F238E27FC236}">
                  <a16:creationId xmlns:a16="http://schemas.microsoft.com/office/drawing/2014/main" id="{EF4104BC-05B4-2DD1-0099-03F468A95FDA}"/>
                </a:ext>
              </a:extLst>
            </p:cNvPr>
            <p:cNvSpPr/>
            <p:nvPr/>
          </p:nvSpPr>
          <p:spPr>
            <a:xfrm>
              <a:off x="8992927"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35" name="Freeform: Shape 2434">
              <a:extLst>
                <a:ext uri="{FF2B5EF4-FFF2-40B4-BE49-F238E27FC236}">
                  <a16:creationId xmlns:a16="http://schemas.microsoft.com/office/drawing/2014/main" id="{F177BBF1-199E-0D90-41A4-5823D8C203AE}"/>
                </a:ext>
              </a:extLst>
            </p:cNvPr>
            <p:cNvSpPr/>
            <p:nvPr/>
          </p:nvSpPr>
          <p:spPr>
            <a:xfrm>
              <a:off x="9107183"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36" name="Freeform: Shape 2435">
              <a:extLst>
                <a:ext uri="{FF2B5EF4-FFF2-40B4-BE49-F238E27FC236}">
                  <a16:creationId xmlns:a16="http://schemas.microsoft.com/office/drawing/2014/main" id="{C5981A3A-FE29-1A17-04A8-71DFADDF093E}"/>
                </a:ext>
              </a:extLst>
            </p:cNvPr>
            <p:cNvSpPr/>
            <p:nvPr/>
          </p:nvSpPr>
          <p:spPr>
            <a:xfrm>
              <a:off x="9221439"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37" name="Freeform: Shape 2436">
              <a:extLst>
                <a:ext uri="{FF2B5EF4-FFF2-40B4-BE49-F238E27FC236}">
                  <a16:creationId xmlns:a16="http://schemas.microsoft.com/office/drawing/2014/main" id="{CCAB8C14-05DC-00B8-D830-3018784F7F94}"/>
                </a:ext>
              </a:extLst>
            </p:cNvPr>
            <p:cNvSpPr/>
            <p:nvPr/>
          </p:nvSpPr>
          <p:spPr>
            <a:xfrm>
              <a:off x="9335695" y="297467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38" name="Freeform: Shape 2437">
              <a:extLst>
                <a:ext uri="{FF2B5EF4-FFF2-40B4-BE49-F238E27FC236}">
                  <a16:creationId xmlns:a16="http://schemas.microsoft.com/office/drawing/2014/main" id="{CC5A1770-E7AF-D13B-52B7-61EF32B97911}"/>
                </a:ext>
              </a:extLst>
            </p:cNvPr>
            <p:cNvSpPr/>
            <p:nvPr/>
          </p:nvSpPr>
          <p:spPr>
            <a:xfrm>
              <a:off x="9449950"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39" name="Freeform: Shape 2438">
              <a:extLst>
                <a:ext uri="{FF2B5EF4-FFF2-40B4-BE49-F238E27FC236}">
                  <a16:creationId xmlns:a16="http://schemas.microsoft.com/office/drawing/2014/main" id="{4CE75324-5C15-9525-9B8A-4D5FB97A3F3C}"/>
                </a:ext>
              </a:extLst>
            </p:cNvPr>
            <p:cNvSpPr/>
            <p:nvPr/>
          </p:nvSpPr>
          <p:spPr>
            <a:xfrm>
              <a:off x="9564206"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40" name="Freeform: Shape 2439">
              <a:extLst>
                <a:ext uri="{FF2B5EF4-FFF2-40B4-BE49-F238E27FC236}">
                  <a16:creationId xmlns:a16="http://schemas.microsoft.com/office/drawing/2014/main" id="{240B1865-15BD-91BD-CB24-90E511011E2D}"/>
                </a:ext>
              </a:extLst>
            </p:cNvPr>
            <p:cNvSpPr/>
            <p:nvPr/>
          </p:nvSpPr>
          <p:spPr>
            <a:xfrm>
              <a:off x="9678418" y="297467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41" name="Freeform: Shape 2440">
              <a:extLst>
                <a:ext uri="{FF2B5EF4-FFF2-40B4-BE49-F238E27FC236}">
                  <a16:creationId xmlns:a16="http://schemas.microsoft.com/office/drawing/2014/main" id="{4813893A-AFDD-7338-9FEA-49608C25631E}"/>
                </a:ext>
              </a:extLst>
            </p:cNvPr>
            <p:cNvSpPr/>
            <p:nvPr/>
          </p:nvSpPr>
          <p:spPr>
            <a:xfrm>
              <a:off x="9792674"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42" name="Freeform: Shape 2441">
              <a:extLst>
                <a:ext uri="{FF2B5EF4-FFF2-40B4-BE49-F238E27FC236}">
                  <a16:creationId xmlns:a16="http://schemas.microsoft.com/office/drawing/2014/main" id="{083FDBB1-671B-DCDF-8D4E-9218D3155D56}"/>
                </a:ext>
              </a:extLst>
            </p:cNvPr>
            <p:cNvSpPr/>
            <p:nvPr/>
          </p:nvSpPr>
          <p:spPr>
            <a:xfrm>
              <a:off x="9906929"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43" name="Freeform: Shape 2442">
              <a:extLst>
                <a:ext uri="{FF2B5EF4-FFF2-40B4-BE49-F238E27FC236}">
                  <a16:creationId xmlns:a16="http://schemas.microsoft.com/office/drawing/2014/main" id="{2C31F27B-AECE-E1BC-0D88-47FD80C9CD23}"/>
                </a:ext>
              </a:extLst>
            </p:cNvPr>
            <p:cNvSpPr/>
            <p:nvPr/>
          </p:nvSpPr>
          <p:spPr>
            <a:xfrm>
              <a:off x="10021185"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44" name="Freeform: Shape 2443">
              <a:extLst>
                <a:ext uri="{FF2B5EF4-FFF2-40B4-BE49-F238E27FC236}">
                  <a16:creationId xmlns:a16="http://schemas.microsoft.com/office/drawing/2014/main" id="{6E5B87FA-FCF9-A639-98CD-5B22A3334A2A}"/>
                </a:ext>
              </a:extLst>
            </p:cNvPr>
            <p:cNvSpPr/>
            <p:nvPr/>
          </p:nvSpPr>
          <p:spPr>
            <a:xfrm>
              <a:off x="10135441"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45" name="Freeform: Shape 2444">
              <a:extLst>
                <a:ext uri="{FF2B5EF4-FFF2-40B4-BE49-F238E27FC236}">
                  <a16:creationId xmlns:a16="http://schemas.microsoft.com/office/drawing/2014/main" id="{E4440817-A442-C06F-A5BD-5863F9AD1016}"/>
                </a:ext>
              </a:extLst>
            </p:cNvPr>
            <p:cNvSpPr/>
            <p:nvPr/>
          </p:nvSpPr>
          <p:spPr>
            <a:xfrm>
              <a:off x="10249697"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46" name="Freeform: Shape 2445">
              <a:extLst>
                <a:ext uri="{FF2B5EF4-FFF2-40B4-BE49-F238E27FC236}">
                  <a16:creationId xmlns:a16="http://schemas.microsoft.com/office/drawing/2014/main" id="{30A5B184-6589-35FB-309B-CF9EE2237DC7}"/>
                </a:ext>
              </a:extLst>
            </p:cNvPr>
            <p:cNvSpPr/>
            <p:nvPr/>
          </p:nvSpPr>
          <p:spPr>
            <a:xfrm>
              <a:off x="10363952"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47" name="Freeform: Shape 2446">
              <a:extLst>
                <a:ext uri="{FF2B5EF4-FFF2-40B4-BE49-F238E27FC236}">
                  <a16:creationId xmlns:a16="http://schemas.microsoft.com/office/drawing/2014/main" id="{AEAF550F-F167-64ED-1EBA-4CCF8DF82AC5}"/>
                </a:ext>
              </a:extLst>
            </p:cNvPr>
            <p:cNvSpPr/>
            <p:nvPr/>
          </p:nvSpPr>
          <p:spPr>
            <a:xfrm>
              <a:off x="10478208" y="297467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48" name="Freeform: Shape 2447">
              <a:extLst>
                <a:ext uri="{FF2B5EF4-FFF2-40B4-BE49-F238E27FC236}">
                  <a16:creationId xmlns:a16="http://schemas.microsoft.com/office/drawing/2014/main" id="{F94F6661-9760-2967-7108-51314150B776}"/>
                </a:ext>
              </a:extLst>
            </p:cNvPr>
            <p:cNvSpPr/>
            <p:nvPr/>
          </p:nvSpPr>
          <p:spPr>
            <a:xfrm>
              <a:off x="10592464"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49" name="Freeform: Shape 2448">
              <a:extLst>
                <a:ext uri="{FF2B5EF4-FFF2-40B4-BE49-F238E27FC236}">
                  <a16:creationId xmlns:a16="http://schemas.microsoft.com/office/drawing/2014/main" id="{47B38084-76B2-35D8-5FC7-F7B436AA3FF5}"/>
                </a:ext>
              </a:extLst>
            </p:cNvPr>
            <p:cNvSpPr/>
            <p:nvPr/>
          </p:nvSpPr>
          <p:spPr>
            <a:xfrm>
              <a:off x="10706720"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50" name="Freeform: Shape 2449">
              <a:extLst>
                <a:ext uri="{FF2B5EF4-FFF2-40B4-BE49-F238E27FC236}">
                  <a16:creationId xmlns:a16="http://schemas.microsoft.com/office/drawing/2014/main" id="{E6068F09-0F44-E4D0-F905-BA84A1D97D65}"/>
                </a:ext>
              </a:extLst>
            </p:cNvPr>
            <p:cNvSpPr/>
            <p:nvPr/>
          </p:nvSpPr>
          <p:spPr>
            <a:xfrm>
              <a:off x="10820976" y="2974674"/>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51" name="Freeform: Shape 2450">
              <a:extLst>
                <a:ext uri="{FF2B5EF4-FFF2-40B4-BE49-F238E27FC236}">
                  <a16:creationId xmlns:a16="http://schemas.microsoft.com/office/drawing/2014/main" id="{3FE512C9-917F-4554-3D5A-8DF05ABC32E3}"/>
                </a:ext>
              </a:extLst>
            </p:cNvPr>
            <p:cNvSpPr/>
            <p:nvPr/>
          </p:nvSpPr>
          <p:spPr>
            <a:xfrm>
              <a:off x="10935231"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52" name="Freeform: Shape 2451">
              <a:extLst>
                <a:ext uri="{FF2B5EF4-FFF2-40B4-BE49-F238E27FC236}">
                  <a16:creationId xmlns:a16="http://schemas.microsoft.com/office/drawing/2014/main" id="{9EB3509A-D7BB-6650-1A5D-7376FD5C4F94}"/>
                </a:ext>
              </a:extLst>
            </p:cNvPr>
            <p:cNvSpPr/>
            <p:nvPr/>
          </p:nvSpPr>
          <p:spPr>
            <a:xfrm>
              <a:off x="11049443"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53" name="Freeform: Shape 2452">
              <a:extLst>
                <a:ext uri="{FF2B5EF4-FFF2-40B4-BE49-F238E27FC236}">
                  <a16:creationId xmlns:a16="http://schemas.microsoft.com/office/drawing/2014/main" id="{C8F3742B-078F-33F8-5880-ED10E78AE569}"/>
                </a:ext>
              </a:extLst>
            </p:cNvPr>
            <p:cNvSpPr/>
            <p:nvPr/>
          </p:nvSpPr>
          <p:spPr>
            <a:xfrm>
              <a:off x="11163699" y="2974674"/>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54" name="Freeform: Shape 2453">
              <a:extLst>
                <a:ext uri="{FF2B5EF4-FFF2-40B4-BE49-F238E27FC236}">
                  <a16:creationId xmlns:a16="http://schemas.microsoft.com/office/drawing/2014/main" id="{004291B3-5463-C1CA-4DBA-19AF571845C8}"/>
                </a:ext>
              </a:extLst>
            </p:cNvPr>
            <p:cNvSpPr/>
            <p:nvPr/>
          </p:nvSpPr>
          <p:spPr>
            <a:xfrm>
              <a:off x="11277955"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55" name="Freeform: Shape 2454">
              <a:extLst>
                <a:ext uri="{FF2B5EF4-FFF2-40B4-BE49-F238E27FC236}">
                  <a16:creationId xmlns:a16="http://schemas.microsoft.com/office/drawing/2014/main" id="{4B5426CB-DBC4-08E5-777D-7AAF512D4E9A}"/>
                </a:ext>
              </a:extLst>
            </p:cNvPr>
            <p:cNvSpPr/>
            <p:nvPr/>
          </p:nvSpPr>
          <p:spPr>
            <a:xfrm>
              <a:off x="11392210"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56" name="Freeform: Shape 2455">
              <a:extLst>
                <a:ext uri="{FF2B5EF4-FFF2-40B4-BE49-F238E27FC236}">
                  <a16:creationId xmlns:a16="http://schemas.microsoft.com/office/drawing/2014/main" id="{1DF421D9-6C1D-5549-D354-C424933FA256}"/>
                </a:ext>
              </a:extLst>
            </p:cNvPr>
            <p:cNvSpPr/>
            <p:nvPr/>
          </p:nvSpPr>
          <p:spPr>
            <a:xfrm>
              <a:off x="11506466" y="2974674"/>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57" name="Freeform: Shape 2456">
              <a:extLst>
                <a:ext uri="{FF2B5EF4-FFF2-40B4-BE49-F238E27FC236}">
                  <a16:creationId xmlns:a16="http://schemas.microsoft.com/office/drawing/2014/main" id="{323B4DED-8643-EA3B-DDEF-1DA10C134EA6}"/>
                </a:ext>
              </a:extLst>
            </p:cNvPr>
            <p:cNvSpPr/>
            <p:nvPr/>
          </p:nvSpPr>
          <p:spPr>
            <a:xfrm>
              <a:off x="11620722"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58" name="Freeform: Shape 2457">
              <a:extLst>
                <a:ext uri="{FF2B5EF4-FFF2-40B4-BE49-F238E27FC236}">
                  <a16:creationId xmlns:a16="http://schemas.microsoft.com/office/drawing/2014/main" id="{CDABB41C-770D-3F31-1AA7-00E4A7EB7D1E}"/>
                </a:ext>
              </a:extLst>
            </p:cNvPr>
            <p:cNvSpPr/>
            <p:nvPr/>
          </p:nvSpPr>
          <p:spPr>
            <a:xfrm>
              <a:off x="11734978"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59" name="Freeform: Shape 2458">
              <a:extLst>
                <a:ext uri="{FF2B5EF4-FFF2-40B4-BE49-F238E27FC236}">
                  <a16:creationId xmlns:a16="http://schemas.microsoft.com/office/drawing/2014/main" id="{A9667E12-2394-AF40-EE41-0DBB0DE3BD3C}"/>
                </a:ext>
              </a:extLst>
            </p:cNvPr>
            <p:cNvSpPr/>
            <p:nvPr/>
          </p:nvSpPr>
          <p:spPr>
            <a:xfrm>
              <a:off x="11849233"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60" name="Freeform: Shape 2459">
              <a:extLst>
                <a:ext uri="{FF2B5EF4-FFF2-40B4-BE49-F238E27FC236}">
                  <a16:creationId xmlns:a16="http://schemas.microsoft.com/office/drawing/2014/main" id="{B0E76EFE-938B-0960-41E1-91B123472723}"/>
                </a:ext>
              </a:extLst>
            </p:cNvPr>
            <p:cNvSpPr/>
            <p:nvPr/>
          </p:nvSpPr>
          <p:spPr>
            <a:xfrm>
              <a:off x="11963489"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61" name="Freeform: Shape 2460">
              <a:extLst>
                <a:ext uri="{FF2B5EF4-FFF2-40B4-BE49-F238E27FC236}">
                  <a16:creationId xmlns:a16="http://schemas.microsoft.com/office/drawing/2014/main" id="{77E49894-2993-D356-668D-98EE86E9B166}"/>
                </a:ext>
              </a:extLst>
            </p:cNvPr>
            <p:cNvSpPr/>
            <p:nvPr/>
          </p:nvSpPr>
          <p:spPr>
            <a:xfrm>
              <a:off x="12077745" y="2974674"/>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62" name="Freeform: Shape 2461">
              <a:extLst>
                <a:ext uri="{FF2B5EF4-FFF2-40B4-BE49-F238E27FC236}">
                  <a16:creationId xmlns:a16="http://schemas.microsoft.com/office/drawing/2014/main" id="{4FC4C20E-EE17-5C5B-83B6-06520D728391}"/>
                </a:ext>
              </a:extLst>
            </p:cNvPr>
            <p:cNvSpPr/>
            <p:nvPr/>
          </p:nvSpPr>
          <p:spPr>
            <a:xfrm>
              <a:off x="7279135" y="308892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63" name="Freeform: Shape 2462">
              <a:extLst>
                <a:ext uri="{FF2B5EF4-FFF2-40B4-BE49-F238E27FC236}">
                  <a16:creationId xmlns:a16="http://schemas.microsoft.com/office/drawing/2014/main" id="{93109E76-3A3E-8531-10D6-92BA313163C8}"/>
                </a:ext>
              </a:extLst>
            </p:cNvPr>
            <p:cNvSpPr/>
            <p:nvPr/>
          </p:nvSpPr>
          <p:spPr>
            <a:xfrm>
              <a:off x="7393391"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64" name="Freeform: Shape 2463">
              <a:extLst>
                <a:ext uri="{FF2B5EF4-FFF2-40B4-BE49-F238E27FC236}">
                  <a16:creationId xmlns:a16="http://schemas.microsoft.com/office/drawing/2014/main" id="{8389ED33-E5BB-8D3B-BD93-C0B6D7BEBB9C}"/>
                </a:ext>
              </a:extLst>
            </p:cNvPr>
            <p:cNvSpPr/>
            <p:nvPr/>
          </p:nvSpPr>
          <p:spPr>
            <a:xfrm>
              <a:off x="7507646"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65" name="Freeform: Shape 2464">
              <a:extLst>
                <a:ext uri="{FF2B5EF4-FFF2-40B4-BE49-F238E27FC236}">
                  <a16:creationId xmlns:a16="http://schemas.microsoft.com/office/drawing/2014/main" id="{87897D07-879C-DFCB-F3A0-344106D6B2E6}"/>
                </a:ext>
              </a:extLst>
            </p:cNvPr>
            <p:cNvSpPr/>
            <p:nvPr/>
          </p:nvSpPr>
          <p:spPr>
            <a:xfrm>
              <a:off x="7621902"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66" name="Freeform: Shape 2465">
              <a:extLst>
                <a:ext uri="{FF2B5EF4-FFF2-40B4-BE49-F238E27FC236}">
                  <a16:creationId xmlns:a16="http://schemas.microsoft.com/office/drawing/2014/main" id="{D812F2D0-C0DF-0AF4-6C18-B215EA49174F}"/>
                </a:ext>
              </a:extLst>
            </p:cNvPr>
            <p:cNvSpPr/>
            <p:nvPr/>
          </p:nvSpPr>
          <p:spPr>
            <a:xfrm>
              <a:off x="7736158" y="308892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67" name="Freeform: Shape 2466">
              <a:extLst>
                <a:ext uri="{FF2B5EF4-FFF2-40B4-BE49-F238E27FC236}">
                  <a16:creationId xmlns:a16="http://schemas.microsoft.com/office/drawing/2014/main" id="{4BE62DB0-0849-6F6C-7EF4-6AA497ADF3BE}"/>
                </a:ext>
              </a:extLst>
            </p:cNvPr>
            <p:cNvSpPr/>
            <p:nvPr/>
          </p:nvSpPr>
          <p:spPr>
            <a:xfrm>
              <a:off x="7850414"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68" name="Freeform: Shape 2467">
              <a:extLst>
                <a:ext uri="{FF2B5EF4-FFF2-40B4-BE49-F238E27FC236}">
                  <a16:creationId xmlns:a16="http://schemas.microsoft.com/office/drawing/2014/main" id="{06F6265C-076F-263A-611C-1063BCA4EB68}"/>
                </a:ext>
              </a:extLst>
            </p:cNvPr>
            <p:cNvSpPr/>
            <p:nvPr/>
          </p:nvSpPr>
          <p:spPr>
            <a:xfrm>
              <a:off x="7964669"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69" name="Freeform: Shape 2468">
              <a:extLst>
                <a:ext uri="{FF2B5EF4-FFF2-40B4-BE49-F238E27FC236}">
                  <a16:creationId xmlns:a16="http://schemas.microsoft.com/office/drawing/2014/main" id="{B73A5B68-0A8D-6746-7E68-F8E6EA86CF2D}"/>
                </a:ext>
              </a:extLst>
            </p:cNvPr>
            <p:cNvSpPr/>
            <p:nvPr/>
          </p:nvSpPr>
          <p:spPr>
            <a:xfrm>
              <a:off x="8078925" y="308892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70" name="Freeform: Shape 2469">
              <a:extLst>
                <a:ext uri="{FF2B5EF4-FFF2-40B4-BE49-F238E27FC236}">
                  <a16:creationId xmlns:a16="http://schemas.microsoft.com/office/drawing/2014/main" id="{2E7F5A97-C804-003A-8304-7482189F933D}"/>
                </a:ext>
              </a:extLst>
            </p:cNvPr>
            <p:cNvSpPr/>
            <p:nvPr/>
          </p:nvSpPr>
          <p:spPr>
            <a:xfrm>
              <a:off x="8193181"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71" name="Freeform: Shape 2470">
              <a:extLst>
                <a:ext uri="{FF2B5EF4-FFF2-40B4-BE49-F238E27FC236}">
                  <a16:creationId xmlns:a16="http://schemas.microsoft.com/office/drawing/2014/main" id="{CF88803E-0278-0545-FA19-64D0D47A0371}"/>
                </a:ext>
              </a:extLst>
            </p:cNvPr>
            <p:cNvSpPr/>
            <p:nvPr/>
          </p:nvSpPr>
          <p:spPr>
            <a:xfrm>
              <a:off x="8307437"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72" name="Freeform: Shape 2471">
              <a:extLst>
                <a:ext uri="{FF2B5EF4-FFF2-40B4-BE49-F238E27FC236}">
                  <a16:creationId xmlns:a16="http://schemas.microsoft.com/office/drawing/2014/main" id="{9C4C2AB0-FA8B-BC99-EF23-6B491B8BA11C}"/>
                </a:ext>
              </a:extLst>
            </p:cNvPr>
            <p:cNvSpPr/>
            <p:nvPr/>
          </p:nvSpPr>
          <p:spPr>
            <a:xfrm>
              <a:off x="8421648"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73" name="Freeform: Shape 2472">
              <a:extLst>
                <a:ext uri="{FF2B5EF4-FFF2-40B4-BE49-F238E27FC236}">
                  <a16:creationId xmlns:a16="http://schemas.microsoft.com/office/drawing/2014/main" id="{27E64469-81BE-AD99-1152-CB5C7908A3A3}"/>
                </a:ext>
              </a:extLst>
            </p:cNvPr>
            <p:cNvSpPr/>
            <p:nvPr/>
          </p:nvSpPr>
          <p:spPr>
            <a:xfrm>
              <a:off x="8535904"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74" name="Freeform: Shape 2473">
              <a:extLst>
                <a:ext uri="{FF2B5EF4-FFF2-40B4-BE49-F238E27FC236}">
                  <a16:creationId xmlns:a16="http://schemas.microsoft.com/office/drawing/2014/main" id="{96235688-DC2C-EC5E-24BD-09222E98EB1C}"/>
                </a:ext>
              </a:extLst>
            </p:cNvPr>
            <p:cNvSpPr/>
            <p:nvPr/>
          </p:nvSpPr>
          <p:spPr>
            <a:xfrm>
              <a:off x="8650160"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75" name="Freeform: Shape 2474">
              <a:extLst>
                <a:ext uri="{FF2B5EF4-FFF2-40B4-BE49-F238E27FC236}">
                  <a16:creationId xmlns:a16="http://schemas.microsoft.com/office/drawing/2014/main" id="{3854D7B2-2B25-2B1D-0FBA-0C27BD75821D}"/>
                </a:ext>
              </a:extLst>
            </p:cNvPr>
            <p:cNvSpPr/>
            <p:nvPr/>
          </p:nvSpPr>
          <p:spPr>
            <a:xfrm>
              <a:off x="8764416"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76" name="Freeform: Shape 2475">
              <a:extLst>
                <a:ext uri="{FF2B5EF4-FFF2-40B4-BE49-F238E27FC236}">
                  <a16:creationId xmlns:a16="http://schemas.microsoft.com/office/drawing/2014/main" id="{BD5261A3-5020-C6B6-387C-E92CF28B21F6}"/>
                </a:ext>
              </a:extLst>
            </p:cNvPr>
            <p:cNvSpPr/>
            <p:nvPr/>
          </p:nvSpPr>
          <p:spPr>
            <a:xfrm>
              <a:off x="8878671" y="308892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77" name="Freeform: Shape 2476">
              <a:extLst>
                <a:ext uri="{FF2B5EF4-FFF2-40B4-BE49-F238E27FC236}">
                  <a16:creationId xmlns:a16="http://schemas.microsoft.com/office/drawing/2014/main" id="{9ACDCEF6-6712-5217-2AB8-5F168F3944A7}"/>
                </a:ext>
              </a:extLst>
            </p:cNvPr>
            <p:cNvSpPr/>
            <p:nvPr/>
          </p:nvSpPr>
          <p:spPr>
            <a:xfrm>
              <a:off x="8992927"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78" name="Freeform: Shape 2477">
              <a:extLst>
                <a:ext uri="{FF2B5EF4-FFF2-40B4-BE49-F238E27FC236}">
                  <a16:creationId xmlns:a16="http://schemas.microsoft.com/office/drawing/2014/main" id="{15168C60-E2A8-4BB2-F979-96951BB516F4}"/>
                </a:ext>
              </a:extLst>
            </p:cNvPr>
            <p:cNvSpPr/>
            <p:nvPr/>
          </p:nvSpPr>
          <p:spPr>
            <a:xfrm>
              <a:off x="9107183"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79" name="Freeform: Shape 2478">
              <a:extLst>
                <a:ext uri="{FF2B5EF4-FFF2-40B4-BE49-F238E27FC236}">
                  <a16:creationId xmlns:a16="http://schemas.microsoft.com/office/drawing/2014/main" id="{0F6E52C8-FEC5-2C14-6D28-88F7351A857A}"/>
                </a:ext>
              </a:extLst>
            </p:cNvPr>
            <p:cNvSpPr/>
            <p:nvPr/>
          </p:nvSpPr>
          <p:spPr>
            <a:xfrm>
              <a:off x="9221439"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80" name="Freeform: Shape 2479">
              <a:extLst>
                <a:ext uri="{FF2B5EF4-FFF2-40B4-BE49-F238E27FC236}">
                  <a16:creationId xmlns:a16="http://schemas.microsoft.com/office/drawing/2014/main" id="{1A9FBB58-3B3E-CF42-6EA1-40BA73D8B343}"/>
                </a:ext>
              </a:extLst>
            </p:cNvPr>
            <p:cNvSpPr/>
            <p:nvPr/>
          </p:nvSpPr>
          <p:spPr>
            <a:xfrm>
              <a:off x="9335695" y="308892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81" name="Freeform: Shape 2480">
              <a:extLst>
                <a:ext uri="{FF2B5EF4-FFF2-40B4-BE49-F238E27FC236}">
                  <a16:creationId xmlns:a16="http://schemas.microsoft.com/office/drawing/2014/main" id="{F9E610E7-2BE8-5826-CD0D-22168D08D1ED}"/>
                </a:ext>
              </a:extLst>
            </p:cNvPr>
            <p:cNvSpPr/>
            <p:nvPr/>
          </p:nvSpPr>
          <p:spPr>
            <a:xfrm>
              <a:off x="9449950"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82" name="Freeform: Shape 2481">
              <a:extLst>
                <a:ext uri="{FF2B5EF4-FFF2-40B4-BE49-F238E27FC236}">
                  <a16:creationId xmlns:a16="http://schemas.microsoft.com/office/drawing/2014/main" id="{514DE2C0-0994-6540-B6FC-BFBF09411403}"/>
                </a:ext>
              </a:extLst>
            </p:cNvPr>
            <p:cNvSpPr/>
            <p:nvPr/>
          </p:nvSpPr>
          <p:spPr>
            <a:xfrm>
              <a:off x="9564206"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83" name="Freeform: Shape 2482">
              <a:extLst>
                <a:ext uri="{FF2B5EF4-FFF2-40B4-BE49-F238E27FC236}">
                  <a16:creationId xmlns:a16="http://schemas.microsoft.com/office/drawing/2014/main" id="{6023A0BF-64D0-1349-E865-E6B2959DB154}"/>
                </a:ext>
              </a:extLst>
            </p:cNvPr>
            <p:cNvSpPr/>
            <p:nvPr/>
          </p:nvSpPr>
          <p:spPr>
            <a:xfrm>
              <a:off x="9678418" y="308892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84" name="Freeform: Shape 2483">
              <a:extLst>
                <a:ext uri="{FF2B5EF4-FFF2-40B4-BE49-F238E27FC236}">
                  <a16:creationId xmlns:a16="http://schemas.microsoft.com/office/drawing/2014/main" id="{2F23C42A-9ABC-5E8A-8E3B-B60100A58DF1}"/>
                </a:ext>
              </a:extLst>
            </p:cNvPr>
            <p:cNvSpPr/>
            <p:nvPr/>
          </p:nvSpPr>
          <p:spPr>
            <a:xfrm>
              <a:off x="9792674"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85" name="Freeform: Shape 2484">
              <a:extLst>
                <a:ext uri="{FF2B5EF4-FFF2-40B4-BE49-F238E27FC236}">
                  <a16:creationId xmlns:a16="http://schemas.microsoft.com/office/drawing/2014/main" id="{54B6A4D0-09D0-E7B5-AC1D-ED66B00157B1}"/>
                </a:ext>
              </a:extLst>
            </p:cNvPr>
            <p:cNvSpPr/>
            <p:nvPr/>
          </p:nvSpPr>
          <p:spPr>
            <a:xfrm>
              <a:off x="9906929"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86" name="Freeform: Shape 2485">
              <a:extLst>
                <a:ext uri="{FF2B5EF4-FFF2-40B4-BE49-F238E27FC236}">
                  <a16:creationId xmlns:a16="http://schemas.microsoft.com/office/drawing/2014/main" id="{D86A9F1A-5759-BFC3-C51A-4B067045E296}"/>
                </a:ext>
              </a:extLst>
            </p:cNvPr>
            <p:cNvSpPr/>
            <p:nvPr/>
          </p:nvSpPr>
          <p:spPr>
            <a:xfrm>
              <a:off x="10021185"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87" name="Freeform: Shape 2486">
              <a:extLst>
                <a:ext uri="{FF2B5EF4-FFF2-40B4-BE49-F238E27FC236}">
                  <a16:creationId xmlns:a16="http://schemas.microsoft.com/office/drawing/2014/main" id="{2D94EDC6-F053-D081-14E0-41E620A2DA93}"/>
                </a:ext>
              </a:extLst>
            </p:cNvPr>
            <p:cNvSpPr/>
            <p:nvPr/>
          </p:nvSpPr>
          <p:spPr>
            <a:xfrm>
              <a:off x="10135441"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88" name="Freeform: Shape 2487">
              <a:extLst>
                <a:ext uri="{FF2B5EF4-FFF2-40B4-BE49-F238E27FC236}">
                  <a16:creationId xmlns:a16="http://schemas.microsoft.com/office/drawing/2014/main" id="{3E72CAB1-6786-9BF0-5A4A-51BC76B4B45D}"/>
                </a:ext>
              </a:extLst>
            </p:cNvPr>
            <p:cNvSpPr/>
            <p:nvPr/>
          </p:nvSpPr>
          <p:spPr>
            <a:xfrm>
              <a:off x="10249697"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89" name="Freeform: Shape 2488">
              <a:extLst>
                <a:ext uri="{FF2B5EF4-FFF2-40B4-BE49-F238E27FC236}">
                  <a16:creationId xmlns:a16="http://schemas.microsoft.com/office/drawing/2014/main" id="{792B3F35-6F5E-B1E6-913E-84FAD6FA0975}"/>
                </a:ext>
              </a:extLst>
            </p:cNvPr>
            <p:cNvSpPr/>
            <p:nvPr/>
          </p:nvSpPr>
          <p:spPr>
            <a:xfrm>
              <a:off x="10363952"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90" name="Freeform: Shape 2489">
              <a:extLst>
                <a:ext uri="{FF2B5EF4-FFF2-40B4-BE49-F238E27FC236}">
                  <a16:creationId xmlns:a16="http://schemas.microsoft.com/office/drawing/2014/main" id="{B9E072B5-D4A3-1703-660E-E2644D29D0EE}"/>
                </a:ext>
              </a:extLst>
            </p:cNvPr>
            <p:cNvSpPr/>
            <p:nvPr/>
          </p:nvSpPr>
          <p:spPr>
            <a:xfrm>
              <a:off x="10478208" y="308892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91" name="Freeform: Shape 2490">
              <a:extLst>
                <a:ext uri="{FF2B5EF4-FFF2-40B4-BE49-F238E27FC236}">
                  <a16:creationId xmlns:a16="http://schemas.microsoft.com/office/drawing/2014/main" id="{0250A51E-2E9F-74F3-82DF-29ED61E83396}"/>
                </a:ext>
              </a:extLst>
            </p:cNvPr>
            <p:cNvSpPr/>
            <p:nvPr/>
          </p:nvSpPr>
          <p:spPr>
            <a:xfrm>
              <a:off x="10592464"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92" name="Freeform: Shape 2491">
              <a:extLst>
                <a:ext uri="{FF2B5EF4-FFF2-40B4-BE49-F238E27FC236}">
                  <a16:creationId xmlns:a16="http://schemas.microsoft.com/office/drawing/2014/main" id="{2B991922-126F-D37A-A33A-0FF94E5C0B4E}"/>
                </a:ext>
              </a:extLst>
            </p:cNvPr>
            <p:cNvSpPr/>
            <p:nvPr/>
          </p:nvSpPr>
          <p:spPr>
            <a:xfrm>
              <a:off x="10706720"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93" name="Freeform: Shape 2492">
              <a:extLst>
                <a:ext uri="{FF2B5EF4-FFF2-40B4-BE49-F238E27FC236}">
                  <a16:creationId xmlns:a16="http://schemas.microsoft.com/office/drawing/2014/main" id="{F54C1BB4-864E-38BC-0A92-023DA51D36DA}"/>
                </a:ext>
              </a:extLst>
            </p:cNvPr>
            <p:cNvSpPr/>
            <p:nvPr/>
          </p:nvSpPr>
          <p:spPr>
            <a:xfrm>
              <a:off x="10820976" y="3088929"/>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94" name="Freeform: Shape 2493">
              <a:extLst>
                <a:ext uri="{FF2B5EF4-FFF2-40B4-BE49-F238E27FC236}">
                  <a16:creationId xmlns:a16="http://schemas.microsoft.com/office/drawing/2014/main" id="{50C365D9-DF4D-6F6A-527D-564356F78C04}"/>
                </a:ext>
              </a:extLst>
            </p:cNvPr>
            <p:cNvSpPr/>
            <p:nvPr/>
          </p:nvSpPr>
          <p:spPr>
            <a:xfrm>
              <a:off x="10935231"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95" name="Freeform: Shape 2494">
              <a:extLst>
                <a:ext uri="{FF2B5EF4-FFF2-40B4-BE49-F238E27FC236}">
                  <a16:creationId xmlns:a16="http://schemas.microsoft.com/office/drawing/2014/main" id="{1D256E49-F5D2-6F3E-0F1C-526B9471937D}"/>
                </a:ext>
              </a:extLst>
            </p:cNvPr>
            <p:cNvSpPr/>
            <p:nvPr/>
          </p:nvSpPr>
          <p:spPr>
            <a:xfrm>
              <a:off x="11049443"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96" name="Freeform: Shape 2495">
              <a:extLst>
                <a:ext uri="{FF2B5EF4-FFF2-40B4-BE49-F238E27FC236}">
                  <a16:creationId xmlns:a16="http://schemas.microsoft.com/office/drawing/2014/main" id="{446BC9FF-3076-B02C-B6DB-23B1DE016458}"/>
                </a:ext>
              </a:extLst>
            </p:cNvPr>
            <p:cNvSpPr/>
            <p:nvPr/>
          </p:nvSpPr>
          <p:spPr>
            <a:xfrm>
              <a:off x="11163699" y="3088929"/>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97" name="Freeform: Shape 2496">
              <a:extLst>
                <a:ext uri="{FF2B5EF4-FFF2-40B4-BE49-F238E27FC236}">
                  <a16:creationId xmlns:a16="http://schemas.microsoft.com/office/drawing/2014/main" id="{F5BB393B-4044-1C5C-48C8-13AB1F38307B}"/>
                </a:ext>
              </a:extLst>
            </p:cNvPr>
            <p:cNvSpPr/>
            <p:nvPr/>
          </p:nvSpPr>
          <p:spPr>
            <a:xfrm>
              <a:off x="11277955"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98" name="Freeform: Shape 2497">
              <a:extLst>
                <a:ext uri="{FF2B5EF4-FFF2-40B4-BE49-F238E27FC236}">
                  <a16:creationId xmlns:a16="http://schemas.microsoft.com/office/drawing/2014/main" id="{7E742B1F-99AC-854D-E4D3-05B365909DD1}"/>
                </a:ext>
              </a:extLst>
            </p:cNvPr>
            <p:cNvSpPr/>
            <p:nvPr/>
          </p:nvSpPr>
          <p:spPr>
            <a:xfrm>
              <a:off x="11392210"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99" name="Freeform: Shape 2498">
              <a:extLst>
                <a:ext uri="{FF2B5EF4-FFF2-40B4-BE49-F238E27FC236}">
                  <a16:creationId xmlns:a16="http://schemas.microsoft.com/office/drawing/2014/main" id="{7EDE2DE8-1C02-0387-ABC3-87001AFA60B6}"/>
                </a:ext>
              </a:extLst>
            </p:cNvPr>
            <p:cNvSpPr/>
            <p:nvPr/>
          </p:nvSpPr>
          <p:spPr>
            <a:xfrm>
              <a:off x="11506466" y="3088929"/>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00" name="Freeform: Shape 2499">
              <a:extLst>
                <a:ext uri="{FF2B5EF4-FFF2-40B4-BE49-F238E27FC236}">
                  <a16:creationId xmlns:a16="http://schemas.microsoft.com/office/drawing/2014/main" id="{0E5AF26F-B663-B447-FBE9-63FACCB422BC}"/>
                </a:ext>
              </a:extLst>
            </p:cNvPr>
            <p:cNvSpPr/>
            <p:nvPr/>
          </p:nvSpPr>
          <p:spPr>
            <a:xfrm>
              <a:off x="11620722"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01" name="Freeform: Shape 2500">
              <a:extLst>
                <a:ext uri="{FF2B5EF4-FFF2-40B4-BE49-F238E27FC236}">
                  <a16:creationId xmlns:a16="http://schemas.microsoft.com/office/drawing/2014/main" id="{E1F58AE8-F903-14DA-BE52-BDCEE8F3BC3F}"/>
                </a:ext>
              </a:extLst>
            </p:cNvPr>
            <p:cNvSpPr/>
            <p:nvPr/>
          </p:nvSpPr>
          <p:spPr>
            <a:xfrm>
              <a:off x="11734978"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02" name="Freeform: Shape 2501">
              <a:extLst>
                <a:ext uri="{FF2B5EF4-FFF2-40B4-BE49-F238E27FC236}">
                  <a16:creationId xmlns:a16="http://schemas.microsoft.com/office/drawing/2014/main" id="{119ED2AD-70CC-390A-13B6-720E013CCAC6}"/>
                </a:ext>
              </a:extLst>
            </p:cNvPr>
            <p:cNvSpPr/>
            <p:nvPr/>
          </p:nvSpPr>
          <p:spPr>
            <a:xfrm>
              <a:off x="11849233"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03" name="Freeform: Shape 2502">
              <a:extLst>
                <a:ext uri="{FF2B5EF4-FFF2-40B4-BE49-F238E27FC236}">
                  <a16:creationId xmlns:a16="http://schemas.microsoft.com/office/drawing/2014/main" id="{3C4600E1-BA4B-5C2B-AE56-6B302B707303}"/>
                </a:ext>
              </a:extLst>
            </p:cNvPr>
            <p:cNvSpPr/>
            <p:nvPr/>
          </p:nvSpPr>
          <p:spPr>
            <a:xfrm>
              <a:off x="11963489"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04" name="Freeform: Shape 2503">
              <a:extLst>
                <a:ext uri="{FF2B5EF4-FFF2-40B4-BE49-F238E27FC236}">
                  <a16:creationId xmlns:a16="http://schemas.microsoft.com/office/drawing/2014/main" id="{2F25BD3E-FD23-48C0-8F0F-E60925D7DC55}"/>
                </a:ext>
              </a:extLst>
            </p:cNvPr>
            <p:cNvSpPr/>
            <p:nvPr/>
          </p:nvSpPr>
          <p:spPr>
            <a:xfrm>
              <a:off x="12077745" y="3088929"/>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05" name="Freeform: Shape 2504">
              <a:extLst>
                <a:ext uri="{FF2B5EF4-FFF2-40B4-BE49-F238E27FC236}">
                  <a16:creationId xmlns:a16="http://schemas.microsoft.com/office/drawing/2014/main" id="{2687AD35-54F6-AEB5-5F80-783D73F445DA}"/>
                </a:ext>
              </a:extLst>
            </p:cNvPr>
            <p:cNvSpPr/>
            <p:nvPr/>
          </p:nvSpPr>
          <p:spPr>
            <a:xfrm>
              <a:off x="7279135" y="320318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06" name="Freeform: Shape 2505">
              <a:extLst>
                <a:ext uri="{FF2B5EF4-FFF2-40B4-BE49-F238E27FC236}">
                  <a16:creationId xmlns:a16="http://schemas.microsoft.com/office/drawing/2014/main" id="{1A32882C-8A56-0755-A650-0B4896308D60}"/>
                </a:ext>
              </a:extLst>
            </p:cNvPr>
            <p:cNvSpPr/>
            <p:nvPr/>
          </p:nvSpPr>
          <p:spPr>
            <a:xfrm>
              <a:off x="7393391"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07" name="Freeform: Shape 2506">
              <a:extLst>
                <a:ext uri="{FF2B5EF4-FFF2-40B4-BE49-F238E27FC236}">
                  <a16:creationId xmlns:a16="http://schemas.microsoft.com/office/drawing/2014/main" id="{24A9FE3E-A1DE-1B18-F359-7BFBE92D0A0F}"/>
                </a:ext>
              </a:extLst>
            </p:cNvPr>
            <p:cNvSpPr/>
            <p:nvPr/>
          </p:nvSpPr>
          <p:spPr>
            <a:xfrm>
              <a:off x="7507646"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08" name="Freeform: Shape 2507">
              <a:extLst>
                <a:ext uri="{FF2B5EF4-FFF2-40B4-BE49-F238E27FC236}">
                  <a16:creationId xmlns:a16="http://schemas.microsoft.com/office/drawing/2014/main" id="{3F5CFCE8-FAE3-65AD-6444-7BE11C31F627}"/>
                </a:ext>
              </a:extLst>
            </p:cNvPr>
            <p:cNvSpPr/>
            <p:nvPr/>
          </p:nvSpPr>
          <p:spPr>
            <a:xfrm>
              <a:off x="7621902"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09" name="Freeform: Shape 2508">
              <a:extLst>
                <a:ext uri="{FF2B5EF4-FFF2-40B4-BE49-F238E27FC236}">
                  <a16:creationId xmlns:a16="http://schemas.microsoft.com/office/drawing/2014/main" id="{F9D89887-A8B2-DD61-64FC-167B54E0BBA0}"/>
                </a:ext>
              </a:extLst>
            </p:cNvPr>
            <p:cNvSpPr/>
            <p:nvPr/>
          </p:nvSpPr>
          <p:spPr>
            <a:xfrm>
              <a:off x="7736158" y="320318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10" name="Freeform: Shape 2509">
              <a:extLst>
                <a:ext uri="{FF2B5EF4-FFF2-40B4-BE49-F238E27FC236}">
                  <a16:creationId xmlns:a16="http://schemas.microsoft.com/office/drawing/2014/main" id="{4A1C9CCF-5658-90BC-784E-5EEFA9ED0EF6}"/>
                </a:ext>
              </a:extLst>
            </p:cNvPr>
            <p:cNvSpPr/>
            <p:nvPr/>
          </p:nvSpPr>
          <p:spPr>
            <a:xfrm>
              <a:off x="7850414"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11" name="Freeform: Shape 2510">
              <a:extLst>
                <a:ext uri="{FF2B5EF4-FFF2-40B4-BE49-F238E27FC236}">
                  <a16:creationId xmlns:a16="http://schemas.microsoft.com/office/drawing/2014/main" id="{96EE6C96-AA2A-5758-A7EE-6C02F93CBB5D}"/>
                </a:ext>
              </a:extLst>
            </p:cNvPr>
            <p:cNvSpPr/>
            <p:nvPr/>
          </p:nvSpPr>
          <p:spPr>
            <a:xfrm>
              <a:off x="7964669"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12" name="Freeform: Shape 2511">
              <a:extLst>
                <a:ext uri="{FF2B5EF4-FFF2-40B4-BE49-F238E27FC236}">
                  <a16:creationId xmlns:a16="http://schemas.microsoft.com/office/drawing/2014/main" id="{6068ADB3-23BF-29FD-C742-16187E1D99F9}"/>
                </a:ext>
              </a:extLst>
            </p:cNvPr>
            <p:cNvSpPr/>
            <p:nvPr/>
          </p:nvSpPr>
          <p:spPr>
            <a:xfrm>
              <a:off x="8078925" y="320318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13" name="Freeform: Shape 2512">
              <a:extLst>
                <a:ext uri="{FF2B5EF4-FFF2-40B4-BE49-F238E27FC236}">
                  <a16:creationId xmlns:a16="http://schemas.microsoft.com/office/drawing/2014/main" id="{8B9BCCD0-5CBA-C101-ED2A-61DD2D64EA0F}"/>
                </a:ext>
              </a:extLst>
            </p:cNvPr>
            <p:cNvSpPr/>
            <p:nvPr/>
          </p:nvSpPr>
          <p:spPr>
            <a:xfrm>
              <a:off x="8193181"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14" name="Freeform: Shape 2513">
              <a:extLst>
                <a:ext uri="{FF2B5EF4-FFF2-40B4-BE49-F238E27FC236}">
                  <a16:creationId xmlns:a16="http://schemas.microsoft.com/office/drawing/2014/main" id="{5E1DE280-1E15-A39B-26C0-90FEE508A26A}"/>
                </a:ext>
              </a:extLst>
            </p:cNvPr>
            <p:cNvSpPr/>
            <p:nvPr/>
          </p:nvSpPr>
          <p:spPr>
            <a:xfrm>
              <a:off x="8307437"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15" name="Freeform: Shape 2514">
              <a:extLst>
                <a:ext uri="{FF2B5EF4-FFF2-40B4-BE49-F238E27FC236}">
                  <a16:creationId xmlns:a16="http://schemas.microsoft.com/office/drawing/2014/main" id="{DE9104A6-D2F1-49DD-34DE-6882D97ACEF6}"/>
                </a:ext>
              </a:extLst>
            </p:cNvPr>
            <p:cNvSpPr/>
            <p:nvPr/>
          </p:nvSpPr>
          <p:spPr>
            <a:xfrm>
              <a:off x="8421648"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16" name="Freeform: Shape 2515">
              <a:extLst>
                <a:ext uri="{FF2B5EF4-FFF2-40B4-BE49-F238E27FC236}">
                  <a16:creationId xmlns:a16="http://schemas.microsoft.com/office/drawing/2014/main" id="{CC21D60A-05FC-03CD-FBA0-37F3E8D85729}"/>
                </a:ext>
              </a:extLst>
            </p:cNvPr>
            <p:cNvSpPr/>
            <p:nvPr/>
          </p:nvSpPr>
          <p:spPr>
            <a:xfrm>
              <a:off x="8535904"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17" name="Freeform: Shape 2516">
              <a:extLst>
                <a:ext uri="{FF2B5EF4-FFF2-40B4-BE49-F238E27FC236}">
                  <a16:creationId xmlns:a16="http://schemas.microsoft.com/office/drawing/2014/main" id="{405D9040-4DC2-88C8-51B2-62FD2914838C}"/>
                </a:ext>
              </a:extLst>
            </p:cNvPr>
            <p:cNvSpPr/>
            <p:nvPr/>
          </p:nvSpPr>
          <p:spPr>
            <a:xfrm>
              <a:off x="8650160"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18" name="Freeform: Shape 2517">
              <a:extLst>
                <a:ext uri="{FF2B5EF4-FFF2-40B4-BE49-F238E27FC236}">
                  <a16:creationId xmlns:a16="http://schemas.microsoft.com/office/drawing/2014/main" id="{41E36DD4-5739-4662-6E4F-21C15FE8862B}"/>
                </a:ext>
              </a:extLst>
            </p:cNvPr>
            <p:cNvSpPr/>
            <p:nvPr/>
          </p:nvSpPr>
          <p:spPr>
            <a:xfrm>
              <a:off x="8764416"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19" name="Freeform: Shape 2518">
              <a:extLst>
                <a:ext uri="{FF2B5EF4-FFF2-40B4-BE49-F238E27FC236}">
                  <a16:creationId xmlns:a16="http://schemas.microsoft.com/office/drawing/2014/main" id="{98E36180-475A-95F1-989C-080DD3394DD6}"/>
                </a:ext>
              </a:extLst>
            </p:cNvPr>
            <p:cNvSpPr/>
            <p:nvPr/>
          </p:nvSpPr>
          <p:spPr>
            <a:xfrm>
              <a:off x="8878671" y="320318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20" name="Freeform: Shape 2519">
              <a:extLst>
                <a:ext uri="{FF2B5EF4-FFF2-40B4-BE49-F238E27FC236}">
                  <a16:creationId xmlns:a16="http://schemas.microsoft.com/office/drawing/2014/main" id="{8162196C-D1D9-5DEB-0B93-65BECFCBF644}"/>
                </a:ext>
              </a:extLst>
            </p:cNvPr>
            <p:cNvSpPr/>
            <p:nvPr/>
          </p:nvSpPr>
          <p:spPr>
            <a:xfrm>
              <a:off x="8992927"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21" name="Freeform: Shape 2520">
              <a:extLst>
                <a:ext uri="{FF2B5EF4-FFF2-40B4-BE49-F238E27FC236}">
                  <a16:creationId xmlns:a16="http://schemas.microsoft.com/office/drawing/2014/main" id="{09754A75-1DEB-8782-5F32-A0966DF4C882}"/>
                </a:ext>
              </a:extLst>
            </p:cNvPr>
            <p:cNvSpPr/>
            <p:nvPr/>
          </p:nvSpPr>
          <p:spPr>
            <a:xfrm>
              <a:off x="9107183"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22" name="Freeform: Shape 2521">
              <a:extLst>
                <a:ext uri="{FF2B5EF4-FFF2-40B4-BE49-F238E27FC236}">
                  <a16:creationId xmlns:a16="http://schemas.microsoft.com/office/drawing/2014/main" id="{A9B3EF7A-51AA-5DB1-592F-AB2CAC9B56CE}"/>
                </a:ext>
              </a:extLst>
            </p:cNvPr>
            <p:cNvSpPr/>
            <p:nvPr/>
          </p:nvSpPr>
          <p:spPr>
            <a:xfrm>
              <a:off x="9221439"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23" name="Freeform: Shape 2522">
              <a:extLst>
                <a:ext uri="{FF2B5EF4-FFF2-40B4-BE49-F238E27FC236}">
                  <a16:creationId xmlns:a16="http://schemas.microsoft.com/office/drawing/2014/main" id="{7A3475BE-1AB5-14B3-3AD7-52971834EEE0}"/>
                </a:ext>
              </a:extLst>
            </p:cNvPr>
            <p:cNvSpPr/>
            <p:nvPr/>
          </p:nvSpPr>
          <p:spPr>
            <a:xfrm>
              <a:off x="9335695" y="320318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24" name="Freeform: Shape 2523">
              <a:extLst>
                <a:ext uri="{FF2B5EF4-FFF2-40B4-BE49-F238E27FC236}">
                  <a16:creationId xmlns:a16="http://schemas.microsoft.com/office/drawing/2014/main" id="{D00D1BB9-1AF9-183F-CC35-8CF9A9CC0FBF}"/>
                </a:ext>
              </a:extLst>
            </p:cNvPr>
            <p:cNvSpPr/>
            <p:nvPr/>
          </p:nvSpPr>
          <p:spPr>
            <a:xfrm>
              <a:off x="9449950"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25" name="Freeform: Shape 2524">
              <a:extLst>
                <a:ext uri="{FF2B5EF4-FFF2-40B4-BE49-F238E27FC236}">
                  <a16:creationId xmlns:a16="http://schemas.microsoft.com/office/drawing/2014/main" id="{279F9101-A3E2-91F4-BDBA-D293A9652366}"/>
                </a:ext>
              </a:extLst>
            </p:cNvPr>
            <p:cNvSpPr/>
            <p:nvPr/>
          </p:nvSpPr>
          <p:spPr>
            <a:xfrm>
              <a:off x="9564206"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26" name="Freeform: Shape 2525">
              <a:extLst>
                <a:ext uri="{FF2B5EF4-FFF2-40B4-BE49-F238E27FC236}">
                  <a16:creationId xmlns:a16="http://schemas.microsoft.com/office/drawing/2014/main" id="{C802CE6F-6DF6-5AC2-963B-164983C8970E}"/>
                </a:ext>
              </a:extLst>
            </p:cNvPr>
            <p:cNvSpPr/>
            <p:nvPr/>
          </p:nvSpPr>
          <p:spPr>
            <a:xfrm>
              <a:off x="9678418" y="320318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27" name="Freeform: Shape 2526">
              <a:extLst>
                <a:ext uri="{FF2B5EF4-FFF2-40B4-BE49-F238E27FC236}">
                  <a16:creationId xmlns:a16="http://schemas.microsoft.com/office/drawing/2014/main" id="{4143EFB8-E696-9D72-3324-E881C2896859}"/>
                </a:ext>
              </a:extLst>
            </p:cNvPr>
            <p:cNvSpPr/>
            <p:nvPr/>
          </p:nvSpPr>
          <p:spPr>
            <a:xfrm>
              <a:off x="9792674"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28" name="Freeform: Shape 2527">
              <a:extLst>
                <a:ext uri="{FF2B5EF4-FFF2-40B4-BE49-F238E27FC236}">
                  <a16:creationId xmlns:a16="http://schemas.microsoft.com/office/drawing/2014/main" id="{D3373E34-4C12-3B54-6DDB-484C7523B047}"/>
                </a:ext>
              </a:extLst>
            </p:cNvPr>
            <p:cNvSpPr/>
            <p:nvPr/>
          </p:nvSpPr>
          <p:spPr>
            <a:xfrm>
              <a:off x="9906929"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29" name="Freeform: Shape 2528">
              <a:extLst>
                <a:ext uri="{FF2B5EF4-FFF2-40B4-BE49-F238E27FC236}">
                  <a16:creationId xmlns:a16="http://schemas.microsoft.com/office/drawing/2014/main" id="{4C57EA90-2268-48CA-7FC9-498473260A11}"/>
                </a:ext>
              </a:extLst>
            </p:cNvPr>
            <p:cNvSpPr/>
            <p:nvPr/>
          </p:nvSpPr>
          <p:spPr>
            <a:xfrm>
              <a:off x="10021185"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30" name="Freeform: Shape 2529">
              <a:extLst>
                <a:ext uri="{FF2B5EF4-FFF2-40B4-BE49-F238E27FC236}">
                  <a16:creationId xmlns:a16="http://schemas.microsoft.com/office/drawing/2014/main" id="{126FB887-AAA4-70AC-E374-B7223E9410F0}"/>
                </a:ext>
              </a:extLst>
            </p:cNvPr>
            <p:cNvSpPr/>
            <p:nvPr/>
          </p:nvSpPr>
          <p:spPr>
            <a:xfrm>
              <a:off x="10135441"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31" name="Freeform: Shape 2530">
              <a:extLst>
                <a:ext uri="{FF2B5EF4-FFF2-40B4-BE49-F238E27FC236}">
                  <a16:creationId xmlns:a16="http://schemas.microsoft.com/office/drawing/2014/main" id="{51B9BDCB-DEF4-72A5-02BC-A1069C4286B1}"/>
                </a:ext>
              </a:extLst>
            </p:cNvPr>
            <p:cNvSpPr/>
            <p:nvPr/>
          </p:nvSpPr>
          <p:spPr>
            <a:xfrm>
              <a:off x="10249697"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32" name="Freeform: Shape 2531">
              <a:extLst>
                <a:ext uri="{FF2B5EF4-FFF2-40B4-BE49-F238E27FC236}">
                  <a16:creationId xmlns:a16="http://schemas.microsoft.com/office/drawing/2014/main" id="{F09B1E79-F817-856E-7147-AEFB4A094756}"/>
                </a:ext>
              </a:extLst>
            </p:cNvPr>
            <p:cNvSpPr/>
            <p:nvPr/>
          </p:nvSpPr>
          <p:spPr>
            <a:xfrm>
              <a:off x="10363952"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33" name="Freeform: Shape 2532">
              <a:extLst>
                <a:ext uri="{FF2B5EF4-FFF2-40B4-BE49-F238E27FC236}">
                  <a16:creationId xmlns:a16="http://schemas.microsoft.com/office/drawing/2014/main" id="{D2E123A5-9973-CCE0-2301-E4C1B2D0A9F2}"/>
                </a:ext>
              </a:extLst>
            </p:cNvPr>
            <p:cNvSpPr/>
            <p:nvPr/>
          </p:nvSpPr>
          <p:spPr>
            <a:xfrm>
              <a:off x="10478208" y="320318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34" name="Freeform: Shape 2533">
              <a:extLst>
                <a:ext uri="{FF2B5EF4-FFF2-40B4-BE49-F238E27FC236}">
                  <a16:creationId xmlns:a16="http://schemas.microsoft.com/office/drawing/2014/main" id="{405E0F4F-5AC3-30BC-5CD5-C403C393D407}"/>
                </a:ext>
              </a:extLst>
            </p:cNvPr>
            <p:cNvSpPr/>
            <p:nvPr/>
          </p:nvSpPr>
          <p:spPr>
            <a:xfrm>
              <a:off x="10592464"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35" name="Freeform: Shape 2534">
              <a:extLst>
                <a:ext uri="{FF2B5EF4-FFF2-40B4-BE49-F238E27FC236}">
                  <a16:creationId xmlns:a16="http://schemas.microsoft.com/office/drawing/2014/main" id="{E59A205F-C7ED-6A87-E45D-76C41E77905A}"/>
                </a:ext>
              </a:extLst>
            </p:cNvPr>
            <p:cNvSpPr/>
            <p:nvPr/>
          </p:nvSpPr>
          <p:spPr>
            <a:xfrm>
              <a:off x="10706720"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36" name="Freeform: Shape 2535">
              <a:extLst>
                <a:ext uri="{FF2B5EF4-FFF2-40B4-BE49-F238E27FC236}">
                  <a16:creationId xmlns:a16="http://schemas.microsoft.com/office/drawing/2014/main" id="{B307FFB1-A0B2-DC37-C84F-214D69A44145}"/>
                </a:ext>
              </a:extLst>
            </p:cNvPr>
            <p:cNvSpPr/>
            <p:nvPr/>
          </p:nvSpPr>
          <p:spPr>
            <a:xfrm>
              <a:off x="10820976" y="3203185"/>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37" name="Freeform: Shape 2536">
              <a:extLst>
                <a:ext uri="{FF2B5EF4-FFF2-40B4-BE49-F238E27FC236}">
                  <a16:creationId xmlns:a16="http://schemas.microsoft.com/office/drawing/2014/main" id="{F2963B44-9719-A149-B173-97E4059AF5A6}"/>
                </a:ext>
              </a:extLst>
            </p:cNvPr>
            <p:cNvSpPr/>
            <p:nvPr/>
          </p:nvSpPr>
          <p:spPr>
            <a:xfrm>
              <a:off x="10935231"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38" name="Freeform: Shape 2537">
              <a:extLst>
                <a:ext uri="{FF2B5EF4-FFF2-40B4-BE49-F238E27FC236}">
                  <a16:creationId xmlns:a16="http://schemas.microsoft.com/office/drawing/2014/main" id="{86E20230-9A84-DB80-C235-A9C4A4438A9F}"/>
                </a:ext>
              </a:extLst>
            </p:cNvPr>
            <p:cNvSpPr/>
            <p:nvPr/>
          </p:nvSpPr>
          <p:spPr>
            <a:xfrm>
              <a:off x="11049443"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39" name="Freeform: Shape 2538">
              <a:extLst>
                <a:ext uri="{FF2B5EF4-FFF2-40B4-BE49-F238E27FC236}">
                  <a16:creationId xmlns:a16="http://schemas.microsoft.com/office/drawing/2014/main" id="{4C728AB8-833B-C02E-3F49-E1E93EB31E9D}"/>
                </a:ext>
              </a:extLst>
            </p:cNvPr>
            <p:cNvSpPr/>
            <p:nvPr/>
          </p:nvSpPr>
          <p:spPr>
            <a:xfrm>
              <a:off x="11163699" y="3203185"/>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40" name="Freeform: Shape 2539">
              <a:extLst>
                <a:ext uri="{FF2B5EF4-FFF2-40B4-BE49-F238E27FC236}">
                  <a16:creationId xmlns:a16="http://schemas.microsoft.com/office/drawing/2014/main" id="{522E6E92-D995-2CCC-2E71-A390E7D3A414}"/>
                </a:ext>
              </a:extLst>
            </p:cNvPr>
            <p:cNvSpPr/>
            <p:nvPr/>
          </p:nvSpPr>
          <p:spPr>
            <a:xfrm>
              <a:off x="11277955"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41" name="Freeform: Shape 2540">
              <a:extLst>
                <a:ext uri="{FF2B5EF4-FFF2-40B4-BE49-F238E27FC236}">
                  <a16:creationId xmlns:a16="http://schemas.microsoft.com/office/drawing/2014/main" id="{14C13B61-B1D0-C688-09C9-D713C7DED454}"/>
                </a:ext>
              </a:extLst>
            </p:cNvPr>
            <p:cNvSpPr/>
            <p:nvPr/>
          </p:nvSpPr>
          <p:spPr>
            <a:xfrm>
              <a:off x="11392210"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42" name="Freeform: Shape 2541">
              <a:extLst>
                <a:ext uri="{FF2B5EF4-FFF2-40B4-BE49-F238E27FC236}">
                  <a16:creationId xmlns:a16="http://schemas.microsoft.com/office/drawing/2014/main" id="{B2287272-46E5-99C5-BE97-0396098AC37B}"/>
                </a:ext>
              </a:extLst>
            </p:cNvPr>
            <p:cNvSpPr/>
            <p:nvPr/>
          </p:nvSpPr>
          <p:spPr>
            <a:xfrm>
              <a:off x="11506466" y="3203185"/>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43" name="Freeform: Shape 2542">
              <a:extLst>
                <a:ext uri="{FF2B5EF4-FFF2-40B4-BE49-F238E27FC236}">
                  <a16:creationId xmlns:a16="http://schemas.microsoft.com/office/drawing/2014/main" id="{3E2991D5-7B96-DA91-337E-270104407B26}"/>
                </a:ext>
              </a:extLst>
            </p:cNvPr>
            <p:cNvSpPr/>
            <p:nvPr/>
          </p:nvSpPr>
          <p:spPr>
            <a:xfrm>
              <a:off x="11620722"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44" name="Freeform: Shape 2543">
              <a:extLst>
                <a:ext uri="{FF2B5EF4-FFF2-40B4-BE49-F238E27FC236}">
                  <a16:creationId xmlns:a16="http://schemas.microsoft.com/office/drawing/2014/main" id="{7A31C28B-7048-076E-CC17-160558D0470B}"/>
                </a:ext>
              </a:extLst>
            </p:cNvPr>
            <p:cNvSpPr/>
            <p:nvPr/>
          </p:nvSpPr>
          <p:spPr>
            <a:xfrm>
              <a:off x="11734978"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45" name="Freeform: Shape 2544">
              <a:extLst>
                <a:ext uri="{FF2B5EF4-FFF2-40B4-BE49-F238E27FC236}">
                  <a16:creationId xmlns:a16="http://schemas.microsoft.com/office/drawing/2014/main" id="{D6E823EF-09D0-DAC4-122B-6E25607802F5}"/>
                </a:ext>
              </a:extLst>
            </p:cNvPr>
            <p:cNvSpPr/>
            <p:nvPr/>
          </p:nvSpPr>
          <p:spPr>
            <a:xfrm>
              <a:off x="11849233"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46" name="Freeform: Shape 2545">
              <a:extLst>
                <a:ext uri="{FF2B5EF4-FFF2-40B4-BE49-F238E27FC236}">
                  <a16:creationId xmlns:a16="http://schemas.microsoft.com/office/drawing/2014/main" id="{723E8A5A-B55C-6642-6A14-7DD2F2311734}"/>
                </a:ext>
              </a:extLst>
            </p:cNvPr>
            <p:cNvSpPr/>
            <p:nvPr/>
          </p:nvSpPr>
          <p:spPr>
            <a:xfrm>
              <a:off x="11963489"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47" name="Freeform: Shape 2546">
              <a:extLst>
                <a:ext uri="{FF2B5EF4-FFF2-40B4-BE49-F238E27FC236}">
                  <a16:creationId xmlns:a16="http://schemas.microsoft.com/office/drawing/2014/main" id="{FE3E9452-A1C0-D841-B3AC-A919D7DD9DDC}"/>
                </a:ext>
              </a:extLst>
            </p:cNvPr>
            <p:cNvSpPr/>
            <p:nvPr/>
          </p:nvSpPr>
          <p:spPr>
            <a:xfrm>
              <a:off x="12077745" y="3203185"/>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48" name="Freeform: Shape 2547">
              <a:extLst>
                <a:ext uri="{FF2B5EF4-FFF2-40B4-BE49-F238E27FC236}">
                  <a16:creationId xmlns:a16="http://schemas.microsoft.com/office/drawing/2014/main" id="{9284B06A-4540-A7EB-A2F5-02D08B7A55FE}"/>
                </a:ext>
              </a:extLst>
            </p:cNvPr>
            <p:cNvSpPr/>
            <p:nvPr/>
          </p:nvSpPr>
          <p:spPr>
            <a:xfrm>
              <a:off x="7279135" y="331744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49" name="Freeform: Shape 2548">
              <a:extLst>
                <a:ext uri="{FF2B5EF4-FFF2-40B4-BE49-F238E27FC236}">
                  <a16:creationId xmlns:a16="http://schemas.microsoft.com/office/drawing/2014/main" id="{52DBAC79-705F-D93D-FCAF-7904246BC74E}"/>
                </a:ext>
              </a:extLst>
            </p:cNvPr>
            <p:cNvSpPr/>
            <p:nvPr/>
          </p:nvSpPr>
          <p:spPr>
            <a:xfrm>
              <a:off x="7393391"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50" name="Freeform: Shape 2549">
              <a:extLst>
                <a:ext uri="{FF2B5EF4-FFF2-40B4-BE49-F238E27FC236}">
                  <a16:creationId xmlns:a16="http://schemas.microsoft.com/office/drawing/2014/main" id="{52DDF0A4-3713-9922-55D4-67FC7CDE65E0}"/>
                </a:ext>
              </a:extLst>
            </p:cNvPr>
            <p:cNvSpPr/>
            <p:nvPr/>
          </p:nvSpPr>
          <p:spPr>
            <a:xfrm>
              <a:off x="7507646"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51" name="Freeform: Shape 2550">
              <a:extLst>
                <a:ext uri="{FF2B5EF4-FFF2-40B4-BE49-F238E27FC236}">
                  <a16:creationId xmlns:a16="http://schemas.microsoft.com/office/drawing/2014/main" id="{001C1EA4-8485-1244-2C91-9990EDB1E681}"/>
                </a:ext>
              </a:extLst>
            </p:cNvPr>
            <p:cNvSpPr/>
            <p:nvPr/>
          </p:nvSpPr>
          <p:spPr>
            <a:xfrm>
              <a:off x="7621902"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52" name="Freeform: Shape 2551">
              <a:extLst>
                <a:ext uri="{FF2B5EF4-FFF2-40B4-BE49-F238E27FC236}">
                  <a16:creationId xmlns:a16="http://schemas.microsoft.com/office/drawing/2014/main" id="{87B9EEAD-A08A-593C-144E-39144843C03D}"/>
                </a:ext>
              </a:extLst>
            </p:cNvPr>
            <p:cNvSpPr/>
            <p:nvPr/>
          </p:nvSpPr>
          <p:spPr>
            <a:xfrm>
              <a:off x="7736158" y="331744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53" name="Freeform: Shape 2552">
              <a:extLst>
                <a:ext uri="{FF2B5EF4-FFF2-40B4-BE49-F238E27FC236}">
                  <a16:creationId xmlns:a16="http://schemas.microsoft.com/office/drawing/2014/main" id="{A970B80E-898C-8FED-99AF-6A9FB69633DB}"/>
                </a:ext>
              </a:extLst>
            </p:cNvPr>
            <p:cNvSpPr/>
            <p:nvPr/>
          </p:nvSpPr>
          <p:spPr>
            <a:xfrm>
              <a:off x="7850414"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54" name="Freeform: Shape 2553">
              <a:extLst>
                <a:ext uri="{FF2B5EF4-FFF2-40B4-BE49-F238E27FC236}">
                  <a16:creationId xmlns:a16="http://schemas.microsoft.com/office/drawing/2014/main" id="{EFBBB617-2784-6912-C9E9-B68AE3693AD8}"/>
                </a:ext>
              </a:extLst>
            </p:cNvPr>
            <p:cNvSpPr/>
            <p:nvPr/>
          </p:nvSpPr>
          <p:spPr>
            <a:xfrm>
              <a:off x="7964669"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55" name="Freeform: Shape 2554">
              <a:extLst>
                <a:ext uri="{FF2B5EF4-FFF2-40B4-BE49-F238E27FC236}">
                  <a16:creationId xmlns:a16="http://schemas.microsoft.com/office/drawing/2014/main" id="{925D55BC-932C-5A61-7314-D3950F3F7A02}"/>
                </a:ext>
              </a:extLst>
            </p:cNvPr>
            <p:cNvSpPr/>
            <p:nvPr/>
          </p:nvSpPr>
          <p:spPr>
            <a:xfrm>
              <a:off x="8078925" y="331744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56" name="Freeform: Shape 2555">
              <a:extLst>
                <a:ext uri="{FF2B5EF4-FFF2-40B4-BE49-F238E27FC236}">
                  <a16:creationId xmlns:a16="http://schemas.microsoft.com/office/drawing/2014/main" id="{39E2B65D-1DBD-84D3-21B3-375AD66B0878}"/>
                </a:ext>
              </a:extLst>
            </p:cNvPr>
            <p:cNvSpPr/>
            <p:nvPr/>
          </p:nvSpPr>
          <p:spPr>
            <a:xfrm>
              <a:off x="8193181"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57" name="Freeform: Shape 2556">
              <a:extLst>
                <a:ext uri="{FF2B5EF4-FFF2-40B4-BE49-F238E27FC236}">
                  <a16:creationId xmlns:a16="http://schemas.microsoft.com/office/drawing/2014/main" id="{C9DFD2BE-23C3-EC04-F028-12117E2DFA22}"/>
                </a:ext>
              </a:extLst>
            </p:cNvPr>
            <p:cNvSpPr/>
            <p:nvPr/>
          </p:nvSpPr>
          <p:spPr>
            <a:xfrm>
              <a:off x="8307437"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58" name="Freeform: Shape 2557">
              <a:extLst>
                <a:ext uri="{FF2B5EF4-FFF2-40B4-BE49-F238E27FC236}">
                  <a16:creationId xmlns:a16="http://schemas.microsoft.com/office/drawing/2014/main" id="{B3801C2D-7FC3-C3A1-5DE5-2E570EF286CA}"/>
                </a:ext>
              </a:extLst>
            </p:cNvPr>
            <p:cNvSpPr/>
            <p:nvPr/>
          </p:nvSpPr>
          <p:spPr>
            <a:xfrm>
              <a:off x="8421648"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59" name="Freeform: Shape 2558">
              <a:extLst>
                <a:ext uri="{FF2B5EF4-FFF2-40B4-BE49-F238E27FC236}">
                  <a16:creationId xmlns:a16="http://schemas.microsoft.com/office/drawing/2014/main" id="{5F92716F-835E-CB56-92CF-D1170DA79BCB}"/>
                </a:ext>
              </a:extLst>
            </p:cNvPr>
            <p:cNvSpPr/>
            <p:nvPr/>
          </p:nvSpPr>
          <p:spPr>
            <a:xfrm>
              <a:off x="8535904"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60" name="Freeform: Shape 2559">
              <a:extLst>
                <a:ext uri="{FF2B5EF4-FFF2-40B4-BE49-F238E27FC236}">
                  <a16:creationId xmlns:a16="http://schemas.microsoft.com/office/drawing/2014/main" id="{BE64BB48-C0B2-B610-8B22-AF2ABF27FF74}"/>
                </a:ext>
              </a:extLst>
            </p:cNvPr>
            <p:cNvSpPr/>
            <p:nvPr/>
          </p:nvSpPr>
          <p:spPr>
            <a:xfrm>
              <a:off x="8650160"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61" name="Freeform: Shape 2560">
              <a:extLst>
                <a:ext uri="{FF2B5EF4-FFF2-40B4-BE49-F238E27FC236}">
                  <a16:creationId xmlns:a16="http://schemas.microsoft.com/office/drawing/2014/main" id="{2D9B4B79-4379-D669-04D3-3B0D83DD7118}"/>
                </a:ext>
              </a:extLst>
            </p:cNvPr>
            <p:cNvSpPr/>
            <p:nvPr/>
          </p:nvSpPr>
          <p:spPr>
            <a:xfrm>
              <a:off x="8764416"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62" name="Freeform: Shape 2561">
              <a:extLst>
                <a:ext uri="{FF2B5EF4-FFF2-40B4-BE49-F238E27FC236}">
                  <a16:creationId xmlns:a16="http://schemas.microsoft.com/office/drawing/2014/main" id="{13B29AFA-EFAE-0F82-EA1A-35738717AC2B}"/>
                </a:ext>
              </a:extLst>
            </p:cNvPr>
            <p:cNvSpPr/>
            <p:nvPr/>
          </p:nvSpPr>
          <p:spPr>
            <a:xfrm>
              <a:off x="8878671" y="331744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63" name="Freeform: Shape 2562">
              <a:extLst>
                <a:ext uri="{FF2B5EF4-FFF2-40B4-BE49-F238E27FC236}">
                  <a16:creationId xmlns:a16="http://schemas.microsoft.com/office/drawing/2014/main" id="{C0150F13-3317-B233-794F-53A67A8EB410}"/>
                </a:ext>
              </a:extLst>
            </p:cNvPr>
            <p:cNvSpPr/>
            <p:nvPr/>
          </p:nvSpPr>
          <p:spPr>
            <a:xfrm>
              <a:off x="8992927"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64" name="Freeform: Shape 2563">
              <a:extLst>
                <a:ext uri="{FF2B5EF4-FFF2-40B4-BE49-F238E27FC236}">
                  <a16:creationId xmlns:a16="http://schemas.microsoft.com/office/drawing/2014/main" id="{B2CE6FC6-ABD7-1A94-718B-68C03F3523D0}"/>
                </a:ext>
              </a:extLst>
            </p:cNvPr>
            <p:cNvSpPr/>
            <p:nvPr/>
          </p:nvSpPr>
          <p:spPr>
            <a:xfrm>
              <a:off x="9107183"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65" name="Freeform: Shape 2564">
              <a:extLst>
                <a:ext uri="{FF2B5EF4-FFF2-40B4-BE49-F238E27FC236}">
                  <a16:creationId xmlns:a16="http://schemas.microsoft.com/office/drawing/2014/main" id="{F75CF54E-C695-4512-19B9-D3B091701DE7}"/>
                </a:ext>
              </a:extLst>
            </p:cNvPr>
            <p:cNvSpPr/>
            <p:nvPr/>
          </p:nvSpPr>
          <p:spPr>
            <a:xfrm>
              <a:off x="9221439"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66" name="Freeform: Shape 2565">
              <a:extLst>
                <a:ext uri="{FF2B5EF4-FFF2-40B4-BE49-F238E27FC236}">
                  <a16:creationId xmlns:a16="http://schemas.microsoft.com/office/drawing/2014/main" id="{E56D17A3-690D-45B4-7C7E-2A2D8AFE10CD}"/>
                </a:ext>
              </a:extLst>
            </p:cNvPr>
            <p:cNvSpPr/>
            <p:nvPr/>
          </p:nvSpPr>
          <p:spPr>
            <a:xfrm>
              <a:off x="9335695" y="331744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67" name="Freeform: Shape 2566">
              <a:extLst>
                <a:ext uri="{FF2B5EF4-FFF2-40B4-BE49-F238E27FC236}">
                  <a16:creationId xmlns:a16="http://schemas.microsoft.com/office/drawing/2014/main" id="{3A594BE1-C872-2B72-BAAC-9BFC2814B0E2}"/>
                </a:ext>
              </a:extLst>
            </p:cNvPr>
            <p:cNvSpPr/>
            <p:nvPr/>
          </p:nvSpPr>
          <p:spPr>
            <a:xfrm>
              <a:off x="9449950"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68" name="Freeform: Shape 2567">
              <a:extLst>
                <a:ext uri="{FF2B5EF4-FFF2-40B4-BE49-F238E27FC236}">
                  <a16:creationId xmlns:a16="http://schemas.microsoft.com/office/drawing/2014/main" id="{ED3B8771-5EC4-5204-94BB-1B217A54F675}"/>
                </a:ext>
              </a:extLst>
            </p:cNvPr>
            <p:cNvSpPr/>
            <p:nvPr/>
          </p:nvSpPr>
          <p:spPr>
            <a:xfrm>
              <a:off x="9564206"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69" name="Freeform: Shape 2568">
              <a:extLst>
                <a:ext uri="{FF2B5EF4-FFF2-40B4-BE49-F238E27FC236}">
                  <a16:creationId xmlns:a16="http://schemas.microsoft.com/office/drawing/2014/main" id="{05DB6F65-E5D7-AD6B-EE85-45781871F2E9}"/>
                </a:ext>
              </a:extLst>
            </p:cNvPr>
            <p:cNvSpPr/>
            <p:nvPr/>
          </p:nvSpPr>
          <p:spPr>
            <a:xfrm>
              <a:off x="9678418" y="331744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70" name="Freeform: Shape 2569">
              <a:extLst>
                <a:ext uri="{FF2B5EF4-FFF2-40B4-BE49-F238E27FC236}">
                  <a16:creationId xmlns:a16="http://schemas.microsoft.com/office/drawing/2014/main" id="{4940E92B-F2DB-F675-698A-2468DEE4163B}"/>
                </a:ext>
              </a:extLst>
            </p:cNvPr>
            <p:cNvSpPr/>
            <p:nvPr/>
          </p:nvSpPr>
          <p:spPr>
            <a:xfrm>
              <a:off x="9792674"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71" name="Freeform: Shape 2570">
              <a:extLst>
                <a:ext uri="{FF2B5EF4-FFF2-40B4-BE49-F238E27FC236}">
                  <a16:creationId xmlns:a16="http://schemas.microsoft.com/office/drawing/2014/main" id="{6963AC84-522F-3C08-07E2-8CF288ADD247}"/>
                </a:ext>
              </a:extLst>
            </p:cNvPr>
            <p:cNvSpPr/>
            <p:nvPr/>
          </p:nvSpPr>
          <p:spPr>
            <a:xfrm>
              <a:off x="9906929"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72" name="Freeform: Shape 2571">
              <a:extLst>
                <a:ext uri="{FF2B5EF4-FFF2-40B4-BE49-F238E27FC236}">
                  <a16:creationId xmlns:a16="http://schemas.microsoft.com/office/drawing/2014/main" id="{8CA85C73-3044-F655-2561-C5585AC97355}"/>
                </a:ext>
              </a:extLst>
            </p:cNvPr>
            <p:cNvSpPr/>
            <p:nvPr/>
          </p:nvSpPr>
          <p:spPr>
            <a:xfrm>
              <a:off x="10021185"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73" name="Freeform: Shape 2572">
              <a:extLst>
                <a:ext uri="{FF2B5EF4-FFF2-40B4-BE49-F238E27FC236}">
                  <a16:creationId xmlns:a16="http://schemas.microsoft.com/office/drawing/2014/main" id="{744075A9-6879-423F-3CBF-EA51A8503ACD}"/>
                </a:ext>
              </a:extLst>
            </p:cNvPr>
            <p:cNvSpPr/>
            <p:nvPr/>
          </p:nvSpPr>
          <p:spPr>
            <a:xfrm>
              <a:off x="10135441"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74" name="Freeform: Shape 2573">
              <a:extLst>
                <a:ext uri="{FF2B5EF4-FFF2-40B4-BE49-F238E27FC236}">
                  <a16:creationId xmlns:a16="http://schemas.microsoft.com/office/drawing/2014/main" id="{932ABA38-7965-0D7A-E326-959B24DBE039}"/>
                </a:ext>
              </a:extLst>
            </p:cNvPr>
            <p:cNvSpPr/>
            <p:nvPr/>
          </p:nvSpPr>
          <p:spPr>
            <a:xfrm>
              <a:off x="10249697"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75" name="Freeform: Shape 2574">
              <a:extLst>
                <a:ext uri="{FF2B5EF4-FFF2-40B4-BE49-F238E27FC236}">
                  <a16:creationId xmlns:a16="http://schemas.microsoft.com/office/drawing/2014/main" id="{B8AF1FFB-9C47-FB23-7193-183D6CB5FE8C}"/>
                </a:ext>
              </a:extLst>
            </p:cNvPr>
            <p:cNvSpPr/>
            <p:nvPr/>
          </p:nvSpPr>
          <p:spPr>
            <a:xfrm>
              <a:off x="10363952"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76" name="Freeform: Shape 2575">
              <a:extLst>
                <a:ext uri="{FF2B5EF4-FFF2-40B4-BE49-F238E27FC236}">
                  <a16:creationId xmlns:a16="http://schemas.microsoft.com/office/drawing/2014/main" id="{78A07371-4A7B-8807-A9C9-A6507E38DB0F}"/>
                </a:ext>
              </a:extLst>
            </p:cNvPr>
            <p:cNvSpPr/>
            <p:nvPr/>
          </p:nvSpPr>
          <p:spPr>
            <a:xfrm>
              <a:off x="10478208" y="331744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77" name="Freeform: Shape 2576">
              <a:extLst>
                <a:ext uri="{FF2B5EF4-FFF2-40B4-BE49-F238E27FC236}">
                  <a16:creationId xmlns:a16="http://schemas.microsoft.com/office/drawing/2014/main" id="{740DC783-DA42-8EFB-8175-C86D10170E28}"/>
                </a:ext>
              </a:extLst>
            </p:cNvPr>
            <p:cNvSpPr/>
            <p:nvPr/>
          </p:nvSpPr>
          <p:spPr>
            <a:xfrm>
              <a:off x="10592464"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78" name="Freeform: Shape 2577">
              <a:extLst>
                <a:ext uri="{FF2B5EF4-FFF2-40B4-BE49-F238E27FC236}">
                  <a16:creationId xmlns:a16="http://schemas.microsoft.com/office/drawing/2014/main" id="{82B67857-3837-8773-23FF-1EB5D1BD107F}"/>
                </a:ext>
              </a:extLst>
            </p:cNvPr>
            <p:cNvSpPr/>
            <p:nvPr/>
          </p:nvSpPr>
          <p:spPr>
            <a:xfrm>
              <a:off x="10706720"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79" name="Freeform: Shape 2578">
              <a:extLst>
                <a:ext uri="{FF2B5EF4-FFF2-40B4-BE49-F238E27FC236}">
                  <a16:creationId xmlns:a16="http://schemas.microsoft.com/office/drawing/2014/main" id="{C7DF8F5B-421E-38B7-348D-90A87E75B77C}"/>
                </a:ext>
              </a:extLst>
            </p:cNvPr>
            <p:cNvSpPr/>
            <p:nvPr/>
          </p:nvSpPr>
          <p:spPr>
            <a:xfrm>
              <a:off x="10820976" y="3317441"/>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80" name="Freeform: Shape 2579">
              <a:extLst>
                <a:ext uri="{FF2B5EF4-FFF2-40B4-BE49-F238E27FC236}">
                  <a16:creationId xmlns:a16="http://schemas.microsoft.com/office/drawing/2014/main" id="{C8F944C1-A629-1CF3-227B-1A1A7C98AA41}"/>
                </a:ext>
              </a:extLst>
            </p:cNvPr>
            <p:cNvSpPr/>
            <p:nvPr/>
          </p:nvSpPr>
          <p:spPr>
            <a:xfrm>
              <a:off x="10935231"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81" name="Freeform: Shape 2580">
              <a:extLst>
                <a:ext uri="{FF2B5EF4-FFF2-40B4-BE49-F238E27FC236}">
                  <a16:creationId xmlns:a16="http://schemas.microsoft.com/office/drawing/2014/main" id="{53E5A4C8-950E-CD19-74B1-71CE2C3E23E8}"/>
                </a:ext>
              </a:extLst>
            </p:cNvPr>
            <p:cNvSpPr/>
            <p:nvPr/>
          </p:nvSpPr>
          <p:spPr>
            <a:xfrm>
              <a:off x="11049443"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82" name="Freeform: Shape 2581">
              <a:extLst>
                <a:ext uri="{FF2B5EF4-FFF2-40B4-BE49-F238E27FC236}">
                  <a16:creationId xmlns:a16="http://schemas.microsoft.com/office/drawing/2014/main" id="{349AFD48-450B-E430-B5DE-E096FE5796ED}"/>
                </a:ext>
              </a:extLst>
            </p:cNvPr>
            <p:cNvSpPr/>
            <p:nvPr/>
          </p:nvSpPr>
          <p:spPr>
            <a:xfrm>
              <a:off x="11163699" y="3317441"/>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83" name="Freeform: Shape 2582">
              <a:extLst>
                <a:ext uri="{FF2B5EF4-FFF2-40B4-BE49-F238E27FC236}">
                  <a16:creationId xmlns:a16="http://schemas.microsoft.com/office/drawing/2014/main" id="{6E17EE55-096F-1430-6B80-868D0DCE3D79}"/>
                </a:ext>
              </a:extLst>
            </p:cNvPr>
            <p:cNvSpPr/>
            <p:nvPr/>
          </p:nvSpPr>
          <p:spPr>
            <a:xfrm>
              <a:off x="11277955"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84" name="Freeform: Shape 2583">
              <a:extLst>
                <a:ext uri="{FF2B5EF4-FFF2-40B4-BE49-F238E27FC236}">
                  <a16:creationId xmlns:a16="http://schemas.microsoft.com/office/drawing/2014/main" id="{07CF23C5-3DBD-A422-FBE4-6AC4B6D97611}"/>
                </a:ext>
              </a:extLst>
            </p:cNvPr>
            <p:cNvSpPr/>
            <p:nvPr/>
          </p:nvSpPr>
          <p:spPr>
            <a:xfrm>
              <a:off x="11392210"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85" name="Freeform: Shape 2584">
              <a:extLst>
                <a:ext uri="{FF2B5EF4-FFF2-40B4-BE49-F238E27FC236}">
                  <a16:creationId xmlns:a16="http://schemas.microsoft.com/office/drawing/2014/main" id="{69C94412-C577-70E6-0793-53BD027F1284}"/>
                </a:ext>
              </a:extLst>
            </p:cNvPr>
            <p:cNvSpPr/>
            <p:nvPr/>
          </p:nvSpPr>
          <p:spPr>
            <a:xfrm>
              <a:off x="11506466" y="3317441"/>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86" name="Freeform: Shape 2585">
              <a:extLst>
                <a:ext uri="{FF2B5EF4-FFF2-40B4-BE49-F238E27FC236}">
                  <a16:creationId xmlns:a16="http://schemas.microsoft.com/office/drawing/2014/main" id="{7FED6B5F-7D35-1BD5-9221-C53223A12BB6}"/>
                </a:ext>
              </a:extLst>
            </p:cNvPr>
            <p:cNvSpPr/>
            <p:nvPr/>
          </p:nvSpPr>
          <p:spPr>
            <a:xfrm>
              <a:off x="11620722"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87" name="Freeform: Shape 2586">
              <a:extLst>
                <a:ext uri="{FF2B5EF4-FFF2-40B4-BE49-F238E27FC236}">
                  <a16:creationId xmlns:a16="http://schemas.microsoft.com/office/drawing/2014/main" id="{710D8CB9-B502-7DF9-5CB4-17718D3D0325}"/>
                </a:ext>
              </a:extLst>
            </p:cNvPr>
            <p:cNvSpPr/>
            <p:nvPr/>
          </p:nvSpPr>
          <p:spPr>
            <a:xfrm>
              <a:off x="11734978"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88" name="Freeform: Shape 2587">
              <a:extLst>
                <a:ext uri="{FF2B5EF4-FFF2-40B4-BE49-F238E27FC236}">
                  <a16:creationId xmlns:a16="http://schemas.microsoft.com/office/drawing/2014/main" id="{1515EA35-E370-FC28-84B4-02B8BF6F5029}"/>
                </a:ext>
              </a:extLst>
            </p:cNvPr>
            <p:cNvSpPr/>
            <p:nvPr/>
          </p:nvSpPr>
          <p:spPr>
            <a:xfrm>
              <a:off x="11849233"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89" name="Freeform: Shape 2588">
              <a:extLst>
                <a:ext uri="{FF2B5EF4-FFF2-40B4-BE49-F238E27FC236}">
                  <a16:creationId xmlns:a16="http://schemas.microsoft.com/office/drawing/2014/main" id="{4B7D4F67-D944-D67F-53D7-2F071EAE35EA}"/>
                </a:ext>
              </a:extLst>
            </p:cNvPr>
            <p:cNvSpPr/>
            <p:nvPr/>
          </p:nvSpPr>
          <p:spPr>
            <a:xfrm>
              <a:off x="11963489"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90" name="Freeform: Shape 2589">
              <a:extLst>
                <a:ext uri="{FF2B5EF4-FFF2-40B4-BE49-F238E27FC236}">
                  <a16:creationId xmlns:a16="http://schemas.microsoft.com/office/drawing/2014/main" id="{B375EFFE-1DC8-01DC-3DFB-188733333416}"/>
                </a:ext>
              </a:extLst>
            </p:cNvPr>
            <p:cNvSpPr/>
            <p:nvPr/>
          </p:nvSpPr>
          <p:spPr>
            <a:xfrm>
              <a:off x="12077745" y="3317441"/>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93" name="Freeform: Shape 2592">
              <a:extLst>
                <a:ext uri="{FF2B5EF4-FFF2-40B4-BE49-F238E27FC236}">
                  <a16:creationId xmlns:a16="http://schemas.microsoft.com/office/drawing/2014/main" id="{6C1F067C-AD15-2B6F-EA69-3D6E7B346D30}"/>
                </a:ext>
              </a:extLst>
            </p:cNvPr>
            <p:cNvSpPr/>
            <p:nvPr/>
          </p:nvSpPr>
          <p:spPr>
            <a:xfrm>
              <a:off x="2366578"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94" name="Freeform: Shape 2593">
              <a:extLst>
                <a:ext uri="{FF2B5EF4-FFF2-40B4-BE49-F238E27FC236}">
                  <a16:creationId xmlns:a16="http://schemas.microsoft.com/office/drawing/2014/main" id="{E91DBED7-0D0C-3106-722E-5D792247A648}"/>
                </a:ext>
              </a:extLst>
            </p:cNvPr>
            <p:cNvSpPr/>
            <p:nvPr/>
          </p:nvSpPr>
          <p:spPr>
            <a:xfrm>
              <a:off x="2480790"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95" name="Freeform: Shape 2594">
              <a:extLst>
                <a:ext uri="{FF2B5EF4-FFF2-40B4-BE49-F238E27FC236}">
                  <a16:creationId xmlns:a16="http://schemas.microsoft.com/office/drawing/2014/main" id="{D187248E-05CD-4827-7F2C-FD7B8BDD5BF3}"/>
                </a:ext>
              </a:extLst>
            </p:cNvPr>
            <p:cNvSpPr/>
            <p:nvPr/>
          </p:nvSpPr>
          <p:spPr>
            <a:xfrm>
              <a:off x="2595046"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96" name="Freeform: Shape 2595">
              <a:extLst>
                <a:ext uri="{FF2B5EF4-FFF2-40B4-BE49-F238E27FC236}">
                  <a16:creationId xmlns:a16="http://schemas.microsoft.com/office/drawing/2014/main" id="{CEDE588A-C2A8-6215-2047-EBD831871B73}"/>
                </a:ext>
              </a:extLst>
            </p:cNvPr>
            <p:cNvSpPr/>
            <p:nvPr/>
          </p:nvSpPr>
          <p:spPr>
            <a:xfrm>
              <a:off x="2709301"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97" name="Freeform: Shape 2596">
              <a:extLst>
                <a:ext uri="{FF2B5EF4-FFF2-40B4-BE49-F238E27FC236}">
                  <a16:creationId xmlns:a16="http://schemas.microsoft.com/office/drawing/2014/main" id="{C4F77DF8-11F7-5362-C97A-7708509BECD1}"/>
                </a:ext>
              </a:extLst>
            </p:cNvPr>
            <p:cNvSpPr/>
            <p:nvPr/>
          </p:nvSpPr>
          <p:spPr>
            <a:xfrm>
              <a:off x="2823557"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98" name="Freeform: Shape 2597">
              <a:extLst>
                <a:ext uri="{FF2B5EF4-FFF2-40B4-BE49-F238E27FC236}">
                  <a16:creationId xmlns:a16="http://schemas.microsoft.com/office/drawing/2014/main" id="{4D092E19-6F68-31E5-68F6-35136787A9BD}"/>
                </a:ext>
              </a:extLst>
            </p:cNvPr>
            <p:cNvSpPr/>
            <p:nvPr/>
          </p:nvSpPr>
          <p:spPr>
            <a:xfrm>
              <a:off x="2937813"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99" name="Freeform: Shape 2598">
              <a:extLst>
                <a:ext uri="{FF2B5EF4-FFF2-40B4-BE49-F238E27FC236}">
                  <a16:creationId xmlns:a16="http://schemas.microsoft.com/office/drawing/2014/main" id="{910DEF29-C119-EA6C-EAD8-D7E368AD8CD5}"/>
                </a:ext>
              </a:extLst>
            </p:cNvPr>
            <p:cNvSpPr/>
            <p:nvPr/>
          </p:nvSpPr>
          <p:spPr>
            <a:xfrm>
              <a:off x="3052069"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00" name="Freeform: Shape 2599">
              <a:extLst>
                <a:ext uri="{FF2B5EF4-FFF2-40B4-BE49-F238E27FC236}">
                  <a16:creationId xmlns:a16="http://schemas.microsoft.com/office/drawing/2014/main" id="{4A32AA35-653F-E8B5-4B0A-38ACDDD189CF}"/>
                </a:ext>
              </a:extLst>
            </p:cNvPr>
            <p:cNvSpPr/>
            <p:nvPr/>
          </p:nvSpPr>
          <p:spPr>
            <a:xfrm>
              <a:off x="3166325"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01" name="Freeform: Shape 2600">
              <a:extLst>
                <a:ext uri="{FF2B5EF4-FFF2-40B4-BE49-F238E27FC236}">
                  <a16:creationId xmlns:a16="http://schemas.microsoft.com/office/drawing/2014/main" id="{3FFD9A2D-57A5-4D5C-A5AE-E51A7C9F5326}"/>
                </a:ext>
              </a:extLst>
            </p:cNvPr>
            <p:cNvSpPr/>
            <p:nvPr/>
          </p:nvSpPr>
          <p:spPr>
            <a:xfrm>
              <a:off x="3280580"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02" name="Freeform: Shape 2601">
              <a:extLst>
                <a:ext uri="{FF2B5EF4-FFF2-40B4-BE49-F238E27FC236}">
                  <a16:creationId xmlns:a16="http://schemas.microsoft.com/office/drawing/2014/main" id="{085650C5-A3EB-B2DD-4871-248196A75D77}"/>
                </a:ext>
              </a:extLst>
            </p:cNvPr>
            <p:cNvSpPr/>
            <p:nvPr/>
          </p:nvSpPr>
          <p:spPr>
            <a:xfrm>
              <a:off x="3394836"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03" name="Freeform: Shape 2602">
              <a:extLst>
                <a:ext uri="{FF2B5EF4-FFF2-40B4-BE49-F238E27FC236}">
                  <a16:creationId xmlns:a16="http://schemas.microsoft.com/office/drawing/2014/main" id="{771C5C8D-B16C-EA68-9188-1E765085FC42}"/>
                </a:ext>
              </a:extLst>
            </p:cNvPr>
            <p:cNvSpPr/>
            <p:nvPr/>
          </p:nvSpPr>
          <p:spPr>
            <a:xfrm>
              <a:off x="3509092"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04" name="Freeform: Shape 2603">
              <a:extLst>
                <a:ext uri="{FF2B5EF4-FFF2-40B4-BE49-F238E27FC236}">
                  <a16:creationId xmlns:a16="http://schemas.microsoft.com/office/drawing/2014/main" id="{0717FE5F-7E0A-A445-A041-695CE92677E6}"/>
                </a:ext>
              </a:extLst>
            </p:cNvPr>
            <p:cNvSpPr/>
            <p:nvPr/>
          </p:nvSpPr>
          <p:spPr>
            <a:xfrm>
              <a:off x="3623348"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05" name="Freeform: Shape 2604">
              <a:extLst>
                <a:ext uri="{FF2B5EF4-FFF2-40B4-BE49-F238E27FC236}">
                  <a16:creationId xmlns:a16="http://schemas.microsoft.com/office/drawing/2014/main" id="{9EE60BED-733B-D967-905E-AF65B6265D8F}"/>
                </a:ext>
              </a:extLst>
            </p:cNvPr>
            <p:cNvSpPr/>
            <p:nvPr/>
          </p:nvSpPr>
          <p:spPr>
            <a:xfrm>
              <a:off x="3737603"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06" name="Freeform: Shape 2605">
              <a:extLst>
                <a:ext uri="{FF2B5EF4-FFF2-40B4-BE49-F238E27FC236}">
                  <a16:creationId xmlns:a16="http://schemas.microsoft.com/office/drawing/2014/main" id="{A70E2A83-DC64-D1A5-25EC-799DD0C20D77}"/>
                </a:ext>
              </a:extLst>
            </p:cNvPr>
            <p:cNvSpPr/>
            <p:nvPr/>
          </p:nvSpPr>
          <p:spPr>
            <a:xfrm>
              <a:off x="3851815"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07" name="Freeform: Shape 2606">
              <a:extLst>
                <a:ext uri="{FF2B5EF4-FFF2-40B4-BE49-F238E27FC236}">
                  <a16:creationId xmlns:a16="http://schemas.microsoft.com/office/drawing/2014/main" id="{1F2D30CD-775A-D557-3227-86CD8ECF8D47}"/>
                </a:ext>
              </a:extLst>
            </p:cNvPr>
            <p:cNvSpPr/>
            <p:nvPr/>
          </p:nvSpPr>
          <p:spPr>
            <a:xfrm>
              <a:off x="3966071"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08" name="Freeform: Shape 2607">
              <a:extLst>
                <a:ext uri="{FF2B5EF4-FFF2-40B4-BE49-F238E27FC236}">
                  <a16:creationId xmlns:a16="http://schemas.microsoft.com/office/drawing/2014/main" id="{A414D9E0-4A32-E530-E9EB-DC4A9369683D}"/>
                </a:ext>
              </a:extLst>
            </p:cNvPr>
            <p:cNvSpPr/>
            <p:nvPr/>
          </p:nvSpPr>
          <p:spPr>
            <a:xfrm>
              <a:off x="4080327"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09" name="Freeform: Shape 2608">
              <a:extLst>
                <a:ext uri="{FF2B5EF4-FFF2-40B4-BE49-F238E27FC236}">
                  <a16:creationId xmlns:a16="http://schemas.microsoft.com/office/drawing/2014/main" id="{293D791D-D2CC-1B36-9FCE-47D439B28DA3}"/>
                </a:ext>
              </a:extLst>
            </p:cNvPr>
            <p:cNvSpPr/>
            <p:nvPr/>
          </p:nvSpPr>
          <p:spPr>
            <a:xfrm>
              <a:off x="4194582"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10" name="Freeform: Shape 2609">
              <a:extLst>
                <a:ext uri="{FF2B5EF4-FFF2-40B4-BE49-F238E27FC236}">
                  <a16:creationId xmlns:a16="http://schemas.microsoft.com/office/drawing/2014/main" id="{BCEAB6F6-16D1-D27B-80F1-E88539E99970}"/>
                </a:ext>
              </a:extLst>
            </p:cNvPr>
            <p:cNvSpPr/>
            <p:nvPr/>
          </p:nvSpPr>
          <p:spPr>
            <a:xfrm>
              <a:off x="4308838"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11" name="Freeform: Shape 2610">
              <a:extLst>
                <a:ext uri="{FF2B5EF4-FFF2-40B4-BE49-F238E27FC236}">
                  <a16:creationId xmlns:a16="http://schemas.microsoft.com/office/drawing/2014/main" id="{2E0C74A7-0961-49F1-8CE8-C0EFC02ED440}"/>
                </a:ext>
              </a:extLst>
            </p:cNvPr>
            <p:cNvSpPr/>
            <p:nvPr/>
          </p:nvSpPr>
          <p:spPr>
            <a:xfrm>
              <a:off x="4423094"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12" name="Freeform: Shape 2611">
              <a:extLst>
                <a:ext uri="{FF2B5EF4-FFF2-40B4-BE49-F238E27FC236}">
                  <a16:creationId xmlns:a16="http://schemas.microsoft.com/office/drawing/2014/main" id="{49BC1141-8D4B-4BEF-72FC-40C7178ED2FE}"/>
                </a:ext>
              </a:extLst>
            </p:cNvPr>
            <p:cNvSpPr/>
            <p:nvPr/>
          </p:nvSpPr>
          <p:spPr>
            <a:xfrm>
              <a:off x="4537350"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13" name="Freeform: Shape 2612">
              <a:extLst>
                <a:ext uri="{FF2B5EF4-FFF2-40B4-BE49-F238E27FC236}">
                  <a16:creationId xmlns:a16="http://schemas.microsoft.com/office/drawing/2014/main" id="{97FFC0F2-A243-AC2C-AA80-8672642421A4}"/>
                </a:ext>
              </a:extLst>
            </p:cNvPr>
            <p:cNvSpPr/>
            <p:nvPr/>
          </p:nvSpPr>
          <p:spPr>
            <a:xfrm>
              <a:off x="4651605"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14" name="Freeform: Shape 2613">
              <a:extLst>
                <a:ext uri="{FF2B5EF4-FFF2-40B4-BE49-F238E27FC236}">
                  <a16:creationId xmlns:a16="http://schemas.microsoft.com/office/drawing/2014/main" id="{DD5CC28C-BDAE-AF1A-ED79-B5C7CC1F9BD6}"/>
                </a:ext>
              </a:extLst>
            </p:cNvPr>
            <p:cNvSpPr/>
            <p:nvPr/>
          </p:nvSpPr>
          <p:spPr>
            <a:xfrm>
              <a:off x="4765861"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15" name="Freeform: Shape 2614">
              <a:extLst>
                <a:ext uri="{FF2B5EF4-FFF2-40B4-BE49-F238E27FC236}">
                  <a16:creationId xmlns:a16="http://schemas.microsoft.com/office/drawing/2014/main" id="{C7CA867E-F5EF-A9DE-8D41-8E6154181FD2}"/>
                </a:ext>
              </a:extLst>
            </p:cNvPr>
            <p:cNvSpPr/>
            <p:nvPr/>
          </p:nvSpPr>
          <p:spPr>
            <a:xfrm>
              <a:off x="4880117"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16" name="Freeform: Shape 2615">
              <a:extLst>
                <a:ext uri="{FF2B5EF4-FFF2-40B4-BE49-F238E27FC236}">
                  <a16:creationId xmlns:a16="http://schemas.microsoft.com/office/drawing/2014/main" id="{F4167724-37C7-B494-F4AF-7752B30983A9}"/>
                </a:ext>
              </a:extLst>
            </p:cNvPr>
            <p:cNvSpPr/>
            <p:nvPr/>
          </p:nvSpPr>
          <p:spPr>
            <a:xfrm>
              <a:off x="4994373"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17" name="Freeform: Shape 2616">
              <a:extLst>
                <a:ext uri="{FF2B5EF4-FFF2-40B4-BE49-F238E27FC236}">
                  <a16:creationId xmlns:a16="http://schemas.microsoft.com/office/drawing/2014/main" id="{42A748CE-152D-6CAA-6E00-8A2145448281}"/>
                </a:ext>
              </a:extLst>
            </p:cNvPr>
            <p:cNvSpPr/>
            <p:nvPr/>
          </p:nvSpPr>
          <p:spPr>
            <a:xfrm>
              <a:off x="5108629"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18" name="Freeform: Shape 2617">
              <a:extLst>
                <a:ext uri="{FF2B5EF4-FFF2-40B4-BE49-F238E27FC236}">
                  <a16:creationId xmlns:a16="http://schemas.microsoft.com/office/drawing/2014/main" id="{801BBE70-4D4D-4D26-A865-2CF5ADA90F0E}"/>
                </a:ext>
              </a:extLst>
            </p:cNvPr>
            <p:cNvSpPr/>
            <p:nvPr/>
          </p:nvSpPr>
          <p:spPr>
            <a:xfrm>
              <a:off x="5222840"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19" name="Freeform: Shape 2618">
              <a:extLst>
                <a:ext uri="{FF2B5EF4-FFF2-40B4-BE49-F238E27FC236}">
                  <a16:creationId xmlns:a16="http://schemas.microsoft.com/office/drawing/2014/main" id="{42E13AA1-0A46-5763-36D5-0288F447896D}"/>
                </a:ext>
              </a:extLst>
            </p:cNvPr>
            <p:cNvSpPr/>
            <p:nvPr/>
          </p:nvSpPr>
          <p:spPr>
            <a:xfrm>
              <a:off x="5337096"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20" name="Freeform: Shape 2619">
              <a:extLst>
                <a:ext uri="{FF2B5EF4-FFF2-40B4-BE49-F238E27FC236}">
                  <a16:creationId xmlns:a16="http://schemas.microsoft.com/office/drawing/2014/main" id="{6119F2F3-A03B-48AF-98B2-AB37423C7333}"/>
                </a:ext>
              </a:extLst>
            </p:cNvPr>
            <p:cNvSpPr/>
            <p:nvPr/>
          </p:nvSpPr>
          <p:spPr>
            <a:xfrm>
              <a:off x="5451352"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21" name="Freeform: Shape 2620">
              <a:extLst>
                <a:ext uri="{FF2B5EF4-FFF2-40B4-BE49-F238E27FC236}">
                  <a16:creationId xmlns:a16="http://schemas.microsoft.com/office/drawing/2014/main" id="{9892F8EA-2536-DCBD-8018-B9963E959698}"/>
                </a:ext>
              </a:extLst>
            </p:cNvPr>
            <p:cNvSpPr/>
            <p:nvPr/>
          </p:nvSpPr>
          <p:spPr>
            <a:xfrm>
              <a:off x="5565608"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22" name="Freeform: Shape 2621">
              <a:extLst>
                <a:ext uri="{FF2B5EF4-FFF2-40B4-BE49-F238E27FC236}">
                  <a16:creationId xmlns:a16="http://schemas.microsoft.com/office/drawing/2014/main" id="{CD2BB2CB-8449-AC90-6121-ED1C78218E5F}"/>
                </a:ext>
              </a:extLst>
            </p:cNvPr>
            <p:cNvSpPr/>
            <p:nvPr/>
          </p:nvSpPr>
          <p:spPr>
            <a:xfrm>
              <a:off x="5679863"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23" name="Freeform: Shape 2622">
              <a:extLst>
                <a:ext uri="{FF2B5EF4-FFF2-40B4-BE49-F238E27FC236}">
                  <a16:creationId xmlns:a16="http://schemas.microsoft.com/office/drawing/2014/main" id="{5CCF409C-28F1-868C-812E-C77215967F5B}"/>
                </a:ext>
              </a:extLst>
            </p:cNvPr>
            <p:cNvSpPr/>
            <p:nvPr/>
          </p:nvSpPr>
          <p:spPr>
            <a:xfrm>
              <a:off x="5794119"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24" name="Freeform: Shape 2623">
              <a:extLst>
                <a:ext uri="{FF2B5EF4-FFF2-40B4-BE49-F238E27FC236}">
                  <a16:creationId xmlns:a16="http://schemas.microsoft.com/office/drawing/2014/main" id="{5FA93784-5D74-54A4-44DB-0A66A4A194C2}"/>
                </a:ext>
              </a:extLst>
            </p:cNvPr>
            <p:cNvSpPr/>
            <p:nvPr/>
          </p:nvSpPr>
          <p:spPr>
            <a:xfrm>
              <a:off x="5908375"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25" name="Freeform: Shape 2624">
              <a:extLst>
                <a:ext uri="{FF2B5EF4-FFF2-40B4-BE49-F238E27FC236}">
                  <a16:creationId xmlns:a16="http://schemas.microsoft.com/office/drawing/2014/main" id="{60B3C5C1-B29A-775C-C2C5-15F563FF8260}"/>
                </a:ext>
              </a:extLst>
            </p:cNvPr>
            <p:cNvSpPr/>
            <p:nvPr/>
          </p:nvSpPr>
          <p:spPr>
            <a:xfrm>
              <a:off x="6022631"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26" name="Freeform: Shape 2625">
              <a:extLst>
                <a:ext uri="{FF2B5EF4-FFF2-40B4-BE49-F238E27FC236}">
                  <a16:creationId xmlns:a16="http://schemas.microsoft.com/office/drawing/2014/main" id="{310E2D69-BA6A-89E0-810E-AD0446236A5A}"/>
                </a:ext>
              </a:extLst>
            </p:cNvPr>
            <p:cNvSpPr/>
            <p:nvPr/>
          </p:nvSpPr>
          <p:spPr>
            <a:xfrm>
              <a:off x="6136886"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27" name="Freeform: Shape 2626">
              <a:extLst>
                <a:ext uri="{FF2B5EF4-FFF2-40B4-BE49-F238E27FC236}">
                  <a16:creationId xmlns:a16="http://schemas.microsoft.com/office/drawing/2014/main" id="{E7174EE0-8779-C775-7B4C-E1E2E53BD32B}"/>
                </a:ext>
              </a:extLst>
            </p:cNvPr>
            <p:cNvSpPr/>
            <p:nvPr/>
          </p:nvSpPr>
          <p:spPr>
            <a:xfrm>
              <a:off x="6251142"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28" name="Freeform: Shape 2627">
              <a:extLst>
                <a:ext uri="{FF2B5EF4-FFF2-40B4-BE49-F238E27FC236}">
                  <a16:creationId xmlns:a16="http://schemas.microsoft.com/office/drawing/2014/main" id="{4A24C6F9-95B1-0B27-070F-698CBB9F7BE0}"/>
                </a:ext>
              </a:extLst>
            </p:cNvPr>
            <p:cNvSpPr/>
            <p:nvPr/>
          </p:nvSpPr>
          <p:spPr>
            <a:xfrm>
              <a:off x="6365398"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29" name="Freeform: Shape 2628">
              <a:extLst>
                <a:ext uri="{FF2B5EF4-FFF2-40B4-BE49-F238E27FC236}">
                  <a16:creationId xmlns:a16="http://schemas.microsoft.com/office/drawing/2014/main" id="{B21FCE4E-E8E9-9574-E65F-A0CFB11173D8}"/>
                </a:ext>
              </a:extLst>
            </p:cNvPr>
            <p:cNvSpPr/>
            <p:nvPr/>
          </p:nvSpPr>
          <p:spPr>
            <a:xfrm>
              <a:off x="6479610"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30" name="Freeform: Shape 2629">
              <a:extLst>
                <a:ext uri="{FF2B5EF4-FFF2-40B4-BE49-F238E27FC236}">
                  <a16:creationId xmlns:a16="http://schemas.microsoft.com/office/drawing/2014/main" id="{5D7AC450-63FD-DD41-0FB8-FEC84BA4630F}"/>
                </a:ext>
              </a:extLst>
            </p:cNvPr>
            <p:cNvSpPr/>
            <p:nvPr/>
          </p:nvSpPr>
          <p:spPr>
            <a:xfrm>
              <a:off x="6593865"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31" name="Freeform: Shape 2630">
              <a:extLst>
                <a:ext uri="{FF2B5EF4-FFF2-40B4-BE49-F238E27FC236}">
                  <a16:creationId xmlns:a16="http://schemas.microsoft.com/office/drawing/2014/main" id="{EE4B59B5-3DC1-FA6D-B7C2-6683893F15F7}"/>
                </a:ext>
              </a:extLst>
            </p:cNvPr>
            <p:cNvSpPr/>
            <p:nvPr/>
          </p:nvSpPr>
          <p:spPr>
            <a:xfrm>
              <a:off x="6708121" y="343169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32" name="Freeform: Shape 2631">
              <a:extLst>
                <a:ext uri="{FF2B5EF4-FFF2-40B4-BE49-F238E27FC236}">
                  <a16:creationId xmlns:a16="http://schemas.microsoft.com/office/drawing/2014/main" id="{CA5E602C-63C5-D835-73B6-C46066452987}"/>
                </a:ext>
              </a:extLst>
            </p:cNvPr>
            <p:cNvSpPr/>
            <p:nvPr/>
          </p:nvSpPr>
          <p:spPr>
            <a:xfrm>
              <a:off x="6822377"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33" name="Freeform: Shape 2632">
              <a:extLst>
                <a:ext uri="{FF2B5EF4-FFF2-40B4-BE49-F238E27FC236}">
                  <a16:creationId xmlns:a16="http://schemas.microsoft.com/office/drawing/2014/main" id="{2E8830C3-D77E-14E0-9EFD-434E7BBA62F6}"/>
                </a:ext>
              </a:extLst>
            </p:cNvPr>
            <p:cNvSpPr/>
            <p:nvPr/>
          </p:nvSpPr>
          <p:spPr>
            <a:xfrm>
              <a:off x="6936633"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34" name="Freeform: Shape 2633">
              <a:extLst>
                <a:ext uri="{FF2B5EF4-FFF2-40B4-BE49-F238E27FC236}">
                  <a16:creationId xmlns:a16="http://schemas.microsoft.com/office/drawing/2014/main" id="{5680AFA5-8CD2-58FD-F830-143180B66312}"/>
                </a:ext>
              </a:extLst>
            </p:cNvPr>
            <p:cNvSpPr/>
            <p:nvPr/>
          </p:nvSpPr>
          <p:spPr>
            <a:xfrm>
              <a:off x="7050888" y="343169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35" name="Freeform: Shape 2634">
              <a:extLst>
                <a:ext uri="{FF2B5EF4-FFF2-40B4-BE49-F238E27FC236}">
                  <a16:creationId xmlns:a16="http://schemas.microsoft.com/office/drawing/2014/main" id="{B86FAF1C-E759-0674-6AEF-C20BF44CB414}"/>
                </a:ext>
              </a:extLst>
            </p:cNvPr>
            <p:cNvSpPr/>
            <p:nvPr/>
          </p:nvSpPr>
          <p:spPr>
            <a:xfrm>
              <a:off x="7165144"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36" name="Freeform: Shape 2635">
              <a:extLst>
                <a:ext uri="{FF2B5EF4-FFF2-40B4-BE49-F238E27FC236}">
                  <a16:creationId xmlns:a16="http://schemas.microsoft.com/office/drawing/2014/main" id="{A9EBD2EB-9736-1A77-2515-A0BE3DDFDC81}"/>
                </a:ext>
              </a:extLst>
            </p:cNvPr>
            <p:cNvSpPr/>
            <p:nvPr/>
          </p:nvSpPr>
          <p:spPr>
            <a:xfrm>
              <a:off x="2366578"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37" name="Freeform: Shape 2636">
              <a:extLst>
                <a:ext uri="{FF2B5EF4-FFF2-40B4-BE49-F238E27FC236}">
                  <a16:creationId xmlns:a16="http://schemas.microsoft.com/office/drawing/2014/main" id="{9C9C393F-0042-B665-1367-7E6F01A45CB1}"/>
                </a:ext>
              </a:extLst>
            </p:cNvPr>
            <p:cNvSpPr/>
            <p:nvPr/>
          </p:nvSpPr>
          <p:spPr>
            <a:xfrm>
              <a:off x="2480790"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38" name="Freeform: Shape 2637">
              <a:extLst>
                <a:ext uri="{FF2B5EF4-FFF2-40B4-BE49-F238E27FC236}">
                  <a16:creationId xmlns:a16="http://schemas.microsoft.com/office/drawing/2014/main" id="{ABF92A5C-66CD-972B-159D-8B8F2B2169D4}"/>
                </a:ext>
              </a:extLst>
            </p:cNvPr>
            <p:cNvSpPr/>
            <p:nvPr/>
          </p:nvSpPr>
          <p:spPr>
            <a:xfrm>
              <a:off x="2595046"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39" name="Freeform: Shape 2638">
              <a:extLst>
                <a:ext uri="{FF2B5EF4-FFF2-40B4-BE49-F238E27FC236}">
                  <a16:creationId xmlns:a16="http://schemas.microsoft.com/office/drawing/2014/main" id="{04EDDCAF-BAD1-074C-5C7A-51491D1197E6}"/>
                </a:ext>
              </a:extLst>
            </p:cNvPr>
            <p:cNvSpPr/>
            <p:nvPr/>
          </p:nvSpPr>
          <p:spPr>
            <a:xfrm>
              <a:off x="2709301"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40" name="Freeform: Shape 2639">
              <a:extLst>
                <a:ext uri="{FF2B5EF4-FFF2-40B4-BE49-F238E27FC236}">
                  <a16:creationId xmlns:a16="http://schemas.microsoft.com/office/drawing/2014/main" id="{3A35212F-B56F-127B-6A7C-05B363EF0CF4}"/>
                </a:ext>
              </a:extLst>
            </p:cNvPr>
            <p:cNvSpPr/>
            <p:nvPr/>
          </p:nvSpPr>
          <p:spPr>
            <a:xfrm>
              <a:off x="2823557"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41" name="Freeform: Shape 2640">
              <a:extLst>
                <a:ext uri="{FF2B5EF4-FFF2-40B4-BE49-F238E27FC236}">
                  <a16:creationId xmlns:a16="http://schemas.microsoft.com/office/drawing/2014/main" id="{BF44FE84-DF12-7296-1884-AB0D3DD132B6}"/>
                </a:ext>
              </a:extLst>
            </p:cNvPr>
            <p:cNvSpPr/>
            <p:nvPr/>
          </p:nvSpPr>
          <p:spPr>
            <a:xfrm>
              <a:off x="2937813"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42" name="Freeform: Shape 2641">
              <a:extLst>
                <a:ext uri="{FF2B5EF4-FFF2-40B4-BE49-F238E27FC236}">
                  <a16:creationId xmlns:a16="http://schemas.microsoft.com/office/drawing/2014/main" id="{562465B7-C0EC-F873-26BE-129425FC12E5}"/>
                </a:ext>
              </a:extLst>
            </p:cNvPr>
            <p:cNvSpPr/>
            <p:nvPr/>
          </p:nvSpPr>
          <p:spPr>
            <a:xfrm>
              <a:off x="3052069"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43" name="Freeform: Shape 2642">
              <a:extLst>
                <a:ext uri="{FF2B5EF4-FFF2-40B4-BE49-F238E27FC236}">
                  <a16:creationId xmlns:a16="http://schemas.microsoft.com/office/drawing/2014/main" id="{56A1A72D-4EDD-730B-5B56-24AB315C116F}"/>
                </a:ext>
              </a:extLst>
            </p:cNvPr>
            <p:cNvSpPr/>
            <p:nvPr/>
          </p:nvSpPr>
          <p:spPr>
            <a:xfrm>
              <a:off x="3166325"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44" name="Freeform: Shape 2643">
              <a:extLst>
                <a:ext uri="{FF2B5EF4-FFF2-40B4-BE49-F238E27FC236}">
                  <a16:creationId xmlns:a16="http://schemas.microsoft.com/office/drawing/2014/main" id="{DF7BC85F-7402-DFCD-DB28-51E4CB2348BB}"/>
                </a:ext>
              </a:extLst>
            </p:cNvPr>
            <p:cNvSpPr/>
            <p:nvPr/>
          </p:nvSpPr>
          <p:spPr>
            <a:xfrm>
              <a:off x="3280580"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45" name="Freeform: Shape 2644">
              <a:extLst>
                <a:ext uri="{FF2B5EF4-FFF2-40B4-BE49-F238E27FC236}">
                  <a16:creationId xmlns:a16="http://schemas.microsoft.com/office/drawing/2014/main" id="{BAF6A0F8-0468-027E-8E23-F33432F96BE4}"/>
                </a:ext>
              </a:extLst>
            </p:cNvPr>
            <p:cNvSpPr/>
            <p:nvPr/>
          </p:nvSpPr>
          <p:spPr>
            <a:xfrm>
              <a:off x="3394836"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46" name="Freeform: Shape 2645">
              <a:extLst>
                <a:ext uri="{FF2B5EF4-FFF2-40B4-BE49-F238E27FC236}">
                  <a16:creationId xmlns:a16="http://schemas.microsoft.com/office/drawing/2014/main" id="{087A2C1C-ADA8-26F4-B31A-AE4FFF109C4F}"/>
                </a:ext>
              </a:extLst>
            </p:cNvPr>
            <p:cNvSpPr/>
            <p:nvPr/>
          </p:nvSpPr>
          <p:spPr>
            <a:xfrm>
              <a:off x="3509092"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47" name="Freeform: Shape 2646">
              <a:extLst>
                <a:ext uri="{FF2B5EF4-FFF2-40B4-BE49-F238E27FC236}">
                  <a16:creationId xmlns:a16="http://schemas.microsoft.com/office/drawing/2014/main" id="{FA5D91EE-B47D-B0E5-886C-E22464C7438C}"/>
                </a:ext>
              </a:extLst>
            </p:cNvPr>
            <p:cNvSpPr/>
            <p:nvPr/>
          </p:nvSpPr>
          <p:spPr>
            <a:xfrm>
              <a:off x="3623348"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48" name="Freeform: Shape 2647">
              <a:extLst>
                <a:ext uri="{FF2B5EF4-FFF2-40B4-BE49-F238E27FC236}">
                  <a16:creationId xmlns:a16="http://schemas.microsoft.com/office/drawing/2014/main" id="{CA20BFB5-05AC-D3E4-43AC-F73C44906B50}"/>
                </a:ext>
              </a:extLst>
            </p:cNvPr>
            <p:cNvSpPr/>
            <p:nvPr/>
          </p:nvSpPr>
          <p:spPr>
            <a:xfrm>
              <a:off x="3737603"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49" name="Freeform: Shape 2648">
              <a:extLst>
                <a:ext uri="{FF2B5EF4-FFF2-40B4-BE49-F238E27FC236}">
                  <a16:creationId xmlns:a16="http://schemas.microsoft.com/office/drawing/2014/main" id="{4D7A22EC-9831-9AD5-54F7-237838B0BB41}"/>
                </a:ext>
              </a:extLst>
            </p:cNvPr>
            <p:cNvSpPr/>
            <p:nvPr/>
          </p:nvSpPr>
          <p:spPr>
            <a:xfrm>
              <a:off x="3851815"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50" name="Freeform: Shape 2649">
              <a:extLst>
                <a:ext uri="{FF2B5EF4-FFF2-40B4-BE49-F238E27FC236}">
                  <a16:creationId xmlns:a16="http://schemas.microsoft.com/office/drawing/2014/main" id="{87885E35-F1F6-CC88-ACD1-E9BE13A82C91}"/>
                </a:ext>
              </a:extLst>
            </p:cNvPr>
            <p:cNvSpPr/>
            <p:nvPr/>
          </p:nvSpPr>
          <p:spPr>
            <a:xfrm>
              <a:off x="3966071"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51" name="Freeform: Shape 2650">
              <a:extLst>
                <a:ext uri="{FF2B5EF4-FFF2-40B4-BE49-F238E27FC236}">
                  <a16:creationId xmlns:a16="http://schemas.microsoft.com/office/drawing/2014/main" id="{A171126A-7EF1-11AB-DA5D-8A8F5827D014}"/>
                </a:ext>
              </a:extLst>
            </p:cNvPr>
            <p:cNvSpPr/>
            <p:nvPr/>
          </p:nvSpPr>
          <p:spPr>
            <a:xfrm>
              <a:off x="4080327"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52" name="Freeform: Shape 2651">
              <a:extLst>
                <a:ext uri="{FF2B5EF4-FFF2-40B4-BE49-F238E27FC236}">
                  <a16:creationId xmlns:a16="http://schemas.microsoft.com/office/drawing/2014/main" id="{127BA0CF-ED1A-61AC-4C13-4BCDB69A9391}"/>
                </a:ext>
              </a:extLst>
            </p:cNvPr>
            <p:cNvSpPr/>
            <p:nvPr/>
          </p:nvSpPr>
          <p:spPr>
            <a:xfrm>
              <a:off x="4194582"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53" name="Freeform: Shape 2652">
              <a:extLst>
                <a:ext uri="{FF2B5EF4-FFF2-40B4-BE49-F238E27FC236}">
                  <a16:creationId xmlns:a16="http://schemas.microsoft.com/office/drawing/2014/main" id="{DD92579A-D0C7-59CC-E73D-BDE2C7160DE3}"/>
                </a:ext>
              </a:extLst>
            </p:cNvPr>
            <p:cNvSpPr/>
            <p:nvPr/>
          </p:nvSpPr>
          <p:spPr>
            <a:xfrm>
              <a:off x="4308838"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54" name="Freeform: Shape 2653">
              <a:extLst>
                <a:ext uri="{FF2B5EF4-FFF2-40B4-BE49-F238E27FC236}">
                  <a16:creationId xmlns:a16="http://schemas.microsoft.com/office/drawing/2014/main" id="{0C0EC53E-C8DE-747A-2C4F-7363D6B06EDF}"/>
                </a:ext>
              </a:extLst>
            </p:cNvPr>
            <p:cNvSpPr/>
            <p:nvPr/>
          </p:nvSpPr>
          <p:spPr>
            <a:xfrm>
              <a:off x="4423094"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55" name="Freeform: Shape 2654">
              <a:extLst>
                <a:ext uri="{FF2B5EF4-FFF2-40B4-BE49-F238E27FC236}">
                  <a16:creationId xmlns:a16="http://schemas.microsoft.com/office/drawing/2014/main" id="{20C91C42-A4A9-AFA6-9B14-A30B844B8423}"/>
                </a:ext>
              </a:extLst>
            </p:cNvPr>
            <p:cNvSpPr/>
            <p:nvPr/>
          </p:nvSpPr>
          <p:spPr>
            <a:xfrm>
              <a:off x="4537350"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56" name="Freeform: Shape 2655">
              <a:extLst>
                <a:ext uri="{FF2B5EF4-FFF2-40B4-BE49-F238E27FC236}">
                  <a16:creationId xmlns:a16="http://schemas.microsoft.com/office/drawing/2014/main" id="{9F4AAC49-5095-6DF4-31C7-90DDF7A4DD3B}"/>
                </a:ext>
              </a:extLst>
            </p:cNvPr>
            <p:cNvSpPr/>
            <p:nvPr/>
          </p:nvSpPr>
          <p:spPr>
            <a:xfrm>
              <a:off x="4651605"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57" name="Freeform: Shape 2656">
              <a:extLst>
                <a:ext uri="{FF2B5EF4-FFF2-40B4-BE49-F238E27FC236}">
                  <a16:creationId xmlns:a16="http://schemas.microsoft.com/office/drawing/2014/main" id="{E52DF5B3-FEDA-48D0-BF5E-AD7EA8E7FF80}"/>
                </a:ext>
              </a:extLst>
            </p:cNvPr>
            <p:cNvSpPr/>
            <p:nvPr/>
          </p:nvSpPr>
          <p:spPr>
            <a:xfrm>
              <a:off x="4765861"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58" name="Freeform: Shape 2657">
              <a:extLst>
                <a:ext uri="{FF2B5EF4-FFF2-40B4-BE49-F238E27FC236}">
                  <a16:creationId xmlns:a16="http://schemas.microsoft.com/office/drawing/2014/main" id="{4565198F-BAFF-C218-0779-48841FA08B57}"/>
                </a:ext>
              </a:extLst>
            </p:cNvPr>
            <p:cNvSpPr/>
            <p:nvPr/>
          </p:nvSpPr>
          <p:spPr>
            <a:xfrm>
              <a:off x="4880117"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59" name="Freeform: Shape 2658">
              <a:extLst>
                <a:ext uri="{FF2B5EF4-FFF2-40B4-BE49-F238E27FC236}">
                  <a16:creationId xmlns:a16="http://schemas.microsoft.com/office/drawing/2014/main" id="{5003C74E-28D3-67AC-33BC-BD260C014E7D}"/>
                </a:ext>
              </a:extLst>
            </p:cNvPr>
            <p:cNvSpPr/>
            <p:nvPr/>
          </p:nvSpPr>
          <p:spPr>
            <a:xfrm>
              <a:off x="4994373"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60" name="Freeform: Shape 2659">
              <a:extLst>
                <a:ext uri="{FF2B5EF4-FFF2-40B4-BE49-F238E27FC236}">
                  <a16:creationId xmlns:a16="http://schemas.microsoft.com/office/drawing/2014/main" id="{D16B02B1-126A-EEFE-C9B4-2BF4F1DA13A8}"/>
                </a:ext>
              </a:extLst>
            </p:cNvPr>
            <p:cNvSpPr/>
            <p:nvPr/>
          </p:nvSpPr>
          <p:spPr>
            <a:xfrm>
              <a:off x="5108629"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61" name="Freeform: Shape 2660">
              <a:extLst>
                <a:ext uri="{FF2B5EF4-FFF2-40B4-BE49-F238E27FC236}">
                  <a16:creationId xmlns:a16="http://schemas.microsoft.com/office/drawing/2014/main" id="{6647DC6C-3589-9303-8383-E642639278D5}"/>
                </a:ext>
              </a:extLst>
            </p:cNvPr>
            <p:cNvSpPr/>
            <p:nvPr/>
          </p:nvSpPr>
          <p:spPr>
            <a:xfrm>
              <a:off x="5222840"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62" name="Freeform: Shape 2661">
              <a:extLst>
                <a:ext uri="{FF2B5EF4-FFF2-40B4-BE49-F238E27FC236}">
                  <a16:creationId xmlns:a16="http://schemas.microsoft.com/office/drawing/2014/main" id="{652D5888-923A-9502-FE0F-B321E09F47D1}"/>
                </a:ext>
              </a:extLst>
            </p:cNvPr>
            <p:cNvSpPr/>
            <p:nvPr/>
          </p:nvSpPr>
          <p:spPr>
            <a:xfrm>
              <a:off x="5337096"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63" name="Freeform: Shape 2662">
              <a:extLst>
                <a:ext uri="{FF2B5EF4-FFF2-40B4-BE49-F238E27FC236}">
                  <a16:creationId xmlns:a16="http://schemas.microsoft.com/office/drawing/2014/main" id="{948A7E36-F059-FF7A-224E-A4FB7C69A2C6}"/>
                </a:ext>
              </a:extLst>
            </p:cNvPr>
            <p:cNvSpPr/>
            <p:nvPr/>
          </p:nvSpPr>
          <p:spPr>
            <a:xfrm>
              <a:off x="5451352"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64" name="Freeform: Shape 2663">
              <a:extLst>
                <a:ext uri="{FF2B5EF4-FFF2-40B4-BE49-F238E27FC236}">
                  <a16:creationId xmlns:a16="http://schemas.microsoft.com/office/drawing/2014/main" id="{1913D8A3-8D40-1F96-09F1-AABA28D80439}"/>
                </a:ext>
              </a:extLst>
            </p:cNvPr>
            <p:cNvSpPr/>
            <p:nvPr/>
          </p:nvSpPr>
          <p:spPr>
            <a:xfrm>
              <a:off x="5565608"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65" name="Freeform: Shape 2664">
              <a:extLst>
                <a:ext uri="{FF2B5EF4-FFF2-40B4-BE49-F238E27FC236}">
                  <a16:creationId xmlns:a16="http://schemas.microsoft.com/office/drawing/2014/main" id="{300F7F09-ED37-A147-2119-B5F8D0ABD727}"/>
                </a:ext>
              </a:extLst>
            </p:cNvPr>
            <p:cNvSpPr/>
            <p:nvPr/>
          </p:nvSpPr>
          <p:spPr>
            <a:xfrm>
              <a:off x="5679863"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66" name="Freeform: Shape 2665">
              <a:extLst>
                <a:ext uri="{FF2B5EF4-FFF2-40B4-BE49-F238E27FC236}">
                  <a16:creationId xmlns:a16="http://schemas.microsoft.com/office/drawing/2014/main" id="{B43A8ED7-A170-05D3-80E8-23FBEF04DEFA}"/>
                </a:ext>
              </a:extLst>
            </p:cNvPr>
            <p:cNvSpPr/>
            <p:nvPr/>
          </p:nvSpPr>
          <p:spPr>
            <a:xfrm>
              <a:off x="5794119"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67" name="Freeform: Shape 2666">
              <a:extLst>
                <a:ext uri="{FF2B5EF4-FFF2-40B4-BE49-F238E27FC236}">
                  <a16:creationId xmlns:a16="http://schemas.microsoft.com/office/drawing/2014/main" id="{59763A53-1AB6-F686-3732-0F71CE11F456}"/>
                </a:ext>
              </a:extLst>
            </p:cNvPr>
            <p:cNvSpPr/>
            <p:nvPr/>
          </p:nvSpPr>
          <p:spPr>
            <a:xfrm>
              <a:off x="5908375"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68" name="Freeform: Shape 2667">
              <a:extLst>
                <a:ext uri="{FF2B5EF4-FFF2-40B4-BE49-F238E27FC236}">
                  <a16:creationId xmlns:a16="http://schemas.microsoft.com/office/drawing/2014/main" id="{90097704-114B-AB84-087A-E6DB6C30AB7A}"/>
                </a:ext>
              </a:extLst>
            </p:cNvPr>
            <p:cNvSpPr/>
            <p:nvPr/>
          </p:nvSpPr>
          <p:spPr>
            <a:xfrm>
              <a:off x="6022631"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69" name="Freeform: Shape 2668">
              <a:extLst>
                <a:ext uri="{FF2B5EF4-FFF2-40B4-BE49-F238E27FC236}">
                  <a16:creationId xmlns:a16="http://schemas.microsoft.com/office/drawing/2014/main" id="{F4BC17A5-06B4-FB19-C9AF-FE2E33CAA2A3}"/>
                </a:ext>
              </a:extLst>
            </p:cNvPr>
            <p:cNvSpPr/>
            <p:nvPr/>
          </p:nvSpPr>
          <p:spPr>
            <a:xfrm>
              <a:off x="6136886"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70" name="Freeform: Shape 2669">
              <a:extLst>
                <a:ext uri="{FF2B5EF4-FFF2-40B4-BE49-F238E27FC236}">
                  <a16:creationId xmlns:a16="http://schemas.microsoft.com/office/drawing/2014/main" id="{996ABCD4-B50B-7809-7155-B7279A9D4D5D}"/>
                </a:ext>
              </a:extLst>
            </p:cNvPr>
            <p:cNvSpPr/>
            <p:nvPr/>
          </p:nvSpPr>
          <p:spPr>
            <a:xfrm>
              <a:off x="6251142"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71" name="Freeform: Shape 2670">
              <a:extLst>
                <a:ext uri="{FF2B5EF4-FFF2-40B4-BE49-F238E27FC236}">
                  <a16:creationId xmlns:a16="http://schemas.microsoft.com/office/drawing/2014/main" id="{1A513896-F819-BD2A-3CA5-68440B606653}"/>
                </a:ext>
              </a:extLst>
            </p:cNvPr>
            <p:cNvSpPr/>
            <p:nvPr/>
          </p:nvSpPr>
          <p:spPr>
            <a:xfrm>
              <a:off x="6365398"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72" name="Freeform: Shape 2671">
              <a:extLst>
                <a:ext uri="{FF2B5EF4-FFF2-40B4-BE49-F238E27FC236}">
                  <a16:creationId xmlns:a16="http://schemas.microsoft.com/office/drawing/2014/main" id="{998D44AC-4CFE-5A8C-5BBD-CE977F705B8F}"/>
                </a:ext>
              </a:extLst>
            </p:cNvPr>
            <p:cNvSpPr/>
            <p:nvPr/>
          </p:nvSpPr>
          <p:spPr>
            <a:xfrm>
              <a:off x="6479610"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73" name="Freeform: Shape 2672">
              <a:extLst>
                <a:ext uri="{FF2B5EF4-FFF2-40B4-BE49-F238E27FC236}">
                  <a16:creationId xmlns:a16="http://schemas.microsoft.com/office/drawing/2014/main" id="{062CCCEA-BB2E-3A4E-CCAD-B281EECBB020}"/>
                </a:ext>
              </a:extLst>
            </p:cNvPr>
            <p:cNvSpPr/>
            <p:nvPr/>
          </p:nvSpPr>
          <p:spPr>
            <a:xfrm>
              <a:off x="6593865"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74" name="Freeform: Shape 2673">
              <a:extLst>
                <a:ext uri="{FF2B5EF4-FFF2-40B4-BE49-F238E27FC236}">
                  <a16:creationId xmlns:a16="http://schemas.microsoft.com/office/drawing/2014/main" id="{516AD06B-C65F-D844-189D-35B418B5D3F5}"/>
                </a:ext>
              </a:extLst>
            </p:cNvPr>
            <p:cNvSpPr/>
            <p:nvPr/>
          </p:nvSpPr>
          <p:spPr>
            <a:xfrm>
              <a:off x="6708121" y="354595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75" name="Freeform: Shape 2674">
              <a:extLst>
                <a:ext uri="{FF2B5EF4-FFF2-40B4-BE49-F238E27FC236}">
                  <a16:creationId xmlns:a16="http://schemas.microsoft.com/office/drawing/2014/main" id="{381A9F18-AE0E-65C8-0522-43B536561BD1}"/>
                </a:ext>
              </a:extLst>
            </p:cNvPr>
            <p:cNvSpPr/>
            <p:nvPr/>
          </p:nvSpPr>
          <p:spPr>
            <a:xfrm>
              <a:off x="6822377"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76" name="Freeform: Shape 2675">
              <a:extLst>
                <a:ext uri="{FF2B5EF4-FFF2-40B4-BE49-F238E27FC236}">
                  <a16:creationId xmlns:a16="http://schemas.microsoft.com/office/drawing/2014/main" id="{FCFF5BA9-4A52-7D98-A7B0-D0CFF56C2CE5}"/>
                </a:ext>
              </a:extLst>
            </p:cNvPr>
            <p:cNvSpPr/>
            <p:nvPr/>
          </p:nvSpPr>
          <p:spPr>
            <a:xfrm>
              <a:off x="6936633"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77" name="Freeform: Shape 2676">
              <a:extLst>
                <a:ext uri="{FF2B5EF4-FFF2-40B4-BE49-F238E27FC236}">
                  <a16:creationId xmlns:a16="http://schemas.microsoft.com/office/drawing/2014/main" id="{58DA19A8-BD38-6C6A-3590-E64FF387F3D4}"/>
                </a:ext>
              </a:extLst>
            </p:cNvPr>
            <p:cNvSpPr/>
            <p:nvPr/>
          </p:nvSpPr>
          <p:spPr>
            <a:xfrm>
              <a:off x="7050888" y="354595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78" name="Freeform: Shape 2677">
              <a:extLst>
                <a:ext uri="{FF2B5EF4-FFF2-40B4-BE49-F238E27FC236}">
                  <a16:creationId xmlns:a16="http://schemas.microsoft.com/office/drawing/2014/main" id="{B54DD920-4211-A0D8-8D14-F91CED82AAA3}"/>
                </a:ext>
              </a:extLst>
            </p:cNvPr>
            <p:cNvSpPr/>
            <p:nvPr/>
          </p:nvSpPr>
          <p:spPr>
            <a:xfrm>
              <a:off x="7165144"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79" name="Freeform: Shape 2678">
              <a:extLst>
                <a:ext uri="{FF2B5EF4-FFF2-40B4-BE49-F238E27FC236}">
                  <a16:creationId xmlns:a16="http://schemas.microsoft.com/office/drawing/2014/main" id="{DC7826C8-0674-98D8-DE7F-60DFAFFA4CAE}"/>
                </a:ext>
              </a:extLst>
            </p:cNvPr>
            <p:cNvSpPr/>
            <p:nvPr/>
          </p:nvSpPr>
          <p:spPr>
            <a:xfrm>
              <a:off x="2366578"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80" name="Freeform: Shape 2679">
              <a:extLst>
                <a:ext uri="{FF2B5EF4-FFF2-40B4-BE49-F238E27FC236}">
                  <a16:creationId xmlns:a16="http://schemas.microsoft.com/office/drawing/2014/main" id="{A3E08701-9E45-D4EA-EC75-612208329019}"/>
                </a:ext>
              </a:extLst>
            </p:cNvPr>
            <p:cNvSpPr/>
            <p:nvPr/>
          </p:nvSpPr>
          <p:spPr>
            <a:xfrm>
              <a:off x="2480790"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81" name="Freeform: Shape 2680">
              <a:extLst>
                <a:ext uri="{FF2B5EF4-FFF2-40B4-BE49-F238E27FC236}">
                  <a16:creationId xmlns:a16="http://schemas.microsoft.com/office/drawing/2014/main" id="{75B31F98-24D0-9CDC-E9B9-7DC06E52AE77}"/>
                </a:ext>
              </a:extLst>
            </p:cNvPr>
            <p:cNvSpPr/>
            <p:nvPr/>
          </p:nvSpPr>
          <p:spPr>
            <a:xfrm>
              <a:off x="2595046"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82" name="Freeform: Shape 2681">
              <a:extLst>
                <a:ext uri="{FF2B5EF4-FFF2-40B4-BE49-F238E27FC236}">
                  <a16:creationId xmlns:a16="http://schemas.microsoft.com/office/drawing/2014/main" id="{AC8ADC2B-D28E-E1F3-C505-81BCB65623DB}"/>
                </a:ext>
              </a:extLst>
            </p:cNvPr>
            <p:cNvSpPr/>
            <p:nvPr/>
          </p:nvSpPr>
          <p:spPr>
            <a:xfrm>
              <a:off x="2709301"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83" name="Freeform: Shape 2682">
              <a:extLst>
                <a:ext uri="{FF2B5EF4-FFF2-40B4-BE49-F238E27FC236}">
                  <a16:creationId xmlns:a16="http://schemas.microsoft.com/office/drawing/2014/main" id="{FB41B492-D57C-8E24-0C7F-8BCD8205E514}"/>
                </a:ext>
              </a:extLst>
            </p:cNvPr>
            <p:cNvSpPr/>
            <p:nvPr/>
          </p:nvSpPr>
          <p:spPr>
            <a:xfrm>
              <a:off x="2823557"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84" name="Freeform: Shape 2683">
              <a:extLst>
                <a:ext uri="{FF2B5EF4-FFF2-40B4-BE49-F238E27FC236}">
                  <a16:creationId xmlns:a16="http://schemas.microsoft.com/office/drawing/2014/main" id="{9FA35925-DFED-619A-575A-AE5F69F2A599}"/>
                </a:ext>
              </a:extLst>
            </p:cNvPr>
            <p:cNvSpPr/>
            <p:nvPr/>
          </p:nvSpPr>
          <p:spPr>
            <a:xfrm>
              <a:off x="2937813"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85" name="Freeform: Shape 2684">
              <a:extLst>
                <a:ext uri="{FF2B5EF4-FFF2-40B4-BE49-F238E27FC236}">
                  <a16:creationId xmlns:a16="http://schemas.microsoft.com/office/drawing/2014/main" id="{41C8A506-683C-5DBF-3788-88BF3168664E}"/>
                </a:ext>
              </a:extLst>
            </p:cNvPr>
            <p:cNvSpPr/>
            <p:nvPr/>
          </p:nvSpPr>
          <p:spPr>
            <a:xfrm>
              <a:off x="3052069"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86" name="Freeform: Shape 2685">
              <a:extLst>
                <a:ext uri="{FF2B5EF4-FFF2-40B4-BE49-F238E27FC236}">
                  <a16:creationId xmlns:a16="http://schemas.microsoft.com/office/drawing/2014/main" id="{C2895F62-E1C3-A7B5-A19C-9D6A2C41A490}"/>
                </a:ext>
              </a:extLst>
            </p:cNvPr>
            <p:cNvSpPr/>
            <p:nvPr/>
          </p:nvSpPr>
          <p:spPr>
            <a:xfrm>
              <a:off x="3166325"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87" name="Freeform: Shape 2686">
              <a:extLst>
                <a:ext uri="{FF2B5EF4-FFF2-40B4-BE49-F238E27FC236}">
                  <a16:creationId xmlns:a16="http://schemas.microsoft.com/office/drawing/2014/main" id="{B362004F-268D-34B4-B3AE-8013769435CA}"/>
                </a:ext>
              </a:extLst>
            </p:cNvPr>
            <p:cNvSpPr/>
            <p:nvPr/>
          </p:nvSpPr>
          <p:spPr>
            <a:xfrm>
              <a:off x="3280580"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88" name="Freeform: Shape 2687">
              <a:extLst>
                <a:ext uri="{FF2B5EF4-FFF2-40B4-BE49-F238E27FC236}">
                  <a16:creationId xmlns:a16="http://schemas.microsoft.com/office/drawing/2014/main" id="{01AE2CAB-A47B-208A-1218-2AECFF5C6892}"/>
                </a:ext>
              </a:extLst>
            </p:cNvPr>
            <p:cNvSpPr/>
            <p:nvPr/>
          </p:nvSpPr>
          <p:spPr>
            <a:xfrm>
              <a:off x="3394836"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89" name="Freeform: Shape 2688">
              <a:extLst>
                <a:ext uri="{FF2B5EF4-FFF2-40B4-BE49-F238E27FC236}">
                  <a16:creationId xmlns:a16="http://schemas.microsoft.com/office/drawing/2014/main" id="{5F04824E-4BA7-AED8-D179-D5CF56A727C6}"/>
                </a:ext>
              </a:extLst>
            </p:cNvPr>
            <p:cNvSpPr/>
            <p:nvPr/>
          </p:nvSpPr>
          <p:spPr>
            <a:xfrm>
              <a:off x="3509092"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90" name="Freeform: Shape 2689">
              <a:extLst>
                <a:ext uri="{FF2B5EF4-FFF2-40B4-BE49-F238E27FC236}">
                  <a16:creationId xmlns:a16="http://schemas.microsoft.com/office/drawing/2014/main" id="{47EEA6E4-39F7-FB70-B805-F3662C13B9B8}"/>
                </a:ext>
              </a:extLst>
            </p:cNvPr>
            <p:cNvSpPr/>
            <p:nvPr/>
          </p:nvSpPr>
          <p:spPr>
            <a:xfrm>
              <a:off x="3623348"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91" name="Freeform: Shape 2690">
              <a:extLst>
                <a:ext uri="{FF2B5EF4-FFF2-40B4-BE49-F238E27FC236}">
                  <a16:creationId xmlns:a16="http://schemas.microsoft.com/office/drawing/2014/main" id="{9FAD3A1C-3D1E-EA76-ACCE-4A1DBC48992B}"/>
                </a:ext>
              </a:extLst>
            </p:cNvPr>
            <p:cNvSpPr/>
            <p:nvPr/>
          </p:nvSpPr>
          <p:spPr>
            <a:xfrm>
              <a:off x="3737603"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92" name="Freeform: Shape 2691">
              <a:extLst>
                <a:ext uri="{FF2B5EF4-FFF2-40B4-BE49-F238E27FC236}">
                  <a16:creationId xmlns:a16="http://schemas.microsoft.com/office/drawing/2014/main" id="{B56C8451-82EE-6F98-78C7-473DF3D53880}"/>
                </a:ext>
              </a:extLst>
            </p:cNvPr>
            <p:cNvSpPr/>
            <p:nvPr/>
          </p:nvSpPr>
          <p:spPr>
            <a:xfrm>
              <a:off x="3851815"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93" name="Freeform: Shape 2692">
              <a:extLst>
                <a:ext uri="{FF2B5EF4-FFF2-40B4-BE49-F238E27FC236}">
                  <a16:creationId xmlns:a16="http://schemas.microsoft.com/office/drawing/2014/main" id="{5CD31D35-732B-B4A5-C701-7BFFC9A2BBB3}"/>
                </a:ext>
              </a:extLst>
            </p:cNvPr>
            <p:cNvSpPr/>
            <p:nvPr/>
          </p:nvSpPr>
          <p:spPr>
            <a:xfrm>
              <a:off x="3966071"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94" name="Freeform: Shape 2693">
              <a:extLst>
                <a:ext uri="{FF2B5EF4-FFF2-40B4-BE49-F238E27FC236}">
                  <a16:creationId xmlns:a16="http://schemas.microsoft.com/office/drawing/2014/main" id="{1E1DA1B8-6E17-5491-8EC8-0BF777A80D84}"/>
                </a:ext>
              </a:extLst>
            </p:cNvPr>
            <p:cNvSpPr/>
            <p:nvPr/>
          </p:nvSpPr>
          <p:spPr>
            <a:xfrm>
              <a:off x="4080327"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95" name="Freeform: Shape 2694">
              <a:extLst>
                <a:ext uri="{FF2B5EF4-FFF2-40B4-BE49-F238E27FC236}">
                  <a16:creationId xmlns:a16="http://schemas.microsoft.com/office/drawing/2014/main" id="{B59C4D82-D2F4-8EA5-CB63-A3B209B4912E}"/>
                </a:ext>
              </a:extLst>
            </p:cNvPr>
            <p:cNvSpPr/>
            <p:nvPr/>
          </p:nvSpPr>
          <p:spPr>
            <a:xfrm>
              <a:off x="4194582"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96" name="Freeform: Shape 2695">
              <a:extLst>
                <a:ext uri="{FF2B5EF4-FFF2-40B4-BE49-F238E27FC236}">
                  <a16:creationId xmlns:a16="http://schemas.microsoft.com/office/drawing/2014/main" id="{BE2DD337-CCDE-CEF2-457E-5B199766DE00}"/>
                </a:ext>
              </a:extLst>
            </p:cNvPr>
            <p:cNvSpPr/>
            <p:nvPr/>
          </p:nvSpPr>
          <p:spPr>
            <a:xfrm>
              <a:off x="4308838"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97" name="Freeform: Shape 2696">
              <a:extLst>
                <a:ext uri="{FF2B5EF4-FFF2-40B4-BE49-F238E27FC236}">
                  <a16:creationId xmlns:a16="http://schemas.microsoft.com/office/drawing/2014/main" id="{C9629948-0FC8-1889-93E3-35A8C38B962C}"/>
                </a:ext>
              </a:extLst>
            </p:cNvPr>
            <p:cNvSpPr/>
            <p:nvPr/>
          </p:nvSpPr>
          <p:spPr>
            <a:xfrm>
              <a:off x="4423094"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98" name="Freeform: Shape 2697">
              <a:extLst>
                <a:ext uri="{FF2B5EF4-FFF2-40B4-BE49-F238E27FC236}">
                  <a16:creationId xmlns:a16="http://schemas.microsoft.com/office/drawing/2014/main" id="{7C1571E7-8D04-EC80-30E2-2F574CE0CF04}"/>
                </a:ext>
              </a:extLst>
            </p:cNvPr>
            <p:cNvSpPr/>
            <p:nvPr/>
          </p:nvSpPr>
          <p:spPr>
            <a:xfrm>
              <a:off x="4537350"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99" name="Freeform: Shape 2698">
              <a:extLst>
                <a:ext uri="{FF2B5EF4-FFF2-40B4-BE49-F238E27FC236}">
                  <a16:creationId xmlns:a16="http://schemas.microsoft.com/office/drawing/2014/main" id="{9B2C0087-5D1B-DC01-F08A-77B6542F9B99}"/>
                </a:ext>
              </a:extLst>
            </p:cNvPr>
            <p:cNvSpPr/>
            <p:nvPr/>
          </p:nvSpPr>
          <p:spPr>
            <a:xfrm>
              <a:off x="4651605"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00" name="Freeform: Shape 2699">
              <a:extLst>
                <a:ext uri="{FF2B5EF4-FFF2-40B4-BE49-F238E27FC236}">
                  <a16:creationId xmlns:a16="http://schemas.microsoft.com/office/drawing/2014/main" id="{BAFF1BF0-A137-5986-81A7-48864C828017}"/>
                </a:ext>
              </a:extLst>
            </p:cNvPr>
            <p:cNvSpPr/>
            <p:nvPr/>
          </p:nvSpPr>
          <p:spPr>
            <a:xfrm>
              <a:off x="4765861"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01" name="Freeform: Shape 2700">
              <a:extLst>
                <a:ext uri="{FF2B5EF4-FFF2-40B4-BE49-F238E27FC236}">
                  <a16:creationId xmlns:a16="http://schemas.microsoft.com/office/drawing/2014/main" id="{9FE9EDF9-FC24-D490-8297-177D537820B3}"/>
                </a:ext>
              </a:extLst>
            </p:cNvPr>
            <p:cNvSpPr/>
            <p:nvPr/>
          </p:nvSpPr>
          <p:spPr>
            <a:xfrm>
              <a:off x="4880117"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02" name="Freeform: Shape 2701">
              <a:extLst>
                <a:ext uri="{FF2B5EF4-FFF2-40B4-BE49-F238E27FC236}">
                  <a16:creationId xmlns:a16="http://schemas.microsoft.com/office/drawing/2014/main" id="{35770B26-08DD-40D9-EB23-00EF7EA2BE9F}"/>
                </a:ext>
              </a:extLst>
            </p:cNvPr>
            <p:cNvSpPr/>
            <p:nvPr/>
          </p:nvSpPr>
          <p:spPr>
            <a:xfrm>
              <a:off x="4994373"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03" name="Freeform: Shape 2702">
              <a:extLst>
                <a:ext uri="{FF2B5EF4-FFF2-40B4-BE49-F238E27FC236}">
                  <a16:creationId xmlns:a16="http://schemas.microsoft.com/office/drawing/2014/main" id="{52170F46-547B-E5AC-7968-1797C021EE80}"/>
                </a:ext>
              </a:extLst>
            </p:cNvPr>
            <p:cNvSpPr/>
            <p:nvPr/>
          </p:nvSpPr>
          <p:spPr>
            <a:xfrm>
              <a:off x="5108629"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04" name="Freeform: Shape 2703">
              <a:extLst>
                <a:ext uri="{FF2B5EF4-FFF2-40B4-BE49-F238E27FC236}">
                  <a16:creationId xmlns:a16="http://schemas.microsoft.com/office/drawing/2014/main" id="{00922C91-5C90-CC11-DE7D-09B1C76F54BC}"/>
                </a:ext>
              </a:extLst>
            </p:cNvPr>
            <p:cNvSpPr/>
            <p:nvPr/>
          </p:nvSpPr>
          <p:spPr>
            <a:xfrm>
              <a:off x="5222840"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05" name="Freeform: Shape 2704">
              <a:extLst>
                <a:ext uri="{FF2B5EF4-FFF2-40B4-BE49-F238E27FC236}">
                  <a16:creationId xmlns:a16="http://schemas.microsoft.com/office/drawing/2014/main" id="{725C4279-7099-4C1A-D68D-DB2974B8644E}"/>
                </a:ext>
              </a:extLst>
            </p:cNvPr>
            <p:cNvSpPr/>
            <p:nvPr/>
          </p:nvSpPr>
          <p:spPr>
            <a:xfrm>
              <a:off x="5337096"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06" name="Freeform: Shape 2705">
              <a:extLst>
                <a:ext uri="{FF2B5EF4-FFF2-40B4-BE49-F238E27FC236}">
                  <a16:creationId xmlns:a16="http://schemas.microsoft.com/office/drawing/2014/main" id="{E1AB23E8-5146-C64E-914F-401212D4B261}"/>
                </a:ext>
              </a:extLst>
            </p:cNvPr>
            <p:cNvSpPr/>
            <p:nvPr/>
          </p:nvSpPr>
          <p:spPr>
            <a:xfrm>
              <a:off x="5451352"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07" name="Freeform: Shape 2706">
              <a:extLst>
                <a:ext uri="{FF2B5EF4-FFF2-40B4-BE49-F238E27FC236}">
                  <a16:creationId xmlns:a16="http://schemas.microsoft.com/office/drawing/2014/main" id="{C3B6D456-3755-5724-9333-CE4D627E91CD}"/>
                </a:ext>
              </a:extLst>
            </p:cNvPr>
            <p:cNvSpPr/>
            <p:nvPr/>
          </p:nvSpPr>
          <p:spPr>
            <a:xfrm>
              <a:off x="5565608"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08" name="Freeform: Shape 2707">
              <a:extLst>
                <a:ext uri="{FF2B5EF4-FFF2-40B4-BE49-F238E27FC236}">
                  <a16:creationId xmlns:a16="http://schemas.microsoft.com/office/drawing/2014/main" id="{1318EB01-9726-BAAB-3AAC-76EC6D814F09}"/>
                </a:ext>
              </a:extLst>
            </p:cNvPr>
            <p:cNvSpPr/>
            <p:nvPr/>
          </p:nvSpPr>
          <p:spPr>
            <a:xfrm>
              <a:off x="5679863"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09" name="Freeform: Shape 2708">
              <a:extLst>
                <a:ext uri="{FF2B5EF4-FFF2-40B4-BE49-F238E27FC236}">
                  <a16:creationId xmlns:a16="http://schemas.microsoft.com/office/drawing/2014/main" id="{4128AD2C-4866-DAA7-01AE-1AAA1E1B5316}"/>
                </a:ext>
              </a:extLst>
            </p:cNvPr>
            <p:cNvSpPr/>
            <p:nvPr/>
          </p:nvSpPr>
          <p:spPr>
            <a:xfrm>
              <a:off x="5794119"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10" name="Freeform: Shape 2709">
              <a:extLst>
                <a:ext uri="{FF2B5EF4-FFF2-40B4-BE49-F238E27FC236}">
                  <a16:creationId xmlns:a16="http://schemas.microsoft.com/office/drawing/2014/main" id="{C05856EE-D0FC-A6D7-6E6D-A45DE33715D6}"/>
                </a:ext>
              </a:extLst>
            </p:cNvPr>
            <p:cNvSpPr/>
            <p:nvPr/>
          </p:nvSpPr>
          <p:spPr>
            <a:xfrm>
              <a:off x="5908375"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11" name="Freeform: Shape 2710">
              <a:extLst>
                <a:ext uri="{FF2B5EF4-FFF2-40B4-BE49-F238E27FC236}">
                  <a16:creationId xmlns:a16="http://schemas.microsoft.com/office/drawing/2014/main" id="{81D26D1E-076F-73AB-8CA0-6A806159DC25}"/>
                </a:ext>
              </a:extLst>
            </p:cNvPr>
            <p:cNvSpPr/>
            <p:nvPr/>
          </p:nvSpPr>
          <p:spPr>
            <a:xfrm>
              <a:off x="6022631"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12" name="Freeform: Shape 2711">
              <a:extLst>
                <a:ext uri="{FF2B5EF4-FFF2-40B4-BE49-F238E27FC236}">
                  <a16:creationId xmlns:a16="http://schemas.microsoft.com/office/drawing/2014/main" id="{62982AE0-ABDB-702E-C477-1618A54A5A35}"/>
                </a:ext>
              </a:extLst>
            </p:cNvPr>
            <p:cNvSpPr/>
            <p:nvPr/>
          </p:nvSpPr>
          <p:spPr>
            <a:xfrm>
              <a:off x="6136886"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13" name="Freeform: Shape 2712">
              <a:extLst>
                <a:ext uri="{FF2B5EF4-FFF2-40B4-BE49-F238E27FC236}">
                  <a16:creationId xmlns:a16="http://schemas.microsoft.com/office/drawing/2014/main" id="{67DFBD5C-C300-9748-634F-2D97FB24D524}"/>
                </a:ext>
              </a:extLst>
            </p:cNvPr>
            <p:cNvSpPr/>
            <p:nvPr/>
          </p:nvSpPr>
          <p:spPr>
            <a:xfrm>
              <a:off x="6251142"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14" name="Freeform: Shape 2713">
              <a:extLst>
                <a:ext uri="{FF2B5EF4-FFF2-40B4-BE49-F238E27FC236}">
                  <a16:creationId xmlns:a16="http://schemas.microsoft.com/office/drawing/2014/main" id="{98DD8AB8-58B0-5F15-8836-38706736487B}"/>
                </a:ext>
              </a:extLst>
            </p:cNvPr>
            <p:cNvSpPr/>
            <p:nvPr/>
          </p:nvSpPr>
          <p:spPr>
            <a:xfrm>
              <a:off x="6365398"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15" name="Freeform: Shape 2714">
              <a:extLst>
                <a:ext uri="{FF2B5EF4-FFF2-40B4-BE49-F238E27FC236}">
                  <a16:creationId xmlns:a16="http://schemas.microsoft.com/office/drawing/2014/main" id="{25F205FE-BDB2-45BB-1617-4FF9EA7A7EF3}"/>
                </a:ext>
              </a:extLst>
            </p:cNvPr>
            <p:cNvSpPr/>
            <p:nvPr/>
          </p:nvSpPr>
          <p:spPr>
            <a:xfrm>
              <a:off x="6479610"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16" name="Freeform: Shape 2715">
              <a:extLst>
                <a:ext uri="{FF2B5EF4-FFF2-40B4-BE49-F238E27FC236}">
                  <a16:creationId xmlns:a16="http://schemas.microsoft.com/office/drawing/2014/main" id="{29B3F7A8-476F-F00F-5767-0612A264792D}"/>
                </a:ext>
              </a:extLst>
            </p:cNvPr>
            <p:cNvSpPr/>
            <p:nvPr/>
          </p:nvSpPr>
          <p:spPr>
            <a:xfrm>
              <a:off x="6593865"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17" name="Freeform: Shape 2716">
              <a:extLst>
                <a:ext uri="{FF2B5EF4-FFF2-40B4-BE49-F238E27FC236}">
                  <a16:creationId xmlns:a16="http://schemas.microsoft.com/office/drawing/2014/main" id="{34599B19-10DD-81C9-83C1-D02EEBA37E0D}"/>
                </a:ext>
              </a:extLst>
            </p:cNvPr>
            <p:cNvSpPr/>
            <p:nvPr/>
          </p:nvSpPr>
          <p:spPr>
            <a:xfrm>
              <a:off x="6708121" y="366020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18" name="Freeform: Shape 2717">
              <a:extLst>
                <a:ext uri="{FF2B5EF4-FFF2-40B4-BE49-F238E27FC236}">
                  <a16:creationId xmlns:a16="http://schemas.microsoft.com/office/drawing/2014/main" id="{60480A3D-C88E-BA29-F5D4-53728ED7B58B}"/>
                </a:ext>
              </a:extLst>
            </p:cNvPr>
            <p:cNvSpPr/>
            <p:nvPr/>
          </p:nvSpPr>
          <p:spPr>
            <a:xfrm>
              <a:off x="6822377"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19" name="Freeform: Shape 2718">
              <a:extLst>
                <a:ext uri="{FF2B5EF4-FFF2-40B4-BE49-F238E27FC236}">
                  <a16:creationId xmlns:a16="http://schemas.microsoft.com/office/drawing/2014/main" id="{CBEB95E6-A3DF-7C66-E62B-632E89EA681B}"/>
                </a:ext>
              </a:extLst>
            </p:cNvPr>
            <p:cNvSpPr/>
            <p:nvPr/>
          </p:nvSpPr>
          <p:spPr>
            <a:xfrm>
              <a:off x="6936633"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20" name="Freeform: Shape 2719">
              <a:extLst>
                <a:ext uri="{FF2B5EF4-FFF2-40B4-BE49-F238E27FC236}">
                  <a16:creationId xmlns:a16="http://schemas.microsoft.com/office/drawing/2014/main" id="{D9E1C174-0238-7222-4774-5911E18C7F50}"/>
                </a:ext>
              </a:extLst>
            </p:cNvPr>
            <p:cNvSpPr/>
            <p:nvPr/>
          </p:nvSpPr>
          <p:spPr>
            <a:xfrm>
              <a:off x="7050888" y="366020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21" name="Freeform: Shape 2720">
              <a:extLst>
                <a:ext uri="{FF2B5EF4-FFF2-40B4-BE49-F238E27FC236}">
                  <a16:creationId xmlns:a16="http://schemas.microsoft.com/office/drawing/2014/main" id="{5900DE19-9A1E-35DA-1A49-73585163384B}"/>
                </a:ext>
              </a:extLst>
            </p:cNvPr>
            <p:cNvSpPr/>
            <p:nvPr/>
          </p:nvSpPr>
          <p:spPr>
            <a:xfrm>
              <a:off x="7165144"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22" name="Freeform: Shape 2721">
              <a:extLst>
                <a:ext uri="{FF2B5EF4-FFF2-40B4-BE49-F238E27FC236}">
                  <a16:creationId xmlns:a16="http://schemas.microsoft.com/office/drawing/2014/main" id="{036E4792-F0E1-4948-82CE-5B7B0596E99A}"/>
                </a:ext>
              </a:extLst>
            </p:cNvPr>
            <p:cNvSpPr/>
            <p:nvPr/>
          </p:nvSpPr>
          <p:spPr>
            <a:xfrm>
              <a:off x="2366578"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23" name="Freeform: Shape 2722">
              <a:extLst>
                <a:ext uri="{FF2B5EF4-FFF2-40B4-BE49-F238E27FC236}">
                  <a16:creationId xmlns:a16="http://schemas.microsoft.com/office/drawing/2014/main" id="{83620263-7964-43E3-E065-FFFFE1D87831}"/>
                </a:ext>
              </a:extLst>
            </p:cNvPr>
            <p:cNvSpPr/>
            <p:nvPr/>
          </p:nvSpPr>
          <p:spPr>
            <a:xfrm>
              <a:off x="2480790"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24" name="Freeform: Shape 2723">
              <a:extLst>
                <a:ext uri="{FF2B5EF4-FFF2-40B4-BE49-F238E27FC236}">
                  <a16:creationId xmlns:a16="http://schemas.microsoft.com/office/drawing/2014/main" id="{98F16263-23A5-0B29-628B-80BE60220D4F}"/>
                </a:ext>
              </a:extLst>
            </p:cNvPr>
            <p:cNvSpPr/>
            <p:nvPr/>
          </p:nvSpPr>
          <p:spPr>
            <a:xfrm>
              <a:off x="2595046"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25" name="Freeform: Shape 2724">
              <a:extLst>
                <a:ext uri="{FF2B5EF4-FFF2-40B4-BE49-F238E27FC236}">
                  <a16:creationId xmlns:a16="http://schemas.microsoft.com/office/drawing/2014/main" id="{396008C4-A482-2F45-B3E4-005E89254E6C}"/>
                </a:ext>
              </a:extLst>
            </p:cNvPr>
            <p:cNvSpPr/>
            <p:nvPr/>
          </p:nvSpPr>
          <p:spPr>
            <a:xfrm>
              <a:off x="2709301"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26" name="Freeform: Shape 2725">
              <a:extLst>
                <a:ext uri="{FF2B5EF4-FFF2-40B4-BE49-F238E27FC236}">
                  <a16:creationId xmlns:a16="http://schemas.microsoft.com/office/drawing/2014/main" id="{2ED366BB-857F-5003-C72C-40F131B3D8DE}"/>
                </a:ext>
              </a:extLst>
            </p:cNvPr>
            <p:cNvSpPr/>
            <p:nvPr/>
          </p:nvSpPr>
          <p:spPr>
            <a:xfrm>
              <a:off x="2823557"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27" name="Freeform: Shape 2726">
              <a:extLst>
                <a:ext uri="{FF2B5EF4-FFF2-40B4-BE49-F238E27FC236}">
                  <a16:creationId xmlns:a16="http://schemas.microsoft.com/office/drawing/2014/main" id="{545975E8-C14E-245A-9213-9086FBD2572F}"/>
                </a:ext>
              </a:extLst>
            </p:cNvPr>
            <p:cNvSpPr/>
            <p:nvPr/>
          </p:nvSpPr>
          <p:spPr>
            <a:xfrm>
              <a:off x="2937813"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28" name="Freeform: Shape 2727">
              <a:extLst>
                <a:ext uri="{FF2B5EF4-FFF2-40B4-BE49-F238E27FC236}">
                  <a16:creationId xmlns:a16="http://schemas.microsoft.com/office/drawing/2014/main" id="{42AD3339-8EEB-F957-B704-6AEFDDCB154D}"/>
                </a:ext>
              </a:extLst>
            </p:cNvPr>
            <p:cNvSpPr/>
            <p:nvPr/>
          </p:nvSpPr>
          <p:spPr>
            <a:xfrm>
              <a:off x="3052069"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29" name="Freeform: Shape 2728">
              <a:extLst>
                <a:ext uri="{FF2B5EF4-FFF2-40B4-BE49-F238E27FC236}">
                  <a16:creationId xmlns:a16="http://schemas.microsoft.com/office/drawing/2014/main" id="{AF60A591-4D67-0673-6011-466A1E5DED70}"/>
                </a:ext>
              </a:extLst>
            </p:cNvPr>
            <p:cNvSpPr/>
            <p:nvPr/>
          </p:nvSpPr>
          <p:spPr>
            <a:xfrm>
              <a:off x="3166325"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30" name="Freeform: Shape 2729">
              <a:extLst>
                <a:ext uri="{FF2B5EF4-FFF2-40B4-BE49-F238E27FC236}">
                  <a16:creationId xmlns:a16="http://schemas.microsoft.com/office/drawing/2014/main" id="{349250FD-87E7-E09C-F073-0766776F0FC3}"/>
                </a:ext>
              </a:extLst>
            </p:cNvPr>
            <p:cNvSpPr/>
            <p:nvPr/>
          </p:nvSpPr>
          <p:spPr>
            <a:xfrm>
              <a:off x="3280580"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31" name="Freeform: Shape 2730">
              <a:extLst>
                <a:ext uri="{FF2B5EF4-FFF2-40B4-BE49-F238E27FC236}">
                  <a16:creationId xmlns:a16="http://schemas.microsoft.com/office/drawing/2014/main" id="{EE366C10-1B20-5395-CD42-251E73E6CD06}"/>
                </a:ext>
              </a:extLst>
            </p:cNvPr>
            <p:cNvSpPr/>
            <p:nvPr/>
          </p:nvSpPr>
          <p:spPr>
            <a:xfrm>
              <a:off x="3394836"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32" name="Freeform: Shape 2731">
              <a:extLst>
                <a:ext uri="{FF2B5EF4-FFF2-40B4-BE49-F238E27FC236}">
                  <a16:creationId xmlns:a16="http://schemas.microsoft.com/office/drawing/2014/main" id="{82BDFC2D-AF52-E011-CCF3-00261DBB7BFE}"/>
                </a:ext>
              </a:extLst>
            </p:cNvPr>
            <p:cNvSpPr/>
            <p:nvPr/>
          </p:nvSpPr>
          <p:spPr>
            <a:xfrm>
              <a:off x="3509092"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33" name="Freeform: Shape 2732">
              <a:extLst>
                <a:ext uri="{FF2B5EF4-FFF2-40B4-BE49-F238E27FC236}">
                  <a16:creationId xmlns:a16="http://schemas.microsoft.com/office/drawing/2014/main" id="{075A08B8-89FC-D3F0-96E2-FFEECC50867F}"/>
                </a:ext>
              </a:extLst>
            </p:cNvPr>
            <p:cNvSpPr/>
            <p:nvPr/>
          </p:nvSpPr>
          <p:spPr>
            <a:xfrm>
              <a:off x="3623348"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34" name="Freeform: Shape 2733">
              <a:extLst>
                <a:ext uri="{FF2B5EF4-FFF2-40B4-BE49-F238E27FC236}">
                  <a16:creationId xmlns:a16="http://schemas.microsoft.com/office/drawing/2014/main" id="{0C9DACE0-FEA0-9E61-4D34-F8D669E691CD}"/>
                </a:ext>
              </a:extLst>
            </p:cNvPr>
            <p:cNvSpPr/>
            <p:nvPr/>
          </p:nvSpPr>
          <p:spPr>
            <a:xfrm>
              <a:off x="3737603"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35" name="Freeform: Shape 2734">
              <a:extLst>
                <a:ext uri="{FF2B5EF4-FFF2-40B4-BE49-F238E27FC236}">
                  <a16:creationId xmlns:a16="http://schemas.microsoft.com/office/drawing/2014/main" id="{024F404D-A66F-EB6C-C36D-2BCED10EBBDC}"/>
                </a:ext>
              </a:extLst>
            </p:cNvPr>
            <p:cNvSpPr/>
            <p:nvPr/>
          </p:nvSpPr>
          <p:spPr>
            <a:xfrm>
              <a:off x="3851815"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36" name="Freeform: Shape 2735">
              <a:extLst>
                <a:ext uri="{FF2B5EF4-FFF2-40B4-BE49-F238E27FC236}">
                  <a16:creationId xmlns:a16="http://schemas.microsoft.com/office/drawing/2014/main" id="{1BD052AE-9C1D-CC20-26D9-F29D2493083B}"/>
                </a:ext>
              </a:extLst>
            </p:cNvPr>
            <p:cNvSpPr/>
            <p:nvPr/>
          </p:nvSpPr>
          <p:spPr>
            <a:xfrm>
              <a:off x="3966071"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37" name="Freeform: Shape 2736">
              <a:extLst>
                <a:ext uri="{FF2B5EF4-FFF2-40B4-BE49-F238E27FC236}">
                  <a16:creationId xmlns:a16="http://schemas.microsoft.com/office/drawing/2014/main" id="{6E63CAF8-11C0-497E-AF11-718011AD7E2C}"/>
                </a:ext>
              </a:extLst>
            </p:cNvPr>
            <p:cNvSpPr/>
            <p:nvPr/>
          </p:nvSpPr>
          <p:spPr>
            <a:xfrm>
              <a:off x="4080327"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38" name="Freeform: Shape 2737">
              <a:extLst>
                <a:ext uri="{FF2B5EF4-FFF2-40B4-BE49-F238E27FC236}">
                  <a16:creationId xmlns:a16="http://schemas.microsoft.com/office/drawing/2014/main" id="{3C745EC3-F273-ECD8-2906-8D973EDC7E5E}"/>
                </a:ext>
              </a:extLst>
            </p:cNvPr>
            <p:cNvSpPr/>
            <p:nvPr/>
          </p:nvSpPr>
          <p:spPr>
            <a:xfrm>
              <a:off x="4194582"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39" name="Freeform: Shape 2738">
              <a:extLst>
                <a:ext uri="{FF2B5EF4-FFF2-40B4-BE49-F238E27FC236}">
                  <a16:creationId xmlns:a16="http://schemas.microsoft.com/office/drawing/2014/main" id="{E71F233E-DABD-B5BA-9F3A-ECF4AD478E95}"/>
                </a:ext>
              </a:extLst>
            </p:cNvPr>
            <p:cNvSpPr/>
            <p:nvPr/>
          </p:nvSpPr>
          <p:spPr>
            <a:xfrm>
              <a:off x="4308838"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40" name="Freeform: Shape 2739">
              <a:extLst>
                <a:ext uri="{FF2B5EF4-FFF2-40B4-BE49-F238E27FC236}">
                  <a16:creationId xmlns:a16="http://schemas.microsoft.com/office/drawing/2014/main" id="{B3AB0DF0-3E5F-631E-15CF-8D1EF4DC9618}"/>
                </a:ext>
              </a:extLst>
            </p:cNvPr>
            <p:cNvSpPr/>
            <p:nvPr/>
          </p:nvSpPr>
          <p:spPr>
            <a:xfrm>
              <a:off x="4423094"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41" name="Freeform: Shape 2740">
              <a:extLst>
                <a:ext uri="{FF2B5EF4-FFF2-40B4-BE49-F238E27FC236}">
                  <a16:creationId xmlns:a16="http://schemas.microsoft.com/office/drawing/2014/main" id="{1A477111-47BF-564C-9271-A4A83B37F7BC}"/>
                </a:ext>
              </a:extLst>
            </p:cNvPr>
            <p:cNvSpPr/>
            <p:nvPr/>
          </p:nvSpPr>
          <p:spPr>
            <a:xfrm>
              <a:off x="4537350"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42" name="Freeform: Shape 2741">
              <a:extLst>
                <a:ext uri="{FF2B5EF4-FFF2-40B4-BE49-F238E27FC236}">
                  <a16:creationId xmlns:a16="http://schemas.microsoft.com/office/drawing/2014/main" id="{A6E22B69-6FE8-57F3-3FB0-C3B888D6A290}"/>
                </a:ext>
              </a:extLst>
            </p:cNvPr>
            <p:cNvSpPr/>
            <p:nvPr/>
          </p:nvSpPr>
          <p:spPr>
            <a:xfrm>
              <a:off x="4651605"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43" name="Freeform: Shape 2742">
              <a:extLst>
                <a:ext uri="{FF2B5EF4-FFF2-40B4-BE49-F238E27FC236}">
                  <a16:creationId xmlns:a16="http://schemas.microsoft.com/office/drawing/2014/main" id="{D4F19C05-6631-3B79-C1C5-8353095A86AD}"/>
                </a:ext>
              </a:extLst>
            </p:cNvPr>
            <p:cNvSpPr/>
            <p:nvPr/>
          </p:nvSpPr>
          <p:spPr>
            <a:xfrm>
              <a:off x="4765861"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44" name="Freeform: Shape 2743">
              <a:extLst>
                <a:ext uri="{FF2B5EF4-FFF2-40B4-BE49-F238E27FC236}">
                  <a16:creationId xmlns:a16="http://schemas.microsoft.com/office/drawing/2014/main" id="{9B1974EF-B031-3406-640A-2488C956976E}"/>
                </a:ext>
              </a:extLst>
            </p:cNvPr>
            <p:cNvSpPr/>
            <p:nvPr/>
          </p:nvSpPr>
          <p:spPr>
            <a:xfrm>
              <a:off x="4880117"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45" name="Freeform: Shape 2744">
              <a:extLst>
                <a:ext uri="{FF2B5EF4-FFF2-40B4-BE49-F238E27FC236}">
                  <a16:creationId xmlns:a16="http://schemas.microsoft.com/office/drawing/2014/main" id="{274B1A11-FC45-70A1-1557-FC6AEA026907}"/>
                </a:ext>
              </a:extLst>
            </p:cNvPr>
            <p:cNvSpPr/>
            <p:nvPr/>
          </p:nvSpPr>
          <p:spPr>
            <a:xfrm>
              <a:off x="4994373"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46" name="Freeform: Shape 2745">
              <a:extLst>
                <a:ext uri="{FF2B5EF4-FFF2-40B4-BE49-F238E27FC236}">
                  <a16:creationId xmlns:a16="http://schemas.microsoft.com/office/drawing/2014/main" id="{248CD553-9E75-6DE1-FB12-B4316CF90D26}"/>
                </a:ext>
              </a:extLst>
            </p:cNvPr>
            <p:cNvSpPr/>
            <p:nvPr/>
          </p:nvSpPr>
          <p:spPr>
            <a:xfrm>
              <a:off x="5108629"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47" name="Freeform: Shape 2746">
              <a:extLst>
                <a:ext uri="{FF2B5EF4-FFF2-40B4-BE49-F238E27FC236}">
                  <a16:creationId xmlns:a16="http://schemas.microsoft.com/office/drawing/2014/main" id="{CCECE350-903D-86CD-D936-3732197720A8}"/>
                </a:ext>
              </a:extLst>
            </p:cNvPr>
            <p:cNvSpPr/>
            <p:nvPr/>
          </p:nvSpPr>
          <p:spPr>
            <a:xfrm>
              <a:off x="5222840"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48" name="Freeform: Shape 2747">
              <a:extLst>
                <a:ext uri="{FF2B5EF4-FFF2-40B4-BE49-F238E27FC236}">
                  <a16:creationId xmlns:a16="http://schemas.microsoft.com/office/drawing/2014/main" id="{4E719C03-90E5-BCF7-F3BE-702E50070F8B}"/>
                </a:ext>
              </a:extLst>
            </p:cNvPr>
            <p:cNvSpPr/>
            <p:nvPr/>
          </p:nvSpPr>
          <p:spPr>
            <a:xfrm>
              <a:off x="5337096"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49" name="Freeform: Shape 2748">
              <a:extLst>
                <a:ext uri="{FF2B5EF4-FFF2-40B4-BE49-F238E27FC236}">
                  <a16:creationId xmlns:a16="http://schemas.microsoft.com/office/drawing/2014/main" id="{D2FEB9F7-CDAA-61B9-D932-8DCA52380FAD}"/>
                </a:ext>
              </a:extLst>
            </p:cNvPr>
            <p:cNvSpPr/>
            <p:nvPr/>
          </p:nvSpPr>
          <p:spPr>
            <a:xfrm>
              <a:off x="5451352"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50" name="Freeform: Shape 2749">
              <a:extLst>
                <a:ext uri="{FF2B5EF4-FFF2-40B4-BE49-F238E27FC236}">
                  <a16:creationId xmlns:a16="http://schemas.microsoft.com/office/drawing/2014/main" id="{2E15F4C7-BA06-0CFA-912A-28EEA8A0C16D}"/>
                </a:ext>
              </a:extLst>
            </p:cNvPr>
            <p:cNvSpPr/>
            <p:nvPr/>
          </p:nvSpPr>
          <p:spPr>
            <a:xfrm>
              <a:off x="5565608"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51" name="Freeform: Shape 2750">
              <a:extLst>
                <a:ext uri="{FF2B5EF4-FFF2-40B4-BE49-F238E27FC236}">
                  <a16:creationId xmlns:a16="http://schemas.microsoft.com/office/drawing/2014/main" id="{6913E457-A4FE-DD5E-CD97-4FE9815CD723}"/>
                </a:ext>
              </a:extLst>
            </p:cNvPr>
            <p:cNvSpPr/>
            <p:nvPr/>
          </p:nvSpPr>
          <p:spPr>
            <a:xfrm>
              <a:off x="5679863"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52" name="Freeform: Shape 2751">
              <a:extLst>
                <a:ext uri="{FF2B5EF4-FFF2-40B4-BE49-F238E27FC236}">
                  <a16:creationId xmlns:a16="http://schemas.microsoft.com/office/drawing/2014/main" id="{8D84A219-23BA-E0F0-10E2-9837642E0CF1}"/>
                </a:ext>
              </a:extLst>
            </p:cNvPr>
            <p:cNvSpPr/>
            <p:nvPr/>
          </p:nvSpPr>
          <p:spPr>
            <a:xfrm>
              <a:off x="5794119"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53" name="Freeform: Shape 2752">
              <a:extLst>
                <a:ext uri="{FF2B5EF4-FFF2-40B4-BE49-F238E27FC236}">
                  <a16:creationId xmlns:a16="http://schemas.microsoft.com/office/drawing/2014/main" id="{CC83E749-1463-6201-A903-D2F31053F831}"/>
                </a:ext>
              </a:extLst>
            </p:cNvPr>
            <p:cNvSpPr/>
            <p:nvPr/>
          </p:nvSpPr>
          <p:spPr>
            <a:xfrm>
              <a:off x="5908375"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54" name="Freeform: Shape 2753">
              <a:extLst>
                <a:ext uri="{FF2B5EF4-FFF2-40B4-BE49-F238E27FC236}">
                  <a16:creationId xmlns:a16="http://schemas.microsoft.com/office/drawing/2014/main" id="{9E6DF6C2-2314-0CA5-3D2E-6C0F8985B01E}"/>
                </a:ext>
              </a:extLst>
            </p:cNvPr>
            <p:cNvSpPr/>
            <p:nvPr/>
          </p:nvSpPr>
          <p:spPr>
            <a:xfrm>
              <a:off x="6022631"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55" name="Freeform: Shape 2754">
              <a:extLst>
                <a:ext uri="{FF2B5EF4-FFF2-40B4-BE49-F238E27FC236}">
                  <a16:creationId xmlns:a16="http://schemas.microsoft.com/office/drawing/2014/main" id="{DC2DA679-E57C-431B-ABC6-ABEBACE9F791}"/>
                </a:ext>
              </a:extLst>
            </p:cNvPr>
            <p:cNvSpPr/>
            <p:nvPr/>
          </p:nvSpPr>
          <p:spPr>
            <a:xfrm>
              <a:off x="6136886"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56" name="Freeform: Shape 2755">
              <a:extLst>
                <a:ext uri="{FF2B5EF4-FFF2-40B4-BE49-F238E27FC236}">
                  <a16:creationId xmlns:a16="http://schemas.microsoft.com/office/drawing/2014/main" id="{598E064F-433D-D1D9-3913-C1F58EC9850B}"/>
                </a:ext>
              </a:extLst>
            </p:cNvPr>
            <p:cNvSpPr/>
            <p:nvPr/>
          </p:nvSpPr>
          <p:spPr>
            <a:xfrm>
              <a:off x="6251142"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57" name="Freeform: Shape 2756">
              <a:extLst>
                <a:ext uri="{FF2B5EF4-FFF2-40B4-BE49-F238E27FC236}">
                  <a16:creationId xmlns:a16="http://schemas.microsoft.com/office/drawing/2014/main" id="{91604E8B-CDD3-1860-27A0-243C4A771059}"/>
                </a:ext>
              </a:extLst>
            </p:cNvPr>
            <p:cNvSpPr/>
            <p:nvPr/>
          </p:nvSpPr>
          <p:spPr>
            <a:xfrm>
              <a:off x="6365398"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58" name="Freeform: Shape 2757">
              <a:extLst>
                <a:ext uri="{FF2B5EF4-FFF2-40B4-BE49-F238E27FC236}">
                  <a16:creationId xmlns:a16="http://schemas.microsoft.com/office/drawing/2014/main" id="{F1070A45-3E60-E3D1-A12F-00F23FA7DB08}"/>
                </a:ext>
              </a:extLst>
            </p:cNvPr>
            <p:cNvSpPr/>
            <p:nvPr/>
          </p:nvSpPr>
          <p:spPr>
            <a:xfrm>
              <a:off x="6479610"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59" name="Freeform: Shape 2758">
              <a:extLst>
                <a:ext uri="{FF2B5EF4-FFF2-40B4-BE49-F238E27FC236}">
                  <a16:creationId xmlns:a16="http://schemas.microsoft.com/office/drawing/2014/main" id="{5D996F92-B1B0-DBBB-D348-262FD7FEFF1F}"/>
                </a:ext>
              </a:extLst>
            </p:cNvPr>
            <p:cNvSpPr/>
            <p:nvPr/>
          </p:nvSpPr>
          <p:spPr>
            <a:xfrm>
              <a:off x="6593865"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60" name="Freeform: Shape 2759">
              <a:extLst>
                <a:ext uri="{FF2B5EF4-FFF2-40B4-BE49-F238E27FC236}">
                  <a16:creationId xmlns:a16="http://schemas.microsoft.com/office/drawing/2014/main" id="{9D425D09-E146-81F5-74B4-BBD7FBE8D83C}"/>
                </a:ext>
              </a:extLst>
            </p:cNvPr>
            <p:cNvSpPr/>
            <p:nvPr/>
          </p:nvSpPr>
          <p:spPr>
            <a:xfrm>
              <a:off x="6708121" y="377446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61" name="Freeform: Shape 2760">
              <a:extLst>
                <a:ext uri="{FF2B5EF4-FFF2-40B4-BE49-F238E27FC236}">
                  <a16:creationId xmlns:a16="http://schemas.microsoft.com/office/drawing/2014/main" id="{A4C8ECE0-F7FB-0714-62D0-6B20D56BA28D}"/>
                </a:ext>
              </a:extLst>
            </p:cNvPr>
            <p:cNvSpPr/>
            <p:nvPr/>
          </p:nvSpPr>
          <p:spPr>
            <a:xfrm>
              <a:off x="6822377"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62" name="Freeform: Shape 2761">
              <a:extLst>
                <a:ext uri="{FF2B5EF4-FFF2-40B4-BE49-F238E27FC236}">
                  <a16:creationId xmlns:a16="http://schemas.microsoft.com/office/drawing/2014/main" id="{F440B22A-B16A-105A-2030-38BE7E9284C7}"/>
                </a:ext>
              </a:extLst>
            </p:cNvPr>
            <p:cNvSpPr/>
            <p:nvPr/>
          </p:nvSpPr>
          <p:spPr>
            <a:xfrm>
              <a:off x="6936633"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63" name="Freeform: Shape 2762">
              <a:extLst>
                <a:ext uri="{FF2B5EF4-FFF2-40B4-BE49-F238E27FC236}">
                  <a16:creationId xmlns:a16="http://schemas.microsoft.com/office/drawing/2014/main" id="{511CEEF5-DCA3-F049-7D5E-B97F8ADD47DD}"/>
                </a:ext>
              </a:extLst>
            </p:cNvPr>
            <p:cNvSpPr/>
            <p:nvPr/>
          </p:nvSpPr>
          <p:spPr>
            <a:xfrm>
              <a:off x="7050888" y="377446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64" name="Freeform: Shape 2763">
              <a:extLst>
                <a:ext uri="{FF2B5EF4-FFF2-40B4-BE49-F238E27FC236}">
                  <a16:creationId xmlns:a16="http://schemas.microsoft.com/office/drawing/2014/main" id="{B0ADE1B2-DFCD-D91F-293A-54461FA01F7E}"/>
                </a:ext>
              </a:extLst>
            </p:cNvPr>
            <p:cNvSpPr/>
            <p:nvPr/>
          </p:nvSpPr>
          <p:spPr>
            <a:xfrm>
              <a:off x="7165144"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65" name="Freeform: Shape 2764">
              <a:extLst>
                <a:ext uri="{FF2B5EF4-FFF2-40B4-BE49-F238E27FC236}">
                  <a16:creationId xmlns:a16="http://schemas.microsoft.com/office/drawing/2014/main" id="{55A6BE2A-09C3-33B8-6DD9-28C00AD3E382}"/>
                </a:ext>
              </a:extLst>
            </p:cNvPr>
            <p:cNvSpPr/>
            <p:nvPr/>
          </p:nvSpPr>
          <p:spPr>
            <a:xfrm>
              <a:off x="2366578"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66" name="Freeform: Shape 2765">
              <a:extLst>
                <a:ext uri="{FF2B5EF4-FFF2-40B4-BE49-F238E27FC236}">
                  <a16:creationId xmlns:a16="http://schemas.microsoft.com/office/drawing/2014/main" id="{A43320B7-16B3-1FC9-4E10-D5DCB9EAF4BC}"/>
                </a:ext>
              </a:extLst>
            </p:cNvPr>
            <p:cNvSpPr/>
            <p:nvPr/>
          </p:nvSpPr>
          <p:spPr>
            <a:xfrm>
              <a:off x="2480790"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67" name="Freeform: Shape 2766">
              <a:extLst>
                <a:ext uri="{FF2B5EF4-FFF2-40B4-BE49-F238E27FC236}">
                  <a16:creationId xmlns:a16="http://schemas.microsoft.com/office/drawing/2014/main" id="{42C5157B-DD4D-35F3-326A-5ECD3C4803E5}"/>
                </a:ext>
              </a:extLst>
            </p:cNvPr>
            <p:cNvSpPr/>
            <p:nvPr/>
          </p:nvSpPr>
          <p:spPr>
            <a:xfrm>
              <a:off x="2595046"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68" name="Freeform: Shape 2767">
              <a:extLst>
                <a:ext uri="{FF2B5EF4-FFF2-40B4-BE49-F238E27FC236}">
                  <a16:creationId xmlns:a16="http://schemas.microsoft.com/office/drawing/2014/main" id="{DDF92D8D-2804-C358-DBD0-0208212D85F1}"/>
                </a:ext>
              </a:extLst>
            </p:cNvPr>
            <p:cNvSpPr/>
            <p:nvPr/>
          </p:nvSpPr>
          <p:spPr>
            <a:xfrm>
              <a:off x="2709301"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69" name="Freeform: Shape 2768">
              <a:extLst>
                <a:ext uri="{FF2B5EF4-FFF2-40B4-BE49-F238E27FC236}">
                  <a16:creationId xmlns:a16="http://schemas.microsoft.com/office/drawing/2014/main" id="{589A63A8-706D-6FCA-62A2-F6274D34602C}"/>
                </a:ext>
              </a:extLst>
            </p:cNvPr>
            <p:cNvSpPr/>
            <p:nvPr/>
          </p:nvSpPr>
          <p:spPr>
            <a:xfrm>
              <a:off x="2823557"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70" name="Freeform: Shape 2769">
              <a:extLst>
                <a:ext uri="{FF2B5EF4-FFF2-40B4-BE49-F238E27FC236}">
                  <a16:creationId xmlns:a16="http://schemas.microsoft.com/office/drawing/2014/main" id="{08830364-D11B-3B66-6739-AB550498F142}"/>
                </a:ext>
              </a:extLst>
            </p:cNvPr>
            <p:cNvSpPr/>
            <p:nvPr/>
          </p:nvSpPr>
          <p:spPr>
            <a:xfrm>
              <a:off x="2937813"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71" name="Freeform: Shape 2770">
              <a:extLst>
                <a:ext uri="{FF2B5EF4-FFF2-40B4-BE49-F238E27FC236}">
                  <a16:creationId xmlns:a16="http://schemas.microsoft.com/office/drawing/2014/main" id="{9C98D603-F352-52CB-0F8E-3A294E1FD778}"/>
                </a:ext>
              </a:extLst>
            </p:cNvPr>
            <p:cNvSpPr/>
            <p:nvPr/>
          </p:nvSpPr>
          <p:spPr>
            <a:xfrm>
              <a:off x="3052069"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72" name="Freeform: Shape 2771">
              <a:extLst>
                <a:ext uri="{FF2B5EF4-FFF2-40B4-BE49-F238E27FC236}">
                  <a16:creationId xmlns:a16="http://schemas.microsoft.com/office/drawing/2014/main" id="{264A6971-F94D-499C-8A85-66EDCFC91575}"/>
                </a:ext>
              </a:extLst>
            </p:cNvPr>
            <p:cNvSpPr/>
            <p:nvPr/>
          </p:nvSpPr>
          <p:spPr>
            <a:xfrm>
              <a:off x="3166325"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73" name="Freeform: Shape 2772">
              <a:extLst>
                <a:ext uri="{FF2B5EF4-FFF2-40B4-BE49-F238E27FC236}">
                  <a16:creationId xmlns:a16="http://schemas.microsoft.com/office/drawing/2014/main" id="{679EBA1F-F524-043E-B286-0D7F8FF0B52A}"/>
                </a:ext>
              </a:extLst>
            </p:cNvPr>
            <p:cNvSpPr/>
            <p:nvPr/>
          </p:nvSpPr>
          <p:spPr>
            <a:xfrm>
              <a:off x="3280580"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74" name="Freeform: Shape 2773">
              <a:extLst>
                <a:ext uri="{FF2B5EF4-FFF2-40B4-BE49-F238E27FC236}">
                  <a16:creationId xmlns:a16="http://schemas.microsoft.com/office/drawing/2014/main" id="{1BE1AC95-886B-787D-03AC-61D49217D312}"/>
                </a:ext>
              </a:extLst>
            </p:cNvPr>
            <p:cNvSpPr/>
            <p:nvPr/>
          </p:nvSpPr>
          <p:spPr>
            <a:xfrm>
              <a:off x="3394836"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75" name="Freeform: Shape 2774">
              <a:extLst>
                <a:ext uri="{FF2B5EF4-FFF2-40B4-BE49-F238E27FC236}">
                  <a16:creationId xmlns:a16="http://schemas.microsoft.com/office/drawing/2014/main" id="{16F53B50-AAF1-8AB6-093B-8AC1604741FF}"/>
                </a:ext>
              </a:extLst>
            </p:cNvPr>
            <p:cNvSpPr/>
            <p:nvPr/>
          </p:nvSpPr>
          <p:spPr>
            <a:xfrm>
              <a:off x="3509092"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76" name="Freeform: Shape 2775">
              <a:extLst>
                <a:ext uri="{FF2B5EF4-FFF2-40B4-BE49-F238E27FC236}">
                  <a16:creationId xmlns:a16="http://schemas.microsoft.com/office/drawing/2014/main" id="{B3B3344C-19E9-B769-69B9-9B7487840E27}"/>
                </a:ext>
              </a:extLst>
            </p:cNvPr>
            <p:cNvSpPr/>
            <p:nvPr/>
          </p:nvSpPr>
          <p:spPr>
            <a:xfrm>
              <a:off x="3623348"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77" name="Freeform: Shape 2776">
              <a:extLst>
                <a:ext uri="{FF2B5EF4-FFF2-40B4-BE49-F238E27FC236}">
                  <a16:creationId xmlns:a16="http://schemas.microsoft.com/office/drawing/2014/main" id="{D6D20BC4-0342-EEE5-9072-D2CC26769DBD}"/>
                </a:ext>
              </a:extLst>
            </p:cNvPr>
            <p:cNvSpPr/>
            <p:nvPr/>
          </p:nvSpPr>
          <p:spPr>
            <a:xfrm>
              <a:off x="3737603"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78" name="Freeform: Shape 2777">
              <a:extLst>
                <a:ext uri="{FF2B5EF4-FFF2-40B4-BE49-F238E27FC236}">
                  <a16:creationId xmlns:a16="http://schemas.microsoft.com/office/drawing/2014/main" id="{89E29988-F6E6-1139-0995-C30F150B31D7}"/>
                </a:ext>
              </a:extLst>
            </p:cNvPr>
            <p:cNvSpPr/>
            <p:nvPr/>
          </p:nvSpPr>
          <p:spPr>
            <a:xfrm>
              <a:off x="3851815"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79" name="Freeform: Shape 2778">
              <a:extLst>
                <a:ext uri="{FF2B5EF4-FFF2-40B4-BE49-F238E27FC236}">
                  <a16:creationId xmlns:a16="http://schemas.microsoft.com/office/drawing/2014/main" id="{A46C0FFD-545D-6DBD-5892-A38A0D721B95}"/>
                </a:ext>
              </a:extLst>
            </p:cNvPr>
            <p:cNvSpPr/>
            <p:nvPr/>
          </p:nvSpPr>
          <p:spPr>
            <a:xfrm>
              <a:off x="3966071"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80" name="Freeform: Shape 2779">
              <a:extLst>
                <a:ext uri="{FF2B5EF4-FFF2-40B4-BE49-F238E27FC236}">
                  <a16:creationId xmlns:a16="http://schemas.microsoft.com/office/drawing/2014/main" id="{8E03121B-FF07-33F4-9963-6FC122F480F7}"/>
                </a:ext>
              </a:extLst>
            </p:cNvPr>
            <p:cNvSpPr/>
            <p:nvPr/>
          </p:nvSpPr>
          <p:spPr>
            <a:xfrm>
              <a:off x="4080327"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81" name="Freeform: Shape 2780">
              <a:extLst>
                <a:ext uri="{FF2B5EF4-FFF2-40B4-BE49-F238E27FC236}">
                  <a16:creationId xmlns:a16="http://schemas.microsoft.com/office/drawing/2014/main" id="{41D3EF2E-CAD1-92B4-BDB0-FA72F99D14D1}"/>
                </a:ext>
              </a:extLst>
            </p:cNvPr>
            <p:cNvSpPr/>
            <p:nvPr/>
          </p:nvSpPr>
          <p:spPr>
            <a:xfrm>
              <a:off x="4194582"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82" name="Freeform: Shape 2781">
              <a:extLst>
                <a:ext uri="{FF2B5EF4-FFF2-40B4-BE49-F238E27FC236}">
                  <a16:creationId xmlns:a16="http://schemas.microsoft.com/office/drawing/2014/main" id="{FCF8503E-EA8F-3FB2-C073-43FCEE5AA286}"/>
                </a:ext>
              </a:extLst>
            </p:cNvPr>
            <p:cNvSpPr/>
            <p:nvPr/>
          </p:nvSpPr>
          <p:spPr>
            <a:xfrm>
              <a:off x="4308838"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83" name="Freeform: Shape 2782">
              <a:extLst>
                <a:ext uri="{FF2B5EF4-FFF2-40B4-BE49-F238E27FC236}">
                  <a16:creationId xmlns:a16="http://schemas.microsoft.com/office/drawing/2014/main" id="{0D8B27CC-593A-1A69-A65B-F3F911AE5D67}"/>
                </a:ext>
              </a:extLst>
            </p:cNvPr>
            <p:cNvSpPr/>
            <p:nvPr/>
          </p:nvSpPr>
          <p:spPr>
            <a:xfrm>
              <a:off x="4423094"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84" name="Freeform: Shape 2783">
              <a:extLst>
                <a:ext uri="{FF2B5EF4-FFF2-40B4-BE49-F238E27FC236}">
                  <a16:creationId xmlns:a16="http://schemas.microsoft.com/office/drawing/2014/main" id="{BAD0EF9E-9E01-4005-C0D9-5EE5777A9446}"/>
                </a:ext>
              </a:extLst>
            </p:cNvPr>
            <p:cNvSpPr/>
            <p:nvPr/>
          </p:nvSpPr>
          <p:spPr>
            <a:xfrm>
              <a:off x="4537350"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85" name="Freeform: Shape 2784">
              <a:extLst>
                <a:ext uri="{FF2B5EF4-FFF2-40B4-BE49-F238E27FC236}">
                  <a16:creationId xmlns:a16="http://schemas.microsoft.com/office/drawing/2014/main" id="{AF953D04-245F-B3FC-11BB-A8F37AB99951}"/>
                </a:ext>
              </a:extLst>
            </p:cNvPr>
            <p:cNvSpPr/>
            <p:nvPr/>
          </p:nvSpPr>
          <p:spPr>
            <a:xfrm>
              <a:off x="4651605"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86" name="Freeform: Shape 2785">
              <a:extLst>
                <a:ext uri="{FF2B5EF4-FFF2-40B4-BE49-F238E27FC236}">
                  <a16:creationId xmlns:a16="http://schemas.microsoft.com/office/drawing/2014/main" id="{9E12BB0A-B0FE-D8FD-2A89-272B34AC27E4}"/>
                </a:ext>
              </a:extLst>
            </p:cNvPr>
            <p:cNvSpPr/>
            <p:nvPr/>
          </p:nvSpPr>
          <p:spPr>
            <a:xfrm>
              <a:off x="4765861"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87" name="Freeform: Shape 2786">
              <a:extLst>
                <a:ext uri="{FF2B5EF4-FFF2-40B4-BE49-F238E27FC236}">
                  <a16:creationId xmlns:a16="http://schemas.microsoft.com/office/drawing/2014/main" id="{72D75D64-6308-4095-46F0-98136C20C25F}"/>
                </a:ext>
              </a:extLst>
            </p:cNvPr>
            <p:cNvSpPr/>
            <p:nvPr/>
          </p:nvSpPr>
          <p:spPr>
            <a:xfrm>
              <a:off x="4880117"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88" name="Freeform: Shape 2787">
              <a:extLst>
                <a:ext uri="{FF2B5EF4-FFF2-40B4-BE49-F238E27FC236}">
                  <a16:creationId xmlns:a16="http://schemas.microsoft.com/office/drawing/2014/main" id="{4935C685-21E0-2E01-FADD-0ECC8FBEDB04}"/>
                </a:ext>
              </a:extLst>
            </p:cNvPr>
            <p:cNvSpPr/>
            <p:nvPr/>
          </p:nvSpPr>
          <p:spPr>
            <a:xfrm>
              <a:off x="4994373"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89" name="Freeform: Shape 2788">
              <a:extLst>
                <a:ext uri="{FF2B5EF4-FFF2-40B4-BE49-F238E27FC236}">
                  <a16:creationId xmlns:a16="http://schemas.microsoft.com/office/drawing/2014/main" id="{1C466AD7-5775-557B-D010-E59EAAB58264}"/>
                </a:ext>
              </a:extLst>
            </p:cNvPr>
            <p:cNvSpPr/>
            <p:nvPr/>
          </p:nvSpPr>
          <p:spPr>
            <a:xfrm>
              <a:off x="5108629"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90" name="Freeform: Shape 2789">
              <a:extLst>
                <a:ext uri="{FF2B5EF4-FFF2-40B4-BE49-F238E27FC236}">
                  <a16:creationId xmlns:a16="http://schemas.microsoft.com/office/drawing/2014/main" id="{A436D7B7-74C3-6F37-3191-5093101BCB7C}"/>
                </a:ext>
              </a:extLst>
            </p:cNvPr>
            <p:cNvSpPr/>
            <p:nvPr/>
          </p:nvSpPr>
          <p:spPr>
            <a:xfrm>
              <a:off x="5222840"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91" name="Freeform: Shape 2790">
              <a:extLst>
                <a:ext uri="{FF2B5EF4-FFF2-40B4-BE49-F238E27FC236}">
                  <a16:creationId xmlns:a16="http://schemas.microsoft.com/office/drawing/2014/main" id="{F4A826DC-AA47-8F29-C2C0-E9A941973A8D}"/>
                </a:ext>
              </a:extLst>
            </p:cNvPr>
            <p:cNvSpPr/>
            <p:nvPr/>
          </p:nvSpPr>
          <p:spPr>
            <a:xfrm>
              <a:off x="5337096"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92" name="Freeform: Shape 2791">
              <a:extLst>
                <a:ext uri="{FF2B5EF4-FFF2-40B4-BE49-F238E27FC236}">
                  <a16:creationId xmlns:a16="http://schemas.microsoft.com/office/drawing/2014/main" id="{70F25258-F3F2-6B9F-DECF-0E840208B73E}"/>
                </a:ext>
              </a:extLst>
            </p:cNvPr>
            <p:cNvSpPr/>
            <p:nvPr/>
          </p:nvSpPr>
          <p:spPr>
            <a:xfrm>
              <a:off x="5451352"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93" name="Freeform: Shape 2792">
              <a:extLst>
                <a:ext uri="{FF2B5EF4-FFF2-40B4-BE49-F238E27FC236}">
                  <a16:creationId xmlns:a16="http://schemas.microsoft.com/office/drawing/2014/main" id="{892E31BF-D51A-DB4D-543D-E5157C0A9D7E}"/>
                </a:ext>
              </a:extLst>
            </p:cNvPr>
            <p:cNvSpPr/>
            <p:nvPr/>
          </p:nvSpPr>
          <p:spPr>
            <a:xfrm>
              <a:off x="5565608"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94" name="Freeform: Shape 2793">
              <a:extLst>
                <a:ext uri="{FF2B5EF4-FFF2-40B4-BE49-F238E27FC236}">
                  <a16:creationId xmlns:a16="http://schemas.microsoft.com/office/drawing/2014/main" id="{27A14D50-4954-AC2C-094A-826E2E6B2544}"/>
                </a:ext>
              </a:extLst>
            </p:cNvPr>
            <p:cNvSpPr/>
            <p:nvPr/>
          </p:nvSpPr>
          <p:spPr>
            <a:xfrm>
              <a:off x="5679863"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95" name="Freeform: Shape 2794">
              <a:extLst>
                <a:ext uri="{FF2B5EF4-FFF2-40B4-BE49-F238E27FC236}">
                  <a16:creationId xmlns:a16="http://schemas.microsoft.com/office/drawing/2014/main" id="{CA7BE8A0-343F-74D8-8500-7E230E48AD1B}"/>
                </a:ext>
              </a:extLst>
            </p:cNvPr>
            <p:cNvSpPr/>
            <p:nvPr/>
          </p:nvSpPr>
          <p:spPr>
            <a:xfrm>
              <a:off x="5794119"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96" name="Freeform: Shape 2795">
              <a:extLst>
                <a:ext uri="{FF2B5EF4-FFF2-40B4-BE49-F238E27FC236}">
                  <a16:creationId xmlns:a16="http://schemas.microsoft.com/office/drawing/2014/main" id="{DDA1F7FF-FFEF-818A-9A6C-60E008FD1BE0}"/>
                </a:ext>
              </a:extLst>
            </p:cNvPr>
            <p:cNvSpPr/>
            <p:nvPr/>
          </p:nvSpPr>
          <p:spPr>
            <a:xfrm>
              <a:off x="5908375"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97" name="Freeform: Shape 2796">
              <a:extLst>
                <a:ext uri="{FF2B5EF4-FFF2-40B4-BE49-F238E27FC236}">
                  <a16:creationId xmlns:a16="http://schemas.microsoft.com/office/drawing/2014/main" id="{EB4D5498-595F-36F0-CC24-87818F38FE2D}"/>
                </a:ext>
              </a:extLst>
            </p:cNvPr>
            <p:cNvSpPr/>
            <p:nvPr/>
          </p:nvSpPr>
          <p:spPr>
            <a:xfrm>
              <a:off x="6022631"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98" name="Freeform: Shape 2797">
              <a:extLst>
                <a:ext uri="{FF2B5EF4-FFF2-40B4-BE49-F238E27FC236}">
                  <a16:creationId xmlns:a16="http://schemas.microsoft.com/office/drawing/2014/main" id="{FD21D429-A70D-D3B7-9ABF-A63472613EBF}"/>
                </a:ext>
              </a:extLst>
            </p:cNvPr>
            <p:cNvSpPr/>
            <p:nvPr/>
          </p:nvSpPr>
          <p:spPr>
            <a:xfrm>
              <a:off x="6136886"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99" name="Freeform: Shape 2798">
              <a:extLst>
                <a:ext uri="{FF2B5EF4-FFF2-40B4-BE49-F238E27FC236}">
                  <a16:creationId xmlns:a16="http://schemas.microsoft.com/office/drawing/2014/main" id="{D9DA1A07-1B91-7136-8109-DBB42D6B0F20}"/>
                </a:ext>
              </a:extLst>
            </p:cNvPr>
            <p:cNvSpPr/>
            <p:nvPr/>
          </p:nvSpPr>
          <p:spPr>
            <a:xfrm>
              <a:off x="6251142"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00" name="Freeform: Shape 2799">
              <a:extLst>
                <a:ext uri="{FF2B5EF4-FFF2-40B4-BE49-F238E27FC236}">
                  <a16:creationId xmlns:a16="http://schemas.microsoft.com/office/drawing/2014/main" id="{4B956CFA-1FE0-C67D-CC2C-717EF5B4F60E}"/>
                </a:ext>
              </a:extLst>
            </p:cNvPr>
            <p:cNvSpPr/>
            <p:nvPr/>
          </p:nvSpPr>
          <p:spPr>
            <a:xfrm>
              <a:off x="6365398"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01" name="Freeform: Shape 2800">
              <a:extLst>
                <a:ext uri="{FF2B5EF4-FFF2-40B4-BE49-F238E27FC236}">
                  <a16:creationId xmlns:a16="http://schemas.microsoft.com/office/drawing/2014/main" id="{8E9D652E-03BF-754B-ECCD-A6BAB960748B}"/>
                </a:ext>
              </a:extLst>
            </p:cNvPr>
            <p:cNvSpPr/>
            <p:nvPr/>
          </p:nvSpPr>
          <p:spPr>
            <a:xfrm>
              <a:off x="6479610"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02" name="Freeform: Shape 2801">
              <a:extLst>
                <a:ext uri="{FF2B5EF4-FFF2-40B4-BE49-F238E27FC236}">
                  <a16:creationId xmlns:a16="http://schemas.microsoft.com/office/drawing/2014/main" id="{6A1145BD-DF83-B192-5B7E-AB56EC8B11BA}"/>
                </a:ext>
              </a:extLst>
            </p:cNvPr>
            <p:cNvSpPr/>
            <p:nvPr/>
          </p:nvSpPr>
          <p:spPr>
            <a:xfrm>
              <a:off x="6593865"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03" name="Freeform: Shape 2802">
              <a:extLst>
                <a:ext uri="{FF2B5EF4-FFF2-40B4-BE49-F238E27FC236}">
                  <a16:creationId xmlns:a16="http://schemas.microsoft.com/office/drawing/2014/main" id="{D26910A3-87BE-A27D-4034-5D0BAEEE21D1}"/>
                </a:ext>
              </a:extLst>
            </p:cNvPr>
            <p:cNvSpPr/>
            <p:nvPr/>
          </p:nvSpPr>
          <p:spPr>
            <a:xfrm>
              <a:off x="6708121" y="388872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04" name="Freeform: Shape 2803">
              <a:extLst>
                <a:ext uri="{FF2B5EF4-FFF2-40B4-BE49-F238E27FC236}">
                  <a16:creationId xmlns:a16="http://schemas.microsoft.com/office/drawing/2014/main" id="{2C2C7A24-1D94-4F6E-4546-2DEEE6A6CF40}"/>
                </a:ext>
              </a:extLst>
            </p:cNvPr>
            <p:cNvSpPr/>
            <p:nvPr/>
          </p:nvSpPr>
          <p:spPr>
            <a:xfrm>
              <a:off x="6822377"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05" name="Freeform: Shape 2804">
              <a:extLst>
                <a:ext uri="{FF2B5EF4-FFF2-40B4-BE49-F238E27FC236}">
                  <a16:creationId xmlns:a16="http://schemas.microsoft.com/office/drawing/2014/main" id="{64019C58-74A8-B377-6E0B-243E2EF5245C}"/>
                </a:ext>
              </a:extLst>
            </p:cNvPr>
            <p:cNvSpPr/>
            <p:nvPr/>
          </p:nvSpPr>
          <p:spPr>
            <a:xfrm>
              <a:off x="6936633"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06" name="Freeform: Shape 2805">
              <a:extLst>
                <a:ext uri="{FF2B5EF4-FFF2-40B4-BE49-F238E27FC236}">
                  <a16:creationId xmlns:a16="http://schemas.microsoft.com/office/drawing/2014/main" id="{8C523AB2-7FDA-1E15-6FE0-83318C776FAD}"/>
                </a:ext>
              </a:extLst>
            </p:cNvPr>
            <p:cNvSpPr/>
            <p:nvPr/>
          </p:nvSpPr>
          <p:spPr>
            <a:xfrm>
              <a:off x="7050888" y="388872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07" name="Freeform: Shape 2806">
              <a:extLst>
                <a:ext uri="{FF2B5EF4-FFF2-40B4-BE49-F238E27FC236}">
                  <a16:creationId xmlns:a16="http://schemas.microsoft.com/office/drawing/2014/main" id="{B0B78561-78EE-F4AF-D5C2-51BB27020069}"/>
                </a:ext>
              </a:extLst>
            </p:cNvPr>
            <p:cNvSpPr/>
            <p:nvPr/>
          </p:nvSpPr>
          <p:spPr>
            <a:xfrm>
              <a:off x="7165144"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08" name="Freeform: Shape 2807">
              <a:extLst>
                <a:ext uri="{FF2B5EF4-FFF2-40B4-BE49-F238E27FC236}">
                  <a16:creationId xmlns:a16="http://schemas.microsoft.com/office/drawing/2014/main" id="{D0D2036C-AAA6-3B4C-0AFD-466630AA3775}"/>
                </a:ext>
              </a:extLst>
            </p:cNvPr>
            <p:cNvSpPr/>
            <p:nvPr/>
          </p:nvSpPr>
          <p:spPr>
            <a:xfrm>
              <a:off x="2366578"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09" name="Freeform: Shape 2808">
              <a:extLst>
                <a:ext uri="{FF2B5EF4-FFF2-40B4-BE49-F238E27FC236}">
                  <a16:creationId xmlns:a16="http://schemas.microsoft.com/office/drawing/2014/main" id="{516A145B-5240-4891-9669-0A65652FEE5A}"/>
                </a:ext>
              </a:extLst>
            </p:cNvPr>
            <p:cNvSpPr/>
            <p:nvPr/>
          </p:nvSpPr>
          <p:spPr>
            <a:xfrm>
              <a:off x="2480790"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10" name="Freeform: Shape 2809">
              <a:extLst>
                <a:ext uri="{FF2B5EF4-FFF2-40B4-BE49-F238E27FC236}">
                  <a16:creationId xmlns:a16="http://schemas.microsoft.com/office/drawing/2014/main" id="{5286C86E-F996-DC79-1998-70759D38A8C1}"/>
                </a:ext>
              </a:extLst>
            </p:cNvPr>
            <p:cNvSpPr/>
            <p:nvPr/>
          </p:nvSpPr>
          <p:spPr>
            <a:xfrm>
              <a:off x="2595046"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11" name="Freeform: Shape 2810">
              <a:extLst>
                <a:ext uri="{FF2B5EF4-FFF2-40B4-BE49-F238E27FC236}">
                  <a16:creationId xmlns:a16="http://schemas.microsoft.com/office/drawing/2014/main" id="{B237BD3A-323A-7621-326B-E1AB3394B60C}"/>
                </a:ext>
              </a:extLst>
            </p:cNvPr>
            <p:cNvSpPr/>
            <p:nvPr/>
          </p:nvSpPr>
          <p:spPr>
            <a:xfrm>
              <a:off x="2709301"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12" name="Freeform: Shape 2811">
              <a:extLst>
                <a:ext uri="{FF2B5EF4-FFF2-40B4-BE49-F238E27FC236}">
                  <a16:creationId xmlns:a16="http://schemas.microsoft.com/office/drawing/2014/main" id="{0E01ECB1-57CA-10EE-079F-1D0A461050BD}"/>
                </a:ext>
              </a:extLst>
            </p:cNvPr>
            <p:cNvSpPr/>
            <p:nvPr/>
          </p:nvSpPr>
          <p:spPr>
            <a:xfrm>
              <a:off x="2823557"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13" name="Freeform: Shape 2812">
              <a:extLst>
                <a:ext uri="{FF2B5EF4-FFF2-40B4-BE49-F238E27FC236}">
                  <a16:creationId xmlns:a16="http://schemas.microsoft.com/office/drawing/2014/main" id="{8AAC476B-D19C-89D2-9935-7A739EDBEBF5}"/>
                </a:ext>
              </a:extLst>
            </p:cNvPr>
            <p:cNvSpPr/>
            <p:nvPr/>
          </p:nvSpPr>
          <p:spPr>
            <a:xfrm>
              <a:off x="2937813"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14" name="Freeform: Shape 2813">
              <a:extLst>
                <a:ext uri="{FF2B5EF4-FFF2-40B4-BE49-F238E27FC236}">
                  <a16:creationId xmlns:a16="http://schemas.microsoft.com/office/drawing/2014/main" id="{C3A5FD47-0FE8-B106-0506-E222145B463B}"/>
                </a:ext>
              </a:extLst>
            </p:cNvPr>
            <p:cNvSpPr/>
            <p:nvPr/>
          </p:nvSpPr>
          <p:spPr>
            <a:xfrm>
              <a:off x="3052069"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15" name="Freeform: Shape 2814">
              <a:extLst>
                <a:ext uri="{FF2B5EF4-FFF2-40B4-BE49-F238E27FC236}">
                  <a16:creationId xmlns:a16="http://schemas.microsoft.com/office/drawing/2014/main" id="{C38657EB-1380-5DE6-20CA-380015357B0C}"/>
                </a:ext>
              </a:extLst>
            </p:cNvPr>
            <p:cNvSpPr/>
            <p:nvPr/>
          </p:nvSpPr>
          <p:spPr>
            <a:xfrm>
              <a:off x="3166325"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16" name="Freeform: Shape 2815">
              <a:extLst>
                <a:ext uri="{FF2B5EF4-FFF2-40B4-BE49-F238E27FC236}">
                  <a16:creationId xmlns:a16="http://schemas.microsoft.com/office/drawing/2014/main" id="{6B2CA2D1-9E27-FA0F-8420-9CA5E1CE6F01}"/>
                </a:ext>
              </a:extLst>
            </p:cNvPr>
            <p:cNvSpPr/>
            <p:nvPr/>
          </p:nvSpPr>
          <p:spPr>
            <a:xfrm>
              <a:off x="3280580"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17" name="Freeform: Shape 2816">
              <a:extLst>
                <a:ext uri="{FF2B5EF4-FFF2-40B4-BE49-F238E27FC236}">
                  <a16:creationId xmlns:a16="http://schemas.microsoft.com/office/drawing/2014/main" id="{0D1F2037-1F3B-5F98-D317-94019803968C}"/>
                </a:ext>
              </a:extLst>
            </p:cNvPr>
            <p:cNvSpPr/>
            <p:nvPr/>
          </p:nvSpPr>
          <p:spPr>
            <a:xfrm>
              <a:off x="3394836"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18" name="Freeform: Shape 2817">
              <a:extLst>
                <a:ext uri="{FF2B5EF4-FFF2-40B4-BE49-F238E27FC236}">
                  <a16:creationId xmlns:a16="http://schemas.microsoft.com/office/drawing/2014/main" id="{759FFBBA-BD3C-F506-CBAD-4A6337B8434C}"/>
                </a:ext>
              </a:extLst>
            </p:cNvPr>
            <p:cNvSpPr/>
            <p:nvPr/>
          </p:nvSpPr>
          <p:spPr>
            <a:xfrm>
              <a:off x="3509092"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19" name="Freeform: Shape 2818">
              <a:extLst>
                <a:ext uri="{FF2B5EF4-FFF2-40B4-BE49-F238E27FC236}">
                  <a16:creationId xmlns:a16="http://schemas.microsoft.com/office/drawing/2014/main" id="{289A929B-0756-41E7-D15B-DE3DE4BFC42C}"/>
                </a:ext>
              </a:extLst>
            </p:cNvPr>
            <p:cNvSpPr/>
            <p:nvPr/>
          </p:nvSpPr>
          <p:spPr>
            <a:xfrm>
              <a:off x="3623348"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20" name="Freeform: Shape 2819">
              <a:extLst>
                <a:ext uri="{FF2B5EF4-FFF2-40B4-BE49-F238E27FC236}">
                  <a16:creationId xmlns:a16="http://schemas.microsoft.com/office/drawing/2014/main" id="{2E5345A5-1D3E-4621-79EE-B8AB95477AE5}"/>
                </a:ext>
              </a:extLst>
            </p:cNvPr>
            <p:cNvSpPr/>
            <p:nvPr/>
          </p:nvSpPr>
          <p:spPr>
            <a:xfrm>
              <a:off x="3737603"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21" name="Freeform: Shape 2820">
              <a:extLst>
                <a:ext uri="{FF2B5EF4-FFF2-40B4-BE49-F238E27FC236}">
                  <a16:creationId xmlns:a16="http://schemas.microsoft.com/office/drawing/2014/main" id="{77109900-A026-CB2D-AFC9-2CCB8DCFDF44}"/>
                </a:ext>
              </a:extLst>
            </p:cNvPr>
            <p:cNvSpPr/>
            <p:nvPr/>
          </p:nvSpPr>
          <p:spPr>
            <a:xfrm>
              <a:off x="3851815"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22" name="Freeform: Shape 2821">
              <a:extLst>
                <a:ext uri="{FF2B5EF4-FFF2-40B4-BE49-F238E27FC236}">
                  <a16:creationId xmlns:a16="http://schemas.microsoft.com/office/drawing/2014/main" id="{2DF0ECFB-31C3-F281-CC0C-D6F876617110}"/>
                </a:ext>
              </a:extLst>
            </p:cNvPr>
            <p:cNvSpPr/>
            <p:nvPr/>
          </p:nvSpPr>
          <p:spPr>
            <a:xfrm>
              <a:off x="3966071"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23" name="Freeform: Shape 2822">
              <a:extLst>
                <a:ext uri="{FF2B5EF4-FFF2-40B4-BE49-F238E27FC236}">
                  <a16:creationId xmlns:a16="http://schemas.microsoft.com/office/drawing/2014/main" id="{DDEC8D3D-200F-21A4-396F-F80A91FC2D35}"/>
                </a:ext>
              </a:extLst>
            </p:cNvPr>
            <p:cNvSpPr/>
            <p:nvPr/>
          </p:nvSpPr>
          <p:spPr>
            <a:xfrm>
              <a:off x="4080327"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24" name="Freeform: Shape 2823">
              <a:extLst>
                <a:ext uri="{FF2B5EF4-FFF2-40B4-BE49-F238E27FC236}">
                  <a16:creationId xmlns:a16="http://schemas.microsoft.com/office/drawing/2014/main" id="{31EF0102-5A5B-6279-14C0-4B4BE04C6EED}"/>
                </a:ext>
              </a:extLst>
            </p:cNvPr>
            <p:cNvSpPr/>
            <p:nvPr/>
          </p:nvSpPr>
          <p:spPr>
            <a:xfrm>
              <a:off x="4194582"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25" name="Freeform: Shape 2824">
              <a:extLst>
                <a:ext uri="{FF2B5EF4-FFF2-40B4-BE49-F238E27FC236}">
                  <a16:creationId xmlns:a16="http://schemas.microsoft.com/office/drawing/2014/main" id="{18F565F3-984B-19EF-2479-55DA472F4505}"/>
                </a:ext>
              </a:extLst>
            </p:cNvPr>
            <p:cNvSpPr/>
            <p:nvPr/>
          </p:nvSpPr>
          <p:spPr>
            <a:xfrm>
              <a:off x="4308838"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26" name="Freeform: Shape 2825">
              <a:extLst>
                <a:ext uri="{FF2B5EF4-FFF2-40B4-BE49-F238E27FC236}">
                  <a16:creationId xmlns:a16="http://schemas.microsoft.com/office/drawing/2014/main" id="{9CFC191D-1384-409E-C522-0BFD81D73B1E}"/>
                </a:ext>
              </a:extLst>
            </p:cNvPr>
            <p:cNvSpPr/>
            <p:nvPr/>
          </p:nvSpPr>
          <p:spPr>
            <a:xfrm>
              <a:off x="4423094"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27" name="Freeform: Shape 2826">
              <a:extLst>
                <a:ext uri="{FF2B5EF4-FFF2-40B4-BE49-F238E27FC236}">
                  <a16:creationId xmlns:a16="http://schemas.microsoft.com/office/drawing/2014/main" id="{383F05CE-B292-2875-4216-09510F6D124F}"/>
                </a:ext>
              </a:extLst>
            </p:cNvPr>
            <p:cNvSpPr/>
            <p:nvPr/>
          </p:nvSpPr>
          <p:spPr>
            <a:xfrm>
              <a:off x="4537350"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28" name="Freeform: Shape 2827">
              <a:extLst>
                <a:ext uri="{FF2B5EF4-FFF2-40B4-BE49-F238E27FC236}">
                  <a16:creationId xmlns:a16="http://schemas.microsoft.com/office/drawing/2014/main" id="{3FB33A29-6BF1-70F9-FED8-8B561CF8D4E7}"/>
                </a:ext>
              </a:extLst>
            </p:cNvPr>
            <p:cNvSpPr/>
            <p:nvPr/>
          </p:nvSpPr>
          <p:spPr>
            <a:xfrm>
              <a:off x="4651605"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29" name="Freeform: Shape 2828">
              <a:extLst>
                <a:ext uri="{FF2B5EF4-FFF2-40B4-BE49-F238E27FC236}">
                  <a16:creationId xmlns:a16="http://schemas.microsoft.com/office/drawing/2014/main" id="{46E84F9E-D6C4-A907-F9DC-93B669627C97}"/>
                </a:ext>
              </a:extLst>
            </p:cNvPr>
            <p:cNvSpPr/>
            <p:nvPr/>
          </p:nvSpPr>
          <p:spPr>
            <a:xfrm>
              <a:off x="4765861"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30" name="Freeform: Shape 2829">
              <a:extLst>
                <a:ext uri="{FF2B5EF4-FFF2-40B4-BE49-F238E27FC236}">
                  <a16:creationId xmlns:a16="http://schemas.microsoft.com/office/drawing/2014/main" id="{BF32724E-5649-E6FC-D285-6A468C2F6374}"/>
                </a:ext>
              </a:extLst>
            </p:cNvPr>
            <p:cNvSpPr/>
            <p:nvPr/>
          </p:nvSpPr>
          <p:spPr>
            <a:xfrm>
              <a:off x="4880117"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31" name="Freeform: Shape 2830">
              <a:extLst>
                <a:ext uri="{FF2B5EF4-FFF2-40B4-BE49-F238E27FC236}">
                  <a16:creationId xmlns:a16="http://schemas.microsoft.com/office/drawing/2014/main" id="{2EB2DE84-4292-6073-C84A-0305D5BF203A}"/>
                </a:ext>
              </a:extLst>
            </p:cNvPr>
            <p:cNvSpPr/>
            <p:nvPr/>
          </p:nvSpPr>
          <p:spPr>
            <a:xfrm>
              <a:off x="4994373"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32" name="Freeform: Shape 2831">
              <a:extLst>
                <a:ext uri="{FF2B5EF4-FFF2-40B4-BE49-F238E27FC236}">
                  <a16:creationId xmlns:a16="http://schemas.microsoft.com/office/drawing/2014/main" id="{AFEF1E5B-EE17-3A90-9FE6-17A9427D4265}"/>
                </a:ext>
              </a:extLst>
            </p:cNvPr>
            <p:cNvSpPr/>
            <p:nvPr/>
          </p:nvSpPr>
          <p:spPr>
            <a:xfrm>
              <a:off x="5108629"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33" name="Freeform: Shape 2832">
              <a:extLst>
                <a:ext uri="{FF2B5EF4-FFF2-40B4-BE49-F238E27FC236}">
                  <a16:creationId xmlns:a16="http://schemas.microsoft.com/office/drawing/2014/main" id="{C192B003-6C52-DF7D-7358-FBBD602ABD50}"/>
                </a:ext>
              </a:extLst>
            </p:cNvPr>
            <p:cNvSpPr/>
            <p:nvPr/>
          </p:nvSpPr>
          <p:spPr>
            <a:xfrm>
              <a:off x="5222840"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34" name="Freeform: Shape 2833">
              <a:extLst>
                <a:ext uri="{FF2B5EF4-FFF2-40B4-BE49-F238E27FC236}">
                  <a16:creationId xmlns:a16="http://schemas.microsoft.com/office/drawing/2014/main" id="{550E4DB5-9F5B-60E0-C7EC-A817C43F872C}"/>
                </a:ext>
              </a:extLst>
            </p:cNvPr>
            <p:cNvSpPr/>
            <p:nvPr/>
          </p:nvSpPr>
          <p:spPr>
            <a:xfrm>
              <a:off x="5337096"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35" name="Freeform: Shape 2834">
              <a:extLst>
                <a:ext uri="{FF2B5EF4-FFF2-40B4-BE49-F238E27FC236}">
                  <a16:creationId xmlns:a16="http://schemas.microsoft.com/office/drawing/2014/main" id="{6072B6C9-E24D-C264-3B7B-D39D05377564}"/>
                </a:ext>
              </a:extLst>
            </p:cNvPr>
            <p:cNvSpPr/>
            <p:nvPr/>
          </p:nvSpPr>
          <p:spPr>
            <a:xfrm>
              <a:off x="5451352"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36" name="Freeform: Shape 2835">
              <a:extLst>
                <a:ext uri="{FF2B5EF4-FFF2-40B4-BE49-F238E27FC236}">
                  <a16:creationId xmlns:a16="http://schemas.microsoft.com/office/drawing/2014/main" id="{929EB507-EBE3-8FC3-67B8-C4DF38DCF0D9}"/>
                </a:ext>
              </a:extLst>
            </p:cNvPr>
            <p:cNvSpPr/>
            <p:nvPr/>
          </p:nvSpPr>
          <p:spPr>
            <a:xfrm>
              <a:off x="5565608"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37" name="Freeform: Shape 2836">
              <a:extLst>
                <a:ext uri="{FF2B5EF4-FFF2-40B4-BE49-F238E27FC236}">
                  <a16:creationId xmlns:a16="http://schemas.microsoft.com/office/drawing/2014/main" id="{7809736A-137C-2260-1194-23FC89D8F821}"/>
                </a:ext>
              </a:extLst>
            </p:cNvPr>
            <p:cNvSpPr/>
            <p:nvPr/>
          </p:nvSpPr>
          <p:spPr>
            <a:xfrm>
              <a:off x="5679863"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38" name="Freeform: Shape 2837">
              <a:extLst>
                <a:ext uri="{FF2B5EF4-FFF2-40B4-BE49-F238E27FC236}">
                  <a16:creationId xmlns:a16="http://schemas.microsoft.com/office/drawing/2014/main" id="{E02EEE12-DC31-3EAD-B3AE-ADC3C488C305}"/>
                </a:ext>
              </a:extLst>
            </p:cNvPr>
            <p:cNvSpPr/>
            <p:nvPr/>
          </p:nvSpPr>
          <p:spPr>
            <a:xfrm>
              <a:off x="5794119"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39" name="Freeform: Shape 2838">
              <a:extLst>
                <a:ext uri="{FF2B5EF4-FFF2-40B4-BE49-F238E27FC236}">
                  <a16:creationId xmlns:a16="http://schemas.microsoft.com/office/drawing/2014/main" id="{65636FA3-4B3D-CA40-D07D-195C0A022389}"/>
                </a:ext>
              </a:extLst>
            </p:cNvPr>
            <p:cNvSpPr/>
            <p:nvPr/>
          </p:nvSpPr>
          <p:spPr>
            <a:xfrm>
              <a:off x="5908375"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40" name="Freeform: Shape 2839">
              <a:extLst>
                <a:ext uri="{FF2B5EF4-FFF2-40B4-BE49-F238E27FC236}">
                  <a16:creationId xmlns:a16="http://schemas.microsoft.com/office/drawing/2014/main" id="{06F2DDDA-B695-4A7C-F5D2-A6E78EA8B589}"/>
                </a:ext>
              </a:extLst>
            </p:cNvPr>
            <p:cNvSpPr/>
            <p:nvPr/>
          </p:nvSpPr>
          <p:spPr>
            <a:xfrm>
              <a:off x="6022631"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41" name="Freeform: Shape 2840">
              <a:extLst>
                <a:ext uri="{FF2B5EF4-FFF2-40B4-BE49-F238E27FC236}">
                  <a16:creationId xmlns:a16="http://schemas.microsoft.com/office/drawing/2014/main" id="{1F679E59-A977-4446-EAE6-D08A24EA20C7}"/>
                </a:ext>
              </a:extLst>
            </p:cNvPr>
            <p:cNvSpPr/>
            <p:nvPr/>
          </p:nvSpPr>
          <p:spPr>
            <a:xfrm>
              <a:off x="6136886"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42" name="Freeform: Shape 2841">
              <a:extLst>
                <a:ext uri="{FF2B5EF4-FFF2-40B4-BE49-F238E27FC236}">
                  <a16:creationId xmlns:a16="http://schemas.microsoft.com/office/drawing/2014/main" id="{C8697B64-9690-2DA9-E2BE-E556E383BA60}"/>
                </a:ext>
              </a:extLst>
            </p:cNvPr>
            <p:cNvSpPr/>
            <p:nvPr/>
          </p:nvSpPr>
          <p:spPr>
            <a:xfrm>
              <a:off x="6251142"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43" name="Freeform: Shape 2842">
              <a:extLst>
                <a:ext uri="{FF2B5EF4-FFF2-40B4-BE49-F238E27FC236}">
                  <a16:creationId xmlns:a16="http://schemas.microsoft.com/office/drawing/2014/main" id="{0C3EC94E-D986-42A0-276D-6056FE894B12}"/>
                </a:ext>
              </a:extLst>
            </p:cNvPr>
            <p:cNvSpPr/>
            <p:nvPr/>
          </p:nvSpPr>
          <p:spPr>
            <a:xfrm>
              <a:off x="6365398"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44" name="Freeform: Shape 2843">
              <a:extLst>
                <a:ext uri="{FF2B5EF4-FFF2-40B4-BE49-F238E27FC236}">
                  <a16:creationId xmlns:a16="http://schemas.microsoft.com/office/drawing/2014/main" id="{E56F7B8D-7BEF-3BB6-4A38-49709B4BFFA4}"/>
                </a:ext>
              </a:extLst>
            </p:cNvPr>
            <p:cNvSpPr/>
            <p:nvPr/>
          </p:nvSpPr>
          <p:spPr>
            <a:xfrm>
              <a:off x="6479610"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45" name="Freeform: Shape 2844">
              <a:extLst>
                <a:ext uri="{FF2B5EF4-FFF2-40B4-BE49-F238E27FC236}">
                  <a16:creationId xmlns:a16="http://schemas.microsoft.com/office/drawing/2014/main" id="{7CEAAC5B-00A7-CB1B-3C68-ED2F6D22EE3C}"/>
                </a:ext>
              </a:extLst>
            </p:cNvPr>
            <p:cNvSpPr/>
            <p:nvPr/>
          </p:nvSpPr>
          <p:spPr>
            <a:xfrm>
              <a:off x="6593865"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46" name="Freeform: Shape 2845">
              <a:extLst>
                <a:ext uri="{FF2B5EF4-FFF2-40B4-BE49-F238E27FC236}">
                  <a16:creationId xmlns:a16="http://schemas.microsoft.com/office/drawing/2014/main" id="{5C9652DB-49F0-2868-C6FC-E29A1B9057D2}"/>
                </a:ext>
              </a:extLst>
            </p:cNvPr>
            <p:cNvSpPr/>
            <p:nvPr/>
          </p:nvSpPr>
          <p:spPr>
            <a:xfrm>
              <a:off x="6708121" y="400297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47" name="Freeform: Shape 2846">
              <a:extLst>
                <a:ext uri="{FF2B5EF4-FFF2-40B4-BE49-F238E27FC236}">
                  <a16:creationId xmlns:a16="http://schemas.microsoft.com/office/drawing/2014/main" id="{59E00B15-C62C-73D7-B164-3A323E7D1CD9}"/>
                </a:ext>
              </a:extLst>
            </p:cNvPr>
            <p:cNvSpPr/>
            <p:nvPr/>
          </p:nvSpPr>
          <p:spPr>
            <a:xfrm>
              <a:off x="6822377"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48" name="Freeform: Shape 2847">
              <a:extLst>
                <a:ext uri="{FF2B5EF4-FFF2-40B4-BE49-F238E27FC236}">
                  <a16:creationId xmlns:a16="http://schemas.microsoft.com/office/drawing/2014/main" id="{F6A1EF6E-CEA0-BA15-A8FB-74E10CF2CB32}"/>
                </a:ext>
              </a:extLst>
            </p:cNvPr>
            <p:cNvSpPr/>
            <p:nvPr/>
          </p:nvSpPr>
          <p:spPr>
            <a:xfrm>
              <a:off x="6936633"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49" name="Freeform: Shape 2848">
              <a:extLst>
                <a:ext uri="{FF2B5EF4-FFF2-40B4-BE49-F238E27FC236}">
                  <a16:creationId xmlns:a16="http://schemas.microsoft.com/office/drawing/2014/main" id="{10323DD6-B57F-511C-9C47-15366001602B}"/>
                </a:ext>
              </a:extLst>
            </p:cNvPr>
            <p:cNvSpPr/>
            <p:nvPr/>
          </p:nvSpPr>
          <p:spPr>
            <a:xfrm>
              <a:off x="7050888" y="400297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50" name="Freeform: Shape 2849">
              <a:extLst>
                <a:ext uri="{FF2B5EF4-FFF2-40B4-BE49-F238E27FC236}">
                  <a16:creationId xmlns:a16="http://schemas.microsoft.com/office/drawing/2014/main" id="{487E4F75-59D3-E31A-5C1B-BFAB8146DE61}"/>
                </a:ext>
              </a:extLst>
            </p:cNvPr>
            <p:cNvSpPr/>
            <p:nvPr/>
          </p:nvSpPr>
          <p:spPr>
            <a:xfrm>
              <a:off x="7165144"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51" name="Freeform: Shape 2850">
              <a:extLst>
                <a:ext uri="{FF2B5EF4-FFF2-40B4-BE49-F238E27FC236}">
                  <a16:creationId xmlns:a16="http://schemas.microsoft.com/office/drawing/2014/main" id="{618454DC-994D-F705-8C84-A23998CC8F1F}"/>
                </a:ext>
              </a:extLst>
            </p:cNvPr>
            <p:cNvSpPr/>
            <p:nvPr/>
          </p:nvSpPr>
          <p:spPr>
            <a:xfrm>
              <a:off x="2366578"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52" name="Freeform: Shape 2851">
              <a:extLst>
                <a:ext uri="{FF2B5EF4-FFF2-40B4-BE49-F238E27FC236}">
                  <a16:creationId xmlns:a16="http://schemas.microsoft.com/office/drawing/2014/main" id="{BEAA989A-D735-AB8F-588F-4488EBA13942}"/>
                </a:ext>
              </a:extLst>
            </p:cNvPr>
            <p:cNvSpPr/>
            <p:nvPr/>
          </p:nvSpPr>
          <p:spPr>
            <a:xfrm>
              <a:off x="2480790"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53" name="Freeform: Shape 2852">
              <a:extLst>
                <a:ext uri="{FF2B5EF4-FFF2-40B4-BE49-F238E27FC236}">
                  <a16:creationId xmlns:a16="http://schemas.microsoft.com/office/drawing/2014/main" id="{5321667F-FE03-2A79-7AD1-A7AD0095A51D}"/>
                </a:ext>
              </a:extLst>
            </p:cNvPr>
            <p:cNvSpPr/>
            <p:nvPr/>
          </p:nvSpPr>
          <p:spPr>
            <a:xfrm>
              <a:off x="2595046"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54" name="Freeform: Shape 2853">
              <a:extLst>
                <a:ext uri="{FF2B5EF4-FFF2-40B4-BE49-F238E27FC236}">
                  <a16:creationId xmlns:a16="http://schemas.microsoft.com/office/drawing/2014/main" id="{2DF798F7-CE80-96BE-C9A1-7EC8992AE6CC}"/>
                </a:ext>
              </a:extLst>
            </p:cNvPr>
            <p:cNvSpPr/>
            <p:nvPr/>
          </p:nvSpPr>
          <p:spPr>
            <a:xfrm>
              <a:off x="2709301"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55" name="Freeform: Shape 2854">
              <a:extLst>
                <a:ext uri="{FF2B5EF4-FFF2-40B4-BE49-F238E27FC236}">
                  <a16:creationId xmlns:a16="http://schemas.microsoft.com/office/drawing/2014/main" id="{A5B0CCA6-01C8-05E8-1A11-CF1B049A1E9E}"/>
                </a:ext>
              </a:extLst>
            </p:cNvPr>
            <p:cNvSpPr/>
            <p:nvPr/>
          </p:nvSpPr>
          <p:spPr>
            <a:xfrm>
              <a:off x="2823557"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56" name="Freeform: Shape 2855">
              <a:extLst>
                <a:ext uri="{FF2B5EF4-FFF2-40B4-BE49-F238E27FC236}">
                  <a16:creationId xmlns:a16="http://schemas.microsoft.com/office/drawing/2014/main" id="{9B8811D2-080C-EF6E-629F-ED770A48D644}"/>
                </a:ext>
              </a:extLst>
            </p:cNvPr>
            <p:cNvSpPr/>
            <p:nvPr/>
          </p:nvSpPr>
          <p:spPr>
            <a:xfrm>
              <a:off x="2937813"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57" name="Freeform: Shape 2856">
              <a:extLst>
                <a:ext uri="{FF2B5EF4-FFF2-40B4-BE49-F238E27FC236}">
                  <a16:creationId xmlns:a16="http://schemas.microsoft.com/office/drawing/2014/main" id="{36E7F474-3A88-8841-2686-3F45C94B6C82}"/>
                </a:ext>
              </a:extLst>
            </p:cNvPr>
            <p:cNvSpPr/>
            <p:nvPr/>
          </p:nvSpPr>
          <p:spPr>
            <a:xfrm>
              <a:off x="3052069"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58" name="Freeform: Shape 2857">
              <a:extLst>
                <a:ext uri="{FF2B5EF4-FFF2-40B4-BE49-F238E27FC236}">
                  <a16:creationId xmlns:a16="http://schemas.microsoft.com/office/drawing/2014/main" id="{FE8CFAB0-205E-95FC-8B30-A435976C2D5B}"/>
                </a:ext>
              </a:extLst>
            </p:cNvPr>
            <p:cNvSpPr/>
            <p:nvPr/>
          </p:nvSpPr>
          <p:spPr>
            <a:xfrm>
              <a:off x="3166325"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59" name="Freeform: Shape 2858">
              <a:extLst>
                <a:ext uri="{FF2B5EF4-FFF2-40B4-BE49-F238E27FC236}">
                  <a16:creationId xmlns:a16="http://schemas.microsoft.com/office/drawing/2014/main" id="{C9A36FB9-5488-E75D-867E-C961B46987BC}"/>
                </a:ext>
              </a:extLst>
            </p:cNvPr>
            <p:cNvSpPr/>
            <p:nvPr/>
          </p:nvSpPr>
          <p:spPr>
            <a:xfrm>
              <a:off x="3280580"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60" name="Freeform: Shape 2859">
              <a:extLst>
                <a:ext uri="{FF2B5EF4-FFF2-40B4-BE49-F238E27FC236}">
                  <a16:creationId xmlns:a16="http://schemas.microsoft.com/office/drawing/2014/main" id="{3718C9A1-0705-F3B0-8AC0-3AAD942AC1AD}"/>
                </a:ext>
              </a:extLst>
            </p:cNvPr>
            <p:cNvSpPr/>
            <p:nvPr/>
          </p:nvSpPr>
          <p:spPr>
            <a:xfrm>
              <a:off x="3394836"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61" name="Freeform: Shape 2860">
              <a:extLst>
                <a:ext uri="{FF2B5EF4-FFF2-40B4-BE49-F238E27FC236}">
                  <a16:creationId xmlns:a16="http://schemas.microsoft.com/office/drawing/2014/main" id="{EB7B2F34-A62A-62D0-26E9-48770DAD951F}"/>
                </a:ext>
              </a:extLst>
            </p:cNvPr>
            <p:cNvSpPr/>
            <p:nvPr/>
          </p:nvSpPr>
          <p:spPr>
            <a:xfrm>
              <a:off x="3509092"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62" name="Freeform: Shape 2861">
              <a:extLst>
                <a:ext uri="{FF2B5EF4-FFF2-40B4-BE49-F238E27FC236}">
                  <a16:creationId xmlns:a16="http://schemas.microsoft.com/office/drawing/2014/main" id="{42CA7DFD-5E68-F966-F1E9-01B4EF1F26F4}"/>
                </a:ext>
              </a:extLst>
            </p:cNvPr>
            <p:cNvSpPr/>
            <p:nvPr/>
          </p:nvSpPr>
          <p:spPr>
            <a:xfrm>
              <a:off x="3623348"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63" name="Freeform: Shape 2862">
              <a:extLst>
                <a:ext uri="{FF2B5EF4-FFF2-40B4-BE49-F238E27FC236}">
                  <a16:creationId xmlns:a16="http://schemas.microsoft.com/office/drawing/2014/main" id="{22F32AF0-4F38-C223-C1AD-154F8E757B20}"/>
                </a:ext>
              </a:extLst>
            </p:cNvPr>
            <p:cNvSpPr/>
            <p:nvPr/>
          </p:nvSpPr>
          <p:spPr>
            <a:xfrm>
              <a:off x="3737603"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64" name="Freeform: Shape 2863">
              <a:extLst>
                <a:ext uri="{FF2B5EF4-FFF2-40B4-BE49-F238E27FC236}">
                  <a16:creationId xmlns:a16="http://schemas.microsoft.com/office/drawing/2014/main" id="{9BDB26F1-7645-4490-D294-516A5437E90E}"/>
                </a:ext>
              </a:extLst>
            </p:cNvPr>
            <p:cNvSpPr/>
            <p:nvPr/>
          </p:nvSpPr>
          <p:spPr>
            <a:xfrm>
              <a:off x="3851815"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65" name="Freeform: Shape 2864">
              <a:extLst>
                <a:ext uri="{FF2B5EF4-FFF2-40B4-BE49-F238E27FC236}">
                  <a16:creationId xmlns:a16="http://schemas.microsoft.com/office/drawing/2014/main" id="{BAAD9E1E-22FE-3C97-C481-0A40070DB74A}"/>
                </a:ext>
              </a:extLst>
            </p:cNvPr>
            <p:cNvSpPr/>
            <p:nvPr/>
          </p:nvSpPr>
          <p:spPr>
            <a:xfrm>
              <a:off x="3966071"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66" name="Freeform: Shape 2865">
              <a:extLst>
                <a:ext uri="{FF2B5EF4-FFF2-40B4-BE49-F238E27FC236}">
                  <a16:creationId xmlns:a16="http://schemas.microsoft.com/office/drawing/2014/main" id="{D36D3F1B-07BE-6632-8446-7099F9699E91}"/>
                </a:ext>
              </a:extLst>
            </p:cNvPr>
            <p:cNvSpPr/>
            <p:nvPr/>
          </p:nvSpPr>
          <p:spPr>
            <a:xfrm>
              <a:off x="4080327"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67" name="Freeform: Shape 2866">
              <a:extLst>
                <a:ext uri="{FF2B5EF4-FFF2-40B4-BE49-F238E27FC236}">
                  <a16:creationId xmlns:a16="http://schemas.microsoft.com/office/drawing/2014/main" id="{7F65A3FE-7F14-945A-6643-44034AF57885}"/>
                </a:ext>
              </a:extLst>
            </p:cNvPr>
            <p:cNvSpPr/>
            <p:nvPr/>
          </p:nvSpPr>
          <p:spPr>
            <a:xfrm>
              <a:off x="4194582"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68" name="Freeform: Shape 2867">
              <a:extLst>
                <a:ext uri="{FF2B5EF4-FFF2-40B4-BE49-F238E27FC236}">
                  <a16:creationId xmlns:a16="http://schemas.microsoft.com/office/drawing/2014/main" id="{1B1497BF-A534-29CC-450B-7A663EA83883}"/>
                </a:ext>
              </a:extLst>
            </p:cNvPr>
            <p:cNvSpPr/>
            <p:nvPr/>
          </p:nvSpPr>
          <p:spPr>
            <a:xfrm>
              <a:off x="4308838"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69" name="Freeform: Shape 2868">
              <a:extLst>
                <a:ext uri="{FF2B5EF4-FFF2-40B4-BE49-F238E27FC236}">
                  <a16:creationId xmlns:a16="http://schemas.microsoft.com/office/drawing/2014/main" id="{2E725733-D1B4-1113-73FB-F123642E9AD3}"/>
                </a:ext>
              </a:extLst>
            </p:cNvPr>
            <p:cNvSpPr/>
            <p:nvPr/>
          </p:nvSpPr>
          <p:spPr>
            <a:xfrm>
              <a:off x="4423094"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70" name="Freeform: Shape 2869">
              <a:extLst>
                <a:ext uri="{FF2B5EF4-FFF2-40B4-BE49-F238E27FC236}">
                  <a16:creationId xmlns:a16="http://schemas.microsoft.com/office/drawing/2014/main" id="{76D8A204-C010-AC57-AED1-98D4FDA4B09C}"/>
                </a:ext>
              </a:extLst>
            </p:cNvPr>
            <p:cNvSpPr/>
            <p:nvPr/>
          </p:nvSpPr>
          <p:spPr>
            <a:xfrm>
              <a:off x="4537350"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71" name="Freeform: Shape 2870">
              <a:extLst>
                <a:ext uri="{FF2B5EF4-FFF2-40B4-BE49-F238E27FC236}">
                  <a16:creationId xmlns:a16="http://schemas.microsoft.com/office/drawing/2014/main" id="{5CB98228-90C6-A75C-8563-090043D47F81}"/>
                </a:ext>
              </a:extLst>
            </p:cNvPr>
            <p:cNvSpPr/>
            <p:nvPr/>
          </p:nvSpPr>
          <p:spPr>
            <a:xfrm>
              <a:off x="4651605"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72" name="Freeform: Shape 2871">
              <a:extLst>
                <a:ext uri="{FF2B5EF4-FFF2-40B4-BE49-F238E27FC236}">
                  <a16:creationId xmlns:a16="http://schemas.microsoft.com/office/drawing/2014/main" id="{06B738AE-1446-F03A-E25D-D30B8A62BD69}"/>
                </a:ext>
              </a:extLst>
            </p:cNvPr>
            <p:cNvSpPr/>
            <p:nvPr/>
          </p:nvSpPr>
          <p:spPr>
            <a:xfrm>
              <a:off x="4765861"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73" name="Freeform: Shape 2872">
              <a:extLst>
                <a:ext uri="{FF2B5EF4-FFF2-40B4-BE49-F238E27FC236}">
                  <a16:creationId xmlns:a16="http://schemas.microsoft.com/office/drawing/2014/main" id="{E31AF7FE-7B62-BC1C-ED70-7FCF8458A2F3}"/>
                </a:ext>
              </a:extLst>
            </p:cNvPr>
            <p:cNvSpPr/>
            <p:nvPr/>
          </p:nvSpPr>
          <p:spPr>
            <a:xfrm>
              <a:off x="4880117"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74" name="Freeform: Shape 2873">
              <a:extLst>
                <a:ext uri="{FF2B5EF4-FFF2-40B4-BE49-F238E27FC236}">
                  <a16:creationId xmlns:a16="http://schemas.microsoft.com/office/drawing/2014/main" id="{82EE50BD-17C9-4185-48BB-5818D1637AE9}"/>
                </a:ext>
              </a:extLst>
            </p:cNvPr>
            <p:cNvSpPr/>
            <p:nvPr/>
          </p:nvSpPr>
          <p:spPr>
            <a:xfrm>
              <a:off x="4994373"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75" name="Freeform: Shape 2874">
              <a:extLst>
                <a:ext uri="{FF2B5EF4-FFF2-40B4-BE49-F238E27FC236}">
                  <a16:creationId xmlns:a16="http://schemas.microsoft.com/office/drawing/2014/main" id="{5DAF887A-C440-BEAF-E56E-EEA788B42AFE}"/>
                </a:ext>
              </a:extLst>
            </p:cNvPr>
            <p:cNvSpPr/>
            <p:nvPr/>
          </p:nvSpPr>
          <p:spPr>
            <a:xfrm>
              <a:off x="5108629"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76" name="Freeform: Shape 2875">
              <a:extLst>
                <a:ext uri="{FF2B5EF4-FFF2-40B4-BE49-F238E27FC236}">
                  <a16:creationId xmlns:a16="http://schemas.microsoft.com/office/drawing/2014/main" id="{24C4A1AC-6E70-F76B-E915-BF9BFA6E8406}"/>
                </a:ext>
              </a:extLst>
            </p:cNvPr>
            <p:cNvSpPr/>
            <p:nvPr/>
          </p:nvSpPr>
          <p:spPr>
            <a:xfrm>
              <a:off x="5222840"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77" name="Freeform: Shape 2876">
              <a:extLst>
                <a:ext uri="{FF2B5EF4-FFF2-40B4-BE49-F238E27FC236}">
                  <a16:creationId xmlns:a16="http://schemas.microsoft.com/office/drawing/2014/main" id="{ED087985-4408-443C-FE69-B6D569184149}"/>
                </a:ext>
              </a:extLst>
            </p:cNvPr>
            <p:cNvSpPr/>
            <p:nvPr/>
          </p:nvSpPr>
          <p:spPr>
            <a:xfrm>
              <a:off x="5337096"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78" name="Freeform: Shape 2877">
              <a:extLst>
                <a:ext uri="{FF2B5EF4-FFF2-40B4-BE49-F238E27FC236}">
                  <a16:creationId xmlns:a16="http://schemas.microsoft.com/office/drawing/2014/main" id="{6C3FFFEA-0C7F-59A0-BBB1-3A32C75C5452}"/>
                </a:ext>
              </a:extLst>
            </p:cNvPr>
            <p:cNvSpPr/>
            <p:nvPr/>
          </p:nvSpPr>
          <p:spPr>
            <a:xfrm>
              <a:off x="5451352"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79" name="Freeform: Shape 2878">
              <a:extLst>
                <a:ext uri="{FF2B5EF4-FFF2-40B4-BE49-F238E27FC236}">
                  <a16:creationId xmlns:a16="http://schemas.microsoft.com/office/drawing/2014/main" id="{03AC991C-3CB1-5D87-8D99-770F05646EF5}"/>
                </a:ext>
              </a:extLst>
            </p:cNvPr>
            <p:cNvSpPr/>
            <p:nvPr/>
          </p:nvSpPr>
          <p:spPr>
            <a:xfrm>
              <a:off x="5565608"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80" name="Freeform: Shape 2879">
              <a:extLst>
                <a:ext uri="{FF2B5EF4-FFF2-40B4-BE49-F238E27FC236}">
                  <a16:creationId xmlns:a16="http://schemas.microsoft.com/office/drawing/2014/main" id="{877EA2E0-605E-CE8F-D656-699C19DF002C}"/>
                </a:ext>
              </a:extLst>
            </p:cNvPr>
            <p:cNvSpPr/>
            <p:nvPr/>
          </p:nvSpPr>
          <p:spPr>
            <a:xfrm>
              <a:off x="5679863"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81" name="Freeform: Shape 2880">
              <a:extLst>
                <a:ext uri="{FF2B5EF4-FFF2-40B4-BE49-F238E27FC236}">
                  <a16:creationId xmlns:a16="http://schemas.microsoft.com/office/drawing/2014/main" id="{FA273DEE-D209-7807-F0EF-A371C56BE3B0}"/>
                </a:ext>
              </a:extLst>
            </p:cNvPr>
            <p:cNvSpPr/>
            <p:nvPr/>
          </p:nvSpPr>
          <p:spPr>
            <a:xfrm>
              <a:off x="5794119"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82" name="Freeform: Shape 2881">
              <a:extLst>
                <a:ext uri="{FF2B5EF4-FFF2-40B4-BE49-F238E27FC236}">
                  <a16:creationId xmlns:a16="http://schemas.microsoft.com/office/drawing/2014/main" id="{AC8D545C-F502-58DA-71BD-06FF2D81D54A}"/>
                </a:ext>
              </a:extLst>
            </p:cNvPr>
            <p:cNvSpPr/>
            <p:nvPr/>
          </p:nvSpPr>
          <p:spPr>
            <a:xfrm>
              <a:off x="5908375"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83" name="Freeform: Shape 2882">
              <a:extLst>
                <a:ext uri="{FF2B5EF4-FFF2-40B4-BE49-F238E27FC236}">
                  <a16:creationId xmlns:a16="http://schemas.microsoft.com/office/drawing/2014/main" id="{06F500C2-939C-7FB4-065F-D169BDBB1C79}"/>
                </a:ext>
              </a:extLst>
            </p:cNvPr>
            <p:cNvSpPr/>
            <p:nvPr/>
          </p:nvSpPr>
          <p:spPr>
            <a:xfrm>
              <a:off x="6022631"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84" name="Freeform: Shape 2883">
              <a:extLst>
                <a:ext uri="{FF2B5EF4-FFF2-40B4-BE49-F238E27FC236}">
                  <a16:creationId xmlns:a16="http://schemas.microsoft.com/office/drawing/2014/main" id="{53F5A0A4-9D12-42FB-735E-10813D565DF8}"/>
                </a:ext>
              </a:extLst>
            </p:cNvPr>
            <p:cNvSpPr/>
            <p:nvPr/>
          </p:nvSpPr>
          <p:spPr>
            <a:xfrm>
              <a:off x="6136886"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85" name="Freeform: Shape 2884">
              <a:extLst>
                <a:ext uri="{FF2B5EF4-FFF2-40B4-BE49-F238E27FC236}">
                  <a16:creationId xmlns:a16="http://schemas.microsoft.com/office/drawing/2014/main" id="{B9815639-E39B-EE46-544F-953CA94A23C3}"/>
                </a:ext>
              </a:extLst>
            </p:cNvPr>
            <p:cNvSpPr/>
            <p:nvPr/>
          </p:nvSpPr>
          <p:spPr>
            <a:xfrm>
              <a:off x="6251142"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86" name="Freeform: Shape 2885">
              <a:extLst>
                <a:ext uri="{FF2B5EF4-FFF2-40B4-BE49-F238E27FC236}">
                  <a16:creationId xmlns:a16="http://schemas.microsoft.com/office/drawing/2014/main" id="{73B49B34-36EA-28B8-BF1F-8FE5885F6A63}"/>
                </a:ext>
              </a:extLst>
            </p:cNvPr>
            <p:cNvSpPr/>
            <p:nvPr/>
          </p:nvSpPr>
          <p:spPr>
            <a:xfrm>
              <a:off x="6365398"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87" name="Freeform: Shape 2886">
              <a:extLst>
                <a:ext uri="{FF2B5EF4-FFF2-40B4-BE49-F238E27FC236}">
                  <a16:creationId xmlns:a16="http://schemas.microsoft.com/office/drawing/2014/main" id="{9CDAA64D-9AD2-B84C-CC81-B834CACE25FF}"/>
                </a:ext>
              </a:extLst>
            </p:cNvPr>
            <p:cNvSpPr/>
            <p:nvPr/>
          </p:nvSpPr>
          <p:spPr>
            <a:xfrm>
              <a:off x="6479610"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88" name="Freeform: Shape 2887">
              <a:extLst>
                <a:ext uri="{FF2B5EF4-FFF2-40B4-BE49-F238E27FC236}">
                  <a16:creationId xmlns:a16="http://schemas.microsoft.com/office/drawing/2014/main" id="{88BB6A35-483A-A1E8-AE65-CCC6D2F55AA6}"/>
                </a:ext>
              </a:extLst>
            </p:cNvPr>
            <p:cNvSpPr/>
            <p:nvPr/>
          </p:nvSpPr>
          <p:spPr>
            <a:xfrm>
              <a:off x="6593865"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89" name="Freeform: Shape 2888">
              <a:extLst>
                <a:ext uri="{FF2B5EF4-FFF2-40B4-BE49-F238E27FC236}">
                  <a16:creationId xmlns:a16="http://schemas.microsoft.com/office/drawing/2014/main" id="{F0022147-9F81-A654-2C63-CDC480C7332C}"/>
                </a:ext>
              </a:extLst>
            </p:cNvPr>
            <p:cNvSpPr/>
            <p:nvPr/>
          </p:nvSpPr>
          <p:spPr>
            <a:xfrm>
              <a:off x="6708121" y="411723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90" name="Freeform: Shape 2889">
              <a:extLst>
                <a:ext uri="{FF2B5EF4-FFF2-40B4-BE49-F238E27FC236}">
                  <a16:creationId xmlns:a16="http://schemas.microsoft.com/office/drawing/2014/main" id="{2B91663A-D6F8-66FB-FD4F-A5AAA1029B2E}"/>
                </a:ext>
              </a:extLst>
            </p:cNvPr>
            <p:cNvSpPr/>
            <p:nvPr/>
          </p:nvSpPr>
          <p:spPr>
            <a:xfrm>
              <a:off x="6822377"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91" name="Freeform: Shape 2890">
              <a:extLst>
                <a:ext uri="{FF2B5EF4-FFF2-40B4-BE49-F238E27FC236}">
                  <a16:creationId xmlns:a16="http://schemas.microsoft.com/office/drawing/2014/main" id="{786FF5DF-1798-98EF-68D5-1E3CF2F0E0CD}"/>
                </a:ext>
              </a:extLst>
            </p:cNvPr>
            <p:cNvSpPr/>
            <p:nvPr/>
          </p:nvSpPr>
          <p:spPr>
            <a:xfrm>
              <a:off x="6936633"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92" name="Freeform: Shape 2891">
              <a:extLst>
                <a:ext uri="{FF2B5EF4-FFF2-40B4-BE49-F238E27FC236}">
                  <a16:creationId xmlns:a16="http://schemas.microsoft.com/office/drawing/2014/main" id="{A6D62C35-97D1-5F7B-4190-C7B16DF7A841}"/>
                </a:ext>
              </a:extLst>
            </p:cNvPr>
            <p:cNvSpPr/>
            <p:nvPr/>
          </p:nvSpPr>
          <p:spPr>
            <a:xfrm>
              <a:off x="7050888" y="411723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93" name="Freeform: Shape 2892">
              <a:extLst>
                <a:ext uri="{FF2B5EF4-FFF2-40B4-BE49-F238E27FC236}">
                  <a16:creationId xmlns:a16="http://schemas.microsoft.com/office/drawing/2014/main" id="{F2A8DF20-B823-5535-9FD9-D848E722BF64}"/>
                </a:ext>
              </a:extLst>
            </p:cNvPr>
            <p:cNvSpPr/>
            <p:nvPr/>
          </p:nvSpPr>
          <p:spPr>
            <a:xfrm>
              <a:off x="7165144"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94" name="Freeform: Shape 2893">
              <a:extLst>
                <a:ext uri="{FF2B5EF4-FFF2-40B4-BE49-F238E27FC236}">
                  <a16:creationId xmlns:a16="http://schemas.microsoft.com/office/drawing/2014/main" id="{B4DC9B14-ADFB-2000-F987-1D1699D7C63E}"/>
                </a:ext>
              </a:extLst>
            </p:cNvPr>
            <p:cNvSpPr/>
            <p:nvPr/>
          </p:nvSpPr>
          <p:spPr>
            <a:xfrm>
              <a:off x="2366578"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95" name="Freeform: Shape 2894">
              <a:extLst>
                <a:ext uri="{FF2B5EF4-FFF2-40B4-BE49-F238E27FC236}">
                  <a16:creationId xmlns:a16="http://schemas.microsoft.com/office/drawing/2014/main" id="{E956E27D-9F59-AFAE-5D3F-D35498D865A8}"/>
                </a:ext>
              </a:extLst>
            </p:cNvPr>
            <p:cNvSpPr/>
            <p:nvPr/>
          </p:nvSpPr>
          <p:spPr>
            <a:xfrm>
              <a:off x="2480790"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96" name="Freeform: Shape 2895">
              <a:extLst>
                <a:ext uri="{FF2B5EF4-FFF2-40B4-BE49-F238E27FC236}">
                  <a16:creationId xmlns:a16="http://schemas.microsoft.com/office/drawing/2014/main" id="{03316444-AFC1-D426-03E4-25AEBC74AF0D}"/>
                </a:ext>
              </a:extLst>
            </p:cNvPr>
            <p:cNvSpPr/>
            <p:nvPr/>
          </p:nvSpPr>
          <p:spPr>
            <a:xfrm>
              <a:off x="2595046"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97" name="Freeform: Shape 2896">
              <a:extLst>
                <a:ext uri="{FF2B5EF4-FFF2-40B4-BE49-F238E27FC236}">
                  <a16:creationId xmlns:a16="http://schemas.microsoft.com/office/drawing/2014/main" id="{7EF92417-EEF3-C7F4-879F-2FC64EFEC1DC}"/>
                </a:ext>
              </a:extLst>
            </p:cNvPr>
            <p:cNvSpPr/>
            <p:nvPr/>
          </p:nvSpPr>
          <p:spPr>
            <a:xfrm>
              <a:off x="2709301"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98" name="Freeform: Shape 2897">
              <a:extLst>
                <a:ext uri="{FF2B5EF4-FFF2-40B4-BE49-F238E27FC236}">
                  <a16:creationId xmlns:a16="http://schemas.microsoft.com/office/drawing/2014/main" id="{7A74F809-F514-1F8C-9EEF-D61A308B2A94}"/>
                </a:ext>
              </a:extLst>
            </p:cNvPr>
            <p:cNvSpPr/>
            <p:nvPr/>
          </p:nvSpPr>
          <p:spPr>
            <a:xfrm>
              <a:off x="2823557"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99" name="Freeform: Shape 2898">
              <a:extLst>
                <a:ext uri="{FF2B5EF4-FFF2-40B4-BE49-F238E27FC236}">
                  <a16:creationId xmlns:a16="http://schemas.microsoft.com/office/drawing/2014/main" id="{5EEC8152-1A5A-A266-85A7-7E10D493E456}"/>
                </a:ext>
              </a:extLst>
            </p:cNvPr>
            <p:cNvSpPr/>
            <p:nvPr/>
          </p:nvSpPr>
          <p:spPr>
            <a:xfrm>
              <a:off x="2937813"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00" name="Freeform: Shape 2899">
              <a:extLst>
                <a:ext uri="{FF2B5EF4-FFF2-40B4-BE49-F238E27FC236}">
                  <a16:creationId xmlns:a16="http://schemas.microsoft.com/office/drawing/2014/main" id="{C4151710-3901-DBB2-8742-11EB3DE51DC0}"/>
                </a:ext>
              </a:extLst>
            </p:cNvPr>
            <p:cNvSpPr/>
            <p:nvPr/>
          </p:nvSpPr>
          <p:spPr>
            <a:xfrm>
              <a:off x="3052069"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01" name="Freeform: Shape 2900">
              <a:extLst>
                <a:ext uri="{FF2B5EF4-FFF2-40B4-BE49-F238E27FC236}">
                  <a16:creationId xmlns:a16="http://schemas.microsoft.com/office/drawing/2014/main" id="{9338406D-F2C8-B827-AA47-41426DF7370E}"/>
                </a:ext>
              </a:extLst>
            </p:cNvPr>
            <p:cNvSpPr/>
            <p:nvPr/>
          </p:nvSpPr>
          <p:spPr>
            <a:xfrm>
              <a:off x="3166325"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02" name="Freeform: Shape 2901">
              <a:extLst>
                <a:ext uri="{FF2B5EF4-FFF2-40B4-BE49-F238E27FC236}">
                  <a16:creationId xmlns:a16="http://schemas.microsoft.com/office/drawing/2014/main" id="{7268184D-D5D9-C177-9F32-5DCCB0624EC7}"/>
                </a:ext>
              </a:extLst>
            </p:cNvPr>
            <p:cNvSpPr/>
            <p:nvPr/>
          </p:nvSpPr>
          <p:spPr>
            <a:xfrm>
              <a:off x="3280580"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03" name="Freeform: Shape 2902">
              <a:extLst>
                <a:ext uri="{FF2B5EF4-FFF2-40B4-BE49-F238E27FC236}">
                  <a16:creationId xmlns:a16="http://schemas.microsoft.com/office/drawing/2014/main" id="{94C9FBD9-E242-F8BB-8DEB-B19FA6BFAA66}"/>
                </a:ext>
              </a:extLst>
            </p:cNvPr>
            <p:cNvSpPr/>
            <p:nvPr/>
          </p:nvSpPr>
          <p:spPr>
            <a:xfrm>
              <a:off x="3394836"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04" name="Freeform: Shape 2903">
              <a:extLst>
                <a:ext uri="{FF2B5EF4-FFF2-40B4-BE49-F238E27FC236}">
                  <a16:creationId xmlns:a16="http://schemas.microsoft.com/office/drawing/2014/main" id="{90ECFF7E-58DB-0D3D-8941-69675E3AB1A0}"/>
                </a:ext>
              </a:extLst>
            </p:cNvPr>
            <p:cNvSpPr/>
            <p:nvPr/>
          </p:nvSpPr>
          <p:spPr>
            <a:xfrm>
              <a:off x="3509092"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05" name="Freeform: Shape 2904">
              <a:extLst>
                <a:ext uri="{FF2B5EF4-FFF2-40B4-BE49-F238E27FC236}">
                  <a16:creationId xmlns:a16="http://schemas.microsoft.com/office/drawing/2014/main" id="{95D4E427-65A1-60A8-761A-B89F7329CD08}"/>
                </a:ext>
              </a:extLst>
            </p:cNvPr>
            <p:cNvSpPr/>
            <p:nvPr/>
          </p:nvSpPr>
          <p:spPr>
            <a:xfrm>
              <a:off x="3623348"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06" name="Freeform: Shape 2905">
              <a:extLst>
                <a:ext uri="{FF2B5EF4-FFF2-40B4-BE49-F238E27FC236}">
                  <a16:creationId xmlns:a16="http://schemas.microsoft.com/office/drawing/2014/main" id="{48D56493-D817-6DA9-C120-68CF4809A8CC}"/>
                </a:ext>
              </a:extLst>
            </p:cNvPr>
            <p:cNvSpPr/>
            <p:nvPr/>
          </p:nvSpPr>
          <p:spPr>
            <a:xfrm>
              <a:off x="3737603"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07" name="Freeform: Shape 2906">
              <a:extLst>
                <a:ext uri="{FF2B5EF4-FFF2-40B4-BE49-F238E27FC236}">
                  <a16:creationId xmlns:a16="http://schemas.microsoft.com/office/drawing/2014/main" id="{A923969D-649E-F1D1-FF47-F2BE704764AF}"/>
                </a:ext>
              </a:extLst>
            </p:cNvPr>
            <p:cNvSpPr/>
            <p:nvPr/>
          </p:nvSpPr>
          <p:spPr>
            <a:xfrm>
              <a:off x="3851815"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08" name="Freeform: Shape 2907">
              <a:extLst>
                <a:ext uri="{FF2B5EF4-FFF2-40B4-BE49-F238E27FC236}">
                  <a16:creationId xmlns:a16="http://schemas.microsoft.com/office/drawing/2014/main" id="{63FC77B2-C9BC-00ED-3F64-06FF8DCC2FCE}"/>
                </a:ext>
              </a:extLst>
            </p:cNvPr>
            <p:cNvSpPr/>
            <p:nvPr/>
          </p:nvSpPr>
          <p:spPr>
            <a:xfrm>
              <a:off x="3966071"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09" name="Freeform: Shape 2908">
              <a:extLst>
                <a:ext uri="{FF2B5EF4-FFF2-40B4-BE49-F238E27FC236}">
                  <a16:creationId xmlns:a16="http://schemas.microsoft.com/office/drawing/2014/main" id="{EB07F6AB-D4EF-890F-B7F8-5F1B3DEB5602}"/>
                </a:ext>
              </a:extLst>
            </p:cNvPr>
            <p:cNvSpPr/>
            <p:nvPr/>
          </p:nvSpPr>
          <p:spPr>
            <a:xfrm>
              <a:off x="4080327"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10" name="Freeform: Shape 2909">
              <a:extLst>
                <a:ext uri="{FF2B5EF4-FFF2-40B4-BE49-F238E27FC236}">
                  <a16:creationId xmlns:a16="http://schemas.microsoft.com/office/drawing/2014/main" id="{D3E45D77-6B5C-D942-45C6-5D0BE58B0180}"/>
                </a:ext>
              </a:extLst>
            </p:cNvPr>
            <p:cNvSpPr/>
            <p:nvPr/>
          </p:nvSpPr>
          <p:spPr>
            <a:xfrm>
              <a:off x="4194582"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11" name="Freeform: Shape 2910">
              <a:extLst>
                <a:ext uri="{FF2B5EF4-FFF2-40B4-BE49-F238E27FC236}">
                  <a16:creationId xmlns:a16="http://schemas.microsoft.com/office/drawing/2014/main" id="{E69660E5-EC94-FD49-D8F8-8098D60032DB}"/>
                </a:ext>
              </a:extLst>
            </p:cNvPr>
            <p:cNvSpPr/>
            <p:nvPr/>
          </p:nvSpPr>
          <p:spPr>
            <a:xfrm>
              <a:off x="4308838"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12" name="Freeform: Shape 2911">
              <a:extLst>
                <a:ext uri="{FF2B5EF4-FFF2-40B4-BE49-F238E27FC236}">
                  <a16:creationId xmlns:a16="http://schemas.microsoft.com/office/drawing/2014/main" id="{9BC13448-E177-EC52-44F7-8C8A274F02A4}"/>
                </a:ext>
              </a:extLst>
            </p:cNvPr>
            <p:cNvSpPr/>
            <p:nvPr/>
          </p:nvSpPr>
          <p:spPr>
            <a:xfrm>
              <a:off x="4423094"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13" name="Freeform: Shape 2912">
              <a:extLst>
                <a:ext uri="{FF2B5EF4-FFF2-40B4-BE49-F238E27FC236}">
                  <a16:creationId xmlns:a16="http://schemas.microsoft.com/office/drawing/2014/main" id="{03181440-99E0-1E8B-0621-B6DBB5C1FC31}"/>
                </a:ext>
              </a:extLst>
            </p:cNvPr>
            <p:cNvSpPr/>
            <p:nvPr/>
          </p:nvSpPr>
          <p:spPr>
            <a:xfrm>
              <a:off x="4537350"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14" name="Freeform: Shape 2913">
              <a:extLst>
                <a:ext uri="{FF2B5EF4-FFF2-40B4-BE49-F238E27FC236}">
                  <a16:creationId xmlns:a16="http://schemas.microsoft.com/office/drawing/2014/main" id="{927688DD-B2E1-B6DA-4066-7365BB9143B6}"/>
                </a:ext>
              </a:extLst>
            </p:cNvPr>
            <p:cNvSpPr/>
            <p:nvPr/>
          </p:nvSpPr>
          <p:spPr>
            <a:xfrm>
              <a:off x="4651605"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15" name="Freeform: Shape 2914">
              <a:extLst>
                <a:ext uri="{FF2B5EF4-FFF2-40B4-BE49-F238E27FC236}">
                  <a16:creationId xmlns:a16="http://schemas.microsoft.com/office/drawing/2014/main" id="{64C14F86-8EF9-576C-AF28-F823CB7DC704}"/>
                </a:ext>
              </a:extLst>
            </p:cNvPr>
            <p:cNvSpPr/>
            <p:nvPr/>
          </p:nvSpPr>
          <p:spPr>
            <a:xfrm>
              <a:off x="4765861"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16" name="Freeform: Shape 2915">
              <a:extLst>
                <a:ext uri="{FF2B5EF4-FFF2-40B4-BE49-F238E27FC236}">
                  <a16:creationId xmlns:a16="http://schemas.microsoft.com/office/drawing/2014/main" id="{9B6BEDAC-1DE0-B8B0-3425-E93ED8478C23}"/>
                </a:ext>
              </a:extLst>
            </p:cNvPr>
            <p:cNvSpPr/>
            <p:nvPr/>
          </p:nvSpPr>
          <p:spPr>
            <a:xfrm>
              <a:off x="4880117"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17" name="Freeform: Shape 2916">
              <a:extLst>
                <a:ext uri="{FF2B5EF4-FFF2-40B4-BE49-F238E27FC236}">
                  <a16:creationId xmlns:a16="http://schemas.microsoft.com/office/drawing/2014/main" id="{7669ACAF-9CCC-AF40-6E4A-E11206236A7C}"/>
                </a:ext>
              </a:extLst>
            </p:cNvPr>
            <p:cNvSpPr/>
            <p:nvPr/>
          </p:nvSpPr>
          <p:spPr>
            <a:xfrm>
              <a:off x="4994373"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18" name="Freeform: Shape 2917">
              <a:extLst>
                <a:ext uri="{FF2B5EF4-FFF2-40B4-BE49-F238E27FC236}">
                  <a16:creationId xmlns:a16="http://schemas.microsoft.com/office/drawing/2014/main" id="{6BCFD043-18BD-EA95-C2AF-BD3631906F11}"/>
                </a:ext>
              </a:extLst>
            </p:cNvPr>
            <p:cNvSpPr/>
            <p:nvPr/>
          </p:nvSpPr>
          <p:spPr>
            <a:xfrm>
              <a:off x="5108629"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19" name="Freeform: Shape 2918">
              <a:extLst>
                <a:ext uri="{FF2B5EF4-FFF2-40B4-BE49-F238E27FC236}">
                  <a16:creationId xmlns:a16="http://schemas.microsoft.com/office/drawing/2014/main" id="{31632B92-5F7C-8F27-C54C-30F7CFB6371F}"/>
                </a:ext>
              </a:extLst>
            </p:cNvPr>
            <p:cNvSpPr/>
            <p:nvPr/>
          </p:nvSpPr>
          <p:spPr>
            <a:xfrm>
              <a:off x="5222840"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20" name="Freeform: Shape 2919">
              <a:extLst>
                <a:ext uri="{FF2B5EF4-FFF2-40B4-BE49-F238E27FC236}">
                  <a16:creationId xmlns:a16="http://schemas.microsoft.com/office/drawing/2014/main" id="{A80582E9-4D20-F41D-5904-74EA11BE8B81}"/>
                </a:ext>
              </a:extLst>
            </p:cNvPr>
            <p:cNvSpPr/>
            <p:nvPr/>
          </p:nvSpPr>
          <p:spPr>
            <a:xfrm>
              <a:off x="5337096"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21" name="Freeform: Shape 2920">
              <a:extLst>
                <a:ext uri="{FF2B5EF4-FFF2-40B4-BE49-F238E27FC236}">
                  <a16:creationId xmlns:a16="http://schemas.microsoft.com/office/drawing/2014/main" id="{4A7FB25E-7E19-2442-31B5-947471ECB91C}"/>
                </a:ext>
              </a:extLst>
            </p:cNvPr>
            <p:cNvSpPr/>
            <p:nvPr/>
          </p:nvSpPr>
          <p:spPr>
            <a:xfrm>
              <a:off x="5451352"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22" name="Freeform: Shape 2921">
              <a:extLst>
                <a:ext uri="{FF2B5EF4-FFF2-40B4-BE49-F238E27FC236}">
                  <a16:creationId xmlns:a16="http://schemas.microsoft.com/office/drawing/2014/main" id="{12A0DCDC-73EE-4BAC-DD79-52B3543D6950}"/>
                </a:ext>
              </a:extLst>
            </p:cNvPr>
            <p:cNvSpPr/>
            <p:nvPr/>
          </p:nvSpPr>
          <p:spPr>
            <a:xfrm>
              <a:off x="5565608"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23" name="Freeform: Shape 2922">
              <a:extLst>
                <a:ext uri="{FF2B5EF4-FFF2-40B4-BE49-F238E27FC236}">
                  <a16:creationId xmlns:a16="http://schemas.microsoft.com/office/drawing/2014/main" id="{3BC2EC15-0E08-0596-1281-E7C97059B8DB}"/>
                </a:ext>
              </a:extLst>
            </p:cNvPr>
            <p:cNvSpPr/>
            <p:nvPr/>
          </p:nvSpPr>
          <p:spPr>
            <a:xfrm>
              <a:off x="5679863"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24" name="Freeform: Shape 2923">
              <a:extLst>
                <a:ext uri="{FF2B5EF4-FFF2-40B4-BE49-F238E27FC236}">
                  <a16:creationId xmlns:a16="http://schemas.microsoft.com/office/drawing/2014/main" id="{30EE9150-837A-AA7B-993F-9BBD97497274}"/>
                </a:ext>
              </a:extLst>
            </p:cNvPr>
            <p:cNvSpPr/>
            <p:nvPr/>
          </p:nvSpPr>
          <p:spPr>
            <a:xfrm>
              <a:off x="5794119"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25" name="Freeform: Shape 2924">
              <a:extLst>
                <a:ext uri="{FF2B5EF4-FFF2-40B4-BE49-F238E27FC236}">
                  <a16:creationId xmlns:a16="http://schemas.microsoft.com/office/drawing/2014/main" id="{C550169F-1EC0-F238-0F63-DB07765356B6}"/>
                </a:ext>
              </a:extLst>
            </p:cNvPr>
            <p:cNvSpPr/>
            <p:nvPr/>
          </p:nvSpPr>
          <p:spPr>
            <a:xfrm>
              <a:off x="5908375"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26" name="Freeform: Shape 2925">
              <a:extLst>
                <a:ext uri="{FF2B5EF4-FFF2-40B4-BE49-F238E27FC236}">
                  <a16:creationId xmlns:a16="http://schemas.microsoft.com/office/drawing/2014/main" id="{EEE093C1-D2B8-3907-20B8-799CCE26C3DB}"/>
                </a:ext>
              </a:extLst>
            </p:cNvPr>
            <p:cNvSpPr/>
            <p:nvPr/>
          </p:nvSpPr>
          <p:spPr>
            <a:xfrm>
              <a:off x="6022631"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27" name="Freeform: Shape 2926">
              <a:extLst>
                <a:ext uri="{FF2B5EF4-FFF2-40B4-BE49-F238E27FC236}">
                  <a16:creationId xmlns:a16="http://schemas.microsoft.com/office/drawing/2014/main" id="{1E428F30-A2C9-7177-26D8-C4B5A0564841}"/>
                </a:ext>
              </a:extLst>
            </p:cNvPr>
            <p:cNvSpPr/>
            <p:nvPr/>
          </p:nvSpPr>
          <p:spPr>
            <a:xfrm>
              <a:off x="6136886"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28" name="Freeform: Shape 2927">
              <a:extLst>
                <a:ext uri="{FF2B5EF4-FFF2-40B4-BE49-F238E27FC236}">
                  <a16:creationId xmlns:a16="http://schemas.microsoft.com/office/drawing/2014/main" id="{EF8599B6-B822-8DC6-3FEF-3BF429ADC5FC}"/>
                </a:ext>
              </a:extLst>
            </p:cNvPr>
            <p:cNvSpPr/>
            <p:nvPr/>
          </p:nvSpPr>
          <p:spPr>
            <a:xfrm>
              <a:off x="6251142"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29" name="Freeform: Shape 2928">
              <a:extLst>
                <a:ext uri="{FF2B5EF4-FFF2-40B4-BE49-F238E27FC236}">
                  <a16:creationId xmlns:a16="http://schemas.microsoft.com/office/drawing/2014/main" id="{43CC59BF-C308-32A3-283B-3D2B0BE69DBB}"/>
                </a:ext>
              </a:extLst>
            </p:cNvPr>
            <p:cNvSpPr/>
            <p:nvPr/>
          </p:nvSpPr>
          <p:spPr>
            <a:xfrm>
              <a:off x="6365398"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30" name="Freeform: Shape 2929">
              <a:extLst>
                <a:ext uri="{FF2B5EF4-FFF2-40B4-BE49-F238E27FC236}">
                  <a16:creationId xmlns:a16="http://schemas.microsoft.com/office/drawing/2014/main" id="{8D613B7A-8808-D5AB-D253-528FAA66D188}"/>
                </a:ext>
              </a:extLst>
            </p:cNvPr>
            <p:cNvSpPr/>
            <p:nvPr/>
          </p:nvSpPr>
          <p:spPr>
            <a:xfrm>
              <a:off x="6479610"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31" name="Freeform: Shape 2930">
              <a:extLst>
                <a:ext uri="{FF2B5EF4-FFF2-40B4-BE49-F238E27FC236}">
                  <a16:creationId xmlns:a16="http://schemas.microsoft.com/office/drawing/2014/main" id="{BC5E8908-252A-DAAD-F096-7D969535967D}"/>
                </a:ext>
              </a:extLst>
            </p:cNvPr>
            <p:cNvSpPr/>
            <p:nvPr/>
          </p:nvSpPr>
          <p:spPr>
            <a:xfrm>
              <a:off x="6593865"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32" name="Freeform: Shape 2931">
              <a:extLst>
                <a:ext uri="{FF2B5EF4-FFF2-40B4-BE49-F238E27FC236}">
                  <a16:creationId xmlns:a16="http://schemas.microsoft.com/office/drawing/2014/main" id="{D1215F19-764B-E0EA-A546-132A53B835D1}"/>
                </a:ext>
              </a:extLst>
            </p:cNvPr>
            <p:cNvSpPr/>
            <p:nvPr/>
          </p:nvSpPr>
          <p:spPr>
            <a:xfrm>
              <a:off x="6708121" y="423144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33" name="Freeform: Shape 2932">
              <a:extLst>
                <a:ext uri="{FF2B5EF4-FFF2-40B4-BE49-F238E27FC236}">
                  <a16:creationId xmlns:a16="http://schemas.microsoft.com/office/drawing/2014/main" id="{2B63E7F2-26A6-B363-CD39-BEB4895EF35E}"/>
                </a:ext>
              </a:extLst>
            </p:cNvPr>
            <p:cNvSpPr/>
            <p:nvPr/>
          </p:nvSpPr>
          <p:spPr>
            <a:xfrm>
              <a:off x="6822377"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34" name="Freeform: Shape 2933">
              <a:extLst>
                <a:ext uri="{FF2B5EF4-FFF2-40B4-BE49-F238E27FC236}">
                  <a16:creationId xmlns:a16="http://schemas.microsoft.com/office/drawing/2014/main" id="{2250006A-10E8-D0C5-F4CB-60A3E60D4A2B}"/>
                </a:ext>
              </a:extLst>
            </p:cNvPr>
            <p:cNvSpPr/>
            <p:nvPr/>
          </p:nvSpPr>
          <p:spPr>
            <a:xfrm>
              <a:off x="6936633"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35" name="Freeform: Shape 2934">
              <a:extLst>
                <a:ext uri="{FF2B5EF4-FFF2-40B4-BE49-F238E27FC236}">
                  <a16:creationId xmlns:a16="http://schemas.microsoft.com/office/drawing/2014/main" id="{BCC233B1-52C4-B8BA-5DF1-F479AD5E29E1}"/>
                </a:ext>
              </a:extLst>
            </p:cNvPr>
            <p:cNvSpPr/>
            <p:nvPr/>
          </p:nvSpPr>
          <p:spPr>
            <a:xfrm>
              <a:off x="7050888" y="423144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36" name="Freeform: Shape 2935">
              <a:extLst>
                <a:ext uri="{FF2B5EF4-FFF2-40B4-BE49-F238E27FC236}">
                  <a16:creationId xmlns:a16="http://schemas.microsoft.com/office/drawing/2014/main" id="{D7DA0280-85B1-B5CC-C1B4-41E219376B46}"/>
                </a:ext>
              </a:extLst>
            </p:cNvPr>
            <p:cNvSpPr/>
            <p:nvPr/>
          </p:nvSpPr>
          <p:spPr>
            <a:xfrm>
              <a:off x="7165144"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37" name="Freeform: Shape 2936">
              <a:extLst>
                <a:ext uri="{FF2B5EF4-FFF2-40B4-BE49-F238E27FC236}">
                  <a16:creationId xmlns:a16="http://schemas.microsoft.com/office/drawing/2014/main" id="{52A65779-F899-D9F9-D18E-AEA860D89094}"/>
                </a:ext>
              </a:extLst>
            </p:cNvPr>
            <p:cNvSpPr/>
            <p:nvPr/>
          </p:nvSpPr>
          <p:spPr>
            <a:xfrm>
              <a:off x="2366578"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38" name="Freeform: Shape 2937">
              <a:extLst>
                <a:ext uri="{FF2B5EF4-FFF2-40B4-BE49-F238E27FC236}">
                  <a16:creationId xmlns:a16="http://schemas.microsoft.com/office/drawing/2014/main" id="{299E68E9-782C-70A3-118A-5F6623B140B3}"/>
                </a:ext>
              </a:extLst>
            </p:cNvPr>
            <p:cNvSpPr/>
            <p:nvPr/>
          </p:nvSpPr>
          <p:spPr>
            <a:xfrm>
              <a:off x="2480790"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39" name="Freeform: Shape 2938">
              <a:extLst>
                <a:ext uri="{FF2B5EF4-FFF2-40B4-BE49-F238E27FC236}">
                  <a16:creationId xmlns:a16="http://schemas.microsoft.com/office/drawing/2014/main" id="{FF2CB078-9C52-D3FA-C54C-B2914A561300}"/>
                </a:ext>
              </a:extLst>
            </p:cNvPr>
            <p:cNvSpPr/>
            <p:nvPr/>
          </p:nvSpPr>
          <p:spPr>
            <a:xfrm>
              <a:off x="2595046"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40" name="Freeform: Shape 2939">
              <a:extLst>
                <a:ext uri="{FF2B5EF4-FFF2-40B4-BE49-F238E27FC236}">
                  <a16:creationId xmlns:a16="http://schemas.microsoft.com/office/drawing/2014/main" id="{05E2B76D-F916-C041-8754-41F4B394461B}"/>
                </a:ext>
              </a:extLst>
            </p:cNvPr>
            <p:cNvSpPr/>
            <p:nvPr/>
          </p:nvSpPr>
          <p:spPr>
            <a:xfrm>
              <a:off x="2709301"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41" name="Freeform: Shape 2940">
              <a:extLst>
                <a:ext uri="{FF2B5EF4-FFF2-40B4-BE49-F238E27FC236}">
                  <a16:creationId xmlns:a16="http://schemas.microsoft.com/office/drawing/2014/main" id="{3EAE5CB0-10AA-25EE-280D-7EA49605FC3D}"/>
                </a:ext>
              </a:extLst>
            </p:cNvPr>
            <p:cNvSpPr/>
            <p:nvPr/>
          </p:nvSpPr>
          <p:spPr>
            <a:xfrm>
              <a:off x="2823557"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42" name="Freeform: Shape 2941">
              <a:extLst>
                <a:ext uri="{FF2B5EF4-FFF2-40B4-BE49-F238E27FC236}">
                  <a16:creationId xmlns:a16="http://schemas.microsoft.com/office/drawing/2014/main" id="{2AF1239A-8DAF-0787-2A49-A93598B93162}"/>
                </a:ext>
              </a:extLst>
            </p:cNvPr>
            <p:cNvSpPr/>
            <p:nvPr/>
          </p:nvSpPr>
          <p:spPr>
            <a:xfrm>
              <a:off x="2937813"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43" name="Freeform: Shape 2942">
              <a:extLst>
                <a:ext uri="{FF2B5EF4-FFF2-40B4-BE49-F238E27FC236}">
                  <a16:creationId xmlns:a16="http://schemas.microsoft.com/office/drawing/2014/main" id="{72B2620E-C432-740D-236A-BCA110762CA8}"/>
                </a:ext>
              </a:extLst>
            </p:cNvPr>
            <p:cNvSpPr/>
            <p:nvPr/>
          </p:nvSpPr>
          <p:spPr>
            <a:xfrm>
              <a:off x="3052069"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44" name="Freeform: Shape 2943">
              <a:extLst>
                <a:ext uri="{FF2B5EF4-FFF2-40B4-BE49-F238E27FC236}">
                  <a16:creationId xmlns:a16="http://schemas.microsoft.com/office/drawing/2014/main" id="{C8D7EA7E-9EE0-338B-5E5B-8644D516C611}"/>
                </a:ext>
              </a:extLst>
            </p:cNvPr>
            <p:cNvSpPr/>
            <p:nvPr/>
          </p:nvSpPr>
          <p:spPr>
            <a:xfrm>
              <a:off x="3166325"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45" name="Freeform: Shape 2944">
              <a:extLst>
                <a:ext uri="{FF2B5EF4-FFF2-40B4-BE49-F238E27FC236}">
                  <a16:creationId xmlns:a16="http://schemas.microsoft.com/office/drawing/2014/main" id="{7BC4E047-070B-3F38-4F95-B2BBB1B44D40}"/>
                </a:ext>
              </a:extLst>
            </p:cNvPr>
            <p:cNvSpPr/>
            <p:nvPr/>
          </p:nvSpPr>
          <p:spPr>
            <a:xfrm>
              <a:off x="3280580"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46" name="Freeform: Shape 2945">
              <a:extLst>
                <a:ext uri="{FF2B5EF4-FFF2-40B4-BE49-F238E27FC236}">
                  <a16:creationId xmlns:a16="http://schemas.microsoft.com/office/drawing/2014/main" id="{37DF5BCE-DBCF-FED6-D336-3AE9919126A6}"/>
                </a:ext>
              </a:extLst>
            </p:cNvPr>
            <p:cNvSpPr/>
            <p:nvPr/>
          </p:nvSpPr>
          <p:spPr>
            <a:xfrm>
              <a:off x="3394836"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47" name="Freeform: Shape 2946">
              <a:extLst>
                <a:ext uri="{FF2B5EF4-FFF2-40B4-BE49-F238E27FC236}">
                  <a16:creationId xmlns:a16="http://schemas.microsoft.com/office/drawing/2014/main" id="{B2C0C48B-C25C-1E9E-549F-563AE9C26127}"/>
                </a:ext>
              </a:extLst>
            </p:cNvPr>
            <p:cNvSpPr/>
            <p:nvPr/>
          </p:nvSpPr>
          <p:spPr>
            <a:xfrm>
              <a:off x="3509092"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48" name="Freeform: Shape 2947">
              <a:extLst>
                <a:ext uri="{FF2B5EF4-FFF2-40B4-BE49-F238E27FC236}">
                  <a16:creationId xmlns:a16="http://schemas.microsoft.com/office/drawing/2014/main" id="{660BE8E4-BFC7-4342-19EC-F8FD17422FFF}"/>
                </a:ext>
              </a:extLst>
            </p:cNvPr>
            <p:cNvSpPr/>
            <p:nvPr/>
          </p:nvSpPr>
          <p:spPr>
            <a:xfrm>
              <a:off x="3623348"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49" name="Freeform: Shape 2948">
              <a:extLst>
                <a:ext uri="{FF2B5EF4-FFF2-40B4-BE49-F238E27FC236}">
                  <a16:creationId xmlns:a16="http://schemas.microsoft.com/office/drawing/2014/main" id="{F9F87F5B-5D5B-813F-EB4C-E139240CE220}"/>
                </a:ext>
              </a:extLst>
            </p:cNvPr>
            <p:cNvSpPr/>
            <p:nvPr/>
          </p:nvSpPr>
          <p:spPr>
            <a:xfrm>
              <a:off x="3737603"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50" name="Freeform: Shape 2949">
              <a:extLst>
                <a:ext uri="{FF2B5EF4-FFF2-40B4-BE49-F238E27FC236}">
                  <a16:creationId xmlns:a16="http://schemas.microsoft.com/office/drawing/2014/main" id="{17EF3D26-7EC1-1312-BBB2-0C6E6522DFD9}"/>
                </a:ext>
              </a:extLst>
            </p:cNvPr>
            <p:cNvSpPr/>
            <p:nvPr/>
          </p:nvSpPr>
          <p:spPr>
            <a:xfrm>
              <a:off x="3851815"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51" name="Freeform: Shape 2950">
              <a:extLst>
                <a:ext uri="{FF2B5EF4-FFF2-40B4-BE49-F238E27FC236}">
                  <a16:creationId xmlns:a16="http://schemas.microsoft.com/office/drawing/2014/main" id="{638629F0-9CE5-888A-51C8-A50BD8178A4F}"/>
                </a:ext>
              </a:extLst>
            </p:cNvPr>
            <p:cNvSpPr/>
            <p:nvPr/>
          </p:nvSpPr>
          <p:spPr>
            <a:xfrm>
              <a:off x="3966071"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52" name="Freeform: Shape 2951">
              <a:extLst>
                <a:ext uri="{FF2B5EF4-FFF2-40B4-BE49-F238E27FC236}">
                  <a16:creationId xmlns:a16="http://schemas.microsoft.com/office/drawing/2014/main" id="{996A22A2-986B-61CA-1A0C-4072018AC9F9}"/>
                </a:ext>
              </a:extLst>
            </p:cNvPr>
            <p:cNvSpPr/>
            <p:nvPr/>
          </p:nvSpPr>
          <p:spPr>
            <a:xfrm>
              <a:off x="4080327"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53" name="Freeform: Shape 2952">
              <a:extLst>
                <a:ext uri="{FF2B5EF4-FFF2-40B4-BE49-F238E27FC236}">
                  <a16:creationId xmlns:a16="http://schemas.microsoft.com/office/drawing/2014/main" id="{2E72ABC6-B51A-06B2-B61D-EB90D3D2A836}"/>
                </a:ext>
              </a:extLst>
            </p:cNvPr>
            <p:cNvSpPr/>
            <p:nvPr/>
          </p:nvSpPr>
          <p:spPr>
            <a:xfrm>
              <a:off x="4194582"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54" name="Freeform: Shape 2953">
              <a:extLst>
                <a:ext uri="{FF2B5EF4-FFF2-40B4-BE49-F238E27FC236}">
                  <a16:creationId xmlns:a16="http://schemas.microsoft.com/office/drawing/2014/main" id="{DB36D96F-99D0-A4B8-2906-C07DF98E162E}"/>
                </a:ext>
              </a:extLst>
            </p:cNvPr>
            <p:cNvSpPr/>
            <p:nvPr/>
          </p:nvSpPr>
          <p:spPr>
            <a:xfrm>
              <a:off x="4308838"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55" name="Freeform: Shape 2954">
              <a:extLst>
                <a:ext uri="{FF2B5EF4-FFF2-40B4-BE49-F238E27FC236}">
                  <a16:creationId xmlns:a16="http://schemas.microsoft.com/office/drawing/2014/main" id="{C943F710-43F5-BDC0-9CCB-CEC42165144F}"/>
                </a:ext>
              </a:extLst>
            </p:cNvPr>
            <p:cNvSpPr/>
            <p:nvPr/>
          </p:nvSpPr>
          <p:spPr>
            <a:xfrm>
              <a:off x="4423094"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56" name="Freeform: Shape 2955">
              <a:extLst>
                <a:ext uri="{FF2B5EF4-FFF2-40B4-BE49-F238E27FC236}">
                  <a16:creationId xmlns:a16="http://schemas.microsoft.com/office/drawing/2014/main" id="{E9F1CA11-B83F-08FA-9EC1-19A51C13DBC1}"/>
                </a:ext>
              </a:extLst>
            </p:cNvPr>
            <p:cNvSpPr/>
            <p:nvPr/>
          </p:nvSpPr>
          <p:spPr>
            <a:xfrm>
              <a:off x="4537350"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57" name="Freeform: Shape 2956">
              <a:extLst>
                <a:ext uri="{FF2B5EF4-FFF2-40B4-BE49-F238E27FC236}">
                  <a16:creationId xmlns:a16="http://schemas.microsoft.com/office/drawing/2014/main" id="{88A0FABC-4AB6-2805-6A97-19422343A1BE}"/>
                </a:ext>
              </a:extLst>
            </p:cNvPr>
            <p:cNvSpPr/>
            <p:nvPr/>
          </p:nvSpPr>
          <p:spPr>
            <a:xfrm>
              <a:off x="4651605"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58" name="Freeform: Shape 2957">
              <a:extLst>
                <a:ext uri="{FF2B5EF4-FFF2-40B4-BE49-F238E27FC236}">
                  <a16:creationId xmlns:a16="http://schemas.microsoft.com/office/drawing/2014/main" id="{2B0499D5-B14C-2DA4-E58D-375D3CA7D397}"/>
                </a:ext>
              </a:extLst>
            </p:cNvPr>
            <p:cNvSpPr/>
            <p:nvPr/>
          </p:nvSpPr>
          <p:spPr>
            <a:xfrm>
              <a:off x="4765861"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59" name="Freeform: Shape 2958">
              <a:extLst>
                <a:ext uri="{FF2B5EF4-FFF2-40B4-BE49-F238E27FC236}">
                  <a16:creationId xmlns:a16="http://schemas.microsoft.com/office/drawing/2014/main" id="{DAD753E2-FBCA-639C-7AB7-D95C52616B50}"/>
                </a:ext>
              </a:extLst>
            </p:cNvPr>
            <p:cNvSpPr/>
            <p:nvPr/>
          </p:nvSpPr>
          <p:spPr>
            <a:xfrm>
              <a:off x="4880117"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60" name="Freeform: Shape 2959">
              <a:extLst>
                <a:ext uri="{FF2B5EF4-FFF2-40B4-BE49-F238E27FC236}">
                  <a16:creationId xmlns:a16="http://schemas.microsoft.com/office/drawing/2014/main" id="{6919732D-414B-654A-7B3D-7E0E1A96853A}"/>
                </a:ext>
              </a:extLst>
            </p:cNvPr>
            <p:cNvSpPr/>
            <p:nvPr/>
          </p:nvSpPr>
          <p:spPr>
            <a:xfrm>
              <a:off x="4994373"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61" name="Freeform: Shape 2960">
              <a:extLst>
                <a:ext uri="{FF2B5EF4-FFF2-40B4-BE49-F238E27FC236}">
                  <a16:creationId xmlns:a16="http://schemas.microsoft.com/office/drawing/2014/main" id="{FE747261-D88C-6259-A6F3-9EE354A45E83}"/>
                </a:ext>
              </a:extLst>
            </p:cNvPr>
            <p:cNvSpPr/>
            <p:nvPr/>
          </p:nvSpPr>
          <p:spPr>
            <a:xfrm>
              <a:off x="5108629"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62" name="Freeform: Shape 2961">
              <a:extLst>
                <a:ext uri="{FF2B5EF4-FFF2-40B4-BE49-F238E27FC236}">
                  <a16:creationId xmlns:a16="http://schemas.microsoft.com/office/drawing/2014/main" id="{3F488AF0-564A-07F6-2B06-1E9F07546376}"/>
                </a:ext>
              </a:extLst>
            </p:cNvPr>
            <p:cNvSpPr/>
            <p:nvPr/>
          </p:nvSpPr>
          <p:spPr>
            <a:xfrm>
              <a:off x="5222840"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63" name="Freeform: Shape 2962">
              <a:extLst>
                <a:ext uri="{FF2B5EF4-FFF2-40B4-BE49-F238E27FC236}">
                  <a16:creationId xmlns:a16="http://schemas.microsoft.com/office/drawing/2014/main" id="{F8F86A29-4BDF-0BC0-B0D6-F3AB5415690C}"/>
                </a:ext>
              </a:extLst>
            </p:cNvPr>
            <p:cNvSpPr/>
            <p:nvPr/>
          </p:nvSpPr>
          <p:spPr>
            <a:xfrm>
              <a:off x="5337096"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64" name="Freeform: Shape 2963">
              <a:extLst>
                <a:ext uri="{FF2B5EF4-FFF2-40B4-BE49-F238E27FC236}">
                  <a16:creationId xmlns:a16="http://schemas.microsoft.com/office/drawing/2014/main" id="{E26B5620-CCD0-5BCE-4F5C-3DA2306BF71F}"/>
                </a:ext>
              </a:extLst>
            </p:cNvPr>
            <p:cNvSpPr/>
            <p:nvPr/>
          </p:nvSpPr>
          <p:spPr>
            <a:xfrm>
              <a:off x="5451352"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65" name="Freeform: Shape 2964">
              <a:extLst>
                <a:ext uri="{FF2B5EF4-FFF2-40B4-BE49-F238E27FC236}">
                  <a16:creationId xmlns:a16="http://schemas.microsoft.com/office/drawing/2014/main" id="{C2C9CA69-BAA6-E1E4-5010-2BED2A7C6D0C}"/>
                </a:ext>
              </a:extLst>
            </p:cNvPr>
            <p:cNvSpPr/>
            <p:nvPr/>
          </p:nvSpPr>
          <p:spPr>
            <a:xfrm>
              <a:off x="5565608"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66" name="Freeform: Shape 2965">
              <a:extLst>
                <a:ext uri="{FF2B5EF4-FFF2-40B4-BE49-F238E27FC236}">
                  <a16:creationId xmlns:a16="http://schemas.microsoft.com/office/drawing/2014/main" id="{8B122050-3090-33DB-AE66-E7307FBD54FF}"/>
                </a:ext>
              </a:extLst>
            </p:cNvPr>
            <p:cNvSpPr/>
            <p:nvPr/>
          </p:nvSpPr>
          <p:spPr>
            <a:xfrm>
              <a:off x="5679863"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67" name="Freeform: Shape 2966">
              <a:extLst>
                <a:ext uri="{FF2B5EF4-FFF2-40B4-BE49-F238E27FC236}">
                  <a16:creationId xmlns:a16="http://schemas.microsoft.com/office/drawing/2014/main" id="{37A49D1F-1022-8976-CC7E-16CBD88CD062}"/>
                </a:ext>
              </a:extLst>
            </p:cNvPr>
            <p:cNvSpPr/>
            <p:nvPr/>
          </p:nvSpPr>
          <p:spPr>
            <a:xfrm>
              <a:off x="5794119"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68" name="Freeform: Shape 2967">
              <a:extLst>
                <a:ext uri="{FF2B5EF4-FFF2-40B4-BE49-F238E27FC236}">
                  <a16:creationId xmlns:a16="http://schemas.microsoft.com/office/drawing/2014/main" id="{F5CD414F-73CC-1835-4B87-172B81456DDF}"/>
                </a:ext>
              </a:extLst>
            </p:cNvPr>
            <p:cNvSpPr/>
            <p:nvPr/>
          </p:nvSpPr>
          <p:spPr>
            <a:xfrm>
              <a:off x="5908375"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69" name="Freeform: Shape 2968">
              <a:extLst>
                <a:ext uri="{FF2B5EF4-FFF2-40B4-BE49-F238E27FC236}">
                  <a16:creationId xmlns:a16="http://schemas.microsoft.com/office/drawing/2014/main" id="{A11EE913-355F-F4C9-FB30-DFAEF7442B78}"/>
                </a:ext>
              </a:extLst>
            </p:cNvPr>
            <p:cNvSpPr/>
            <p:nvPr/>
          </p:nvSpPr>
          <p:spPr>
            <a:xfrm>
              <a:off x="6022631"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70" name="Freeform: Shape 2969">
              <a:extLst>
                <a:ext uri="{FF2B5EF4-FFF2-40B4-BE49-F238E27FC236}">
                  <a16:creationId xmlns:a16="http://schemas.microsoft.com/office/drawing/2014/main" id="{C2AC24D6-84EE-EB7D-FB37-166FF2D071CC}"/>
                </a:ext>
              </a:extLst>
            </p:cNvPr>
            <p:cNvSpPr/>
            <p:nvPr/>
          </p:nvSpPr>
          <p:spPr>
            <a:xfrm>
              <a:off x="6136886"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71" name="Freeform: Shape 2970">
              <a:extLst>
                <a:ext uri="{FF2B5EF4-FFF2-40B4-BE49-F238E27FC236}">
                  <a16:creationId xmlns:a16="http://schemas.microsoft.com/office/drawing/2014/main" id="{78BF799D-609E-9E5B-A79A-541B53CAB21C}"/>
                </a:ext>
              </a:extLst>
            </p:cNvPr>
            <p:cNvSpPr/>
            <p:nvPr/>
          </p:nvSpPr>
          <p:spPr>
            <a:xfrm>
              <a:off x="6251142"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72" name="Freeform: Shape 2971">
              <a:extLst>
                <a:ext uri="{FF2B5EF4-FFF2-40B4-BE49-F238E27FC236}">
                  <a16:creationId xmlns:a16="http://schemas.microsoft.com/office/drawing/2014/main" id="{23D87482-BBCC-2363-299E-C246AA353ECC}"/>
                </a:ext>
              </a:extLst>
            </p:cNvPr>
            <p:cNvSpPr/>
            <p:nvPr/>
          </p:nvSpPr>
          <p:spPr>
            <a:xfrm>
              <a:off x="6365398"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73" name="Freeform: Shape 2972">
              <a:extLst>
                <a:ext uri="{FF2B5EF4-FFF2-40B4-BE49-F238E27FC236}">
                  <a16:creationId xmlns:a16="http://schemas.microsoft.com/office/drawing/2014/main" id="{5F6DE5F8-3C73-0743-4F22-FFB5FA67C8AC}"/>
                </a:ext>
              </a:extLst>
            </p:cNvPr>
            <p:cNvSpPr/>
            <p:nvPr/>
          </p:nvSpPr>
          <p:spPr>
            <a:xfrm>
              <a:off x="6479610"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74" name="Freeform: Shape 2973">
              <a:extLst>
                <a:ext uri="{FF2B5EF4-FFF2-40B4-BE49-F238E27FC236}">
                  <a16:creationId xmlns:a16="http://schemas.microsoft.com/office/drawing/2014/main" id="{88094251-7B70-E355-E66D-AA587B2C0DD2}"/>
                </a:ext>
              </a:extLst>
            </p:cNvPr>
            <p:cNvSpPr/>
            <p:nvPr/>
          </p:nvSpPr>
          <p:spPr>
            <a:xfrm>
              <a:off x="6593865"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75" name="Freeform: Shape 2974">
              <a:extLst>
                <a:ext uri="{FF2B5EF4-FFF2-40B4-BE49-F238E27FC236}">
                  <a16:creationId xmlns:a16="http://schemas.microsoft.com/office/drawing/2014/main" id="{7A413A78-A581-8247-1DB1-2FDFFB5C45FC}"/>
                </a:ext>
              </a:extLst>
            </p:cNvPr>
            <p:cNvSpPr/>
            <p:nvPr/>
          </p:nvSpPr>
          <p:spPr>
            <a:xfrm>
              <a:off x="6708121" y="434569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76" name="Freeform: Shape 2975">
              <a:extLst>
                <a:ext uri="{FF2B5EF4-FFF2-40B4-BE49-F238E27FC236}">
                  <a16:creationId xmlns:a16="http://schemas.microsoft.com/office/drawing/2014/main" id="{E5658D8C-6027-EC4D-689C-F9302366CFF5}"/>
                </a:ext>
              </a:extLst>
            </p:cNvPr>
            <p:cNvSpPr/>
            <p:nvPr/>
          </p:nvSpPr>
          <p:spPr>
            <a:xfrm>
              <a:off x="6822377"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77" name="Freeform: Shape 2976">
              <a:extLst>
                <a:ext uri="{FF2B5EF4-FFF2-40B4-BE49-F238E27FC236}">
                  <a16:creationId xmlns:a16="http://schemas.microsoft.com/office/drawing/2014/main" id="{F4F38FBC-9E06-B1FB-A7B7-A4A6CB64D341}"/>
                </a:ext>
              </a:extLst>
            </p:cNvPr>
            <p:cNvSpPr/>
            <p:nvPr/>
          </p:nvSpPr>
          <p:spPr>
            <a:xfrm>
              <a:off x="6936633"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78" name="Freeform: Shape 2977">
              <a:extLst>
                <a:ext uri="{FF2B5EF4-FFF2-40B4-BE49-F238E27FC236}">
                  <a16:creationId xmlns:a16="http://schemas.microsoft.com/office/drawing/2014/main" id="{3C5F082F-71BC-5BEA-16E0-5E77D31916A1}"/>
                </a:ext>
              </a:extLst>
            </p:cNvPr>
            <p:cNvSpPr/>
            <p:nvPr/>
          </p:nvSpPr>
          <p:spPr>
            <a:xfrm>
              <a:off x="7050888" y="434569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79" name="Freeform: Shape 2978">
              <a:extLst>
                <a:ext uri="{FF2B5EF4-FFF2-40B4-BE49-F238E27FC236}">
                  <a16:creationId xmlns:a16="http://schemas.microsoft.com/office/drawing/2014/main" id="{641F8EC6-4B03-2062-A40F-6607212171F4}"/>
                </a:ext>
              </a:extLst>
            </p:cNvPr>
            <p:cNvSpPr/>
            <p:nvPr/>
          </p:nvSpPr>
          <p:spPr>
            <a:xfrm>
              <a:off x="7165144"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80" name="Freeform: Shape 2979">
              <a:extLst>
                <a:ext uri="{FF2B5EF4-FFF2-40B4-BE49-F238E27FC236}">
                  <a16:creationId xmlns:a16="http://schemas.microsoft.com/office/drawing/2014/main" id="{8DCCEB61-7282-3ABE-C6C4-3C91592AEB96}"/>
                </a:ext>
              </a:extLst>
            </p:cNvPr>
            <p:cNvSpPr/>
            <p:nvPr/>
          </p:nvSpPr>
          <p:spPr>
            <a:xfrm>
              <a:off x="2366578"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81" name="Freeform: Shape 2980">
              <a:extLst>
                <a:ext uri="{FF2B5EF4-FFF2-40B4-BE49-F238E27FC236}">
                  <a16:creationId xmlns:a16="http://schemas.microsoft.com/office/drawing/2014/main" id="{670FC51B-E4EA-E0CC-B2BF-0AD0CA64DF6F}"/>
                </a:ext>
              </a:extLst>
            </p:cNvPr>
            <p:cNvSpPr/>
            <p:nvPr/>
          </p:nvSpPr>
          <p:spPr>
            <a:xfrm>
              <a:off x="2480790"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82" name="Freeform: Shape 2981">
              <a:extLst>
                <a:ext uri="{FF2B5EF4-FFF2-40B4-BE49-F238E27FC236}">
                  <a16:creationId xmlns:a16="http://schemas.microsoft.com/office/drawing/2014/main" id="{6111A61E-DF7D-1790-C38E-07A7C56570C4}"/>
                </a:ext>
              </a:extLst>
            </p:cNvPr>
            <p:cNvSpPr/>
            <p:nvPr/>
          </p:nvSpPr>
          <p:spPr>
            <a:xfrm>
              <a:off x="2595046"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83" name="Freeform: Shape 2982">
              <a:extLst>
                <a:ext uri="{FF2B5EF4-FFF2-40B4-BE49-F238E27FC236}">
                  <a16:creationId xmlns:a16="http://schemas.microsoft.com/office/drawing/2014/main" id="{956901A7-534E-7309-DCE6-15DCD1A28007}"/>
                </a:ext>
              </a:extLst>
            </p:cNvPr>
            <p:cNvSpPr/>
            <p:nvPr/>
          </p:nvSpPr>
          <p:spPr>
            <a:xfrm>
              <a:off x="2709301"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84" name="Freeform: Shape 2983">
              <a:extLst>
                <a:ext uri="{FF2B5EF4-FFF2-40B4-BE49-F238E27FC236}">
                  <a16:creationId xmlns:a16="http://schemas.microsoft.com/office/drawing/2014/main" id="{09B048EC-8CFF-D5F3-F808-0D8AD040381B}"/>
                </a:ext>
              </a:extLst>
            </p:cNvPr>
            <p:cNvSpPr/>
            <p:nvPr/>
          </p:nvSpPr>
          <p:spPr>
            <a:xfrm>
              <a:off x="2823557"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85" name="Freeform: Shape 2984">
              <a:extLst>
                <a:ext uri="{FF2B5EF4-FFF2-40B4-BE49-F238E27FC236}">
                  <a16:creationId xmlns:a16="http://schemas.microsoft.com/office/drawing/2014/main" id="{01A7B913-6652-B504-7DD3-9A1DC8A417EC}"/>
                </a:ext>
              </a:extLst>
            </p:cNvPr>
            <p:cNvSpPr/>
            <p:nvPr/>
          </p:nvSpPr>
          <p:spPr>
            <a:xfrm>
              <a:off x="2937813"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86" name="Freeform: Shape 2985">
              <a:extLst>
                <a:ext uri="{FF2B5EF4-FFF2-40B4-BE49-F238E27FC236}">
                  <a16:creationId xmlns:a16="http://schemas.microsoft.com/office/drawing/2014/main" id="{61E1AF76-6F33-4A36-8631-5A9F01E6B148}"/>
                </a:ext>
              </a:extLst>
            </p:cNvPr>
            <p:cNvSpPr/>
            <p:nvPr/>
          </p:nvSpPr>
          <p:spPr>
            <a:xfrm>
              <a:off x="3052069"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87" name="Freeform: Shape 2986">
              <a:extLst>
                <a:ext uri="{FF2B5EF4-FFF2-40B4-BE49-F238E27FC236}">
                  <a16:creationId xmlns:a16="http://schemas.microsoft.com/office/drawing/2014/main" id="{94008847-12EB-CA62-6095-46C12199E4C3}"/>
                </a:ext>
              </a:extLst>
            </p:cNvPr>
            <p:cNvSpPr/>
            <p:nvPr/>
          </p:nvSpPr>
          <p:spPr>
            <a:xfrm>
              <a:off x="3166325"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88" name="Freeform: Shape 2987">
              <a:extLst>
                <a:ext uri="{FF2B5EF4-FFF2-40B4-BE49-F238E27FC236}">
                  <a16:creationId xmlns:a16="http://schemas.microsoft.com/office/drawing/2014/main" id="{16DD7E62-5CC0-E8C4-AC95-19E083D4426D}"/>
                </a:ext>
              </a:extLst>
            </p:cNvPr>
            <p:cNvSpPr/>
            <p:nvPr/>
          </p:nvSpPr>
          <p:spPr>
            <a:xfrm>
              <a:off x="3280580"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89" name="Freeform: Shape 2988">
              <a:extLst>
                <a:ext uri="{FF2B5EF4-FFF2-40B4-BE49-F238E27FC236}">
                  <a16:creationId xmlns:a16="http://schemas.microsoft.com/office/drawing/2014/main" id="{CD8AA0AF-ABAE-5803-CEAB-C85D5EEBACA0}"/>
                </a:ext>
              </a:extLst>
            </p:cNvPr>
            <p:cNvSpPr/>
            <p:nvPr/>
          </p:nvSpPr>
          <p:spPr>
            <a:xfrm>
              <a:off x="3394836"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90" name="Freeform: Shape 2989">
              <a:extLst>
                <a:ext uri="{FF2B5EF4-FFF2-40B4-BE49-F238E27FC236}">
                  <a16:creationId xmlns:a16="http://schemas.microsoft.com/office/drawing/2014/main" id="{021CEDD0-0325-97CF-92F3-8CD32D0B44EF}"/>
                </a:ext>
              </a:extLst>
            </p:cNvPr>
            <p:cNvSpPr/>
            <p:nvPr/>
          </p:nvSpPr>
          <p:spPr>
            <a:xfrm>
              <a:off x="3509092"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91" name="Freeform: Shape 2990">
              <a:extLst>
                <a:ext uri="{FF2B5EF4-FFF2-40B4-BE49-F238E27FC236}">
                  <a16:creationId xmlns:a16="http://schemas.microsoft.com/office/drawing/2014/main" id="{F9AD9242-2154-E48A-EE63-AF11F9F94483}"/>
                </a:ext>
              </a:extLst>
            </p:cNvPr>
            <p:cNvSpPr/>
            <p:nvPr/>
          </p:nvSpPr>
          <p:spPr>
            <a:xfrm>
              <a:off x="3623348"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92" name="Freeform: Shape 2991">
              <a:extLst>
                <a:ext uri="{FF2B5EF4-FFF2-40B4-BE49-F238E27FC236}">
                  <a16:creationId xmlns:a16="http://schemas.microsoft.com/office/drawing/2014/main" id="{42DEB1F1-942A-99C0-56C5-786E5B769003}"/>
                </a:ext>
              </a:extLst>
            </p:cNvPr>
            <p:cNvSpPr/>
            <p:nvPr/>
          </p:nvSpPr>
          <p:spPr>
            <a:xfrm>
              <a:off x="3737603"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93" name="Freeform: Shape 2992">
              <a:extLst>
                <a:ext uri="{FF2B5EF4-FFF2-40B4-BE49-F238E27FC236}">
                  <a16:creationId xmlns:a16="http://schemas.microsoft.com/office/drawing/2014/main" id="{0E546017-1EA5-FD4B-6255-5F85F7303836}"/>
                </a:ext>
              </a:extLst>
            </p:cNvPr>
            <p:cNvSpPr/>
            <p:nvPr/>
          </p:nvSpPr>
          <p:spPr>
            <a:xfrm>
              <a:off x="3851815"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94" name="Freeform: Shape 2993">
              <a:extLst>
                <a:ext uri="{FF2B5EF4-FFF2-40B4-BE49-F238E27FC236}">
                  <a16:creationId xmlns:a16="http://schemas.microsoft.com/office/drawing/2014/main" id="{853898F8-16F9-3B89-395E-EFA7F930D12B}"/>
                </a:ext>
              </a:extLst>
            </p:cNvPr>
            <p:cNvSpPr/>
            <p:nvPr/>
          </p:nvSpPr>
          <p:spPr>
            <a:xfrm>
              <a:off x="3966071"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95" name="Freeform: Shape 2994">
              <a:extLst>
                <a:ext uri="{FF2B5EF4-FFF2-40B4-BE49-F238E27FC236}">
                  <a16:creationId xmlns:a16="http://schemas.microsoft.com/office/drawing/2014/main" id="{330BF878-F71D-2088-0E9E-1E184F8A776D}"/>
                </a:ext>
              </a:extLst>
            </p:cNvPr>
            <p:cNvSpPr/>
            <p:nvPr/>
          </p:nvSpPr>
          <p:spPr>
            <a:xfrm>
              <a:off x="4080327"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96" name="Freeform: Shape 2995">
              <a:extLst>
                <a:ext uri="{FF2B5EF4-FFF2-40B4-BE49-F238E27FC236}">
                  <a16:creationId xmlns:a16="http://schemas.microsoft.com/office/drawing/2014/main" id="{81BEEE9E-ACED-0FE3-508F-E017667F8D50}"/>
                </a:ext>
              </a:extLst>
            </p:cNvPr>
            <p:cNvSpPr/>
            <p:nvPr/>
          </p:nvSpPr>
          <p:spPr>
            <a:xfrm>
              <a:off x="4194582"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97" name="Freeform: Shape 2996">
              <a:extLst>
                <a:ext uri="{FF2B5EF4-FFF2-40B4-BE49-F238E27FC236}">
                  <a16:creationId xmlns:a16="http://schemas.microsoft.com/office/drawing/2014/main" id="{C6139488-4A8B-4A2C-E75F-14699406155A}"/>
                </a:ext>
              </a:extLst>
            </p:cNvPr>
            <p:cNvSpPr/>
            <p:nvPr/>
          </p:nvSpPr>
          <p:spPr>
            <a:xfrm>
              <a:off x="4308838"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98" name="Freeform: Shape 2997">
              <a:extLst>
                <a:ext uri="{FF2B5EF4-FFF2-40B4-BE49-F238E27FC236}">
                  <a16:creationId xmlns:a16="http://schemas.microsoft.com/office/drawing/2014/main" id="{E88AB1C8-57AC-AF2D-3E6F-ED1277CCD094}"/>
                </a:ext>
              </a:extLst>
            </p:cNvPr>
            <p:cNvSpPr/>
            <p:nvPr/>
          </p:nvSpPr>
          <p:spPr>
            <a:xfrm>
              <a:off x="4423094"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99" name="Freeform: Shape 2998">
              <a:extLst>
                <a:ext uri="{FF2B5EF4-FFF2-40B4-BE49-F238E27FC236}">
                  <a16:creationId xmlns:a16="http://schemas.microsoft.com/office/drawing/2014/main" id="{2C09C37C-D069-39DC-8721-FA94E137F56C}"/>
                </a:ext>
              </a:extLst>
            </p:cNvPr>
            <p:cNvSpPr/>
            <p:nvPr/>
          </p:nvSpPr>
          <p:spPr>
            <a:xfrm>
              <a:off x="4537350"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00" name="Freeform: Shape 2999">
              <a:extLst>
                <a:ext uri="{FF2B5EF4-FFF2-40B4-BE49-F238E27FC236}">
                  <a16:creationId xmlns:a16="http://schemas.microsoft.com/office/drawing/2014/main" id="{ECBEE509-1882-C249-F3C9-65D0884B5872}"/>
                </a:ext>
              </a:extLst>
            </p:cNvPr>
            <p:cNvSpPr/>
            <p:nvPr/>
          </p:nvSpPr>
          <p:spPr>
            <a:xfrm>
              <a:off x="4651605"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01" name="Freeform: Shape 3000">
              <a:extLst>
                <a:ext uri="{FF2B5EF4-FFF2-40B4-BE49-F238E27FC236}">
                  <a16:creationId xmlns:a16="http://schemas.microsoft.com/office/drawing/2014/main" id="{96CC8F49-FB60-1BF1-E20D-598DB4718205}"/>
                </a:ext>
              </a:extLst>
            </p:cNvPr>
            <p:cNvSpPr/>
            <p:nvPr/>
          </p:nvSpPr>
          <p:spPr>
            <a:xfrm>
              <a:off x="4765861"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02" name="Freeform: Shape 3001">
              <a:extLst>
                <a:ext uri="{FF2B5EF4-FFF2-40B4-BE49-F238E27FC236}">
                  <a16:creationId xmlns:a16="http://schemas.microsoft.com/office/drawing/2014/main" id="{FC373A6B-B602-2A43-C194-F95F4CF70D73}"/>
                </a:ext>
              </a:extLst>
            </p:cNvPr>
            <p:cNvSpPr/>
            <p:nvPr/>
          </p:nvSpPr>
          <p:spPr>
            <a:xfrm>
              <a:off x="4880117"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03" name="Freeform: Shape 3002">
              <a:extLst>
                <a:ext uri="{FF2B5EF4-FFF2-40B4-BE49-F238E27FC236}">
                  <a16:creationId xmlns:a16="http://schemas.microsoft.com/office/drawing/2014/main" id="{71B0D4B2-7849-C7A3-1678-A83ED03709C3}"/>
                </a:ext>
              </a:extLst>
            </p:cNvPr>
            <p:cNvSpPr/>
            <p:nvPr/>
          </p:nvSpPr>
          <p:spPr>
            <a:xfrm>
              <a:off x="4994373"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04" name="Freeform: Shape 3003">
              <a:extLst>
                <a:ext uri="{FF2B5EF4-FFF2-40B4-BE49-F238E27FC236}">
                  <a16:creationId xmlns:a16="http://schemas.microsoft.com/office/drawing/2014/main" id="{121E2F64-F64E-D092-6C31-4B55001D2670}"/>
                </a:ext>
              </a:extLst>
            </p:cNvPr>
            <p:cNvSpPr/>
            <p:nvPr/>
          </p:nvSpPr>
          <p:spPr>
            <a:xfrm>
              <a:off x="5108629"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05" name="Freeform: Shape 3004">
              <a:extLst>
                <a:ext uri="{FF2B5EF4-FFF2-40B4-BE49-F238E27FC236}">
                  <a16:creationId xmlns:a16="http://schemas.microsoft.com/office/drawing/2014/main" id="{83579D54-647C-097B-CE76-C8F69FFB96BB}"/>
                </a:ext>
              </a:extLst>
            </p:cNvPr>
            <p:cNvSpPr/>
            <p:nvPr/>
          </p:nvSpPr>
          <p:spPr>
            <a:xfrm>
              <a:off x="5222840"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06" name="Freeform: Shape 3005">
              <a:extLst>
                <a:ext uri="{FF2B5EF4-FFF2-40B4-BE49-F238E27FC236}">
                  <a16:creationId xmlns:a16="http://schemas.microsoft.com/office/drawing/2014/main" id="{C578009A-BF2E-2056-E2EE-C6702B75B071}"/>
                </a:ext>
              </a:extLst>
            </p:cNvPr>
            <p:cNvSpPr/>
            <p:nvPr/>
          </p:nvSpPr>
          <p:spPr>
            <a:xfrm>
              <a:off x="5337096"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07" name="Freeform: Shape 3006">
              <a:extLst>
                <a:ext uri="{FF2B5EF4-FFF2-40B4-BE49-F238E27FC236}">
                  <a16:creationId xmlns:a16="http://schemas.microsoft.com/office/drawing/2014/main" id="{AD23D708-B92B-5094-578E-7E3DBEE59865}"/>
                </a:ext>
              </a:extLst>
            </p:cNvPr>
            <p:cNvSpPr/>
            <p:nvPr/>
          </p:nvSpPr>
          <p:spPr>
            <a:xfrm>
              <a:off x="5451352"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08" name="Freeform: Shape 3007">
              <a:extLst>
                <a:ext uri="{FF2B5EF4-FFF2-40B4-BE49-F238E27FC236}">
                  <a16:creationId xmlns:a16="http://schemas.microsoft.com/office/drawing/2014/main" id="{7BE4A06B-26D3-5506-8744-E9C0DB799F71}"/>
                </a:ext>
              </a:extLst>
            </p:cNvPr>
            <p:cNvSpPr/>
            <p:nvPr/>
          </p:nvSpPr>
          <p:spPr>
            <a:xfrm>
              <a:off x="5565608"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09" name="Freeform: Shape 3008">
              <a:extLst>
                <a:ext uri="{FF2B5EF4-FFF2-40B4-BE49-F238E27FC236}">
                  <a16:creationId xmlns:a16="http://schemas.microsoft.com/office/drawing/2014/main" id="{8715CD2D-DC6E-1C8C-2F9A-9C4AA8959577}"/>
                </a:ext>
              </a:extLst>
            </p:cNvPr>
            <p:cNvSpPr/>
            <p:nvPr/>
          </p:nvSpPr>
          <p:spPr>
            <a:xfrm>
              <a:off x="5679863"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10" name="Freeform: Shape 3009">
              <a:extLst>
                <a:ext uri="{FF2B5EF4-FFF2-40B4-BE49-F238E27FC236}">
                  <a16:creationId xmlns:a16="http://schemas.microsoft.com/office/drawing/2014/main" id="{5B8B4AF2-6401-C5D3-DE9D-A4FBB6820EF7}"/>
                </a:ext>
              </a:extLst>
            </p:cNvPr>
            <p:cNvSpPr/>
            <p:nvPr/>
          </p:nvSpPr>
          <p:spPr>
            <a:xfrm>
              <a:off x="5794119"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11" name="Freeform: Shape 3010">
              <a:extLst>
                <a:ext uri="{FF2B5EF4-FFF2-40B4-BE49-F238E27FC236}">
                  <a16:creationId xmlns:a16="http://schemas.microsoft.com/office/drawing/2014/main" id="{6F17DAE3-DEB7-0964-361B-5B28426D822D}"/>
                </a:ext>
              </a:extLst>
            </p:cNvPr>
            <p:cNvSpPr/>
            <p:nvPr/>
          </p:nvSpPr>
          <p:spPr>
            <a:xfrm>
              <a:off x="5908375"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12" name="Freeform: Shape 3011">
              <a:extLst>
                <a:ext uri="{FF2B5EF4-FFF2-40B4-BE49-F238E27FC236}">
                  <a16:creationId xmlns:a16="http://schemas.microsoft.com/office/drawing/2014/main" id="{B53ACA17-198B-3CC1-3218-4CDFF2C157F3}"/>
                </a:ext>
              </a:extLst>
            </p:cNvPr>
            <p:cNvSpPr/>
            <p:nvPr/>
          </p:nvSpPr>
          <p:spPr>
            <a:xfrm>
              <a:off x="6022631"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13" name="Freeform: Shape 3012">
              <a:extLst>
                <a:ext uri="{FF2B5EF4-FFF2-40B4-BE49-F238E27FC236}">
                  <a16:creationId xmlns:a16="http://schemas.microsoft.com/office/drawing/2014/main" id="{088738E7-98B4-D7B4-7BFB-6A31B907F0D9}"/>
                </a:ext>
              </a:extLst>
            </p:cNvPr>
            <p:cNvSpPr/>
            <p:nvPr/>
          </p:nvSpPr>
          <p:spPr>
            <a:xfrm>
              <a:off x="6136886"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14" name="Freeform: Shape 3013">
              <a:extLst>
                <a:ext uri="{FF2B5EF4-FFF2-40B4-BE49-F238E27FC236}">
                  <a16:creationId xmlns:a16="http://schemas.microsoft.com/office/drawing/2014/main" id="{60711F3B-81CE-293D-DD42-5C61185AC546}"/>
                </a:ext>
              </a:extLst>
            </p:cNvPr>
            <p:cNvSpPr/>
            <p:nvPr/>
          </p:nvSpPr>
          <p:spPr>
            <a:xfrm>
              <a:off x="6251142"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15" name="Freeform: Shape 3014">
              <a:extLst>
                <a:ext uri="{FF2B5EF4-FFF2-40B4-BE49-F238E27FC236}">
                  <a16:creationId xmlns:a16="http://schemas.microsoft.com/office/drawing/2014/main" id="{A326DBD8-0E87-3951-7851-3BD63E7FBAC4}"/>
                </a:ext>
              </a:extLst>
            </p:cNvPr>
            <p:cNvSpPr/>
            <p:nvPr/>
          </p:nvSpPr>
          <p:spPr>
            <a:xfrm>
              <a:off x="6365398"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16" name="Freeform: Shape 3015">
              <a:extLst>
                <a:ext uri="{FF2B5EF4-FFF2-40B4-BE49-F238E27FC236}">
                  <a16:creationId xmlns:a16="http://schemas.microsoft.com/office/drawing/2014/main" id="{98EDD6F0-9554-A365-5DC9-4B474F9CEC2F}"/>
                </a:ext>
              </a:extLst>
            </p:cNvPr>
            <p:cNvSpPr/>
            <p:nvPr/>
          </p:nvSpPr>
          <p:spPr>
            <a:xfrm>
              <a:off x="6479610"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17" name="Freeform: Shape 3016">
              <a:extLst>
                <a:ext uri="{FF2B5EF4-FFF2-40B4-BE49-F238E27FC236}">
                  <a16:creationId xmlns:a16="http://schemas.microsoft.com/office/drawing/2014/main" id="{690539BC-6E94-AF54-B489-2FEFC0F2189E}"/>
                </a:ext>
              </a:extLst>
            </p:cNvPr>
            <p:cNvSpPr/>
            <p:nvPr/>
          </p:nvSpPr>
          <p:spPr>
            <a:xfrm>
              <a:off x="6593865"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18" name="Freeform: Shape 3017">
              <a:extLst>
                <a:ext uri="{FF2B5EF4-FFF2-40B4-BE49-F238E27FC236}">
                  <a16:creationId xmlns:a16="http://schemas.microsoft.com/office/drawing/2014/main" id="{4D30B7BE-1124-8427-3DB4-2C2DB7890980}"/>
                </a:ext>
              </a:extLst>
            </p:cNvPr>
            <p:cNvSpPr/>
            <p:nvPr/>
          </p:nvSpPr>
          <p:spPr>
            <a:xfrm>
              <a:off x="6708121" y="445995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19" name="Freeform: Shape 3018">
              <a:extLst>
                <a:ext uri="{FF2B5EF4-FFF2-40B4-BE49-F238E27FC236}">
                  <a16:creationId xmlns:a16="http://schemas.microsoft.com/office/drawing/2014/main" id="{39615FD0-C376-7553-9A38-59908C0A0532}"/>
                </a:ext>
              </a:extLst>
            </p:cNvPr>
            <p:cNvSpPr/>
            <p:nvPr/>
          </p:nvSpPr>
          <p:spPr>
            <a:xfrm>
              <a:off x="6822377"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20" name="Freeform: Shape 3019">
              <a:extLst>
                <a:ext uri="{FF2B5EF4-FFF2-40B4-BE49-F238E27FC236}">
                  <a16:creationId xmlns:a16="http://schemas.microsoft.com/office/drawing/2014/main" id="{E530F95F-6838-077B-B836-BC9585BFB4AB}"/>
                </a:ext>
              </a:extLst>
            </p:cNvPr>
            <p:cNvSpPr/>
            <p:nvPr/>
          </p:nvSpPr>
          <p:spPr>
            <a:xfrm>
              <a:off x="6936633"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21" name="Freeform: Shape 3020">
              <a:extLst>
                <a:ext uri="{FF2B5EF4-FFF2-40B4-BE49-F238E27FC236}">
                  <a16:creationId xmlns:a16="http://schemas.microsoft.com/office/drawing/2014/main" id="{E46D6D9E-92A8-E16B-7FD3-ECAB52A098A1}"/>
                </a:ext>
              </a:extLst>
            </p:cNvPr>
            <p:cNvSpPr/>
            <p:nvPr/>
          </p:nvSpPr>
          <p:spPr>
            <a:xfrm>
              <a:off x="7050888" y="445995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22" name="Freeform: Shape 3021">
              <a:extLst>
                <a:ext uri="{FF2B5EF4-FFF2-40B4-BE49-F238E27FC236}">
                  <a16:creationId xmlns:a16="http://schemas.microsoft.com/office/drawing/2014/main" id="{8A7BD01C-54F3-E226-5143-5E419BE6A00B}"/>
                </a:ext>
              </a:extLst>
            </p:cNvPr>
            <p:cNvSpPr/>
            <p:nvPr/>
          </p:nvSpPr>
          <p:spPr>
            <a:xfrm>
              <a:off x="7165144"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23" name="Freeform: Shape 3022">
              <a:extLst>
                <a:ext uri="{FF2B5EF4-FFF2-40B4-BE49-F238E27FC236}">
                  <a16:creationId xmlns:a16="http://schemas.microsoft.com/office/drawing/2014/main" id="{06F72C32-6C59-360C-1852-14F298677351}"/>
                </a:ext>
              </a:extLst>
            </p:cNvPr>
            <p:cNvSpPr/>
            <p:nvPr/>
          </p:nvSpPr>
          <p:spPr>
            <a:xfrm>
              <a:off x="2366578"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24" name="Freeform: Shape 3023">
              <a:extLst>
                <a:ext uri="{FF2B5EF4-FFF2-40B4-BE49-F238E27FC236}">
                  <a16:creationId xmlns:a16="http://schemas.microsoft.com/office/drawing/2014/main" id="{29A763B4-3AFA-0A90-A98F-DEEA8833FDB2}"/>
                </a:ext>
              </a:extLst>
            </p:cNvPr>
            <p:cNvSpPr/>
            <p:nvPr/>
          </p:nvSpPr>
          <p:spPr>
            <a:xfrm>
              <a:off x="2480790"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25" name="Freeform: Shape 3024">
              <a:extLst>
                <a:ext uri="{FF2B5EF4-FFF2-40B4-BE49-F238E27FC236}">
                  <a16:creationId xmlns:a16="http://schemas.microsoft.com/office/drawing/2014/main" id="{1B3C6B30-EF63-5137-D872-186501AB62C4}"/>
                </a:ext>
              </a:extLst>
            </p:cNvPr>
            <p:cNvSpPr/>
            <p:nvPr/>
          </p:nvSpPr>
          <p:spPr>
            <a:xfrm>
              <a:off x="2595046"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26" name="Freeform: Shape 3025">
              <a:extLst>
                <a:ext uri="{FF2B5EF4-FFF2-40B4-BE49-F238E27FC236}">
                  <a16:creationId xmlns:a16="http://schemas.microsoft.com/office/drawing/2014/main" id="{100ADA35-F82F-7452-95EA-8C2EA4D2992D}"/>
                </a:ext>
              </a:extLst>
            </p:cNvPr>
            <p:cNvSpPr/>
            <p:nvPr/>
          </p:nvSpPr>
          <p:spPr>
            <a:xfrm>
              <a:off x="2709301"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27" name="Freeform: Shape 3026">
              <a:extLst>
                <a:ext uri="{FF2B5EF4-FFF2-40B4-BE49-F238E27FC236}">
                  <a16:creationId xmlns:a16="http://schemas.microsoft.com/office/drawing/2014/main" id="{7BE734C8-97CF-CD5D-73BE-091D7AE4F10D}"/>
                </a:ext>
              </a:extLst>
            </p:cNvPr>
            <p:cNvSpPr/>
            <p:nvPr/>
          </p:nvSpPr>
          <p:spPr>
            <a:xfrm>
              <a:off x="2823557"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28" name="Freeform: Shape 3027">
              <a:extLst>
                <a:ext uri="{FF2B5EF4-FFF2-40B4-BE49-F238E27FC236}">
                  <a16:creationId xmlns:a16="http://schemas.microsoft.com/office/drawing/2014/main" id="{CAB1E533-E844-897B-90DE-481900822E29}"/>
                </a:ext>
              </a:extLst>
            </p:cNvPr>
            <p:cNvSpPr/>
            <p:nvPr/>
          </p:nvSpPr>
          <p:spPr>
            <a:xfrm>
              <a:off x="2937813"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29" name="Freeform: Shape 3028">
              <a:extLst>
                <a:ext uri="{FF2B5EF4-FFF2-40B4-BE49-F238E27FC236}">
                  <a16:creationId xmlns:a16="http://schemas.microsoft.com/office/drawing/2014/main" id="{C7AAB670-4335-4A59-AD03-42AF4472CC8C}"/>
                </a:ext>
              </a:extLst>
            </p:cNvPr>
            <p:cNvSpPr/>
            <p:nvPr/>
          </p:nvSpPr>
          <p:spPr>
            <a:xfrm>
              <a:off x="3052069"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30" name="Freeform: Shape 3029">
              <a:extLst>
                <a:ext uri="{FF2B5EF4-FFF2-40B4-BE49-F238E27FC236}">
                  <a16:creationId xmlns:a16="http://schemas.microsoft.com/office/drawing/2014/main" id="{7D444D71-3664-88FF-9C7A-B8DF49A8A2FF}"/>
                </a:ext>
              </a:extLst>
            </p:cNvPr>
            <p:cNvSpPr/>
            <p:nvPr/>
          </p:nvSpPr>
          <p:spPr>
            <a:xfrm>
              <a:off x="3166325"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31" name="Freeform: Shape 3030">
              <a:extLst>
                <a:ext uri="{FF2B5EF4-FFF2-40B4-BE49-F238E27FC236}">
                  <a16:creationId xmlns:a16="http://schemas.microsoft.com/office/drawing/2014/main" id="{EA4C191D-829D-8E62-C729-3F1628C4BE0E}"/>
                </a:ext>
              </a:extLst>
            </p:cNvPr>
            <p:cNvSpPr/>
            <p:nvPr/>
          </p:nvSpPr>
          <p:spPr>
            <a:xfrm>
              <a:off x="3280580"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32" name="Freeform: Shape 3031">
              <a:extLst>
                <a:ext uri="{FF2B5EF4-FFF2-40B4-BE49-F238E27FC236}">
                  <a16:creationId xmlns:a16="http://schemas.microsoft.com/office/drawing/2014/main" id="{F35A071D-EDE7-4A97-F1B0-721FDA056597}"/>
                </a:ext>
              </a:extLst>
            </p:cNvPr>
            <p:cNvSpPr/>
            <p:nvPr/>
          </p:nvSpPr>
          <p:spPr>
            <a:xfrm>
              <a:off x="3394836"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33" name="Freeform: Shape 3032">
              <a:extLst>
                <a:ext uri="{FF2B5EF4-FFF2-40B4-BE49-F238E27FC236}">
                  <a16:creationId xmlns:a16="http://schemas.microsoft.com/office/drawing/2014/main" id="{64917B61-71E7-7A7A-9E12-E17169510DC2}"/>
                </a:ext>
              </a:extLst>
            </p:cNvPr>
            <p:cNvSpPr/>
            <p:nvPr/>
          </p:nvSpPr>
          <p:spPr>
            <a:xfrm>
              <a:off x="3509092"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34" name="Freeform: Shape 3033">
              <a:extLst>
                <a:ext uri="{FF2B5EF4-FFF2-40B4-BE49-F238E27FC236}">
                  <a16:creationId xmlns:a16="http://schemas.microsoft.com/office/drawing/2014/main" id="{A9B8EAE1-D7D2-CB4C-CC46-1C38AB5981B1}"/>
                </a:ext>
              </a:extLst>
            </p:cNvPr>
            <p:cNvSpPr/>
            <p:nvPr/>
          </p:nvSpPr>
          <p:spPr>
            <a:xfrm>
              <a:off x="3623348"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35" name="Freeform: Shape 3034">
              <a:extLst>
                <a:ext uri="{FF2B5EF4-FFF2-40B4-BE49-F238E27FC236}">
                  <a16:creationId xmlns:a16="http://schemas.microsoft.com/office/drawing/2014/main" id="{20857248-9B02-97F8-8936-3EB88341CD73}"/>
                </a:ext>
              </a:extLst>
            </p:cNvPr>
            <p:cNvSpPr/>
            <p:nvPr/>
          </p:nvSpPr>
          <p:spPr>
            <a:xfrm>
              <a:off x="3737603"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36" name="Freeform: Shape 3035">
              <a:extLst>
                <a:ext uri="{FF2B5EF4-FFF2-40B4-BE49-F238E27FC236}">
                  <a16:creationId xmlns:a16="http://schemas.microsoft.com/office/drawing/2014/main" id="{20CA8F0A-7C65-9BA5-56D2-AFF1672A5761}"/>
                </a:ext>
              </a:extLst>
            </p:cNvPr>
            <p:cNvSpPr/>
            <p:nvPr/>
          </p:nvSpPr>
          <p:spPr>
            <a:xfrm>
              <a:off x="3851815"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37" name="Freeform: Shape 3036">
              <a:extLst>
                <a:ext uri="{FF2B5EF4-FFF2-40B4-BE49-F238E27FC236}">
                  <a16:creationId xmlns:a16="http://schemas.microsoft.com/office/drawing/2014/main" id="{48CA4E41-1C20-C36C-063B-F5E38BD8B1EF}"/>
                </a:ext>
              </a:extLst>
            </p:cNvPr>
            <p:cNvSpPr/>
            <p:nvPr/>
          </p:nvSpPr>
          <p:spPr>
            <a:xfrm>
              <a:off x="3966071"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38" name="Freeform: Shape 3037">
              <a:extLst>
                <a:ext uri="{FF2B5EF4-FFF2-40B4-BE49-F238E27FC236}">
                  <a16:creationId xmlns:a16="http://schemas.microsoft.com/office/drawing/2014/main" id="{DD68D3B5-8A55-B144-2A7A-475C187336C4}"/>
                </a:ext>
              </a:extLst>
            </p:cNvPr>
            <p:cNvSpPr/>
            <p:nvPr/>
          </p:nvSpPr>
          <p:spPr>
            <a:xfrm>
              <a:off x="4080327"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39" name="Freeform: Shape 3038">
              <a:extLst>
                <a:ext uri="{FF2B5EF4-FFF2-40B4-BE49-F238E27FC236}">
                  <a16:creationId xmlns:a16="http://schemas.microsoft.com/office/drawing/2014/main" id="{4CC5F61A-FD81-D2C3-2DE5-F4F54B4ED237}"/>
                </a:ext>
              </a:extLst>
            </p:cNvPr>
            <p:cNvSpPr/>
            <p:nvPr/>
          </p:nvSpPr>
          <p:spPr>
            <a:xfrm>
              <a:off x="4194582"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40" name="Freeform: Shape 3039">
              <a:extLst>
                <a:ext uri="{FF2B5EF4-FFF2-40B4-BE49-F238E27FC236}">
                  <a16:creationId xmlns:a16="http://schemas.microsoft.com/office/drawing/2014/main" id="{B6C0ECE5-D6A0-829F-3AEF-03C8B6B8F980}"/>
                </a:ext>
              </a:extLst>
            </p:cNvPr>
            <p:cNvSpPr/>
            <p:nvPr/>
          </p:nvSpPr>
          <p:spPr>
            <a:xfrm>
              <a:off x="4308838"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41" name="Freeform: Shape 3040">
              <a:extLst>
                <a:ext uri="{FF2B5EF4-FFF2-40B4-BE49-F238E27FC236}">
                  <a16:creationId xmlns:a16="http://schemas.microsoft.com/office/drawing/2014/main" id="{D6B5577A-D7B2-7E5B-361A-D1F381C10391}"/>
                </a:ext>
              </a:extLst>
            </p:cNvPr>
            <p:cNvSpPr/>
            <p:nvPr/>
          </p:nvSpPr>
          <p:spPr>
            <a:xfrm>
              <a:off x="4423094"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42" name="Freeform: Shape 3041">
              <a:extLst>
                <a:ext uri="{FF2B5EF4-FFF2-40B4-BE49-F238E27FC236}">
                  <a16:creationId xmlns:a16="http://schemas.microsoft.com/office/drawing/2014/main" id="{C278F024-3973-E54B-9E67-DDD001C411D8}"/>
                </a:ext>
              </a:extLst>
            </p:cNvPr>
            <p:cNvSpPr/>
            <p:nvPr/>
          </p:nvSpPr>
          <p:spPr>
            <a:xfrm>
              <a:off x="4537350"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43" name="Freeform: Shape 3042">
              <a:extLst>
                <a:ext uri="{FF2B5EF4-FFF2-40B4-BE49-F238E27FC236}">
                  <a16:creationId xmlns:a16="http://schemas.microsoft.com/office/drawing/2014/main" id="{50264D41-B693-A2B6-BF9D-319801003736}"/>
                </a:ext>
              </a:extLst>
            </p:cNvPr>
            <p:cNvSpPr/>
            <p:nvPr/>
          </p:nvSpPr>
          <p:spPr>
            <a:xfrm>
              <a:off x="4651605"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44" name="Freeform: Shape 3043">
              <a:extLst>
                <a:ext uri="{FF2B5EF4-FFF2-40B4-BE49-F238E27FC236}">
                  <a16:creationId xmlns:a16="http://schemas.microsoft.com/office/drawing/2014/main" id="{9A0963B5-C627-C539-5C93-70EC9E38E697}"/>
                </a:ext>
              </a:extLst>
            </p:cNvPr>
            <p:cNvSpPr/>
            <p:nvPr/>
          </p:nvSpPr>
          <p:spPr>
            <a:xfrm>
              <a:off x="4765861"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45" name="Freeform: Shape 3044">
              <a:extLst>
                <a:ext uri="{FF2B5EF4-FFF2-40B4-BE49-F238E27FC236}">
                  <a16:creationId xmlns:a16="http://schemas.microsoft.com/office/drawing/2014/main" id="{87E37EA7-884A-9A7E-5727-296E311F0AF1}"/>
                </a:ext>
              </a:extLst>
            </p:cNvPr>
            <p:cNvSpPr/>
            <p:nvPr/>
          </p:nvSpPr>
          <p:spPr>
            <a:xfrm>
              <a:off x="4880117"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46" name="Freeform: Shape 3045">
              <a:extLst>
                <a:ext uri="{FF2B5EF4-FFF2-40B4-BE49-F238E27FC236}">
                  <a16:creationId xmlns:a16="http://schemas.microsoft.com/office/drawing/2014/main" id="{4A0C2D31-C283-D727-5E7E-7E75A185F5B1}"/>
                </a:ext>
              </a:extLst>
            </p:cNvPr>
            <p:cNvSpPr/>
            <p:nvPr/>
          </p:nvSpPr>
          <p:spPr>
            <a:xfrm>
              <a:off x="4994373"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47" name="Freeform: Shape 3046">
              <a:extLst>
                <a:ext uri="{FF2B5EF4-FFF2-40B4-BE49-F238E27FC236}">
                  <a16:creationId xmlns:a16="http://schemas.microsoft.com/office/drawing/2014/main" id="{3E42B235-CD87-9113-58C4-C5E38D22CCCC}"/>
                </a:ext>
              </a:extLst>
            </p:cNvPr>
            <p:cNvSpPr/>
            <p:nvPr/>
          </p:nvSpPr>
          <p:spPr>
            <a:xfrm>
              <a:off x="5108629"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48" name="Freeform: Shape 3047">
              <a:extLst>
                <a:ext uri="{FF2B5EF4-FFF2-40B4-BE49-F238E27FC236}">
                  <a16:creationId xmlns:a16="http://schemas.microsoft.com/office/drawing/2014/main" id="{5EB4ABAE-90F8-58C4-44CC-707BC0FAFFE6}"/>
                </a:ext>
              </a:extLst>
            </p:cNvPr>
            <p:cNvSpPr/>
            <p:nvPr/>
          </p:nvSpPr>
          <p:spPr>
            <a:xfrm>
              <a:off x="5222840"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49" name="Freeform: Shape 3048">
              <a:extLst>
                <a:ext uri="{FF2B5EF4-FFF2-40B4-BE49-F238E27FC236}">
                  <a16:creationId xmlns:a16="http://schemas.microsoft.com/office/drawing/2014/main" id="{6368E383-850E-DBE4-5F62-960A11F8A1EE}"/>
                </a:ext>
              </a:extLst>
            </p:cNvPr>
            <p:cNvSpPr/>
            <p:nvPr/>
          </p:nvSpPr>
          <p:spPr>
            <a:xfrm>
              <a:off x="5337096"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50" name="Freeform: Shape 3049">
              <a:extLst>
                <a:ext uri="{FF2B5EF4-FFF2-40B4-BE49-F238E27FC236}">
                  <a16:creationId xmlns:a16="http://schemas.microsoft.com/office/drawing/2014/main" id="{C009A050-8ADD-3AFD-1CDE-9D9898D36135}"/>
                </a:ext>
              </a:extLst>
            </p:cNvPr>
            <p:cNvSpPr/>
            <p:nvPr/>
          </p:nvSpPr>
          <p:spPr>
            <a:xfrm>
              <a:off x="5451352"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51" name="Freeform: Shape 3050">
              <a:extLst>
                <a:ext uri="{FF2B5EF4-FFF2-40B4-BE49-F238E27FC236}">
                  <a16:creationId xmlns:a16="http://schemas.microsoft.com/office/drawing/2014/main" id="{C68A0A77-67C6-055D-93C6-4A9E36EECFD6}"/>
                </a:ext>
              </a:extLst>
            </p:cNvPr>
            <p:cNvSpPr/>
            <p:nvPr/>
          </p:nvSpPr>
          <p:spPr>
            <a:xfrm>
              <a:off x="5565608"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52" name="Freeform: Shape 3051">
              <a:extLst>
                <a:ext uri="{FF2B5EF4-FFF2-40B4-BE49-F238E27FC236}">
                  <a16:creationId xmlns:a16="http://schemas.microsoft.com/office/drawing/2014/main" id="{87ADCE0D-34B9-0430-E5D5-C099CBA86FD0}"/>
                </a:ext>
              </a:extLst>
            </p:cNvPr>
            <p:cNvSpPr/>
            <p:nvPr/>
          </p:nvSpPr>
          <p:spPr>
            <a:xfrm>
              <a:off x="5679863"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53" name="Freeform: Shape 3052">
              <a:extLst>
                <a:ext uri="{FF2B5EF4-FFF2-40B4-BE49-F238E27FC236}">
                  <a16:creationId xmlns:a16="http://schemas.microsoft.com/office/drawing/2014/main" id="{8EEB0620-B7D0-2E0C-1CD4-F420D87058D6}"/>
                </a:ext>
              </a:extLst>
            </p:cNvPr>
            <p:cNvSpPr/>
            <p:nvPr/>
          </p:nvSpPr>
          <p:spPr>
            <a:xfrm>
              <a:off x="5794119"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54" name="Freeform: Shape 3053">
              <a:extLst>
                <a:ext uri="{FF2B5EF4-FFF2-40B4-BE49-F238E27FC236}">
                  <a16:creationId xmlns:a16="http://schemas.microsoft.com/office/drawing/2014/main" id="{BD91F564-7EF3-3B6D-7786-F5D4D71D8489}"/>
                </a:ext>
              </a:extLst>
            </p:cNvPr>
            <p:cNvSpPr/>
            <p:nvPr/>
          </p:nvSpPr>
          <p:spPr>
            <a:xfrm>
              <a:off x="5908375"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55" name="Freeform: Shape 3054">
              <a:extLst>
                <a:ext uri="{FF2B5EF4-FFF2-40B4-BE49-F238E27FC236}">
                  <a16:creationId xmlns:a16="http://schemas.microsoft.com/office/drawing/2014/main" id="{AE7310D4-4F02-DCA6-05B8-27B323DB8F26}"/>
                </a:ext>
              </a:extLst>
            </p:cNvPr>
            <p:cNvSpPr/>
            <p:nvPr/>
          </p:nvSpPr>
          <p:spPr>
            <a:xfrm>
              <a:off x="6022631"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56" name="Freeform: Shape 3055">
              <a:extLst>
                <a:ext uri="{FF2B5EF4-FFF2-40B4-BE49-F238E27FC236}">
                  <a16:creationId xmlns:a16="http://schemas.microsoft.com/office/drawing/2014/main" id="{BF8D81EE-54C1-D9B2-ADE4-7881DF5F6D19}"/>
                </a:ext>
              </a:extLst>
            </p:cNvPr>
            <p:cNvSpPr/>
            <p:nvPr/>
          </p:nvSpPr>
          <p:spPr>
            <a:xfrm>
              <a:off x="6136886"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57" name="Freeform: Shape 3056">
              <a:extLst>
                <a:ext uri="{FF2B5EF4-FFF2-40B4-BE49-F238E27FC236}">
                  <a16:creationId xmlns:a16="http://schemas.microsoft.com/office/drawing/2014/main" id="{D24E9B65-0E49-240D-7C72-511CE981CD6A}"/>
                </a:ext>
              </a:extLst>
            </p:cNvPr>
            <p:cNvSpPr/>
            <p:nvPr/>
          </p:nvSpPr>
          <p:spPr>
            <a:xfrm>
              <a:off x="6251142"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58" name="Freeform: Shape 3057">
              <a:extLst>
                <a:ext uri="{FF2B5EF4-FFF2-40B4-BE49-F238E27FC236}">
                  <a16:creationId xmlns:a16="http://schemas.microsoft.com/office/drawing/2014/main" id="{682DC813-01A1-CABE-7BD8-8480AAA824AF}"/>
                </a:ext>
              </a:extLst>
            </p:cNvPr>
            <p:cNvSpPr/>
            <p:nvPr/>
          </p:nvSpPr>
          <p:spPr>
            <a:xfrm>
              <a:off x="6365398"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59" name="Freeform: Shape 3058">
              <a:extLst>
                <a:ext uri="{FF2B5EF4-FFF2-40B4-BE49-F238E27FC236}">
                  <a16:creationId xmlns:a16="http://schemas.microsoft.com/office/drawing/2014/main" id="{656D38F4-721F-7838-440D-D10BE68830C9}"/>
                </a:ext>
              </a:extLst>
            </p:cNvPr>
            <p:cNvSpPr/>
            <p:nvPr/>
          </p:nvSpPr>
          <p:spPr>
            <a:xfrm>
              <a:off x="6479610"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60" name="Freeform: Shape 3059">
              <a:extLst>
                <a:ext uri="{FF2B5EF4-FFF2-40B4-BE49-F238E27FC236}">
                  <a16:creationId xmlns:a16="http://schemas.microsoft.com/office/drawing/2014/main" id="{4A88CE95-40E1-E322-D84F-F6F2D2E55F3E}"/>
                </a:ext>
              </a:extLst>
            </p:cNvPr>
            <p:cNvSpPr/>
            <p:nvPr/>
          </p:nvSpPr>
          <p:spPr>
            <a:xfrm>
              <a:off x="6593865"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61" name="Freeform: Shape 3060">
              <a:extLst>
                <a:ext uri="{FF2B5EF4-FFF2-40B4-BE49-F238E27FC236}">
                  <a16:creationId xmlns:a16="http://schemas.microsoft.com/office/drawing/2014/main" id="{4387BB59-D72B-2009-76A2-05073C7B0A5F}"/>
                </a:ext>
              </a:extLst>
            </p:cNvPr>
            <p:cNvSpPr/>
            <p:nvPr/>
          </p:nvSpPr>
          <p:spPr>
            <a:xfrm>
              <a:off x="6708121" y="457421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62" name="Freeform: Shape 3061">
              <a:extLst>
                <a:ext uri="{FF2B5EF4-FFF2-40B4-BE49-F238E27FC236}">
                  <a16:creationId xmlns:a16="http://schemas.microsoft.com/office/drawing/2014/main" id="{D4C1931F-EAE7-B4E7-EC10-0A16A80A62E3}"/>
                </a:ext>
              </a:extLst>
            </p:cNvPr>
            <p:cNvSpPr/>
            <p:nvPr/>
          </p:nvSpPr>
          <p:spPr>
            <a:xfrm>
              <a:off x="6822377"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63" name="Freeform: Shape 3062">
              <a:extLst>
                <a:ext uri="{FF2B5EF4-FFF2-40B4-BE49-F238E27FC236}">
                  <a16:creationId xmlns:a16="http://schemas.microsoft.com/office/drawing/2014/main" id="{C60095D8-7341-12F5-526A-9997993F5FE0}"/>
                </a:ext>
              </a:extLst>
            </p:cNvPr>
            <p:cNvSpPr/>
            <p:nvPr/>
          </p:nvSpPr>
          <p:spPr>
            <a:xfrm>
              <a:off x="6936633"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64" name="Freeform: Shape 3063">
              <a:extLst>
                <a:ext uri="{FF2B5EF4-FFF2-40B4-BE49-F238E27FC236}">
                  <a16:creationId xmlns:a16="http://schemas.microsoft.com/office/drawing/2014/main" id="{83CE4FC8-FD59-C038-DD58-AF7CCC907142}"/>
                </a:ext>
              </a:extLst>
            </p:cNvPr>
            <p:cNvSpPr/>
            <p:nvPr/>
          </p:nvSpPr>
          <p:spPr>
            <a:xfrm>
              <a:off x="7050888" y="457421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65" name="Freeform: Shape 3064">
              <a:extLst>
                <a:ext uri="{FF2B5EF4-FFF2-40B4-BE49-F238E27FC236}">
                  <a16:creationId xmlns:a16="http://schemas.microsoft.com/office/drawing/2014/main" id="{F23C1723-D34D-3E8A-57C6-1A69B6913661}"/>
                </a:ext>
              </a:extLst>
            </p:cNvPr>
            <p:cNvSpPr/>
            <p:nvPr/>
          </p:nvSpPr>
          <p:spPr>
            <a:xfrm>
              <a:off x="7165144"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66" name="Freeform: Shape 3065">
              <a:extLst>
                <a:ext uri="{FF2B5EF4-FFF2-40B4-BE49-F238E27FC236}">
                  <a16:creationId xmlns:a16="http://schemas.microsoft.com/office/drawing/2014/main" id="{E8BECDA0-D594-A5D5-EB83-176E471ECE0F}"/>
                </a:ext>
              </a:extLst>
            </p:cNvPr>
            <p:cNvSpPr/>
            <p:nvPr/>
          </p:nvSpPr>
          <p:spPr>
            <a:xfrm>
              <a:off x="2366578"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67" name="Freeform: Shape 3066">
              <a:extLst>
                <a:ext uri="{FF2B5EF4-FFF2-40B4-BE49-F238E27FC236}">
                  <a16:creationId xmlns:a16="http://schemas.microsoft.com/office/drawing/2014/main" id="{6F4FDB90-D0E9-1173-F45A-F4398A5201A2}"/>
                </a:ext>
              </a:extLst>
            </p:cNvPr>
            <p:cNvSpPr/>
            <p:nvPr/>
          </p:nvSpPr>
          <p:spPr>
            <a:xfrm>
              <a:off x="2480790"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68" name="Freeform: Shape 3067">
              <a:extLst>
                <a:ext uri="{FF2B5EF4-FFF2-40B4-BE49-F238E27FC236}">
                  <a16:creationId xmlns:a16="http://schemas.microsoft.com/office/drawing/2014/main" id="{7FED233D-1967-6180-F861-96F56BA65A2A}"/>
                </a:ext>
              </a:extLst>
            </p:cNvPr>
            <p:cNvSpPr/>
            <p:nvPr/>
          </p:nvSpPr>
          <p:spPr>
            <a:xfrm>
              <a:off x="2595046"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69" name="Freeform: Shape 3068">
              <a:extLst>
                <a:ext uri="{FF2B5EF4-FFF2-40B4-BE49-F238E27FC236}">
                  <a16:creationId xmlns:a16="http://schemas.microsoft.com/office/drawing/2014/main" id="{6CF081A4-83CD-8612-0640-93357261D188}"/>
                </a:ext>
              </a:extLst>
            </p:cNvPr>
            <p:cNvSpPr/>
            <p:nvPr/>
          </p:nvSpPr>
          <p:spPr>
            <a:xfrm>
              <a:off x="2709301"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70" name="Freeform: Shape 3069">
              <a:extLst>
                <a:ext uri="{FF2B5EF4-FFF2-40B4-BE49-F238E27FC236}">
                  <a16:creationId xmlns:a16="http://schemas.microsoft.com/office/drawing/2014/main" id="{291502F9-DF6C-28B0-F08F-49E45508C324}"/>
                </a:ext>
              </a:extLst>
            </p:cNvPr>
            <p:cNvSpPr/>
            <p:nvPr/>
          </p:nvSpPr>
          <p:spPr>
            <a:xfrm>
              <a:off x="2823557"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71" name="Freeform: Shape 3070">
              <a:extLst>
                <a:ext uri="{FF2B5EF4-FFF2-40B4-BE49-F238E27FC236}">
                  <a16:creationId xmlns:a16="http://schemas.microsoft.com/office/drawing/2014/main" id="{B551A426-8BCB-B61D-869B-CC9B2A5FBBB9}"/>
                </a:ext>
              </a:extLst>
            </p:cNvPr>
            <p:cNvSpPr/>
            <p:nvPr/>
          </p:nvSpPr>
          <p:spPr>
            <a:xfrm>
              <a:off x="2937813"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72" name="Freeform: Shape 3071">
              <a:extLst>
                <a:ext uri="{FF2B5EF4-FFF2-40B4-BE49-F238E27FC236}">
                  <a16:creationId xmlns:a16="http://schemas.microsoft.com/office/drawing/2014/main" id="{6D58BB87-735E-3FEB-27B1-14A7476563AC}"/>
                </a:ext>
              </a:extLst>
            </p:cNvPr>
            <p:cNvSpPr/>
            <p:nvPr/>
          </p:nvSpPr>
          <p:spPr>
            <a:xfrm>
              <a:off x="3052069"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73" name="Freeform: Shape 3072">
              <a:extLst>
                <a:ext uri="{FF2B5EF4-FFF2-40B4-BE49-F238E27FC236}">
                  <a16:creationId xmlns:a16="http://schemas.microsoft.com/office/drawing/2014/main" id="{A41CB47B-8B81-0EF4-CE56-91FF6242D5C8}"/>
                </a:ext>
              </a:extLst>
            </p:cNvPr>
            <p:cNvSpPr/>
            <p:nvPr/>
          </p:nvSpPr>
          <p:spPr>
            <a:xfrm>
              <a:off x="3166325"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74" name="Freeform: Shape 3073">
              <a:extLst>
                <a:ext uri="{FF2B5EF4-FFF2-40B4-BE49-F238E27FC236}">
                  <a16:creationId xmlns:a16="http://schemas.microsoft.com/office/drawing/2014/main" id="{1E245436-826F-8C6A-9448-85F68BAC91CE}"/>
                </a:ext>
              </a:extLst>
            </p:cNvPr>
            <p:cNvSpPr/>
            <p:nvPr/>
          </p:nvSpPr>
          <p:spPr>
            <a:xfrm>
              <a:off x="3280580"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75" name="Freeform: Shape 3074">
              <a:extLst>
                <a:ext uri="{FF2B5EF4-FFF2-40B4-BE49-F238E27FC236}">
                  <a16:creationId xmlns:a16="http://schemas.microsoft.com/office/drawing/2014/main" id="{C46E161F-6A06-302A-278B-7ED0FA8A5F4C}"/>
                </a:ext>
              </a:extLst>
            </p:cNvPr>
            <p:cNvSpPr/>
            <p:nvPr/>
          </p:nvSpPr>
          <p:spPr>
            <a:xfrm>
              <a:off x="3394836"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76" name="Freeform: Shape 3075">
              <a:extLst>
                <a:ext uri="{FF2B5EF4-FFF2-40B4-BE49-F238E27FC236}">
                  <a16:creationId xmlns:a16="http://schemas.microsoft.com/office/drawing/2014/main" id="{5E1DC44C-68CC-D797-60B2-8F2B802D6653}"/>
                </a:ext>
              </a:extLst>
            </p:cNvPr>
            <p:cNvSpPr/>
            <p:nvPr/>
          </p:nvSpPr>
          <p:spPr>
            <a:xfrm>
              <a:off x="3509092"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77" name="Freeform: Shape 3076">
              <a:extLst>
                <a:ext uri="{FF2B5EF4-FFF2-40B4-BE49-F238E27FC236}">
                  <a16:creationId xmlns:a16="http://schemas.microsoft.com/office/drawing/2014/main" id="{AB28DB85-90C7-6E62-82DD-C3412FCC5563}"/>
                </a:ext>
              </a:extLst>
            </p:cNvPr>
            <p:cNvSpPr/>
            <p:nvPr/>
          </p:nvSpPr>
          <p:spPr>
            <a:xfrm>
              <a:off x="3623348"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78" name="Freeform: Shape 3077">
              <a:extLst>
                <a:ext uri="{FF2B5EF4-FFF2-40B4-BE49-F238E27FC236}">
                  <a16:creationId xmlns:a16="http://schemas.microsoft.com/office/drawing/2014/main" id="{E385F584-C9BD-238A-CD48-81D85F343AE3}"/>
                </a:ext>
              </a:extLst>
            </p:cNvPr>
            <p:cNvSpPr/>
            <p:nvPr/>
          </p:nvSpPr>
          <p:spPr>
            <a:xfrm>
              <a:off x="3737603"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79" name="Freeform: Shape 3078">
              <a:extLst>
                <a:ext uri="{FF2B5EF4-FFF2-40B4-BE49-F238E27FC236}">
                  <a16:creationId xmlns:a16="http://schemas.microsoft.com/office/drawing/2014/main" id="{88669E49-25EF-34CA-799E-F8E266A4A5BE}"/>
                </a:ext>
              </a:extLst>
            </p:cNvPr>
            <p:cNvSpPr/>
            <p:nvPr/>
          </p:nvSpPr>
          <p:spPr>
            <a:xfrm>
              <a:off x="3851815"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80" name="Freeform: Shape 3079">
              <a:extLst>
                <a:ext uri="{FF2B5EF4-FFF2-40B4-BE49-F238E27FC236}">
                  <a16:creationId xmlns:a16="http://schemas.microsoft.com/office/drawing/2014/main" id="{A193E6B8-8775-DA40-FB40-42674AC7D3C8}"/>
                </a:ext>
              </a:extLst>
            </p:cNvPr>
            <p:cNvSpPr/>
            <p:nvPr/>
          </p:nvSpPr>
          <p:spPr>
            <a:xfrm>
              <a:off x="3966071"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81" name="Freeform: Shape 3080">
              <a:extLst>
                <a:ext uri="{FF2B5EF4-FFF2-40B4-BE49-F238E27FC236}">
                  <a16:creationId xmlns:a16="http://schemas.microsoft.com/office/drawing/2014/main" id="{093750B5-2376-E23C-C94B-47FA3B2F04C0}"/>
                </a:ext>
              </a:extLst>
            </p:cNvPr>
            <p:cNvSpPr/>
            <p:nvPr/>
          </p:nvSpPr>
          <p:spPr>
            <a:xfrm>
              <a:off x="4080327"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82" name="Freeform: Shape 3081">
              <a:extLst>
                <a:ext uri="{FF2B5EF4-FFF2-40B4-BE49-F238E27FC236}">
                  <a16:creationId xmlns:a16="http://schemas.microsoft.com/office/drawing/2014/main" id="{133162B5-17FB-ADFE-8052-130D31192B36}"/>
                </a:ext>
              </a:extLst>
            </p:cNvPr>
            <p:cNvSpPr/>
            <p:nvPr/>
          </p:nvSpPr>
          <p:spPr>
            <a:xfrm>
              <a:off x="4194582"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83" name="Freeform: Shape 3082">
              <a:extLst>
                <a:ext uri="{FF2B5EF4-FFF2-40B4-BE49-F238E27FC236}">
                  <a16:creationId xmlns:a16="http://schemas.microsoft.com/office/drawing/2014/main" id="{A13629E9-37E6-9DAD-E93B-EB82B551EA22}"/>
                </a:ext>
              </a:extLst>
            </p:cNvPr>
            <p:cNvSpPr/>
            <p:nvPr/>
          </p:nvSpPr>
          <p:spPr>
            <a:xfrm>
              <a:off x="4308838"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84" name="Freeform: Shape 3083">
              <a:extLst>
                <a:ext uri="{FF2B5EF4-FFF2-40B4-BE49-F238E27FC236}">
                  <a16:creationId xmlns:a16="http://schemas.microsoft.com/office/drawing/2014/main" id="{B3A1C180-41F0-BEEF-34C6-08B64E1E081F}"/>
                </a:ext>
              </a:extLst>
            </p:cNvPr>
            <p:cNvSpPr/>
            <p:nvPr/>
          </p:nvSpPr>
          <p:spPr>
            <a:xfrm>
              <a:off x="4423094"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85" name="Freeform: Shape 3084">
              <a:extLst>
                <a:ext uri="{FF2B5EF4-FFF2-40B4-BE49-F238E27FC236}">
                  <a16:creationId xmlns:a16="http://schemas.microsoft.com/office/drawing/2014/main" id="{4A4FDB10-D5FB-0878-C970-9AB76F7CFB34}"/>
                </a:ext>
              </a:extLst>
            </p:cNvPr>
            <p:cNvSpPr/>
            <p:nvPr/>
          </p:nvSpPr>
          <p:spPr>
            <a:xfrm>
              <a:off x="4537350"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86" name="Freeform: Shape 3085">
              <a:extLst>
                <a:ext uri="{FF2B5EF4-FFF2-40B4-BE49-F238E27FC236}">
                  <a16:creationId xmlns:a16="http://schemas.microsoft.com/office/drawing/2014/main" id="{92B641BB-AB96-973F-ED76-EE164B18B759}"/>
                </a:ext>
              </a:extLst>
            </p:cNvPr>
            <p:cNvSpPr/>
            <p:nvPr/>
          </p:nvSpPr>
          <p:spPr>
            <a:xfrm>
              <a:off x="4651605"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87" name="Freeform: Shape 3086">
              <a:extLst>
                <a:ext uri="{FF2B5EF4-FFF2-40B4-BE49-F238E27FC236}">
                  <a16:creationId xmlns:a16="http://schemas.microsoft.com/office/drawing/2014/main" id="{D1C8263D-3919-1284-5AEA-67EEA446AC1A}"/>
                </a:ext>
              </a:extLst>
            </p:cNvPr>
            <p:cNvSpPr/>
            <p:nvPr/>
          </p:nvSpPr>
          <p:spPr>
            <a:xfrm>
              <a:off x="4765861"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88" name="Freeform: Shape 3087">
              <a:extLst>
                <a:ext uri="{FF2B5EF4-FFF2-40B4-BE49-F238E27FC236}">
                  <a16:creationId xmlns:a16="http://schemas.microsoft.com/office/drawing/2014/main" id="{970CF2DA-76DB-6C4C-2A72-3A9C900E4BAB}"/>
                </a:ext>
              </a:extLst>
            </p:cNvPr>
            <p:cNvSpPr/>
            <p:nvPr/>
          </p:nvSpPr>
          <p:spPr>
            <a:xfrm>
              <a:off x="4880117"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89" name="Freeform: Shape 3088">
              <a:extLst>
                <a:ext uri="{FF2B5EF4-FFF2-40B4-BE49-F238E27FC236}">
                  <a16:creationId xmlns:a16="http://schemas.microsoft.com/office/drawing/2014/main" id="{4FFA46F6-A097-8963-F56C-DA72080EAA8E}"/>
                </a:ext>
              </a:extLst>
            </p:cNvPr>
            <p:cNvSpPr/>
            <p:nvPr/>
          </p:nvSpPr>
          <p:spPr>
            <a:xfrm>
              <a:off x="4994373"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90" name="Freeform: Shape 3089">
              <a:extLst>
                <a:ext uri="{FF2B5EF4-FFF2-40B4-BE49-F238E27FC236}">
                  <a16:creationId xmlns:a16="http://schemas.microsoft.com/office/drawing/2014/main" id="{AFA4E1CE-4C5F-D43C-FE3F-65A2A7181A44}"/>
                </a:ext>
              </a:extLst>
            </p:cNvPr>
            <p:cNvSpPr/>
            <p:nvPr/>
          </p:nvSpPr>
          <p:spPr>
            <a:xfrm>
              <a:off x="5108629"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91" name="Freeform: Shape 3090">
              <a:extLst>
                <a:ext uri="{FF2B5EF4-FFF2-40B4-BE49-F238E27FC236}">
                  <a16:creationId xmlns:a16="http://schemas.microsoft.com/office/drawing/2014/main" id="{5247D7D0-B196-4B25-F374-7EF2CD38981C}"/>
                </a:ext>
              </a:extLst>
            </p:cNvPr>
            <p:cNvSpPr/>
            <p:nvPr/>
          </p:nvSpPr>
          <p:spPr>
            <a:xfrm>
              <a:off x="5222840"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92" name="Freeform: Shape 3091">
              <a:extLst>
                <a:ext uri="{FF2B5EF4-FFF2-40B4-BE49-F238E27FC236}">
                  <a16:creationId xmlns:a16="http://schemas.microsoft.com/office/drawing/2014/main" id="{4DB17A0F-023C-D113-7C88-11039AF88B36}"/>
                </a:ext>
              </a:extLst>
            </p:cNvPr>
            <p:cNvSpPr/>
            <p:nvPr/>
          </p:nvSpPr>
          <p:spPr>
            <a:xfrm>
              <a:off x="5337096"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93" name="Freeform: Shape 3092">
              <a:extLst>
                <a:ext uri="{FF2B5EF4-FFF2-40B4-BE49-F238E27FC236}">
                  <a16:creationId xmlns:a16="http://schemas.microsoft.com/office/drawing/2014/main" id="{1A7D726D-0CF2-5B9A-9B36-AB151C71B0ED}"/>
                </a:ext>
              </a:extLst>
            </p:cNvPr>
            <p:cNvSpPr/>
            <p:nvPr/>
          </p:nvSpPr>
          <p:spPr>
            <a:xfrm>
              <a:off x="5451352"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94" name="Freeform: Shape 3093">
              <a:extLst>
                <a:ext uri="{FF2B5EF4-FFF2-40B4-BE49-F238E27FC236}">
                  <a16:creationId xmlns:a16="http://schemas.microsoft.com/office/drawing/2014/main" id="{8D64E637-8082-6BF6-39CE-0B3317A271A4}"/>
                </a:ext>
              </a:extLst>
            </p:cNvPr>
            <p:cNvSpPr/>
            <p:nvPr/>
          </p:nvSpPr>
          <p:spPr>
            <a:xfrm>
              <a:off x="5565608"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95" name="Freeform: Shape 3094">
              <a:extLst>
                <a:ext uri="{FF2B5EF4-FFF2-40B4-BE49-F238E27FC236}">
                  <a16:creationId xmlns:a16="http://schemas.microsoft.com/office/drawing/2014/main" id="{531693EF-F6D4-AB2A-0BCB-7BA5D87EC9BC}"/>
                </a:ext>
              </a:extLst>
            </p:cNvPr>
            <p:cNvSpPr/>
            <p:nvPr/>
          </p:nvSpPr>
          <p:spPr>
            <a:xfrm>
              <a:off x="5679863"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96" name="Freeform: Shape 3095">
              <a:extLst>
                <a:ext uri="{FF2B5EF4-FFF2-40B4-BE49-F238E27FC236}">
                  <a16:creationId xmlns:a16="http://schemas.microsoft.com/office/drawing/2014/main" id="{26FE5653-5D92-DB6D-3CF1-9B0C9829D45E}"/>
                </a:ext>
              </a:extLst>
            </p:cNvPr>
            <p:cNvSpPr/>
            <p:nvPr/>
          </p:nvSpPr>
          <p:spPr>
            <a:xfrm>
              <a:off x="5794119"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97" name="Freeform: Shape 3096">
              <a:extLst>
                <a:ext uri="{FF2B5EF4-FFF2-40B4-BE49-F238E27FC236}">
                  <a16:creationId xmlns:a16="http://schemas.microsoft.com/office/drawing/2014/main" id="{E06F24FA-A806-FA66-B6C4-109C25496AA3}"/>
                </a:ext>
              </a:extLst>
            </p:cNvPr>
            <p:cNvSpPr/>
            <p:nvPr/>
          </p:nvSpPr>
          <p:spPr>
            <a:xfrm>
              <a:off x="5908375"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98" name="Freeform: Shape 3097">
              <a:extLst>
                <a:ext uri="{FF2B5EF4-FFF2-40B4-BE49-F238E27FC236}">
                  <a16:creationId xmlns:a16="http://schemas.microsoft.com/office/drawing/2014/main" id="{55F8EE48-DBD1-8D76-2EBD-C2EBE7933D3D}"/>
                </a:ext>
              </a:extLst>
            </p:cNvPr>
            <p:cNvSpPr/>
            <p:nvPr/>
          </p:nvSpPr>
          <p:spPr>
            <a:xfrm>
              <a:off x="6022631"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99" name="Freeform: Shape 3098">
              <a:extLst>
                <a:ext uri="{FF2B5EF4-FFF2-40B4-BE49-F238E27FC236}">
                  <a16:creationId xmlns:a16="http://schemas.microsoft.com/office/drawing/2014/main" id="{3845FB41-78EA-01C7-73C4-BCF2B02EAF12}"/>
                </a:ext>
              </a:extLst>
            </p:cNvPr>
            <p:cNvSpPr/>
            <p:nvPr/>
          </p:nvSpPr>
          <p:spPr>
            <a:xfrm>
              <a:off x="6136886"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100" name="Freeform: Shape 3099">
              <a:extLst>
                <a:ext uri="{FF2B5EF4-FFF2-40B4-BE49-F238E27FC236}">
                  <a16:creationId xmlns:a16="http://schemas.microsoft.com/office/drawing/2014/main" id="{D4DDFE53-ADCB-CF04-EB9A-D073989C776D}"/>
                </a:ext>
              </a:extLst>
            </p:cNvPr>
            <p:cNvSpPr/>
            <p:nvPr/>
          </p:nvSpPr>
          <p:spPr>
            <a:xfrm>
              <a:off x="6251142"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101" name="Freeform: Shape 3100">
              <a:extLst>
                <a:ext uri="{FF2B5EF4-FFF2-40B4-BE49-F238E27FC236}">
                  <a16:creationId xmlns:a16="http://schemas.microsoft.com/office/drawing/2014/main" id="{830644D9-AD1B-A745-57EB-7E2F23955DFE}"/>
                </a:ext>
              </a:extLst>
            </p:cNvPr>
            <p:cNvSpPr/>
            <p:nvPr/>
          </p:nvSpPr>
          <p:spPr>
            <a:xfrm>
              <a:off x="6365398"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102" name="Freeform: Shape 3101">
              <a:extLst>
                <a:ext uri="{FF2B5EF4-FFF2-40B4-BE49-F238E27FC236}">
                  <a16:creationId xmlns:a16="http://schemas.microsoft.com/office/drawing/2014/main" id="{B5F16C13-386E-2138-58BD-CD267600431A}"/>
                </a:ext>
              </a:extLst>
            </p:cNvPr>
            <p:cNvSpPr/>
            <p:nvPr/>
          </p:nvSpPr>
          <p:spPr>
            <a:xfrm>
              <a:off x="6479610"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103" name="Freeform: Shape 3102">
              <a:extLst>
                <a:ext uri="{FF2B5EF4-FFF2-40B4-BE49-F238E27FC236}">
                  <a16:creationId xmlns:a16="http://schemas.microsoft.com/office/drawing/2014/main" id="{67779623-70DD-301B-A71E-50B2D27A7B6E}"/>
                </a:ext>
              </a:extLst>
            </p:cNvPr>
            <p:cNvSpPr/>
            <p:nvPr/>
          </p:nvSpPr>
          <p:spPr>
            <a:xfrm>
              <a:off x="6593865"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104" name="Freeform: Shape 3103">
              <a:extLst>
                <a:ext uri="{FF2B5EF4-FFF2-40B4-BE49-F238E27FC236}">
                  <a16:creationId xmlns:a16="http://schemas.microsoft.com/office/drawing/2014/main" id="{83B78BF3-A30C-0E98-73A6-EEB188CD5927}"/>
                </a:ext>
              </a:extLst>
            </p:cNvPr>
            <p:cNvSpPr/>
            <p:nvPr/>
          </p:nvSpPr>
          <p:spPr>
            <a:xfrm>
              <a:off x="6708121" y="468846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105" name="Freeform: Shape 3104">
              <a:extLst>
                <a:ext uri="{FF2B5EF4-FFF2-40B4-BE49-F238E27FC236}">
                  <a16:creationId xmlns:a16="http://schemas.microsoft.com/office/drawing/2014/main" id="{B867423B-E141-8B64-A643-05CAB3B48EFC}"/>
                </a:ext>
              </a:extLst>
            </p:cNvPr>
            <p:cNvSpPr/>
            <p:nvPr/>
          </p:nvSpPr>
          <p:spPr>
            <a:xfrm>
              <a:off x="6822377"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106" name="Freeform: Shape 3105">
              <a:extLst>
                <a:ext uri="{FF2B5EF4-FFF2-40B4-BE49-F238E27FC236}">
                  <a16:creationId xmlns:a16="http://schemas.microsoft.com/office/drawing/2014/main" id="{404018CC-7CEA-ADD7-4B3C-A87C74042DF1}"/>
                </a:ext>
              </a:extLst>
            </p:cNvPr>
            <p:cNvSpPr/>
            <p:nvPr/>
          </p:nvSpPr>
          <p:spPr>
            <a:xfrm>
              <a:off x="6936633"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107" name="Freeform: Shape 3106">
              <a:extLst>
                <a:ext uri="{FF2B5EF4-FFF2-40B4-BE49-F238E27FC236}">
                  <a16:creationId xmlns:a16="http://schemas.microsoft.com/office/drawing/2014/main" id="{AC0B27D9-23B1-F2FB-D8E4-235305B71AB1}"/>
                </a:ext>
              </a:extLst>
            </p:cNvPr>
            <p:cNvSpPr/>
            <p:nvPr/>
          </p:nvSpPr>
          <p:spPr>
            <a:xfrm>
              <a:off x="7050888" y="468846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108" name="Freeform: Shape 3107">
              <a:extLst>
                <a:ext uri="{FF2B5EF4-FFF2-40B4-BE49-F238E27FC236}">
                  <a16:creationId xmlns:a16="http://schemas.microsoft.com/office/drawing/2014/main" id="{75A2F297-30DE-18B5-9A7C-CDB607241E9E}"/>
                </a:ext>
              </a:extLst>
            </p:cNvPr>
            <p:cNvSpPr/>
            <p:nvPr/>
          </p:nvSpPr>
          <p:spPr>
            <a:xfrm>
              <a:off x="7165144"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109" name="Freeform: Shape 3108">
              <a:extLst>
                <a:ext uri="{FF2B5EF4-FFF2-40B4-BE49-F238E27FC236}">
                  <a16:creationId xmlns:a16="http://schemas.microsoft.com/office/drawing/2014/main" id="{64EFD44E-1A52-4349-5812-A4E921517A4F}"/>
                </a:ext>
              </a:extLst>
            </p:cNvPr>
            <p:cNvSpPr/>
            <p:nvPr/>
          </p:nvSpPr>
          <p:spPr>
            <a:xfrm>
              <a:off x="2366578"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10" name="Freeform: Shape 3109">
              <a:extLst>
                <a:ext uri="{FF2B5EF4-FFF2-40B4-BE49-F238E27FC236}">
                  <a16:creationId xmlns:a16="http://schemas.microsoft.com/office/drawing/2014/main" id="{31FE4DEE-F6A7-AE25-1034-2A1639617050}"/>
                </a:ext>
              </a:extLst>
            </p:cNvPr>
            <p:cNvSpPr/>
            <p:nvPr/>
          </p:nvSpPr>
          <p:spPr>
            <a:xfrm>
              <a:off x="2480790"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11" name="Freeform: Shape 3110">
              <a:extLst>
                <a:ext uri="{FF2B5EF4-FFF2-40B4-BE49-F238E27FC236}">
                  <a16:creationId xmlns:a16="http://schemas.microsoft.com/office/drawing/2014/main" id="{7F65986A-FF22-B223-D73D-CF7263E5D666}"/>
                </a:ext>
              </a:extLst>
            </p:cNvPr>
            <p:cNvSpPr/>
            <p:nvPr/>
          </p:nvSpPr>
          <p:spPr>
            <a:xfrm>
              <a:off x="2595046"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12" name="Freeform: Shape 3111">
              <a:extLst>
                <a:ext uri="{FF2B5EF4-FFF2-40B4-BE49-F238E27FC236}">
                  <a16:creationId xmlns:a16="http://schemas.microsoft.com/office/drawing/2014/main" id="{BC7FD781-E76B-79D0-3598-34588CB4FE9A}"/>
                </a:ext>
              </a:extLst>
            </p:cNvPr>
            <p:cNvSpPr/>
            <p:nvPr/>
          </p:nvSpPr>
          <p:spPr>
            <a:xfrm>
              <a:off x="2709301"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13" name="Freeform: Shape 3112">
              <a:extLst>
                <a:ext uri="{FF2B5EF4-FFF2-40B4-BE49-F238E27FC236}">
                  <a16:creationId xmlns:a16="http://schemas.microsoft.com/office/drawing/2014/main" id="{5783EFFA-3CBB-8CEF-5DB4-09C3FE018727}"/>
                </a:ext>
              </a:extLst>
            </p:cNvPr>
            <p:cNvSpPr/>
            <p:nvPr/>
          </p:nvSpPr>
          <p:spPr>
            <a:xfrm>
              <a:off x="2823557"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14" name="Freeform: Shape 3113">
              <a:extLst>
                <a:ext uri="{FF2B5EF4-FFF2-40B4-BE49-F238E27FC236}">
                  <a16:creationId xmlns:a16="http://schemas.microsoft.com/office/drawing/2014/main" id="{6F6EAEAE-5E28-45F9-9583-21767F112AF5}"/>
                </a:ext>
              </a:extLst>
            </p:cNvPr>
            <p:cNvSpPr/>
            <p:nvPr/>
          </p:nvSpPr>
          <p:spPr>
            <a:xfrm>
              <a:off x="2937813"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15" name="Freeform: Shape 3114">
              <a:extLst>
                <a:ext uri="{FF2B5EF4-FFF2-40B4-BE49-F238E27FC236}">
                  <a16:creationId xmlns:a16="http://schemas.microsoft.com/office/drawing/2014/main" id="{A6BE95E9-342C-05E7-F0ED-8A5CB03E0A23}"/>
                </a:ext>
              </a:extLst>
            </p:cNvPr>
            <p:cNvSpPr/>
            <p:nvPr/>
          </p:nvSpPr>
          <p:spPr>
            <a:xfrm>
              <a:off x="3052069"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16" name="Freeform: Shape 3115">
              <a:extLst>
                <a:ext uri="{FF2B5EF4-FFF2-40B4-BE49-F238E27FC236}">
                  <a16:creationId xmlns:a16="http://schemas.microsoft.com/office/drawing/2014/main" id="{608A17AC-DA80-22D6-9C96-F8ECBEE6EDAC}"/>
                </a:ext>
              </a:extLst>
            </p:cNvPr>
            <p:cNvSpPr/>
            <p:nvPr/>
          </p:nvSpPr>
          <p:spPr>
            <a:xfrm>
              <a:off x="3166325"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17" name="Freeform: Shape 3116">
              <a:extLst>
                <a:ext uri="{FF2B5EF4-FFF2-40B4-BE49-F238E27FC236}">
                  <a16:creationId xmlns:a16="http://schemas.microsoft.com/office/drawing/2014/main" id="{E95CA6A3-4896-6284-A6AD-44F64010D94E}"/>
                </a:ext>
              </a:extLst>
            </p:cNvPr>
            <p:cNvSpPr/>
            <p:nvPr/>
          </p:nvSpPr>
          <p:spPr>
            <a:xfrm>
              <a:off x="3280580"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18" name="Freeform: Shape 3117">
              <a:extLst>
                <a:ext uri="{FF2B5EF4-FFF2-40B4-BE49-F238E27FC236}">
                  <a16:creationId xmlns:a16="http://schemas.microsoft.com/office/drawing/2014/main" id="{336910C2-BD98-CEFB-FB8D-DF0CD835F6DD}"/>
                </a:ext>
              </a:extLst>
            </p:cNvPr>
            <p:cNvSpPr/>
            <p:nvPr/>
          </p:nvSpPr>
          <p:spPr>
            <a:xfrm>
              <a:off x="3394836"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19" name="Freeform: Shape 3118">
              <a:extLst>
                <a:ext uri="{FF2B5EF4-FFF2-40B4-BE49-F238E27FC236}">
                  <a16:creationId xmlns:a16="http://schemas.microsoft.com/office/drawing/2014/main" id="{E13A9227-0C1C-035F-7DBE-51BDA55E9691}"/>
                </a:ext>
              </a:extLst>
            </p:cNvPr>
            <p:cNvSpPr/>
            <p:nvPr/>
          </p:nvSpPr>
          <p:spPr>
            <a:xfrm>
              <a:off x="3509092"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20" name="Freeform: Shape 3119">
              <a:extLst>
                <a:ext uri="{FF2B5EF4-FFF2-40B4-BE49-F238E27FC236}">
                  <a16:creationId xmlns:a16="http://schemas.microsoft.com/office/drawing/2014/main" id="{AF2BF49B-A05D-53E8-5CA0-7A10293C2B07}"/>
                </a:ext>
              </a:extLst>
            </p:cNvPr>
            <p:cNvSpPr/>
            <p:nvPr/>
          </p:nvSpPr>
          <p:spPr>
            <a:xfrm>
              <a:off x="3623348"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21" name="Freeform: Shape 3120">
              <a:extLst>
                <a:ext uri="{FF2B5EF4-FFF2-40B4-BE49-F238E27FC236}">
                  <a16:creationId xmlns:a16="http://schemas.microsoft.com/office/drawing/2014/main" id="{D96B42BE-C3F8-53BD-0041-5E969934EE85}"/>
                </a:ext>
              </a:extLst>
            </p:cNvPr>
            <p:cNvSpPr/>
            <p:nvPr/>
          </p:nvSpPr>
          <p:spPr>
            <a:xfrm>
              <a:off x="3737603"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22" name="Freeform: Shape 3121">
              <a:extLst>
                <a:ext uri="{FF2B5EF4-FFF2-40B4-BE49-F238E27FC236}">
                  <a16:creationId xmlns:a16="http://schemas.microsoft.com/office/drawing/2014/main" id="{97456B84-488E-601C-0DFB-CF29B1C61EDA}"/>
                </a:ext>
              </a:extLst>
            </p:cNvPr>
            <p:cNvSpPr/>
            <p:nvPr/>
          </p:nvSpPr>
          <p:spPr>
            <a:xfrm>
              <a:off x="3851815"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23" name="Freeform: Shape 3122">
              <a:extLst>
                <a:ext uri="{FF2B5EF4-FFF2-40B4-BE49-F238E27FC236}">
                  <a16:creationId xmlns:a16="http://schemas.microsoft.com/office/drawing/2014/main" id="{9C2C6DCE-7F6F-CD95-EA12-D0DA774ADCDD}"/>
                </a:ext>
              </a:extLst>
            </p:cNvPr>
            <p:cNvSpPr/>
            <p:nvPr/>
          </p:nvSpPr>
          <p:spPr>
            <a:xfrm>
              <a:off x="3966071"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24" name="Freeform: Shape 3123">
              <a:extLst>
                <a:ext uri="{FF2B5EF4-FFF2-40B4-BE49-F238E27FC236}">
                  <a16:creationId xmlns:a16="http://schemas.microsoft.com/office/drawing/2014/main" id="{3FA01309-C706-4D0B-7B7A-3EC63A2F0066}"/>
                </a:ext>
              </a:extLst>
            </p:cNvPr>
            <p:cNvSpPr/>
            <p:nvPr/>
          </p:nvSpPr>
          <p:spPr>
            <a:xfrm>
              <a:off x="4080327"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25" name="Freeform: Shape 3124">
              <a:extLst>
                <a:ext uri="{FF2B5EF4-FFF2-40B4-BE49-F238E27FC236}">
                  <a16:creationId xmlns:a16="http://schemas.microsoft.com/office/drawing/2014/main" id="{CB636721-667F-0139-8D3E-C8B936E9699D}"/>
                </a:ext>
              </a:extLst>
            </p:cNvPr>
            <p:cNvSpPr/>
            <p:nvPr/>
          </p:nvSpPr>
          <p:spPr>
            <a:xfrm>
              <a:off x="4194582"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26" name="Freeform: Shape 3125">
              <a:extLst>
                <a:ext uri="{FF2B5EF4-FFF2-40B4-BE49-F238E27FC236}">
                  <a16:creationId xmlns:a16="http://schemas.microsoft.com/office/drawing/2014/main" id="{F1233422-F7A2-0BF7-712F-48564169E1CE}"/>
                </a:ext>
              </a:extLst>
            </p:cNvPr>
            <p:cNvSpPr/>
            <p:nvPr/>
          </p:nvSpPr>
          <p:spPr>
            <a:xfrm>
              <a:off x="4308838"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27" name="Freeform: Shape 3126">
              <a:extLst>
                <a:ext uri="{FF2B5EF4-FFF2-40B4-BE49-F238E27FC236}">
                  <a16:creationId xmlns:a16="http://schemas.microsoft.com/office/drawing/2014/main" id="{AC48E912-9D3D-A417-F302-2CF5E9ACE47C}"/>
                </a:ext>
              </a:extLst>
            </p:cNvPr>
            <p:cNvSpPr/>
            <p:nvPr/>
          </p:nvSpPr>
          <p:spPr>
            <a:xfrm>
              <a:off x="4423094"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28" name="Freeform: Shape 3127">
              <a:extLst>
                <a:ext uri="{FF2B5EF4-FFF2-40B4-BE49-F238E27FC236}">
                  <a16:creationId xmlns:a16="http://schemas.microsoft.com/office/drawing/2014/main" id="{F3D0BCC7-0515-E377-29AE-FA217B3AA704}"/>
                </a:ext>
              </a:extLst>
            </p:cNvPr>
            <p:cNvSpPr/>
            <p:nvPr/>
          </p:nvSpPr>
          <p:spPr>
            <a:xfrm>
              <a:off x="4537350"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29" name="Freeform: Shape 3128">
              <a:extLst>
                <a:ext uri="{FF2B5EF4-FFF2-40B4-BE49-F238E27FC236}">
                  <a16:creationId xmlns:a16="http://schemas.microsoft.com/office/drawing/2014/main" id="{BE1912AA-65FF-991C-1339-1837BC296E9D}"/>
                </a:ext>
              </a:extLst>
            </p:cNvPr>
            <p:cNvSpPr/>
            <p:nvPr/>
          </p:nvSpPr>
          <p:spPr>
            <a:xfrm>
              <a:off x="4651605"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30" name="Freeform: Shape 3129">
              <a:extLst>
                <a:ext uri="{FF2B5EF4-FFF2-40B4-BE49-F238E27FC236}">
                  <a16:creationId xmlns:a16="http://schemas.microsoft.com/office/drawing/2014/main" id="{53AA9F66-4707-AA13-B035-CFD577C28447}"/>
                </a:ext>
              </a:extLst>
            </p:cNvPr>
            <p:cNvSpPr/>
            <p:nvPr/>
          </p:nvSpPr>
          <p:spPr>
            <a:xfrm>
              <a:off x="4765861"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31" name="Freeform: Shape 3130">
              <a:extLst>
                <a:ext uri="{FF2B5EF4-FFF2-40B4-BE49-F238E27FC236}">
                  <a16:creationId xmlns:a16="http://schemas.microsoft.com/office/drawing/2014/main" id="{3CD44B92-6289-4151-54EB-8842AF7A3B3C}"/>
                </a:ext>
              </a:extLst>
            </p:cNvPr>
            <p:cNvSpPr/>
            <p:nvPr/>
          </p:nvSpPr>
          <p:spPr>
            <a:xfrm>
              <a:off x="4880117"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32" name="Freeform: Shape 3131">
              <a:extLst>
                <a:ext uri="{FF2B5EF4-FFF2-40B4-BE49-F238E27FC236}">
                  <a16:creationId xmlns:a16="http://schemas.microsoft.com/office/drawing/2014/main" id="{E752CE89-C2A1-6BA0-93AD-387AE96326EF}"/>
                </a:ext>
              </a:extLst>
            </p:cNvPr>
            <p:cNvSpPr/>
            <p:nvPr/>
          </p:nvSpPr>
          <p:spPr>
            <a:xfrm>
              <a:off x="4994373"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33" name="Freeform: Shape 3132">
              <a:extLst>
                <a:ext uri="{FF2B5EF4-FFF2-40B4-BE49-F238E27FC236}">
                  <a16:creationId xmlns:a16="http://schemas.microsoft.com/office/drawing/2014/main" id="{CB4081E2-699B-010F-417A-15BAAC05D300}"/>
                </a:ext>
              </a:extLst>
            </p:cNvPr>
            <p:cNvSpPr/>
            <p:nvPr/>
          </p:nvSpPr>
          <p:spPr>
            <a:xfrm>
              <a:off x="5108629"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34" name="Freeform: Shape 3133">
              <a:extLst>
                <a:ext uri="{FF2B5EF4-FFF2-40B4-BE49-F238E27FC236}">
                  <a16:creationId xmlns:a16="http://schemas.microsoft.com/office/drawing/2014/main" id="{FD62E9BF-0A94-3FDC-A688-E517C09D789C}"/>
                </a:ext>
              </a:extLst>
            </p:cNvPr>
            <p:cNvSpPr/>
            <p:nvPr/>
          </p:nvSpPr>
          <p:spPr>
            <a:xfrm>
              <a:off x="5222840"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35" name="Freeform: Shape 3134">
              <a:extLst>
                <a:ext uri="{FF2B5EF4-FFF2-40B4-BE49-F238E27FC236}">
                  <a16:creationId xmlns:a16="http://schemas.microsoft.com/office/drawing/2014/main" id="{A489260F-E215-BE4D-CF08-2EF283B5537D}"/>
                </a:ext>
              </a:extLst>
            </p:cNvPr>
            <p:cNvSpPr/>
            <p:nvPr/>
          </p:nvSpPr>
          <p:spPr>
            <a:xfrm>
              <a:off x="5337096"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36" name="Freeform: Shape 3135">
              <a:extLst>
                <a:ext uri="{FF2B5EF4-FFF2-40B4-BE49-F238E27FC236}">
                  <a16:creationId xmlns:a16="http://schemas.microsoft.com/office/drawing/2014/main" id="{4B67B70A-1F1F-791D-E87A-9543D3C0ED05}"/>
                </a:ext>
              </a:extLst>
            </p:cNvPr>
            <p:cNvSpPr/>
            <p:nvPr/>
          </p:nvSpPr>
          <p:spPr>
            <a:xfrm>
              <a:off x="5451352"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37" name="Freeform: Shape 3136">
              <a:extLst>
                <a:ext uri="{FF2B5EF4-FFF2-40B4-BE49-F238E27FC236}">
                  <a16:creationId xmlns:a16="http://schemas.microsoft.com/office/drawing/2014/main" id="{7B8CEEFC-4168-113F-F399-869D960FC1B1}"/>
                </a:ext>
              </a:extLst>
            </p:cNvPr>
            <p:cNvSpPr/>
            <p:nvPr/>
          </p:nvSpPr>
          <p:spPr>
            <a:xfrm>
              <a:off x="5565608"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38" name="Freeform: Shape 3137">
              <a:extLst>
                <a:ext uri="{FF2B5EF4-FFF2-40B4-BE49-F238E27FC236}">
                  <a16:creationId xmlns:a16="http://schemas.microsoft.com/office/drawing/2014/main" id="{FF8C9630-CCB1-722C-E484-10DC02D8D763}"/>
                </a:ext>
              </a:extLst>
            </p:cNvPr>
            <p:cNvSpPr/>
            <p:nvPr/>
          </p:nvSpPr>
          <p:spPr>
            <a:xfrm>
              <a:off x="5679863"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39" name="Freeform: Shape 3138">
              <a:extLst>
                <a:ext uri="{FF2B5EF4-FFF2-40B4-BE49-F238E27FC236}">
                  <a16:creationId xmlns:a16="http://schemas.microsoft.com/office/drawing/2014/main" id="{55DEBDE2-324C-2E69-B10F-8E4D7ADB67D6}"/>
                </a:ext>
              </a:extLst>
            </p:cNvPr>
            <p:cNvSpPr/>
            <p:nvPr/>
          </p:nvSpPr>
          <p:spPr>
            <a:xfrm>
              <a:off x="5794119"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40" name="Freeform: Shape 3139">
              <a:extLst>
                <a:ext uri="{FF2B5EF4-FFF2-40B4-BE49-F238E27FC236}">
                  <a16:creationId xmlns:a16="http://schemas.microsoft.com/office/drawing/2014/main" id="{C15FDE79-7550-C9C4-CE72-AC00E83442AF}"/>
                </a:ext>
              </a:extLst>
            </p:cNvPr>
            <p:cNvSpPr/>
            <p:nvPr/>
          </p:nvSpPr>
          <p:spPr>
            <a:xfrm>
              <a:off x="5908375"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41" name="Freeform: Shape 3140">
              <a:extLst>
                <a:ext uri="{FF2B5EF4-FFF2-40B4-BE49-F238E27FC236}">
                  <a16:creationId xmlns:a16="http://schemas.microsoft.com/office/drawing/2014/main" id="{D6C87640-885B-92B1-B596-28F231448347}"/>
                </a:ext>
              </a:extLst>
            </p:cNvPr>
            <p:cNvSpPr/>
            <p:nvPr/>
          </p:nvSpPr>
          <p:spPr>
            <a:xfrm>
              <a:off x="6022631"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42" name="Freeform: Shape 3141">
              <a:extLst>
                <a:ext uri="{FF2B5EF4-FFF2-40B4-BE49-F238E27FC236}">
                  <a16:creationId xmlns:a16="http://schemas.microsoft.com/office/drawing/2014/main" id="{15723CEE-97D4-38B1-BE4E-83870690645F}"/>
                </a:ext>
              </a:extLst>
            </p:cNvPr>
            <p:cNvSpPr/>
            <p:nvPr/>
          </p:nvSpPr>
          <p:spPr>
            <a:xfrm>
              <a:off x="6136886"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43" name="Freeform: Shape 3142">
              <a:extLst>
                <a:ext uri="{FF2B5EF4-FFF2-40B4-BE49-F238E27FC236}">
                  <a16:creationId xmlns:a16="http://schemas.microsoft.com/office/drawing/2014/main" id="{D1A324AB-421B-7EB8-92AC-44016CA1437F}"/>
                </a:ext>
              </a:extLst>
            </p:cNvPr>
            <p:cNvSpPr/>
            <p:nvPr/>
          </p:nvSpPr>
          <p:spPr>
            <a:xfrm>
              <a:off x="6251142"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44" name="Freeform: Shape 3143">
              <a:extLst>
                <a:ext uri="{FF2B5EF4-FFF2-40B4-BE49-F238E27FC236}">
                  <a16:creationId xmlns:a16="http://schemas.microsoft.com/office/drawing/2014/main" id="{6AD83D02-633A-797C-85B4-56E8D0B51CB0}"/>
                </a:ext>
              </a:extLst>
            </p:cNvPr>
            <p:cNvSpPr/>
            <p:nvPr/>
          </p:nvSpPr>
          <p:spPr>
            <a:xfrm>
              <a:off x="6365398"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45" name="Freeform: Shape 3144">
              <a:extLst>
                <a:ext uri="{FF2B5EF4-FFF2-40B4-BE49-F238E27FC236}">
                  <a16:creationId xmlns:a16="http://schemas.microsoft.com/office/drawing/2014/main" id="{3D403D27-9AAF-756D-90A6-5E3F5447CB63}"/>
                </a:ext>
              </a:extLst>
            </p:cNvPr>
            <p:cNvSpPr/>
            <p:nvPr/>
          </p:nvSpPr>
          <p:spPr>
            <a:xfrm>
              <a:off x="6479610"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46" name="Freeform: Shape 3145">
              <a:extLst>
                <a:ext uri="{FF2B5EF4-FFF2-40B4-BE49-F238E27FC236}">
                  <a16:creationId xmlns:a16="http://schemas.microsoft.com/office/drawing/2014/main" id="{4EF8B8E2-64DD-C588-2921-2958D4C549D5}"/>
                </a:ext>
              </a:extLst>
            </p:cNvPr>
            <p:cNvSpPr/>
            <p:nvPr/>
          </p:nvSpPr>
          <p:spPr>
            <a:xfrm>
              <a:off x="6593865"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47" name="Freeform: Shape 3146">
              <a:extLst>
                <a:ext uri="{FF2B5EF4-FFF2-40B4-BE49-F238E27FC236}">
                  <a16:creationId xmlns:a16="http://schemas.microsoft.com/office/drawing/2014/main" id="{ACB3C2E1-FFBA-F5E2-5DE9-2193149C9B92}"/>
                </a:ext>
              </a:extLst>
            </p:cNvPr>
            <p:cNvSpPr/>
            <p:nvPr/>
          </p:nvSpPr>
          <p:spPr>
            <a:xfrm>
              <a:off x="6708121" y="480272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48" name="Freeform: Shape 3147">
              <a:extLst>
                <a:ext uri="{FF2B5EF4-FFF2-40B4-BE49-F238E27FC236}">
                  <a16:creationId xmlns:a16="http://schemas.microsoft.com/office/drawing/2014/main" id="{936F1FD4-D3E7-1BBE-0301-6985ADF871D8}"/>
                </a:ext>
              </a:extLst>
            </p:cNvPr>
            <p:cNvSpPr/>
            <p:nvPr/>
          </p:nvSpPr>
          <p:spPr>
            <a:xfrm>
              <a:off x="6822377"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49" name="Freeform: Shape 3148">
              <a:extLst>
                <a:ext uri="{FF2B5EF4-FFF2-40B4-BE49-F238E27FC236}">
                  <a16:creationId xmlns:a16="http://schemas.microsoft.com/office/drawing/2014/main" id="{404A87DD-A268-2B4B-239D-34AE104301D8}"/>
                </a:ext>
              </a:extLst>
            </p:cNvPr>
            <p:cNvSpPr/>
            <p:nvPr/>
          </p:nvSpPr>
          <p:spPr>
            <a:xfrm>
              <a:off x="6936633"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50" name="Freeform: Shape 3149">
              <a:extLst>
                <a:ext uri="{FF2B5EF4-FFF2-40B4-BE49-F238E27FC236}">
                  <a16:creationId xmlns:a16="http://schemas.microsoft.com/office/drawing/2014/main" id="{59F511E2-3907-FE22-CADB-1BA18C1072C7}"/>
                </a:ext>
              </a:extLst>
            </p:cNvPr>
            <p:cNvSpPr/>
            <p:nvPr/>
          </p:nvSpPr>
          <p:spPr>
            <a:xfrm>
              <a:off x="7050888" y="480272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51" name="Freeform: Shape 3150">
              <a:extLst>
                <a:ext uri="{FF2B5EF4-FFF2-40B4-BE49-F238E27FC236}">
                  <a16:creationId xmlns:a16="http://schemas.microsoft.com/office/drawing/2014/main" id="{F696EB74-91F2-EFA2-A11F-9ECE38ACF171}"/>
                </a:ext>
              </a:extLst>
            </p:cNvPr>
            <p:cNvSpPr/>
            <p:nvPr/>
          </p:nvSpPr>
          <p:spPr>
            <a:xfrm>
              <a:off x="7165144"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52" name="Freeform: Shape 3151">
              <a:extLst>
                <a:ext uri="{FF2B5EF4-FFF2-40B4-BE49-F238E27FC236}">
                  <a16:creationId xmlns:a16="http://schemas.microsoft.com/office/drawing/2014/main" id="{25656CA5-240D-BE31-61C8-F10611D0AE71}"/>
                </a:ext>
              </a:extLst>
            </p:cNvPr>
            <p:cNvSpPr/>
            <p:nvPr/>
          </p:nvSpPr>
          <p:spPr>
            <a:xfrm>
              <a:off x="2366578"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53" name="Freeform: Shape 3152">
              <a:extLst>
                <a:ext uri="{FF2B5EF4-FFF2-40B4-BE49-F238E27FC236}">
                  <a16:creationId xmlns:a16="http://schemas.microsoft.com/office/drawing/2014/main" id="{0CAC0931-574D-11F5-0CFD-2196FC5BCECA}"/>
                </a:ext>
              </a:extLst>
            </p:cNvPr>
            <p:cNvSpPr/>
            <p:nvPr/>
          </p:nvSpPr>
          <p:spPr>
            <a:xfrm>
              <a:off x="2480790"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54" name="Freeform: Shape 3153">
              <a:extLst>
                <a:ext uri="{FF2B5EF4-FFF2-40B4-BE49-F238E27FC236}">
                  <a16:creationId xmlns:a16="http://schemas.microsoft.com/office/drawing/2014/main" id="{5097BE22-F08C-72B8-9A1C-7FE3699C51FE}"/>
                </a:ext>
              </a:extLst>
            </p:cNvPr>
            <p:cNvSpPr/>
            <p:nvPr/>
          </p:nvSpPr>
          <p:spPr>
            <a:xfrm>
              <a:off x="2595046"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55" name="Freeform: Shape 3154">
              <a:extLst>
                <a:ext uri="{FF2B5EF4-FFF2-40B4-BE49-F238E27FC236}">
                  <a16:creationId xmlns:a16="http://schemas.microsoft.com/office/drawing/2014/main" id="{C78517DB-E773-59F7-8048-15899CE401D6}"/>
                </a:ext>
              </a:extLst>
            </p:cNvPr>
            <p:cNvSpPr/>
            <p:nvPr/>
          </p:nvSpPr>
          <p:spPr>
            <a:xfrm>
              <a:off x="2709301"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56" name="Freeform: Shape 3155">
              <a:extLst>
                <a:ext uri="{FF2B5EF4-FFF2-40B4-BE49-F238E27FC236}">
                  <a16:creationId xmlns:a16="http://schemas.microsoft.com/office/drawing/2014/main" id="{5ED1ECDF-295B-3C0D-E33A-365D6ABD0E18}"/>
                </a:ext>
              </a:extLst>
            </p:cNvPr>
            <p:cNvSpPr/>
            <p:nvPr/>
          </p:nvSpPr>
          <p:spPr>
            <a:xfrm>
              <a:off x="2823557"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57" name="Freeform: Shape 3156">
              <a:extLst>
                <a:ext uri="{FF2B5EF4-FFF2-40B4-BE49-F238E27FC236}">
                  <a16:creationId xmlns:a16="http://schemas.microsoft.com/office/drawing/2014/main" id="{268D833F-A872-B333-B79E-A255CED7B1AF}"/>
                </a:ext>
              </a:extLst>
            </p:cNvPr>
            <p:cNvSpPr/>
            <p:nvPr/>
          </p:nvSpPr>
          <p:spPr>
            <a:xfrm>
              <a:off x="2937813"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58" name="Freeform: Shape 3157">
              <a:extLst>
                <a:ext uri="{FF2B5EF4-FFF2-40B4-BE49-F238E27FC236}">
                  <a16:creationId xmlns:a16="http://schemas.microsoft.com/office/drawing/2014/main" id="{CEE5FD6E-3EF7-620C-1CEF-021E9F169274}"/>
                </a:ext>
              </a:extLst>
            </p:cNvPr>
            <p:cNvSpPr/>
            <p:nvPr/>
          </p:nvSpPr>
          <p:spPr>
            <a:xfrm>
              <a:off x="3052069"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59" name="Freeform: Shape 3158">
              <a:extLst>
                <a:ext uri="{FF2B5EF4-FFF2-40B4-BE49-F238E27FC236}">
                  <a16:creationId xmlns:a16="http://schemas.microsoft.com/office/drawing/2014/main" id="{3C433CBF-D103-1A76-F6CC-60A0F986C779}"/>
                </a:ext>
              </a:extLst>
            </p:cNvPr>
            <p:cNvSpPr/>
            <p:nvPr/>
          </p:nvSpPr>
          <p:spPr>
            <a:xfrm>
              <a:off x="3166325"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60" name="Freeform: Shape 3159">
              <a:extLst>
                <a:ext uri="{FF2B5EF4-FFF2-40B4-BE49-F238E27FC236}">
                  <a16:creationId xmlns:a16="http://schemas.microsoft.com/office/drawing/2014/main" id="{F228AB1C-C0C7-C0A9-F6C8-96D6B6783D42}"/>
                </a:ext>
              </a:extLst>
            </p:cNvPr>
            <p:cNvSpPr/>
            <p:nvPr/>
          </p:nvSpPr>
          <p:spPr>
            <a:xfrm>
              <a:off x="3280580"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61" name="Freeform: Shape 3160">
              <a:extLst>
                <a:ext uri="{FF2B5EF4-FFF2-40B4-BE49-F238E27FC236}">
                  <a16:creationId xmlns:a16="http://schemas.microsoft.com/office/drawing/2014/main" id="{28F63124-BC0E-C6B0-AB06-CA34C02B428E}"/>
                </a:ext>
              </a:extLst>
            </p:cNvPr>
            <p:cNvSpPr/>
            <p:nvPr/>
          </p:nvSpPr>
          <p:spPr>
            <a:xfrm>
              <a:off x="3394836"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62" name="Freeform: Shape 3161">
              <a:extLst>
                <a:ext uri="{FF2B5EF4-FFF2-40B4-BE49-F238E27FC236}">
                  <a16:creationId xmlns:a16="http://schemas.microsoft.com/office/drawing/2014/main" id="{5B5F5BC1-28BA-0EAB-E40A-2ED93D07B8BF}"/>
                </a:ext>
              </a:extLst>
            </p:cNvPr>
            <p:cNvSpPr/>
            <p:nvPr/>
          </p:nvSpPr>
          <p:spPr>
            <a:xfrm>
              <a:off x="3509092"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63" name="Freeform: Shape 3162">
              <a:extLst>
                <a:ext uri="{FF2B5EF4-FFF2-40B4-BE49-F238E27FC236}">
                  <a16:creationId xmlns:a16="http://schemas.microsoft.com/office/drawing/2014/main" id="{F67D1E45-960E-1344-98AC-00D86AD53EC3}"/>
                </a:ext>
              </a:extLst>
            </p:cNvPr>
            <p:cNvSpPr/>
            <p:nvPr/>
          </p:nvSpPr>
          <p:spPr>
            <a:xfrm>
              <a:off x="3623348"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64" name="Freeform: Shape 3163">
              <a:extLst>
                <a:ext uri="{FF2B5EF4-FFF2-40B4-BE49-F238E27FC236}">
                  <a16:creationId xmlns:a16="http://schemas.microsoft.com/office/drawing/2014/main" id="{C91D9927-4AA1-6998-353B-F4AE275922EC}"/>
                </a:ext>
              </a:extLst>
            </p:cNvPr>
            <p:cNvSpPr/>
            <p:nvPr/>
          </p:nvSpPr>
          <p:spPr>
            <a:xfrm>
              <a:off x="3737603"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65" name="Freeform: Shape 3164">
              <a:extLst>
                <a:ext uri="{FF2B5EF4-FFF2-40B4-BE49-F238E27FC236}">
                  <a16:creationId xmlns:a16="http://schemas.microsoft.com/office/drawing/2014/main" id="{EE912EEC-92B2-02AD-267A-548AB6F43172}"/>
                </a:ext>
              </a:extLst>
            </p:cNvPr>
            <p:cNvSpPr/>
            <p:nvPr/>
          </p:nvSpPr>
          <p:spPr>
            <a:xfrm>
              <a:off x="3851815"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66" name="Freeform: Shape 3165">
              <a:extLst>
                <a:ext uri="{FF2B5EF4-FFF2-40B4-BE49-F238E27FC236}">
                  <a16:creationId xmlns:a16="http://schemas.microsoft.com/office/drawing/2014/main" id="{70D0F37E-D3D8-31D4-A769-7F99EC488CD8}"/>
                </a:ext>
              </a:extLst>
            </p:cNvPr>
            <p:cNvSpPr/>
            <p:nvPr/>
          </p:nvSpPr>
          <p:spPr>
            <a:xfrm>
              <a:off x="3966071"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67" name="Freeform: Shape 3166">
              <a:extLst>
                <a:ext uri="{FF2B5EF4-FFF2-40B4-BE49-F238E27FC236}">
                  <a16:creationId xmlns:a16="http://schemas.microsoft.com/office/drawing/2014/main" id="{232F1AC9-72FD-FF40-51FA-DC5A17F8E4BD}"/>
                </a:ext>
              </a:extLst>
            </p:cNvPr>
            <p:cNvSpPr/>
            <p:nvPr/>
          </p:nvSpPr>
          <p:spPr>
            <a:xfrm>
              <a:off x="4080327"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68" name="Freeform: Shape 3167">
              <a:extLst>
                <a:ext uri="{FF2B5EF4-FFF2-40B4-BE49-F238E27FC236}">
                  <a16:creationId xmlns:a16="http://schemas.microsoft.com/office/drawing/2014/main" id="{6B5AF611-62B2-B8D8-DA5A-FF60ADAAE10E}"/>
                </a:ext>
              </a:extLst>
            </p:cNvPr>
            <p:cNvSpPr/>
            <p:nvPr/>
          </p:nvSpPr>
          <p:spPr>
            <a:xfrm>
              <a:off x="4194582"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69" name="Freeform: Shape 3168">
              <a:extLst>
                <a:ext uri="{FF2B5EF4-FFF2-40B4-BE49-F238E27FC236}">
                  <a16:creationId xmlns:a16="http://schemas.microsoft.com/office/drawing/2014/main" id="{572AB41B-72D1-F84E-BE3C-0EF0C3073779}"/>
                </a:ext>
              </a:extLst>
            </p:cNvPr>
            <p:cNvSpPr/>
            <p:nvPr/>
          </p:nvSpPr>
          <p:spPr>
            <a:xfrm>
              <a:off x="4308838"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70" name="Freeform: Shape 3169">
              <a:extLst>
                <a:ext uri="{FF2B5EF4-FFF2-40B4-BE49-F238E27FC236}">
                  <a16:creationId xmlns:a16="http://schemas.microsoft.com/office/drawing/2014/main" id="{5D3C8B6F-42C3-E516-2979-5302E141ED31}"/>
                </a:ext>
              </a:extLst>
            </p:cNvPr>
            <p:cNvSpPr/>
            <p:nvPr/>
          </p:nvSpPr>
          <p:spPr>
            <a:xfrm>
              <a:off x="4423094"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71" name="Freeform: Shape 3170">
              <a:extLst>
                <a:ext uri="{FF2B5EF4-FFF2-40B4-BE49-F238E27FC236}">
                  <a16:creationId xmlns:a16="http://schemas.microsoft.com/office/drawing/2014/main" id="{A2A41F92-2F7D-815E-0F05-B0F4E867A9B0}"/>
                </a:ext>
              </a:extLst>
            </p:cNvPr>
            <p:cNvSpPr/>
            <p:nvPr/>
          </p:nvSpPr>
          <p:spPr>
            <a:xfrm>
              <a:off x="4537350"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72" name="Freeform: Shape 3171">
              <a:extLst>
                <a:ext uri="{FF2B5EF4-FFF2-40B4-BE49-F238E27FC236}">
                  <a16:creationId xmlns:a16="http://schemas.microsoft.com/office/drawing/2014/main" id="{4A5F3B62-E928-D50F-64B5-BAD2D9F0A2C2}"/>
                </a:ext>
              </a:extLst>
            </p:cNvPr>
            <p:cNvSpPr/>
            <p:nvPr/>
          </p:nvSpPr>
          <p:spPr>
            <a:xfrm>
              <a:off x="4651605"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73" name="Freeform: Shape 3172">
              <a:extLst>
                <a:ext uri="{FF2B5EF4-FFF2-40B4-BE49-F238E27FC236}">
                  <a16:creationId xmlns:a16="http://schemas.microsoft.com/office/drawing/2014/main" id="{0FDBBB77-B0F5-8F09-07BD-803920D6F055}"/>
                </a:ext>
              </a:extLst>
            </p:cNvPr>
            <p:cNvSpPr/>
            <p:nvPr/>
          </p:nvSpPr>
          <p:spPr>
            <a:xfrm>
              <a:off x="4765861"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74" name="Freeform: Shape 3173">
              <a:extLst>
                <a:ext uri="{FF2B5EF4-FFF2-40B4-BE49-F238E27FC236}">
                  <a16:creationId xmlns:a16="http://schemas.microsoft.com/office/drawing/2014/main" id="{372B1F94-BF41-3443-B47D-3358EE7D0707}"/>
                </a:ext>
              </a:extLst>
            </p:cNvPr>
            <p:cNvSpPr/>
            <p:nvPr/>
          </p:nvSpPr>
          <p:spPr>
            <a:xfrm>
              <a:off x="4880117"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75" name="Freeform: Shape 3174">
              <a:extLst>
                <a:ext uri="{FF2B5EF4-FFF2-40B4-BE49-F238E27FC236}">
                  <a16:creationId xmlns:a16="http://schemas.microsoft.com/office/drawing/2014/main" id="{36DB0257-E5B2-0F5E-04E4-7BC5FE6525E9}"/>
                </a:ext>
              </a:extLst>
            </p:cNvPr>
            <p:cNvSpPr/>
            <p:nvPr/>
          </p:nvSpPr>
          <p:spPr>
            <a:xfrm>
              <a:off x="4994373"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76" name="Freeform: Shape 3175">
              <a:extLst>
                <a:ext uri="{FF2B5EF4-FFF2-40B4-BE49-F238E27FC236}">
                  <a16:creationId xmlns:a16="http://schemas.microsoft.com/office/drawing/2014/main" id="{94C22150-47EB-71F8-27CD-6393830B6C04}"/>
                </a:ext>
              </a:extLst>
            </p:cNvPr>
            <p:cNvSpPr/>
            <p:nvPr/>
          </p:nvSpPr>
          <p:spPr>
            <a:xfrm>
              <a:off x="5108629"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77" name="Freeform: Shape 3176">
              <a:extLst>
                <a:ext uri="{FF2B5EF4-FFF2-40B4-BE49-F238E27FC236}">
                  <a16:creationId xmlns:a16="http://schemas.microsoft.com/office/drawing/2014/main" id="{0187A6F8-EE9E-0539-3000-5CECDF7DE4D9}"/>
                </a:ext>
              </a:extLst>
            </p:cNvPr>
            <p:cNvSpPr/>
            <p:nvPr/>
          </p:nvSpPr>
          <p:spPr>
            <a:xfrm>
              <a:off x="5222840"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78" name="Freeform: Shape 3177">
              <a:extLst>
                <a:ext uri="{FF2B5EF4-FFF2-40B4-BE49-F238E27FC236}">
                  <a16:creationId xmlns:a16="http://schemas.microsoft.com/office/drawing/2014/main" id="{DFEC1CAA-EC76-5E3C-6756-6C718C3A6FB5}"/>
                </a:ext>
              </a:extLst>
            </p:cNvPr>
            <p:cNvSpPr/>
            <p:nvPr/>
          </p:nvSpPr>
          <p:spPr>
            <a:xfrm>
              <a:off x="5337096"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79" name="Freeform: Shape 3178">
              <a:extLst>
                <a:ext uri="{FF2B5EF4-FFF2-40B4-BE49-F238E27FC236}">
                  <a16:creationId xmlns:a16="http://schemas.microsoft.com/office/drawing/2014/main" id="{DD33A250-FA88-8985-2B8D-8E30512A6101}"/>
                </a:ext>
              </a:extLst>
            </p:cNvPr>
            <p:cNvSpPr/>
            <p:nvPr/>
          </p:nvSpPr>
          <p:spPr>
            <a:xfrm>
              <a:off x="5451352"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80" name="Freeform: Shape 3179">
              <a:extLst>
                <a:ext uri="{FF2B5EF4-FFF2-40B4-BE49-F238E27FC236}">
                  <a16:creationId xmlns:a16="http://schemas.microsoft.com/office/drawing/2014/main" id="{5ACE0D19-2A91-46A7-0AB9-317B45A08797}"/>
                </a:ext>
              </a:extLst>
            </p:cNvPr>
            <p:cNvSpPr/>
            <p:nvPr/>
          </p:nvSpPr>
          <p:spPr>
            <a:xfrm>
              <a:off x="5565608"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81" name="Freeform: Shape 3180">
              <a:extLst>
                <a:ext uri="{FF2B5EF4-FFF2-40B4-BE49-F238E27FC236}">
                  <a16:creationId xmlns:a16="http://schemas.microsoft.com/office/drawing/2014/main" id="{E68D5841-FE56-7B1F-455C-7FDAA0347716}"/>
                </a:ext>
              </a:extLst>
            </p:cNvPr>
            <p:cNvSpPr/>
            <p:nvPr/>
          </p:nvSpPr>
          <p:spPr>
            <a:xfrm>
              <a:off x="5679863"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82" name="Freeform: Shape 3181">
              <a:extLst>
                <a:ext uri="{FF2B5EF4-FFF2-40B4-BE49-F238E27FC236}">
                  <a16:creationId xmlns:a16="http://schemas.microsoft.com/office/drawing/2014/main" id="{0DC3E238-5E8D-6380-EEE8-197AD3C6957E}"/>
                </a:ext>
              </a:extLst>
            </p:cNvPr>
            <p:cNvSpPr/>
            <p:nvPr/>
          </p:nvSpPr>
          <p:spPr>
            <a:xfrm>
              <a:off x="5794119"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83" name="Freeform: Shape 3182">
              <a:extLst>
                <a:ext uri="{FF2B5EF4-FFF2-40B4-BE49-F238E27FC236}">
                  <a16:creationId xmlns:a16="http://schemas.microsoft.com/office/drawing/2014/main" id="{2F11FAC2-D80B-E429-C0D0-1B398BE34D81}"/>
                </a:ext>
              </a:extLst>
            </p:cNvPr>
            <p:cNvSpPr/>
            <p:nvPr/>
          </p:nvSpPr>
          <p:spPr>
            <a:xfrm>
              <a:off x="5908375"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84" name="Freeform: Shape 3183">
              <a:extLst>
                <a:ext uri="{FF2B5EF4-FFF2-40B4-BE49-F238E27FC236}">
                  <a16:creationId xmlns:a16="http://schemas.microsoft.com/office/drawing/2014/main" id="{A63E4DA4-A633-40B4-E719-8EBEA17A90F8}"/>
                </a:ext>
              </a:extLst>
            </p:cNvPr>
            <p:cNvSpPr/>
            <p:nvPr/>
          </p:nvSpPr>
          <p:spPr>
            <a:xfrm>
              <a:off x="6022631"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85" name="Freeform: Shape 3184">
              <a:extLst>
                <a:ext uri="{FF2B5EF4-FFF2-40B4-BE49-F238E27FC236}">
                  <a16:creationId xmlns:a16="http://schemas.microsoft.com/office/drawing/2014/main" id="{5367805B-563D-CDC6-82D8-759D22CCF996}"/>
                </a:ext>
              </a:extLst>
            </p:cNvPr>
            <p:cNvSpPr/>
            <p:nvPr/>
          </p:nvSpPr>
          <p:spPr>
            <a:xfrm>
              <a:off x="6136886"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86" name="Freeform: Shape 3185">
              <a:extLst>
                <a:ext uri="{FF2B5EF4-FFF2-40B4-BE49-F238E27FC236}">
                  <a16:creationId xmlns:a16="http://schemas.microsoft.com/office/drawing/2014/main" id="{FE395BFC-A963-A948-3059-B957D9379143}"/>
                </a:ext>
              </a:extLst>
            </p:cNvPr>
            <p:cNvSpPr/>
            <p:nvPr/>
          </p:nvSpPr>
          <p:spPr>
            <a:xfrm>
              <a:off x="6251142"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87" name="Freeform: Shape 3186">
              <a:extLst>
                <a:ext uri="{FF2B5EF4-FFF2-40B4-BE49-F238E27FC236}">
                  <a16:creationId xmlns:a16="http://schemas.microsoft.com/office/drawing/2014/main" id="{0F657BB5-BACD-6213-3FFA-12132372C546}"/>
                </a:ext>
              </a:extLst>
            </p:cNvPr>
            <p:cNvSpPr/>
            <p:nvPr/>
          </p:nvSpPr>
          <p:spPr>
            <a:xfrm>
              <a:off x="6365398"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88" name="Freeform: Shape 3187">
              <a:extLst>
                <a:ext uri="{FF2B5EF4-FFF2-40B4-BE49-F238E27FC236}">
                  <a16:creationId xmlns:a16="http://schemas.microsoft.com/office/drawing/2014/main" id="{FF6C44A2-03A1-1D63-7C55-21361C19F4AD}"/>
                </a:ext>
              </a:extLst>
            </p:cNvPr>
            <p:cNvSpPr/>
            <p:nvPr/>
          </p:nvSpPr>
          <p:spPr>
            <a:xfrm>
              <a:off x="6479610"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89" name="Freeform: Shape 3188">
              <a:extLst>
                <a:ext uri="{FF2B5EF4-FFF2-40B4-BE49-F238E27FC236}">
                  <a16:creationId xmlns:a16="http://schemas.microsoft.com/office/drawing/2014/main" id="{201BE189-2EFE-6045-033F-5A2DCEA5DD20}"/>
                </a:ext>
              </a:extLst>
            </p:cNvPr>
            <p:cNvSpPr/>
            <p:nvPr/>
          </p:nvSpPr>
          <p:spPr>
            <a:xfrm>
              <a:off x="6593865"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90" name="Freeform: Shape 3189">
              <a:extLst>
                <a:ext uri="{FF2B5EF4-FFF2-40B4-BE49-F238E27FC236}">
                  <a16:creationId xmlns:a16="http://schemas.microsoft.com/office/drawing/2014/main" id="{D65749AF-C47E-2EC5-625C-92B3648C3D2B}"/>
                </a:ext>
              </a:extLst>
            </p:cNvPr>
            <p:cNvSpPr/>
            <p:nvPr/>
          </p:nvSpPr>
          <p:spPr>
            <a:xfrm>
              <a:off x="6708121" y="491697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91" name="Freeform: Shape 3190">
              <a:extLst>
                <a:ext uri="{FF2B5EF4-FFF2-40B4-BE49-F238E27FC236}">
                  <a16:creationId xmlns:a16="http://schemas.microsoft.com/office/drawing/2014/main" id="{51308125-A384-55D2-5FEA-45759030933B}"/>
                </a:ext>
              </a:extLst>
            </p:cNvPr>
            <p:cNvSpPr/>
            <p:nvPr/>
          </p:nvSpPr>
          <p:spPr>
            <a:xfrm>
              <a:off x="6822377"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92" name="Freeform: Shape 3191">
              <a:extLst>
                <a:ext uri="{FF2B5EF4-FFF2-40B4-BE49-F238E27FC236}">
                  <a16:creationId xmlns:a16="http://schemas.microsoft.com/office/drawing/2014/main" id="{DCC2E1E7-D459-C2AB-6885-C8A1277FA720}"/>
                </a:ext>
              </a:extLst>
            </p:cNvPr>
            <p:cNvSpPr/>
            <p:nvPr/>
          </p:nvSpPr>
          <p:spPr>
            <a:xfrm>
              <a:off x="6936633"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93" name="Freeform: Shape 3192">
              <a:extLst>
                <a:ext uri="{FF2B5EF4-FFF2-40B4-BE49-F238E27FC236}">
                  <a16:creationId xmlns:a16="http://schemas.microsoft.com/office/drawing/2014/main" id="{99AD5E2D-9250-DB3E-5C24-E40C3043A84C}"/>
                </a:ext>
              </a:extLst>
            </p:cNvPr>
            <p:cNvSpPr/>
            <p:nvPr/>
          </p:nvSpPr>
          <p:spPr>
            <a:xfrm>
              <a:off x="7050888" y="491697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94" name="Freeform: Shape 3193">
              <a:extLst>
                <a:ext uri="{FF2B5EF4-FFF2-40B4-BE49-F238E27FC236}">
                  <a16:creationId xmlns:a16="http://schemas.microsoft.com/office/drawing/2014/main" id="{E0E77F84-CC5B-9201-F07D-8350CA70703E}"/>
                </a:ext>
              </a:extLst>
            </p:cNvPr>
            <p:cNvSpPr/>
            <p:nvPr/>
          </p:nvSpPr>
          <p:spPr>
            <a:xfrm>
              <a:off x="7165144"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95" name="Freeform: Shape 3194">
              <a:extLst>
                <a:ext uri="{FF2B5EF4-FFF2-40B4-BE49-F238E27FC236}">
                  <a16:creationId xmlns:a16="http://schemas.microsoft.com/office/drawing/2014/main" id="{27D1C1B3-1B97-2463-E99E-FEAAE5D38B6E}"/>
                </a:ext>
              </a:extLst>
            </p:cNvPr>
            <p:cNvSpPr/>
            <p:nvPr/>
          </p:nvSpPr>
          <p:spPr>
            <a:xfrm>
              <a:off x="2366578"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96" name="Freeform: Shape 3195">
              <a:extLst>
                <a:ext uri="{FF2B5EF4-FFF2-40B4-BE49-F238E27FC236}">
                  <a16:creationId xmlns:a16="http://schemas.microsoft.com/office/drawing/2014/main" id="{FC0CC89E-6AE0-A3B8-E7EF-4F1CDD43209C}"/>
                </a:ext>
              </a:extLst>
            </p:cNvPr>
            <p:cNvSpPr/>
            <p:nvPr/>
          </p:nvSpPr>
          <p:spPr>
            <a:xfrm>
              <a:off x="2480790"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97" name="Freeform: Shape 3196">
              <a:extLst>
                <a:ext uri="{FF2B5EF4-FFF2-40B4-BE49-F238E27FC236}">
                  <a16:creationId xmlns:a16="http://schemas.microsoft.com/office/drawing/2014/main" id="{2476C0CF-A964-149C-972E-E08B0F4F1EE5}"/>
                </a:ext>
              </a:extLst>
            </p:cNvPr>
            <p:cNvSpPr/>
            <p:nvPr/>
          </p:nvSpPr>
          <p:spPr>
            <a:xfrm>
              <a:off x="2595046"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98" name="Freeform: Shape 3197">
              <a:extLst>
                <a:ext uri="{FF2B5EF4-FFF2-40B4-BE49-F238E27FC236}">
                  <a16:creationId xmlns:a16="http://schemas.microsoft.com/office/drawing/2014/main" id="{12FB1B03-7F2E-02A6-2743-4826CD3DC8A0}"/>
                </a:ext>
              </a:extLst>
            </p:cNvPr>
            <p:cNvSpPr/>
            <p:nvPr/>
          </p:nvSpPr>
          <p:spPr>
            <a:xfrm>
              <a:off x="2709301"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99" name="Freeform: Shape 3198">
              <a:extLst>
                <a:ext uri="{FF2B5EF4-FFF2-40B4-BE49-F238E27FC236}">
                  <a16:creationId xmlns:a16="http://schemas.microsoft.com/office/drawing/2014/main" id="{D0B0B41F-143D-378C-8FE1-EE0A28EDC0FF}"/>
                </a:ext>
              </a:extLst>
            </p:cNvPr>
            <p:cNvSpPr/>
            <p:nvPr/>
          </p:nvSpPr>
          <p:spPr>
            <a:xfrm>
              <a:off x="2823557"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00" name="Freeform: Shape 3199">
              <a:extLst>
                <a:ext uri="{FF2B5EF4-FFF2-40B4-BE49-F238E27FC236}">
                  <a16:creationId xmlns:a16="http://schemas.microsoft.com/office/drawing/2014/main" id="{47FB7EDE-0325-646A-D495-F9C0EFCA5138}"/>
                </a:ext>
              </a:extLst>
            </p:cNvPr>
            <p:cNvSpPr/>
            <p:nvPr/>
          </p:nvSpPr>
          <p:spPr>
            <a:xfrm>
              <a:off x="2937813"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01" name="Freeform: Shape 3200">
              <a:extLst>
                <a:ext uri="{FF2B5EF4-FFF2-40B4-BE49-F238E27FC236}">
                  <a16:creationId xmlns:a16="http://schemas.microsoft.com/office/drawing/2014/main" id="{06623E87-8853-1A14-B468-2C3489971033}"/>
                </a:ext>
              </a:extLst>
            </p:cNvPr>
            <p:cNvSpPr/>
            <p:nvPr/>
          </p:nvSpPr>
          <p:spPr>
            <a:xfrm>
              <a:off x="3052069"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02" name="Freeform: Shape 3201">
              <a:extLst>
                <a:ext uri="{FF2B5EF4-FFF2-40B4-BE49-F238E27FC236}">
                  <a16:creationId xmlns:a16="http://schemas.microsoft.com/office/drawing/2014/main" id="{064DA948-7510-0FC9-7BDC-C94FE3F11CD0}"/>
                </a:ext>
              </a:extLst>
            </p:cNvPr>
            <p:cNvSpPr/>
            <p:nvPr/>
          </p:nvSpPr>
          <p:spPr>
            <a:xfrm>
              <a:off x="3166325"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03" name="Freeform: Shape 3202">
              <a:extLst>
                <a:ext uri="{FF2B5EF4-FFF2-40B4-BE49-F238E27FC236}">
                  <a16:creationId xmlns:a16="http://schemas.microsoft.com/office/drawing/2014/main" id="{6E061B09-2FAC-71D7-F135-453548BC10F8}"/>
                </a:ext>
              </a:extLst>
            </p:cNvPr>
            <p:cNvSpPr/>
            <p:nvPr/>
          </p:nvSpPr>
          <p:spPr>
            <a:xfrm>
              <a:off x="3280580"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04" name="Freeform: Shape 3203">
              <a:extLst>
                <a:ext uri="{FF2B5EF4-FFF2-40B4-BE49-F238E27FC236}">
                  <a16:creationId xmlns:a16="http://schemas.microsoft.com/office/drawing/2014/main" id="{CF02E212-B848-11A1-DD2A-F1FD130584D7}"/>
                </a:ext>
              </a:extLst>
            </p:cNvPr>
            <p:cNvSpPr/>
            <p:nvPr/>
          </p:nvSpPr>
          <p:spPr>
            <a:xfrm>
              <a:off x="3394836"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05" name="Freeform: Shape 3204">
              <a:extLst>
                <a:ext uri="{FF2B5EF4-FFF2-40B4-BE49-F238E27FC236}">
                  <a16:creationId xmlns:a16="http://schemas.microsoft.com/office/drawing/2014/main" id="{C300E720-182B-8A7C-4A1F-952DE366BD9D}"/>
                </a:ext>
              </a:extLst>
            </p:cNvPr>
            <p:cNvSpPr/>
            <p:nvPr/>
          </p:nvSpPr>
          <p:spPr>
            <a:xfrm>
              <a:off x="3509092"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06" name="Freeform: Shape 3205">
              <a:extLst>
                <a:ext uri="{FF2B5EF4-FFF2-40B4-BE49-F238E27FC236}">
                  <a16:creationId xmlns:a16="http://schemas.microsoft.com/office/drawing/2014/main" id="{C0674FEF-639C-29C0-3F5E-2E930D7C162D}"/>
                </a:ext>
              </a:extLst>
            </p:cNvPr>
            <p:cNvSpPr/>
            <p:nvPr/>
          </p:nvSpPr>
          <p:spPr>
            <a:xfrm>
              <a:off x="3623348"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07" name="Freeform: Shape 3206">
              <a:extLst>
                <a:ext uri="{FF2B5EF4-FFF2-40B4-BE49-F238E27FC236}">
                  <a16:creationId xmlns:a16="http://schemas.microsoft.com/office/drawing/2014/main" id="{AEAD35DE-7492-EFBC-D844-E58163685629}"/>
                </a:ext>
              </a:extLst>
            </p:cNvPr>
            <p:cNvSpPr/>
            <p:nvPr/>
          </p:nvSpPr>
          <p:spPr>
            <a:xfrm>
              <a:off x="3737603"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08" name="Freeform: Shape 3207">
              <a:extLst>
                <a:ext uri="{FF2B5EF4-FFF2-40B4-BE49-F238E27FC236}">
                  <a16:creationId xmlns:a16="http://schemas.microsoft.com/office/drawing/2014/main" id="{848C21E4-B93E-4956-4925-56A8B5806AAD}"/>
                </a:ext>
              </a:extLst>
            </p:cNvPr>
            <p:cNvSpPr/>
            <p:nvPr/>
          </p:nvSpPr>
          <p:spPr>
            <a:xfrm>
              <a:off x="3851815"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09" name="Freeform: Shape 3208">
              <a:extLst>
                <a:ext uri="{FF2B5EF4-FFF2-40B4-BE49-F238E27FC236}">
                  <a16:creationId xmlns:a16="http://schemas.microsoft.com/office/drawing/2014/main" id="{737EFD83-5991-AAFB-3276-D8F06C0A6840}"/>
                </a:ext>
              </a:extLst>
            </p:cNvPr>
            <p:cNvSpPr/>
            <p:nvPr/>
          </p:nvSpPr>
          <p:spPr>
            <a:xfrm>
              <a:off x="3966071"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10" name="Freeform: Shape 3209">
              <a:extLst>
                <a:ext uri="{FF2B5EF4-FFF2-40B4-BE49-F238E27FC236}">
                  <a16:creationId xmlns:a16="http://schemas.microsoft.com/office/drawing/2014/main" id="{3E2FD4C9-5383-C604-50FA-8A24A5FB44AB}"/>
                </a:ext>
              </a:extLst>
            </p:cNvPr>
            <p:cNvSpPr/>
            <p:nvPr/>
          </p:nvSpPr>
          <p:spPr>
            <a:xfrm>
              <a:off x="4080327"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11" name="Freeform: Shape 3210">
              <a:extLst>
                <a:ext uri="{FF2B5EF4-FFF2-40B4-BE49-F238E27FC236}">
                  <a16:creationId xmlns:a16="http://schemas.microsoft.com/office/drawing/2014/main" id="{5F36B3FF-1579-8631-AF9E-80774C3B9A66}"/>
                </a:ext>
              </a:extLst>
            </p:cNvPr>
            <p:cNvSpPr/>
            <p:nvPr/>
          </p:nvSpPr>
          <p:spPr>
            <a:xfrm>
              <a:off x="4194582"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12" name="Freeform: Shape 3211">
              <a:extLst>
                <a:ext uri="{FF2B5EF4-FFF2-40B4-BE49-F238E27FC236}">
                  <a16:creationId xmlns:a16="http://schemas.microsoft.com/office/drawing/2014/main" id="{01072A50-27D8-241B-1196-A847CFC44638}"/>
                </a:ext>
              </a:extLst>
            </p:cNvPr>
            <p:cNvSpPr/>
            <p:nvPr/>
          </p:nvSpPr>
          <p:spPr>
            <a:xfrm>
              <a:off x="4308838"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13" name="Freeform: Shape 3212">
              <a:extLst>
                <a:ext uri="{FF2B5EF4-FFF2-40B4-BE49-F238E27FC236}">
                  <a16:creationId xmlns:a16="http://schemas.microsoft.com/office/drawing/2014/main" id="{75176BEF-3F50-221C-F11E-45E771D60253}"/>
                </a:ext>
              </a:extLst>
            </p:cNvPr>
            <p:cNvSpPr/>
            <p:nvPr/>
          </p:nvSpPr>
          <p:spPr>
            <a:xfrm>
              <a:off x="4423094"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14" name="Freeform: Shape 3213">
              <a:extLst>
                <a:ext uri="{FF2B5EF4-FFF2-40B4-BE49-F238E27FC236}">
                  <a16:creationId xmlns:a16="http://schemas.microsoft.com/office/drawing/2014/main" id="{EDD56CBE-9F10-62D9-6981-4FAE89DCE254}"/>
                </a:ext>
              </a:extLst>
            </p:cNvPr>
            <p:cNvSpPr/>
            <p:nvPr/>
          </p:nvSpPr>
          <p:spPr>
            <a:xfrm>
              <a:off x="4537350"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15" name="Freeform: Shape 3214">
              <a:extLst>
                <a:ext uri="{FF2B5EF4-FFF2-40B4-BE49-F238E27FC236}">
                  <a16:creationId xmlns:a16="http://schemas.microsoft.com/office/drawing/2014/main" id="{C0EE20E9-BAE5-7855-4F3C-2BEBE1AE7995}"/>
                </a:ext>
              </a:extLst>
            </p:cNvPr>
            <p:cNvSpPr/>
            <p:nvPr/>
          </p:nvSpPr>
          <p:spPr>
            <a:xfrm>
              <a:off x="4651605"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16" name="Freeform: Shape 3215">
              <a:extLst>
                <a:ext uri="{FF2B5EF4-FFF2-40B4-BE49-F238E27FC236}">
                  <a16:creationId xmlns:a16="http://schemas.microsoft.com/office/drawing/2014/main" id="{CB918888-19D3-D306-CEDA-F08D8684DB5B}"/>
                </a:ext>
              </a:extLst>
            </p:cNvPr>
            <p:cNvSpPr/>
            <p:nvPr/>
          </p:nvSpPr>
          <p:spPr>
            <a:xfrm>
              <a:off x="4765861"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17" name="Freeform: Shape 3216">
              <a:extLst>
                <a:ext uri="{FF2B5EF4-FFF2-40B4-BE49-F238E27FC236}">
                  <a16:creationId xmlns:a16="http://schemas.microsoft.com/office/drawing/2014/main" id="{3E7FC968-9FEC-0D1F-BBFA-31A8BFFAB6D8}"/>
                </a:ext>
              </a:extLst>
            </p:cNvPr>
            <p:cNvSpPr/>
            <p:nvPr/>
          </p:nvSpPr>
          <p:spPr>
            <a:xfrm>
              <a:off x="4880117"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18" name="Freeform: Shape 3217">
              <a:extLst>
                <a:ext uri="{FF2B5EF4-FFF2-40B4-BE49-F238E27FC236}">
                  <a16:creationId xmlns:a16="http://schemas.microsoft.com/office/drawing/2014/main" id="{3679E92A-B244-510C-6B51-9308497EC4D8}"/>
                </a:ext>
              </a:extLst>
            </p:cNvPr>
            <p:cNvSpPr/>
            <p:nvPr/>
          </p:nvSpPr>
          <p:spPr>
            <a:xfrm>
              <a:off x="4994373"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19" name="Freeform: Shape 3218">
              <a:extLst>
                <a:ext uri="{FF2B5EF4-FFF2-40B4-BE49-F238E27FC236}">
                  <a16:creationId xmlns:a16="http://schemas.microsoft.com/office/drawing/2014/main" id="{6F1B3278-C8A7-6653-3FDB-EAB9698F9510}"/>
                </a:ext>
              </a:extLst>
            </p:cNvPr>
            <p:cNvSpPr/>
            <p:nvPr/>
          </p:nvSpPr>
          <p:spPr>
            <a:xfrm>
              <a:off x="5108629"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20" name="Freeform: Shape 3219">
              <a:extLst>
                <a:ext uri="{FF2B5EF4-FFF2-40B4-BE49-F238E27FC236}">
                  <a16:creationId xmlns:a16="http://schemas.microsoft.com/office/drawing/2014/main" id="{B234149A-35E9-06E4-81A2-D141EC27C628}"/>
                </a:ext>
              </a:extLst>
            </p:cNvPr>
            <p:cNvSpPr/>
            <p:nvPr/>
          </p:nvSpPr>
          <p:spPr>
            <a:xfrm>
              <a:off x="5222840"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21" name="Freeform: Shape 3220">
              <a:extLst>
                <a:ext uri="{FF2B5EF4-FFF2-40B4-BE49-F238E27FC236}">
                  <a16:creationId xmlns:a16="http://schemas.microsoft.com/office/drawing/2014/main" id="{F29B5522-2DC6-A198-1A5E-D07596368D18}"/>
                </a:ext>
              </a:extLst>
            </p:cNvPr>
            <p:cNvSpPr/>
            <p:nvPr/>
          </p:nvSpPr>
          <p:spPr>
            <a:xfrm>
              <a:off x="5337096"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22" name="Freeform: Shape 3221">
              <a:extLst>
                <a:ext uri="{FF2B5EF4-FFF2-40B4-BE49-F238E27FC236}">
                  <a16:creationId xmlns:a16="http://schemas.microsoft.com/office/drawing/2014/main" id="{83E69573-D6C9-0AD3-304A-EE2229038431}"/>
                </a:ext>
              </a:extLst>
            </p:cNvPr>
            <p:cNvSpPr/>
            <p:nvPr/>
          </p:nvSpPr>
          <p:spPr>
            <a:xfrm>
              <a:off x="5451352"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23" name="Freeform: Shape 3222">
              <a:extLst>
                <a:ext uri="{FF2B5EF4-FFF2-40B4-BE49-F238E27FC236}">
                  <a16:creationId xmlns:a16="http://schemas.microsoft.com/office/drawing/2014/main" id="{9010A577-9761-7236-461B-874EE40BA918}"/>
                </a:ext>
              </a:extLst>
            </p:cNvPr>
            <p:cNvSpPr/>
            <p:nvPr/>
          </p:nvSpPr>
          <p:spPr>
            <a:xfrm>
              <a:off x="5565608"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24" name="Freeform: Shape 3223">
              <a:extLst>
                <a:ext uri="{FF2B5EF4-FFF2-40B4-BE49-F238E27FC236}">
                  <a16:creationId xmlns:a16="http://schemas.microsoft.com/office/drawing/2014/main" id="{3ED1CACC-F323-FDF5-F82B-DE05FDC5C4FD}"/>
                </a:ext>
              </a:extLst>
            </p:cNvPr>
            <p:cNvSpPr/>
            <p:nvPr/>
          </p:nvSpPr>
          <p:spPr>
            <a:xfrm>
              <a:off x="5679863"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25" name="Freeform: Shape 3224">
              <a:extLst>
                <a:ext uri="{FF2B5EF4-FFF2-40B4-BE49-F238E27FC236}">
                  <a16:creationId xmlns:a16="http://schemas.microsoft.com/office/drawing/2014/main" id="{B53537AD-13D7-E33F-ECAE-AC07D590879E}"/>
                </a:ext>
              </a:extLst>
            </p:cNvPr>
            <p:cNvSpPr/>
            <p:nvPr/>
          </p:nvSpPr>
          <p:spPr>
            <a:xfrm>
              <a:off x="5794119"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26" name="Freeform: Shape 3225">
              <a:extLst>
                <a:ext uri="{FF2B5EF4-FFF2-40B4-BE49-F238E27FC236}">
                  <a16:creationId xmlns:a16="http://schemas.microsoft.com/office/drawing/2014/main" id="{B23C1272-26C0-E9C9-3CC7-1FFCEC61A075}"/>
                </a:ext>
              </a:extLst>
            </p:cNvPr>
            <p:cNvSpPr/>
            <p:nvPr/>
          </p:nvSpPr>
          <p:spPr>
            <a:xfrm>
              <a:off x="5908375"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27" name="Freeform: Shape 3226">
              <a:extLst>
                <a:ext uri="{FF2B5EF4-FFF2-40B4-BE49-F238E27FC236}">
                  <a16:creationId xmlns:a16="http://schemas.microsoft.com/office/drawing/2014/main" id="{F4BC305A-436C-27F0-B57D-183782C7CDC5}"/>
                </a:ext>
              </a:extLst>
            </p:cNvPr>
            <p:cNvSpPr/>
            <p:nvPr/>
          </p:nvSpPr>
          <p:spPr>
            <a:xfrm>
              <a:off x="6022631"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28" name="Freeform: Shape 3227">
              <a:extLst>
                <a:ext uri="{FF2B5EF4-FFF2-40B4-BE49-F238E27FC236}">
                  <a16:creationId xmlns:a16="http://schemas.microsoft.com/office/drawing/2014/main" id="{5DEAE51C-0F83-7FA2-8646-DCF90F915BB8}"/>
                </a:ext>
              </a:extLst>
            </p:cNvPr>
            <p:cNvSpPr/>
            <p:nvPr/>
          </p:nvSpPr>
          <p:spPr>
            <a:xfrm>
              <a:off x="6136886"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29" name="Freeform: Shape 3228">
              <a:extLst>
                <a:ext uri="{FF2B5EF4-FFF2-40B4-BE49-F238E27FC236}">
                  <a16:creationId xmlns:a16="http://schemas.microsoft.com/office/drawing/2014/main" id="{1C5A23B1-733C-1C6A-0D2C-58C4EC692AE3}"/>
                </a:ext>
              </a:extLst>
            </p:cNvPr>
            <p:cNvSpPr/>
            <p:nvPr/>
          </p:nvSpPr>
          <p:spPr>
            <a:xfrm>
              <a:off x="6251142"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30" name="Freeform: Shape 3229">
              <a:extLst>
                <a:ext uri="{FF2B5EF4-FFF2-40B4-BE49-F238E27FC236}">
                  <a16:creationId xmlns:a16="http://schemas.microsoft.com/office/drawing/2014/main" id="{CA0525CE-62D0-2717-4C06-3EBA4C958495}"/>
                </a:ext>
              </a:extLst>
            </p:cNvPr>
            <p:cNvSpPr/>
            <p:nvPr/>
          </p:nvSpPr>
          <p:spPr>
            <a:xfrm>
              <a:off x="6365398"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31" name="Freeform: Shape 3230">
              <a:extLst>
                <a:ext uri="{FF2B5EF4-FFF2-40B4-BE49-F238E27FC236}">
                  <a16:creationId xmlns:a16="http://schemas.microsoft.com/office/drawing/2014/main" id="{F070FFB9-B363-23E9-6656-9314DCD30845}"/>
                </a:ext>
              </a:extLst>
            </p:cNvPr>
            <p:cNvSpPr/>
            <p:nvPr/>
          </p:nvSpPr>
          <p:spPr>
            <a:xfrm>
              <a:off x="6479610"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32" name="Freeform: Shape 3231">
              <a:extLst>
                <a:ext uri="{FF2B5EF4-FFF2-40B4-BE49-F238E27FC236}">
                  <a16:creationId xmlns:a16="http://schemas.microsoft.com/office/drawing/2014/main" id="{89D46A7E-7FEF-EF20-E9F5-24E5C2F53C87}"/>
                </a:ext>
              </a:extLst>
            </p:cNvPr>
            <p:cNvSpPr/>
            <p:nvPr/>
          </p:nvSpPr>
          <p:spPr>
            <a:xfrm>
              <a:off x="6593865"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33" name="Freeform: Shape 3232">
              <a:extLst>
                <a:ext uri="{FF2B5EF4-FFF2-40B4-BE49-F238E27FC236}">
                  <a16:creationId xmlns:a16="http://schemas.microsoft.com/office/drawing/2014/main" id="{50F56386-7429-60F0-22CA-AAF19D770C38}"/>
                </a:ext>
              </a:extLst>
            </p:cNvPr>
            <p:cNvSpPr/>
            <p:nvPr/>
          </p:nvSpPr>
          <p:spPr>
            <a:xfrm>
              <a:off x="6708121" y="503123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34" name="Freeform: Shape 3233">
              <a:extLst>
                <a:ext uri="{FF2B5EF4-FFF2-40B4-BE49-F238E27FC236}">
                  <a16:creationId xmlns:a16="http://schemas.microsoft.com/office/drawing/2014/main" id="{EEFDD837-E4C2-301F-043A-5161CB2E9E2B}"/>
                </a:ext>
              </a:extLst>
            </p:cNvPr>
            <p:cNvSpPr/>
            <p:nvPr/>
          </p:nvSpPr>
          <p:spPr>
            <a:xfrm>
              <a:off x="6822377"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35" name="Freeform: Shape 3234">
              <a:extLst>
                <a:ext uri="{FF2B5EF4-FFF2-40B4-BE49-F238E27FC236}">
                  <a16:creationId xmlns:a16="http://schemas.microsoft.com/office/drawing/2014/main" id="{FE93F38B-151A-FA6A-CE39-A6728733BA9A}"/>
                </a:ext>
              </a:extLst>
            </p:cNvPr>
            <p:cNvSpPr/>
            <p:nvPr/>
          </p:nvSpPr>
          <p:spPr>
            <a:xfrm>
              <a:off x="6936633"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36" name="Freeform: Shape 3235">
              <a:extLst>
                <a:ext uri="{FF2B5EF4-FFF2-40B4-BE49-F238E27FC236}">
                  <a16:creationId xmlns:a16="http://schemas.microsoft.com/office/drawing/2014/main" id="{06631BAF-D5BE-78D5-CA29-04D6239C3293}"/>
                </a:ext>
              </a:extLst>
            </p:cNvPr>
            <p:cNvSpPr/>
            <p:nvPr/>
          </p:nvSpPr>
          <p:spPr>
            <a:xfrm>
              <a:off x="7050888" y="503123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37" name="Freeform: Shape 3236">
              <a:extLst>
                <a:ext uri="{FF2B5EF4-FFF2-40B4-BE49-F238E27FC236}">
                  <a16:creationId xmlns:a16="http://schemas.microsoft.com/office/drawing/2014/main" id="{0FA6D086-2AC4-AD43-5565-90B5917C842D}"/>
                </a:ext>
              </a:extLst>
            </p:cNvPr>
            <p:cNvSpPr/>
            <p:nvPr/>
          </p:nvSpPr>
          <p:spPr>
            <a:xfrm>
              <a:off x="7165144"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38" name="Freeform: Shape 3237">
              <a:extLst>
                <a:ext uri="{FF2B5EF4-FFF2-40B4-BE49-F238E27FC236}">
                  <a16:creationId xmlns:a16="http://schemas.microsoft.com/office/drawing/2014/main" id="{EF2CEBFF-2A39-3F42-65FC-5C527F8D6E1C}"/>
                </a:ext>
              </a:extLst>
            </p:cNvPr>
            <p:cNvSpPr/>
            <p:nvPr/>
          </p:nvSpPr>
          <p:spPr>
            <a:xfrm>
              <a:off x="2366578"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39" name="Freeform: Shape 3238">
              <a:extLst>
                <a:ext uri="{FF2B5EF4-FFF2-40B4-BE49-F238E27FC236}">
                  <a16:creationId xmlns:a16="http://schemas.microsoft.com/office/drawing/2014/main" id="{DCCFDBAB-1FE0-1F2A-F5AF-AABC16C8A149}"/>
                </a:ext>
              </a:extLst>
            </p:cNvPr>
            <p:cNvSpPr/>
            <p:nvPr/>
          </p:nvSpPr>
          <p:spPr>
            <a:xfrm>
              <a:off x="2480790"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40" name="Freeform: Shape 3239">
              <a:extLst>
                <a:ext uri="{FF2B5EF4-FFF2-40B4-BE49-F238E27FC236}">
                  <a16:creationId xmlns:a16="http://schemas.microsoft.com/office/drawing/2014/main" id="{0E327258-A23E-FB62-6B62-476241AD83DC}"/>
                </a:ext>
              </a:extLst>
            </p:cNvPr>
            <p:cNvSpPr/>
            <p:nvPr/>
          </p:nvSpPr>
          <p:spPr>
            <a:xfrm>
              <a:off x="2595046"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41" name="Freeform: Shape 3240">
              <a:extLst>
                <a:ext uri="{FF2B5EF4-FFF2-40B4-BE49-F238E27FC236}">
                  <a16:creationId xmlns:a16="http://schemas.microsoft.com/office/drawing/2014/main" id="{D35412DC-8165-0F5B-5F6F-8629292B6E43}"/>
                </a:ext>
              </a:extLst>
            </p:cNvPr>
            <p:cNvSpPr/>
            <p:nvPr/>
          </p:nvSpPr>
          <p:spPr>
            <a:xfrm>
              <a:off x="2709301"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42" name="Freeform: Shape 3241">
              <a:extLst>
                <a:ext uri="{FF2B5EF4-FFF2-40B4-BE49-F238E27FC236}">
                  <a16:creationId xmlns:a16="http://schemas.microsoft.com/office/drawing/2014/main" id="{1D437FCD-C862-3297-9CD0-F34B7CC47E46}"/>
                </a:ext>
              </a:extLst>
            </p:cNvPr>
            <p:cNvSpPr/>
            <p:nvPr/>
          </p:nvSpPr>
          <p:spPr>
            <a:xfrm>
              <a:off x="2823557"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43" name="Freeform: Shape 3242">
              <a:extLst>
                <a:ext uri="{FF2B5EF4-FFF2-40B4-BE49-F238E27FC236}">
                  <a16:creationId xmlns:a16="http://schemas.microsoft.com/office/drawing/2014/main" id="{B229750C-3080-1C4A-3295-869BB919C82E}"/>
                </a:ext>
              </a:extLst>
            </p:cNvPr>
            <p:cNvSpPr/>
            <p:nvPr/>
          </p:nvSpPr>
          <p:spPr>
            <a:xfrm>
              <a:off x="2937813"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44" name="Freeform: Shape 3243">
              <a:extLst>
                <a:ext uri="{FF2B5EF4-FFF2-40B4-BE49-F238E27FC236}">
                  <a16:creationId xmlns:a16="http://schemas.microsoft.com/office/drawing/2014/main" id="{5F55FB67-62AC-E0A2-BF6D-1203273B82BD}"/>
                </a:ext>
              </a:extLst>
            </p:cNvPr>
            <p:cNvSpPr/>
            <p:nvPr/>
          </p:nvSpPr>
          <p:spPr>
            <a:xfrm>
              <a:off x="3052069"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45" name="Freeform: Shape 3244">
              <a:extLst>
                <a:ext uri="{FF2B5EF4-FFF2-40B4-BE49-F238E27FC236}">
                  <a16:creationId xmlns:a16="http://schemas.microsoft.com/office/drawing/2014/main" id="{A68F01A2-F2D6-E6CE-E18A-5B97516835DF}"/>
                </a:ext>
              </a:extLst>
            </p:cNvPr>
            <p:cNvSpPr/>
            <p:nvPr/>
          </p:nvSpPr>
          <p:spPr>
            <a:xfrm>
              <a:off x="3166325"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46" name="Freeform: Shape 3245">
              <a:extLst>
                <a:ext uri="{FF2B5EF4-FFF2-40B4-BE49-F238E27FC236}">
                  <a16:creationId xmlns:a16="http://schemas.microsoft.com/office/drawing/2014/main" id="{E275F5B9-9EA8-5362-78A0-1656ACC5F416}"/>
                </a:ext>
              </a:extLst>
            </p:cNvPr>
            <p:cNvSpPr/>
            <p:nvPr/>
          </p:nvSpPr>
          <p:spPr>
            <a:xfrm>
              <a:off x="3280580"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47" name="Freeform: Shape 3246">
              <a:extLst>
                <a:ext uri="{FF2B5EF4-FFF2-40B4-BE49-F238E27FC236}">
                  <a16:creationId xmlns:a16="http://schemas.microsoft.com/office/drawing/2014/main" id="{F69CA7D8-2269-6D93-5606-698A33A417AF}"/>
                </a:ext>
              </a:extLst>
            </p:cNvPr>
            <p:cNvSpPr/>
            <p:nvPr/>
          </p:nvSpPr>
          <p:spPr>
            <a:xfrm>
              <a:off x="3394836"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48" name="Freeform: Shape 3247">
              <a:extLst>
                <a:ext uri="{FF2B5EF4-FFF2-40B4-BE49-F238E27FC236}">
                  <a16:creationId xmlns:a16="http://schemas.microsoft.com/office/drawing/2014/main" id="{746C70FE-0B7F-96AE-EBC1-6934DA13030F}"/>
                </a:ext>
              </a:extLst>
            </p:cNvPr>
            <p:cNvSpPr/>
            <p:nvPr/>
          </p:nvSpPr>
          <p:spPr>
            <a:xfrm>
              <a:off x="3509092"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49" name="Freeform: Shape 3248">
              <a:extLst>
                <a:ext uri="{FF2B5EF4-FFF2-40B4-BE49-F238E27FC236}">
                  <a16:creationId xmlns:a16="http://schemas.microsoft.com/office/drawing/2014/main" id="{F86AEB6F-8F76-6FFA-F309-CBD9A620AA6C}"/>
                </a:ext>
              </a:extLst>
            </p:cNvPr>
            <p:cNvSpPr/>
            <p:nvPr/>
          </p:nvSpPr>
          <p:spPr>
            <a:xfrm>
              <a:off x="3623348"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50" name="Freeform: Shape 3249">
              <a:extLst>
                <a:ext uri="{FF2B5EF4-FFF2-40B4-BE49-F238E27FC236}">
                  <a16:creationId xmlns:a16="http://schemas.microsoft.com/office/drawing/2014/main" id="{5402F2AB-295B-FE7A-F2F1-360AA8F75CDB}"/>
                </a:ext>
              </a:extLst>
            </p:cNvPr>
            <p:cNvSpPr/>
            <p:nvPr/>
          </p:nvSpPr>
          <p:spPr>
            <a:xfrm>
              <a:off x="3737603"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51" name="Freeform: Shape 3250">
              <a:extLst>
                <a:ext uri="{FF2B5EF4-FFF2-40B4-BE49-F238E27FC236}">
                  <a16:creationId xmlns:a16="http://schemas.microsoft.com/office/drawing/2014/main" id="{56E23E11-E89A-6258-5D33-DCEAC2701785}"/>
                </a:ext>
              </a:extLst>
            </p:cNvPr>
            <p:cNvSpPr/>
            <p:nvPr/>
          </p:nvSpPr>
          <p:spPr>
            <a:xfrm>
              <a:off x="3851815"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52" name="Freeform: Shape 3251">
              <a:extLst>
                <a:ext uri="{FF2B5EF4-FFF2-40B4-BE49-F238E27FC236}">
                  <a16:creationId xmlns:a16="http://schemas.microsoft.com/office/drawing/2014/main" id="{1FF0BF10-3DC1-0F0D-35B7-59806131CF00}"/>
                </a:ext>
              </a:extLst>
            </p:cNvPr>
            <p:cNvSpPr/>
            <p:nvPr/>
          </p:nvSpPr>
          <p:spPr>
            <a:xfrm>
              <a:off x="3966071"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53" name="Freeform: Shape 3252">
              <a:extLst>
                <a:ext uri="{FF2B5EF4-FFF2-40B4-BE49-F238E27FC236}">
                  <a16:creationId xmlns:a16="http://schemas.microsoft.com/office/drawing/2014/main" id="{4F84EE75-460D-6CAB-0210-F2CC051B279B}"/>
                </a:ext>
              </a:extLst>
            </p:cNvPr>
            <p:cNvSpPr/>
            <p:nvPr/>
          </p:nvSpPr>
          <p:spPr>
            <a:xfrm>
              <a:off x="4080327"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54" name="Freeform: Shape 3253">
              <a:extLst>
                <a:ext uri="{FF2B5EF4-FFF2-40B4-BE49-F238E27FC236}">
                  <a16:creationId xmlns:a16="http://schemas.microsoft.com/office/drawing/2014/main" id="{AB60DBB0-C101-6FC4-8F4E-6F19C42A4397}"/>
                </a:ext>
              </a:extLst>
            </p:cNvPr>
            <p:cNvSpPr/>
            <p:nvPr/>
          </p:nvSpPr>
          <p:spPr>
            <a:xfrm>
              <a:off x="4194582"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55" name="Freeform: Shape 3254">
              <a:extLst>
                <a:ext uri="{FF2B5EF4-FFF2-40B4-BE49-F238E27FC236}">
                  <a16:creationId xmlns:a16="http://schemas.microsoft.com/office/drawing/2014/main" id="{403CDE55-9051-D0AF-C809-5098707CBC6A}"/>
                </a:ext>
              </a:extLst>
            </p:cNvPr>
            <p:cNvSpPr/>
            <p:nvPr/>
          </p:nvSpPr>
          <p:spPr>
            <a:xfrm>
              <a:off x="4308838"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56" name="Freeform: Shape 3255">
              <a:extLst>
                <a:ext uri="{FF2B5EF4-FFF2-40B4-BE49-F238E27FC236}">
                  <a16:creationId xmlns:a16="http://schemas.microsoft.com/office/drawing/2014/main" id="{A37F618B-773A-E301-5472-B50242A85C68}"/>
                </a:ext>
              </a:extLst>
            </p:cNvPr>
            <p:cNvSpPr/>
            <p:nvPr/>
          </p:nvSpPr>
          <p:spPr>
            <a:xfrm>
              <a:off x="4423094"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57" name="Freeform: Shape 3256">
              <a:extLst>
                <a:ext uri="{FF2B5EF4-FFF2-40B4-BE49-F238E27FC236}">
                  <a16:creationId xmlns:a16="http://schemas.microsoft.com/office/drawing/2014/main" id="{0C29D803-02EA-443C-A851-79A6456643B5}"/>
                </a:ext>
              </a:extLst>
            </p:cNvPr>
            <p:cNvSpPr/>
            <p:nvPr/>
          </p:nvSpPr>
          <p:spPr>
            <a:xfrm>
              <a:off x="4537350"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58" name="Freeform: Shape 3257">
              <a:extLst>
                <a:ext uri="{FF2B5EF4-FFF2-40B4-BE49-F238E27FC236}">
                  <a16:creationId xmlns:a16="http://schemas.microsoft.com/office/drawing/2014/main" id="{8439DF0A-F580-8ADF-909A-548160F224E0}"/>
                </a:ext>
              </a:extLst>
            </p:cNvPr>
            <p:cNvSpPr/>
            <p:nvPr/>
          </p:nvSpPr>
          <p:spPr>
            <a:xfrm>
              <a:off x="4651605"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59" name="Freeform: Shape 3258">
              <a:extLst>
                <a:ext uri="{FF2B5EF4-FFF2-40B4-BE49-F238E27FC236}">
                  <a16:creationId xmlns:a16="http://schemas.microsoft.com/office/drawing/2014/main" id="{DC7B6D38-62E2-1F73-240C-B297024D5A82}"/>
                </a:ext>
              </a:extLst>
            </p:cNvPr>
            <p:cNvSpPr/>
            <p:nvPr/>
          </p:nvSpPr>
          <p:spPr>
            <a:xfrm>
              <a:off x="4765861"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60" name="Freeform: Shape 3259">
              <a:extLst>
                <a:ext uri="{FF2B5EF4-FFF2-40B4-BE49-F238E27FC236}">
                  <a16:creationId xmlns:a16="http://schemas.microsoft.com/office/drawing/2014/main" id="{45D7E632-3B84-2866-5DAF-8D47E3CC58FF}"/>
                </a:ext>
              </a:extLst>
            </p:cNvPr>
            <p:cNvSpPr/>
            <p:nvPr/>
          </p:nvSpPr>
          <p:spPr>
            <a:xfrm>
              <a:off x="4880117"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61" name="Freeform: Shape 3260">
              <a:extLst>
                <a:ext uri="{FF2B5EF4-FFF2-40B4-BE49-F238E27FC236}">
                  <a16:creationId xmlns:a16="http://schemas.microsoft.com/office/drawing/2014/main" id="{A71E4547-6CF7-F196-E72D-4972874C51E5}"/>
                </a:ext>
              </a:extLst>
            </p:cNvPr>
            <p:cNvSpPr/>
            <p:nvPr/>
          </p:nvSpPr>
          <p:spPr>
            <a:xfrm>
              <a:off x="4994373"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62" name="Freeform: Shape 3261">
              <a:extLst>
                <a:ext uri="{FF2B5EF4-FFF2-40B4-BE49-F238E27FC236}">
                  <a16:creationId xmlns:a16="http://schemas.microsoft.com/office/drawing/2014/main" id="{8088B62B-1000-4785-145A-A3BC718C131F}"/>
                </a:ext>
              </a:extLst>
            </p:cNvPr>
            <p:cNvSpPr/>
            <p:nvPr/>
          </p:nvSpPr>
          <p:spPr>
            <a:xfrm>
              <a:off x="5108629"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63" name="Freeform: Shape 3262">
              <a:extLst>
                <a:ext uri="{FF2B5EF4-FFF2-40B4-BE49-F238E27FC236}">
                  <a16:creationId xmlns:a16="http://schemas.microsoft.com/office/drawing/2014/main" id="{E4F7C9D5-84FB-065F-54F6-6F4370A7974D}"/>
                </a:ext>
              </a:extLst>
            </p:cNvPr>
            <p:cNvSpPr/>
            <p:nvPr/>
          </p:nvSpPr>
          <p:spPr>
            <a:xfrm>
              <a:off x="5222840"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64" name="Freeform: Shape 3263">
              <a:extLst>
                <a:ext uri="{FF2B5EF4-FFF2-40B4-BE49-F238E27FC236}">
                  <a16:creationId xmlns:a16="http://schemas.microsoft.com/office/drawing/2014/main" id="{940C4810-135A-DDD2-DB98-A4F39B15DDCA}"/>
                </a:ext>
              </a:extLst>
            </p:cNvPr>
            <p:cNvSpPr/>
            <p:nvPr/>
          </p:nvSpPr>
          <p:spPr>
            <a:xfrm>
              <a:off x="5337096"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65" name="Freeform: Shape 3264">
              <a:extLst>
                <a:ext uri="{FF2B5EF4-FFF2-40B4-BE49-F238E27FC236}">
                  <a16:creationId xmlns:a16="http://schemas.microsoft.com/office/drawing/2014/main" id="{B5A83A00-6643-3374-4A4B-9D230C0C2B7C}"/>
                </a:ext>
              </a:extLst>
            </p:cNvPr>
            <p:cNvSpPr/>
            <p:nvPr/>
          </p:nvSpPr>
          <p:spPr>
            <a:xfrm>
              <a:off x="5451352"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66" name="Freeform: Shape 3265">
              <a:extLst>
                <a:ext uri="{FF2B5EF4-FFF2-40B4-BE49-F238E27FC236}">
                  <a16:creationId xmlns:a16="http://schemas.microsoft.com/office/drawing/2014/main" id="{25DF384A-048B-6ABD-ACB6-E9FD4391C12F}"/>
                </a:ext>
              </a:extLst>
            </p:cNvPr>
            <p:cNvSpPr/>
            <p:nvPr/>
          </p:nvSpPr>
          <p:spPr>
            <a:xfrm>
              <a:off x="5565608"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67" name="Freeform: Shape 3266">
              <a:extLst>
                <a:ext uri="{FF2B5EF4-FFF2-40B4-BE49-F238E27FC236}">
                  <a16:creationId xmlns:a16="http://schemas.microsoft.com/office/drawing/2014/main" id="{DBA994D4-38D4-7C3C-AE2A-1902C437612F}"/>
                </a:ext>
              </a:extLst>
            </p:cNvPr>
            <p:cNvSpPr/>
            <p:nvPr/>
          </p:nvSpPr>
          <p:spPr>
            <a:xfrm>
              <a:off x="5679863"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68" name="Freeform: Shape 3267">
              <a:extLst>
                <a:ext uri="{FF2B5EF4-FFF2-40B4-BE49-F238E27FC236}">
                  <a16:creationId xmlns:a16="http://schemas.microsoft.com/office/drawing/2014/main" id="{50AFCE64-47FD-BB7C-1B15-658A27C948FF}"/>
                </a:ext>
              </a:extLst>
            </p:cNvPr>
            <p:cNvSpPr/>
            <p:nvPr/>
          </p:nvSpPr>
          <p:spPr>
            <a:xfrm>
              <a:off x="5794119"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69" name="Freeform: Shape 3268">
              <a:extLst>
                <a:ext uri="{FF2B5EF4-FFF2-40B4-BE49-F238E27FC236}">
                  <a16:creationId xmlns:a16="http://schemas.microsoft.com/office/drawing/2014/main" id="{8BA9A00E-27DB-67A1-8B31-6A51A822A2BC}"/>
                </a:ext>
              </a:extLst>
            </p:cNvPr>
            <p:cNvSpPr/>
            <p:nvPr/>
          </p:nvSpPr>
          <p:spPr>
            <a:xfrm>
              <a:off x="5908375"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70" name="Freeform: Shape 3269">
              <a:extLst>
                <a:ext uri="{FF2B5EF4-FFF2-40B4-BE49-F238E27FC236}">
                  <a16:creationId xmlns:a16="http://schemas.microsoft.com/office/drawing/2014/main" id="{1667F1B8-E3D2-A37C-3B1B-95258224056B}"/>
                </a:ext>
              </a:extLst>
            </p:cNvPr>
            <p:cNvSpPr/>
            <p:nvPr/>
          </p:nvSpPr>
          <p:spPr>
            <a:xfrm>
              <a:off x="6022631"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71" name="Freeform: Shape 3270">
              <a:extLst>
                <a:ext uri="{FF2B5EF4-FFF2-40B4-BE49-F238E27FC236}">
                  <a16:creationId xmlns:a16="http://schemas.microsoft.com/office/drawing/2014/main" id="{0DAA17F1-B750-61F7-6113-69AFB44476F8}"/>
                </a:ext>
              </a:extLst>
            </p:cNvPr>
            <p:cNvSpPr/>
            <p:nvPr/>
          </p:nvSpPr>
          <p:spPr>
            <a:xfrm>
              <a:off x="6136886"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72" name="Freeform: Shape 3271">
              <a:extLst>
                <a:ext uri="{FF2B5EF4-FFF2-40B4-BE49-F238E27FC236}">
                  <a16:creationId xmlns:a16="http://schemas.microsoft.com/office/drawing/2014/main" id="{F38EA216-6F3A-E0F8-B588-06CA65035F00}"/>
                </a:ext>
              </a:extLst>
            </p:cNvPr>
            <p:cNvSpPr/>
            <p:nvPr/>
          </p:nvSpPr>
          <p:spPr>
            <a:xfrm>
              <a:off x="6251142"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73" name="Freeform: Shape 3272">
              <a:extLst>
                <a:ext uri="{FF2B5EF4-FFF2-40B4-BE49-F238E27FC236}">
                  <a16:creationId xmlns:a16="http://schemas.microsoft.com/office/drawing/2014/main" id="{F2CC645E-4FA8-317A-21EF-E991B946469E}"/>
                </a:ext>
              </a:extLst>
            </p:cNvPr>
            <p:cNvSpPr/>
            <p:nvPr/>
          </p:nvSpPr>
          <p:spPr>
            <a:xfrm>
              <a:off x="6365398"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74" name="Freeform: Shape 3273">
              <a:extLst>
                <a:ext uri="{FF2B5EF4-FFF2-40B4-BE49-F238E27FC236}">
                  <a16:creationId xmlns:a16="http://schemas.microsoft.com/office/drawing/2014/main" id="{AF1BF6EA-E6F9-42E2-7511-0D4BC8E7DF63}"/>
                </a:ext>
              </a:extLst>
            </p:cNvPr>
            <p:cNvSpPr/>
            <p:nvPr/>
          </p:nvSpPr>
          <p:spPr>
            <a:xfrm>
              <a:off x="6479610"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75" name="Freeform: Shape 3274">
              <a:extLst>
                <a:ext uri="{FF2B5EF4-FFF2-40B4-BE49-F238E27FC236}">
                  <a16:creationId xmlns:a16="http://schemas.microsoft.com/office/drawing/2014/main" id="{95A2EF68-2144-F57A-5FA1-E2EBC4CE42DF}"/>
                </a:ext>
              </a:extLst>
            </p:cNvPr>
            <p:cNvSpPr/>
            <p:nvPr/>
          </p:nvSpPr>
          <p:spPr>
            <a:xfrm>
              <a:off x="6593865"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76" name="Freeform: Shape 3275">
              <a:extLst>
                <a:ext uri="{FF2B5EF4-FFF2-40B4-BE49-F238E27FC236}">
                  <a16:creationId xmlns:a16="http://schemas.microsoft.com/office/drawing/2014/main" id="{87AAE99D-C61D-86B6-1224-08D7E46238B5}"/>
                </a:ext>
              </a:extLst>
            </p:cNvPr>
            <p:cNvSpPr/>
            <p:nvPr/>
          </p:nvSpPr>
          <p:spPr>
            <a:xfrm>
              <a:off x="6708121" y="5145489"/>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77" name="Freeform: Shape 3276">
              <a:extLst>
                <a:ext uri="{FF2B5EF4-FFF2-40B4-BE49-F238E27FC236}">
                  <a16:creationId xmlns:a16="http://schemas.microsoft.com/office/drawing/2014/main" id="{9B99A02B-A46B-B803-7EA1-1F29E40F2B0D}"/>
                </a:ext>
              </a:extLst>
            </p:cNvPr>
            <p:cNvSpPr/>
            <p:nvPr/>
          </p:nvSpPr>
          <p:spPr>
            <a:xfrm>
              <a:off x="6822377"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78" name="Freeform: Shape 3277">
              <a:extLst>
                <a:ext uri="{FF2B5EF4-FFF2-40B4-BE49-F238E27FC236}">
                  <a16:creationId xmlns:a16="http://schemas.microsoft.com/office/drawing/2014/main" id="{6432EB8C-88BD-1836-500C-BFDF67D7AFCC}"/>
                </a:ext>
              </a:extLst>
            </p:cNvPr>
            <p:cNvSpPr/>
            <p:nvPr/>
          </p:nvSpPr>
          <p:spPr>
            <a:xfrm>
              <a:off x="6936633"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79" name="Freeform: Shape 3278">
              <a:extLst>
                <a:ext uri="{FF2B5EF4-FFF2-40B4-BE49-F238E27FC236}">
                  <a16:creationId xmlns:a16="http://schemas.microsoft.com/office/drawing/2014/main" id="{28DD8700-D77B-E130-4761-0E7507855973}"/>
                </a:ext>
              </a:extLst>
            </p:cNvPr>
            <p:cNvSpPr/>
            <p:nvPr/>
          </p:nvSpPr>
          <p:spPr>
            <a:xfrm>
              <a:off x="7050888" y="5145489"/>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80" name="Freeform: Shape 3279">
              <a:extLst>
                <a:ext uri="{FF2B5EF4-FFF2-40B4-BE49-F238E27FC236}">
                  <a16:creationId xmlns:a16="http://schemas.microsoft.com/office/drawing/2014/main" id="{FA605110-F1F4-CB64-7B0F-94FCDC2D29ED}"/>
                </a:ext>
              </a:extLst>
            </p:cNvPr>
            <p:cNvSpPr/>
            <p:nvPr/>
          </p:nvSpPr>
          <p:spPr>
            <a:xfrm>
              <a:off x="7165144"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81" name="Freeform: Shape 3280">
              <a:extLst>
                <a:ext uri="{FF2B5EF4-FFF2-40B4-BE49-F238E27FC236}">
                  <a16:creationId xmlns:a16="http://schemas.microsoft.com/office/drawing/2014/main" id="{91E4874E-9162-8582-36BD-CE59DB904580}"/>
                </a:ext>
              </a:extLst>
            </p:cNvPr>
            <p:cNvSpPr/>
            <p:nvPr/>
          </p:nvSpPr>
          <p:spPr>
            <a:xfrm>
              <a:off x="2366578"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82" name="Freeform: Shape 3281">
              <a:extLst>
                <a:ext uri="{FF2B5EF4-FFF2-40B4-BE49-F238E27FC236}">
                  <a16:creationId xmlns:a16="http://schemas.microsoft.com/office/drawing/2014/main" id="{42F9976F-FAB8-8996-13A3-124F9596F9BB}"/>
                </a:ext>
              </a:extLst>
            </p:cNvPr>
            <p:cNvSpPr/>
            <p:nvPr/>
          </p:nvSpPr>
          <p:spPr>
            <a:xfrm>
              <a:off x="2480790"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83" name="Freeform: Shape 3282">
              <a:extLst>
                <a:ext uri="{FF2B5EF4-FFF2-40B4-BE49-F238E27FC236}">
                  <a16:creationId xmlns:a16="http://schemas.microsoft.com/office/drawing/2014/main" id="{8D5C6BD5-9146-5A74-B285-EC23E683CD5D}"/>
                </a:ext>
              </a:extLst>
            </p:cNvPr>
            <p:cNvSpPr/>
            <p:nvPr/>
          </p:nvSpPr>
          <p:spPr>
            <a:xfrm>
              <a:off x="2595046"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84" name="Freeform: Shape 3283">
              <a:extLst>
                <a:ext uri="{FF2B5EF4-FFF2-40B4-BE49-F238E27FC236}">
                  <a16:creationId xmlns:a16="http://schemas.microsoft.com/office/drawing/2014/main" id="{B5511377-2EEF-6742-4B31-143B66D8163E}"/>
                </a:ext>
              </a:extLst>
            </p:cNvPr>
            <p:cNvSpPr/>
            <p:nvPr/>
          </p:nvSpPr>
          <p:spPr>
            <a:xfrm>
              <a:off x="2709301"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85" name="Freeform: Shape 3284">
              <a:extLst>
                <a:ext uri="{FF2B5EF4-FFF2-40B4-BE49-F238E27FC236}">
                  <a16:creationId xmlns:a16="http://schemas.microsoft.com/office/drawing/2014/main" id="{221F07B8-D499-DE71-1106-90C0AF0F100C}"/>
                </a:ext>
              </a:extLst>
            </p:cNvPr>
            <p:cNvSpPr/>
            <p:nvPr/>
          </p:nvSpPr>
          <p:spPr>
            <a:xfrm>
              <a:off x="2823557"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86" name="Freeform: Shape 3285">
              <a:extLst>
                <a:ext uri="{FF2B5EF4-FFF2-40B4-BE49-F238E27FC236}">
                  <a16:creationId xmlns:a16="http://schemas.microsoft.com/office/drawing/2014/main" id="{D8C2AC75-3D5B-B762-D045-3AEFB5335F29}"/>
                </a:ext>
              </a:extLst>
            </p:cNvPr>
            <p:cNvSpPr/>
            <p:nvPr/>
          </p:nvSpPr>
          <p:spPr>
            <a:xfrm>
              <a:off x="2937813"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87" name="Freeform: Shape 3286">
              <a:extLst>
                <a:ext uri="{FF2B5EF4-FFF2-40B4-BE49-F238E27FC236}">
                  <a16:creationId xmlns:a16="http://schemas.microsoft.com/office/drawing/2014/main" id="{EF89C18E-A436-5312-5E10-BFC34F1D5818}"/>
                </a:ext>
              </a:extLst>
            </p:cNvPr>
            <p:cNvSpPr/>
            <p:nvPr/>
          </p:nvSpPr>
          <p:spPr>
            <a:xfrm>
              <a:off x="3052069"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88" name="Freeform: Shape 3287">
              <a:extLst>
                <a:ext uri="{FF2B5EF4-FFF2-40B4-BE49-F238E27FC236}">
                  <a16:creationId xmlns:a16="http://schemas.microsoft.com/office/drawing/2014/main" id="{461105DD-627B-43A0-02DC-3D05C23D11A2}"/>
                </a:ext>
              </a:extLst>
            </p:cNvPr>
            <p:cNvSpPr/>
            <p:nvPr/>
          </p:nvSpPr>
          <p:spPr>
            <a:xfrm>
              <a:off x="3166325"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89" name="Freeform: Shape 3288">
              <a:extLst>
                <a:ext uri="{FF2B5EF4-FFF2-40B4-BE49-F238E27FC236}">
                  <a16:creationId xmlns:a16="http://schemas.microsoft.com/office/drawing/2014/main" id="{FEB56516-83BA-A439-F28F-1FDAFD6489DE}"/>
                </a:ext>
              </a:extLst>
            </p:cNvPr>
            <p:cNvSpPr/>
            <p:nvPr/>
          </p:nvSpPr>
          <p:spPr>
            <a:xfrm>
              <a:off x="3280580"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90" name="Freeform: Shape 3289">
              <a:extLst>
                <a:ext uri="{FF2B5EF4-FFF2-40B4-BE49-F238E27FC236}">
                  <a16:creationId xmlns:a16="http://schemas.microsoft.com/office/drawing/2014/main" id="{1E8C0D17-1FC2-E8AF-7C61-4636D3CE8783}"/>
                </a:ext>
              </a:extLst>
            </p:cNvPr>
            <p:cNvSpPr/>
            <p:nvPr/>
          </p:nvSpPr>
          <p:spPr>
            <a:xfrm>
              <a:off x="3394836"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91" name="Freeform: Shape 3290">
              <a:extLst>
                <a:ext uri="{FF2B5EF4-FFF2-40B4-BE49-F238E27FC236}">
                  <a16:creationId xmlns:a16="http://schemas.microsoft.com/office/drawing/2014/main" id="{F1EF6AB6-20B8-C6E4-3E54-F27E3D537138}"/>
                </a:ext>
              </a:extLst>
            </p:cNvPr>
            <p:cNvSpPr/>
            <p:nvPr/>
          </p:nvSpPr>
          <p:spPr>
            <a:xfrm>
              <a:off x="3509092"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92" name="Freeform: Shape 3291">
              <a:extLst>
                <a:ext uri="{FF2B5EF4-FFF2-40B4-BE49-F238E27FC236}">
                  <a16:creationId xmlns:a16="http://schemas.microsoft.com/office/drawing/2014/main" id="{E347DF3D-10D0-8B10-F319-DEADABAEC7F6}"/>
                </a:ext>
              </a:extLst>
            </p:cNvPr>
            <p:cNvSpPr/>
            <p:nvPr/>
          </p:nvSpPr>
          <p:spPr>
            <a:xfrm>
              <a:off x="3623348"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93" name="Freeform: Shape 3292">
              <a:extLst>
                <a:ext uri="{FF2B5EF4-FFF2-40B4-BE49-F238E27FC236}">
                  <a16:creationId xmlns:a16="http://schemas.microsoft.com/office/drawing/2014/main" id="{D886C7C9-39BB-FD49-F20B-86AFCF3B136F}"/>
                </a:ext>
              </a:extLst>
            </p:cNvPr>
            <p:cNvSpPr/>
            <p:nvPr/>
          </p:nvSpPr>
          <p:spPr>
            <a:xfrm>
              <a:off x="3737603"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94" name="Freeform: Shape 3293">
              <a:extLst>
                <a:ext uri="{FF2B5EF4-FFF2-40B4-BE49-F238E27FC236}">
                  <a16:creationId xmlns:a16="http://schemas.microsoft.com/office/drawing/2014/main" id="{C36C5558-45B3-B85D-FB28-625F9C317A8B}"/>
                </a:ext>
              </a:extLst>
            </p:cNvPr>
            <p:cNvSpPr/>
            <p:nvPr/>
          </p:nvSpPr>
          <p:spPr>
            <a:xfrm>
              <a:off x="3851815"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95" name="Freeform: Shape 3294">
              <a:extLst>
                <a:ext uri="{FF2B5EF4-FFF2-40B4-BE49-F238E27FC236}">
                  <a16:creationId xmlns:a16="http://schemas.microsoft.com/office/drawing/2014/main" id="{473FC960-2E80-7E67-339D-8D9B12BAC18F}"/>
                </a:ext>
              </a:extLst>
            </p:cNvPr>
            <p:cNvSpPr/>
            <p:nvPr/>
          </p:nvSpPr>
          <p:spPr>
            <a:xfrm>
              <a:off x="3966071"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96" name="Freeform: Shape 3295">
              <a:extLst>
                <a:ext uri="{FF2B5EF4-FFF2-40B4-BE49-F238E27FC236}">
                  <a16:creationId xmlns:a16="http://schemas.microsoft.com/office/drawing/2014/main" id="{3BFFB375-8FD3-7441-42BC-7F834C3E362D}"/>
                </a:ext>
              </a:extLst>
            </p:cNvPr>
            <p:cNvSpPr/>
            <p:nvPr/>
          </p:nvSpPr>
          <p:spPr>
            <a:xfrm>
              <a:off x="4080327"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97" name="Freeform: Shape 3296">
              <a:extLst>
                <a:ext uri="{FF2B5EF4-FFF2-40B4-BE49-F238E27FC236}">
                  <a16:creationId xmlns:a16="http://schemas.microsoft.com/office/drawing/2014/main" id="{CDF5A1EB-8D41-D5B4-B130-B4B03BAD329B}"/>
                </a:ext>
              </a:extLst>
            </p:cNvPr>
            <p:cNvSpPr/>
            <p:nvPr/>
          </p:nvSpPr>
          <p:spPr>
            <a:xfrm>
              <a:off x="4194582"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98" name="Freeform: Shape 3297">
              <a:extLst>
                <a:ext uri="{FF2B5EF4-FFF2-40B4-BE49-F238E27FC236}">
                  <a16:creationId xmlns:a16="http://schemas.microsoft.com/office/drawing/2014/main" id="{D76640EE-794B-1E6B-2CAA-DB726DCD909E}"/>
                </a:ext>
              </a:extLst>
            </p:cNvPr>
            <p:cNvSpPr/>
            <p:nvPr/>
          </p:nvSpPr>
          <p:spPr>
            <a:xfrm>
              <a:off x="4308838"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99" name="Freeform: Shape 3298">
              <a:extLst>
                <a:ext uri="{FF2B5EF4-FFF2-40B4-BE49-F238E27FC236}">
                  <a16:creationId xmlns:a16="http://schemas.microsoft.com/office/drawing/2014/main" id="{542E8735-05C4-B6FE-8B8B-23837C938BBA}"/>
                </a:ext>
              </a:extLst>
            </p:cNvPr>
            <p:cNvSpPr/>
            <p:nvPr/>
          </p:nvSpPr>
          <p:spPr>
            <a:xfrm>
              <a:off x="4423094"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00" name="Freeform: Shape 3299">
              <a:extLst>
                <a:ext uri="{FF2B5EF4-FFF2-40B4-BE49-F238E27FC236}">
                  <a16:creationId xmlns:a16="http://schemas.microsoft.com/office/drawing/2014/main" id="{5C769896-33A2-6005-98DA-61C7CE41125F}"/>
                </a:ext>
              </a:extLst>
            </p:cNvPr>
            <p:cNvSpPr/>
            <p:nvPr/>
          </p:nvSpPr>
          <p:spPr>
            <a:xfrm>
              <a:off x="4537350"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01" name="Freeform: Shape 3300">
              <a:extLst>
                <a:ext uri="{FF2B5EF4-FFF2-40B4-BE49-F238E27FC236}">
                  <a16:creationId xmlns:a16="http://schemas.microsoft.com/office/drawing/2014/main" id="{D8DBF8BA-EAEC-1D20-4C00-917E4F8B856D}"/>
                </a:ext>
              </a:extLst>
            </p:cNvPr>
            <p:cNvSpPr/>
            <p:nvPr/>
          </p:nvSpPr>
          <p:spPr>
            <a:xfrm>
              <a:off x="4651605"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02" name="Freeform: Shape 3301">
              <a:extLst>
                <a:ext uri="{FF2B5EF4-FFF2-40B4-BE49-F238E27FC236}">
                  <a16:creationId xmlns:a16="http://schemas.microsoft.com/office/drawing/2014/main" id="{E1DE32A2-82AA-A144-2BC3-9466BCEB8173}"/>
                </a:ext>
              </a:extLst>
            </p:cNvPr>
            <p:cNvSpPr/>
            <p:nvPr/>
          </p:nvSpPr>
          <p:spPr>
            <a:xfrm>
              <a:off x="4765861"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03" name="Freeform: Shape 3302">
              <a:extLst>
                <a:ext uri="{FF2B5EF4-FFF2-40B4-BE49-F238E27FC236}">
                  <a16:creationId xmlns:a16="http://schemas.microsoft.com/office/drawing/2014/main" id="{6639C04B-EF69-92B0-1EE5-E5B01ADA3037}"/>
                </a:ext>
              </a:extLst>
            </p:cNvPr>
            <p:cNvSpPr/>
            <p:nvPr/>
          </p:nvSpPr>
          <p:spPr>
            <a:xfrm>
              <a:off x="4880117"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04" name="Freeform: Shape 3303">
              <a:extLst>
                <a:ext uri="{FF2B5EF4-FFF2-40B4-BE49-F238E27FC236}">
                  <a16:creationId xmlns:a16="http://schemas.microsoft.com/office/drawing/2014/main" id="{40F4B5BD-55FE-3AC5-31CB-1B99BF05199F}"/>
                </a:ext>
              </a:extLst>
            </p:cNvPr>
            <p:cNvSpPr/>
            <p:nvPr/>
          </p:nvSpPr>
          <p:spPr>
            <a:xfrm>
              <a:off x="4994373"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05" name="Freeform: Shape 3304">
              <a:extLst>
                <a:ext uri="{FF2B5EF4-FFF2-40B4-BE49-F238E27FC236}">
                  <a16:creationId xmlns:a16="http://schemas.microsoft.com/office/drawing/2014/main" id="{6CA0C850-7604-257B-EC55-092E6C2BF0E0}"/>
                </a:ext>
              </a:extLst>
            </p:cNvPr>
            <p:cNvSpPr/>
            <p:nvPr/>
          </p:nvSpPr>
          <p:spPr>
            <a:xfrm>
              <a:off x="5108629"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06" name="Freeform: Shape 3305">
              <a:extLst>
                <a:ext uri="{FF2B5EF4-FFF2-40B4-BE49-F238E27FC236}">
                  <a16:creationId xmlns:a16="http://schemas.microsoft.com/office/drawing/2014/main" id="{5E3C8E39-84D1-3EBB-EA6A-D071700D1D79}"/>
                </a:ext>
              </a:extLst>
            </p:cNvPr>
            <p:cNvSpPr/>
            <p:nvPr/>
          </p:nvSpPr>
          <p:spPr>
            <a:xfrm>
              <a:off x="5222840"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07" name="Freeform: Shape 3306">
              <a:extLst>
                <a:ext uri="{FF2B5EF4-FFF2-40B4-BE49-F238E27FC236}">
                  <a16:creationId xmlns:a16="http://schemas.microsoft.com/office/drawing/2014/main" id="{249228A1-A7D9-E171-FC68-1BBF484FE2D5}"/>
                </a:ext>
              </a:extLst>
            </p:cNvPr>
            <p:cNvSpPr/>
            <p:nvPr/>
          </p:nvSpPr>
          <p:spPr>
            <a:xfrm>
              <a:off x="5337096"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08" name="Freeform: Shape 3307">
              <a:extLst>
                <a:ext uri="{FF2B5EF4-FFF2-40B4-BE49-F238E27FC236}">
                  <a16:creationId xmlns:a16="http://schemas.microsoft.com/office/drawing/2014/main" id="{87079335-9056-AE39-C048-8A65B4FB6E3A}"/>
                </a:ext>
              </a:extLst>
            </p:cNvPr>
            <p:cNvSpPr/>
            <p:nvPr/>
          </p:nvSpPr>
          <p:spPr>
            <a:xfrm>
              <a:off x="5451352"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09" name="Freeform: Shape 3308">
              <a:extLst>
                <a:ext uri="{FF2B5EF4-FFF2-40B4-BE49-F238E27FC236}">
                  <a16:creationId xmlns:a16="http://schemas.microsoft.com/office/drawing/2014/main" id="{60BACABD-D1BC-AAFC-6948-0CC284131F10}"/>
                </a:ext>
              </a:extLst>
            </p:cNvPr>
            <p:cNvSpPr/>
            <p:nvPr/>
          </p:nvSpPr>
          <p:spPr>
            <a:xfrm>
              <a:off x="5565608"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10" name="Freeform: Shape 3309">
              <a:extLst>
                <a:ext uri="{FF2B5EF4-FFF2-40B4-BE49-F238E27FC236}">
                  <a16:creationId xmlns:a16="http://schemas.microsoft.com/office/drawing/2014/main" id="{171D45D1-07BC-A25A-BD53-523487247E97}"/>
                </a:ext>
              </a:extLst>
            </p:cNvPr>
            <p:cNvSpPr/>
            <p:nvPr/>
          </p:nvSpPr>
          <p:spPr>
            <a:xfrm>
              <a:off x="5679863"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11" name="Freeform: Shape 3310">
              <a:extLst>
                <a:ext uri="{FF2B5EF4-FFF2-40B4-BE49-F238E27FC236}">
                  <a16:creationId xmlns:a16="http://schemas.microsoft.com/office/drawing/2014/main" id="{94E325B7-998E-4C0D-B0FE-7A647C7B8835}"/>
                </a:ext>
              </a:extLst>
            </p:cNvPr>
            <p:cNvSpPr/>
            <p:nvPr/>
          </p:nvSpPr>
          <p:spPr>
            <a:xfrm>
              <a:off x="5794119"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12" name="Freeform: Shape 3311">
              <a:extLst>
                <a:ext uri="{FF2B5EF4-FFF2-40B4-BE49-F238E27FC236}">
                  <a16:creationId xmlns:a16="http://schemas.microsoft.com/office/drawing/2014/main" id="{A4DBDA0F-F397-AE99-63D7-A054E3161FBA}"/>
                </a:ext>
              </a:extLst>
            </p:cNvPr>
            <p:cNvSpPr/>
            <p:nvPr/>
          </p:nvSpPr>
          <p:spPr>
            <a:xfrm>
              <a:off x="5908375"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13" name="Freeform: Shape 3312">
              <a:extLst>
                <a:ext uri="{FF2B5EF4-FFF2-40B4-BE49-F238E27FC236}">
                  <a16:creationId xmlns:a16="http://schemas.microsoft.com/office/drawing/2014/main" id="{28393DF5-8011-F6F2-1520-90AED2DC354C}"/>
                </a:ext>
              </a:extLst>
            </p:cNvPr>
            <p:cNvSpPr/>
            <p:nvPr/>
          </p:nvSpPr>
          <p:spPr>
            <a:xfrm>
              <a:off x="6022631"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14" name="Freeform: Shape 3313">
              <a:extLst>
                <a:ext uri="{FF2B5EF4-FFF2-40B4-BE49-F238E27FC236}">
                  <a16:creationId xmlns:a16="http://schemas.microsoft.com/office/drawing/2014/main" id="{61A5C44F-2585-D156-F254-E6082F0387B5}"/>
                </a:ext>
              </a:extLst>
            </p:cNvPr>
            <p:cNvSpPr/>
            <p:nvPr/>
          </p:nvSpPr>
          <p:spPr>
            <a:xfrm>
              <a:off x="6136886"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15" name="Freeform: Shape 3314">
              <a:extLst>
                <a:ext uri="{FF2B5EF4-FFF2-40B4-BE49-F238E27FC236}">
                  <a16:creationId xmlns:a16="http://schemas.microsoft.com/office/drawing/2014/main" id="{69C8B66F-D001-DB22-7382-5C38BF17B7A9}"/>
                </a:ext>
              </a:extLst>
            </p:cNvPr>
            <p:cNvSpPr/>
            <p:nvPr/>
          </p:nvSpPr>
          <p:spPr>
            <a:xfrm>
              <a:off x="6251142"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16" name="Freeform: Shape 3315">
              <a:extLst>
                <a:ext uri="{FF2B5EF4-FFF2-40B4-BE49-F238E27FC236}">
                  <a16:creationId xmlns:a16="http://schemas.microsoft.com/office/drawing/2014/main" id="{8B2A321B-B960-CF30-C603-046BAE13466F}"/>
                </a:ext>
              </a:extLst>
            </p:cNvPr>
            <p:cNvSpPr/>
            <p:nvPr/>
          </p:nvSpPr>
          <p:spPr>
            <a:xfrm>
              <a:off x="6365398"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17" name="Freeform: Shape 3316">
              <a:extLst>
                <a:ext uri="{FF2B5EF4-FFF2-40B4-BE49-F238E27FC236}">
                  <a16:creationId xmlns:a16="http://schemas.microsoft.com/office/drawing/2014/main" id="{6F2B5F94-BD59-B990-55C5-AD6C242912E6}"/>
                </a:ext>
              </a:extLst>
            </p:cNvPr>
            <p:cNvSpPr/>
            <p:nvPr/>
          </p:nvSpPr>
          <p:spPr>
            <a:xfrm>
              <a:off x="6479610"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18" name="Freeform: Shape 3317">
              <a:extLst>
                <a:ext uri="{FF2B5EF4-FFF2-40B4-BE49-F238E27FC236}">
                  <a16:creationId xmlns:a16="http://schemas.microsoft.com/office/drawing/2014/main" id="{FA537B22-55CA-BA06-9EBF-297F90555613}"/>
                </a:ext>
              </a:extLst>
            </p:cNvPr>
            <p:cNvSpPr/>
            <p:nvPr/>
          </p:nvSpPr>
          <p:spPr>
            <a:xfrm>
              <a:off x="6593865"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19" name="Freeform: Shape 3318">
              <a:extLst>
                <a:ext uri="{FF2B5EF4-FFF2-40B4-BE49-F238E27FC236}">
                  <a16:creationId xmlns:a16="http://schemas.microsoft.com/office/drawing/2014/main" id="{453FACE0-9958-7F0F-4180-C3A19864B61C}"/>
                </a:ext>
              </a:extLst>
            </p:cNvPr>
            <p:cNvSpPr/>
            <p:nvPr/>
          </p:nvSpPr>
          <p:spPr>
            <a:xfrm>
              <a:off x="6708121" y="525974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20" name="Freeform: Shape 3319">
              <a:extLst>
                <a:ext uri="{FF2B5EF4-FFF2-40B4-BE49-F238E27FC236}">
                  <a16:creationId xmlns:a16="http://schemas.microsoft.com/office/drawing/2014/main" id="{1F1702BC-0A00-7991-7E9B-B6C52EC4A1C2}"/>
                </a:ext>
              </a:extLst>
            </p:cNvPr>
            <p:cNvSpPr/>
            <p:nvPr/>
          </p:nvSpPr>
          <p:spPr>
            <a:xfrm>
              <a:off x="6822377"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21" name="Freeform: Shape 3320">
              <a:extLst>
                <a:ext uri="{FF2B5EF4-FFF2-40B4-BE49-F238E27FC236}">
                  <a16:creationId xmlns:a16="http://schemas.microsoft.com/office/drawing/2014/main" id="{5DBD254C-B948-64D3-1FA2-1FB04BB915B8}"/>
                </a:ext>
              </a:extLst>
            </p:cNvPr>
            <p:cNvSpPr/>
            <p:nvPr/>
          </p:nvSpPr>
          <p:spPr>
            <a:xfrm>
              <a:off x="6936633"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22" name="Freeform: Shape 3321">
              <a:extLst>
                <a:ext uri="{FF2B5EF4-FFF2-40B4-BE49-F238E27FC236}">
                  <a16:creationId xmlns:a16="http://schemas.microsoft.com/office/drawing/2014/main" id="{9563198A-A5AF-D06A-77DB-96D629C6D397}"/>
                </a:ext>
              </a:extLst>
            </p:cNvPr>
            <p:cNvSpPr/>
            <p:nvPr/>
          </p:nvSpPr>
          <p:spPr>
            <a:xfrm>
              <a:off x="7050888" y="525974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23" name="Freeform: Shape 3322">
              <a:extLst>
                <a:ext uri="{FF2B5EF4-FFF2-40B4-BE49-F238E27FC236}">
                  <a16:creationId xmlns:a16="http://schemas.microsoft.com/office/drawing/2014/main" id="{E9668B6A-4FC9-FD7C-66C5-5459C05DE4D2}"/>
                </a:ext>
              </a:extLst>
            </p:cNvPr>
            <p:cNvSpPr/>
            <p:nvPr/>
          </p:nvSpPr>
          <p:spPr>
            <a:xfrm>
              <a:off x="7165144"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24" name="Freeform: Shape 3323">
              <a:extLst>
                <a:ext uri="{FF2B5EF4-FFF2-40B4-BE49-F238E27FC236}">
                  <a16:creationId xmlns:a16="http://schemas.microsoft.com/office/drawing/2014/main" id="{6D108771-7AD9-2327-4C8A-3E5467BC5904}"/>
                </a:ext>
              </a:extLst>
            </p:cNvPr>
            <p:cNvSpPr/>
            <p:nvPr/>
          </p:nvSpPr>
          <p:spPr>
            <a:xfrm>
              <a:off x="2366578"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25" name="Freeform: Shape 3324">
              <a:extLst>
                <a:ext uri="{FF2B5EF4-FFF2-40B4-BE49-F238E27FC236}">
                  <a16:creationId xmlns:a16="http://schemas.microsoft.com/office/drawing/2014/main" id="{F3D60700-ACC5-4FB8-B3C2-66F83FF4FB66}"/>
                </a:ext>
              </a:extLst>
            </p:cNvPr>
            <p:cNvSpPr/>
            <p:nvPr/>
          </p:nvSpPr>
          <p:spPr>
            <a:xfrm>
              <a:off x="2480790"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26" name="Freeform: Shape 3325">
              <a:extLst>
                <a:ext uri="{FF2B5EF4-FFF2-40B4-BE49-F238E27FC236}">
                  <a16:creationId xmlns:a16="http://schemas.microsoft.com/office/drawing/2014/main" id="{D57DABBA-CC8C-9964-B2A9-BAA8253CDB19}"/>
                </a:ext>
              </a:extLst>
            </p:cNvPr>
            <p:cNvSpPr/>
            <p:nvPr/>
          </p:nvSpPr>
          <p:spPr>
            <a:xfrm>
              <a:off x="2595046"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27" name="Freeform: Shape 3326">
              <a:extLst>
                <a:ext uri="{FF2B5EF4-FFF2-40B4-BE49-F238E27FC236}">
                  <a16:creationId xmlns:a16="http://schemas.microsoft.com/office/drawing/2014/main" id="{F4964751-1A9E-D644-FD3D-4ED5FC8A1FFB}"/>
                </a:ext>
              </a:extLst>
            </p:cNvPr>
            <p:cNvSpPr/>
            <p:nvPr/>
          </p:nvSpPr>
          <p:spPr>
            <a:xfrm>
              <a:off x="2709301"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28" name="Freeform: Shape 3327">
              <a:extLst>
                <a:ext uri="{FF2B5EF4-FFF2-40B4-BE49-F238E27FC236}">
                  <a16:creationId xmlns:a16="http://schemas.microsoft.com/office/drawing/2014/main" id="{0ABE4F29-6FCE-5349-35D3-B45D90C7FBBC}"/>
                </a:ext>
              </a:extLst>
            </p:cNvPr>
            <p:cNvSpPr/>
            <p:nvPr/>
          </p:nvSpPr>
          <p:spPr>
            <a:xfrm>
              <a:off x="2823557"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29" name="Freeform: Shape 3328">
              <a:extLst>
                <a:ext uri="{FF2B5EF4-FFF2-40B4-BE49-F238E27FC236}">
                  <a16:creationId xmlns:a16="http://schemas.microsoft.com/office/drawing/2014/main" id="{1C20EBB0-96C8-233A-C550-7991D08B2103}"/>
                </a:ext>
              </a:extLst>
            </p:cNvPr>
            <p:cNvSpPr/>
            <p:nvPr/>
          </p:nvSpPr>
          <p:spPr>
            <a:xfrm>
              <a:off x="2937813"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30" name="Freeform: Shape 3329">
              <a:extLst>
                <a:ext uri="{FF2B5EF4-FFF2-40B4-BE49-F238E27FC236}">
                  <a16:creationId xmlns:a16="http://schemas.microsoft.com/office/drawing/2014/main" id="{D6A1259B-62A9-BC2D-6E73-EA90161A37FD}"/>
                </a:ext>
              </a:extLst>
            </p:cNvPr>
            <p:cNvSpPr/>
            <p:nvPr/>
          </p:nvSpPr>
          <p:spPr>
            <a:xfrm>
              <a:off x="3052069"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31" name="Freeform: Shape 3330">
              <a:extLst>
                <a:ext uri="{FF2B5EF4-FFF2-40B4-BE49-F238E27FC236}">
                  <a16:creationId xmlns:a16="http://schemas.microsoft.com/office/drawing/2014/main" id="{4E34FE4D-8FDF-1CEA-A50C-ED92F1877023}"/>
                </a:ext>
              </a:extLst>
            </p:cNvPr>
            <p:cNvSpPr/>
            <p:nvPr/>
          </p:nvSpPr>
          <p:spPr>
            <a:xfrm>
              <a:off x="3166325"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32" name="Freeform: Shape 3331">
              <a:extLst>
                <a:ext uri="{FF2B5EF4-FFF2-40B4-BE49-F238E27FC236}">
                  <a16:creationId xmlns:a16="http://schemas.microsoft.com/office/drawing/2014/main" id="{C6C61463-450F-66CB-CA52-820F675DF0D1}"/>
                </a:ext>
              </a:extLst>
            </p:cNvPr>
            <p:cNvSpPr/>
            <p:nvPr/>
          </p:nvSpPr>
          <p:spPr>
            <a:xfrm>
              <a:off x="3280580"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33" name="Freeform: Shape 3332">
              <a:extLst>
                <a:ext uri="{FF2B5EF4-FFF2-40B4-BE49-F238E27FC236}">
                  <a16:creationId xmlns:a16="http://schemas.microsoft.com/office/drawing/2014/main" id="{5F20E7F4-666E-EA1B-A4BA-95A5BD51DD59}"/>
                </a:ext>
              </a:extLst>
            </p:cNvPr>
            <p:cNvSpPr/>
            <p:nvPr/>
          </p:nvSpPr>
          <p:spPr>
            <a:xfrm>
              <a:off x="3394836"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34" name="Freeform: Shape 3333">
              <a:extLst>
                <a:ext uri="{FF2B5EF4-FFF2-40B4-BE49-F238E27FC236}">
                  <a16:creationId xmlns:a16="http://schemas.microsoft.com/office/drawing/2014/main" id="{95F1076A-D291-FA63-7D07-C690A7768047}"/>
                </a:ext>
              </a:extLst>
            </p:cNvPr>
            <p:cNvSpPr/>
            <p:nvPr/>
          </p:nvSpPr>
          <p:spPr>
            <a:xfrm>
              <a:off x="3509092"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35" name="Freeform: Shape 3334">
              <a:extLst>
                <a:ext uri="{FF2B5EF4-FFF2-40B4-BE49-F238E27FC236}">
                  <a16:creationId xmlns:a16="http://schemas.microsoft.com/office/drawing/2014/main" id="{495ED0AD-EF98-9DEF-A526-96D2BE2B0DFE}"/>
                </a:ext>
              </a:extLst>
            </p:cNvPr>
            <p:cNvSpPr/>
            <p:nvPr/>
          </p:nvSpPr>
          <p:spPr>
            <a:xfrm>
              <a:off x="3623348"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36" name="Freeform: Shape 3335">
              <a:extLst>
                <a:ext uri="{FF2B5EF4-FFF2-40B4-BE49-F238E27FC236}">
                  <a16:creationId xmlns:a16="http://schemas.microsoft.com/office/drawing/2014/main" id="{EA07C55B-9097-4F2B-5C65-839A85535D6E}"/>
                </a:ext>
              </a:extLst>
            </p:cNvPr>
            <p:cNvSpPr/>
            <p:nvPr/>
          </p:nvSpPr>
          <p:spPr>
            <a:xfrm>
              <a:off x="3737603"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37" name="Freeform: Shape 3336">
              <a:extLst>
                <a:ext uri="{FF2B5EF4-FFF2-40B4-BE49-F238E27FC236}">
                  <a16:creationId xmlns:a16="http://schemas.microsoft.com/office/drawing/2014/main" id="{07C2CD43-8C4C-72D1-C05E-C85D6BDFC486}"/>
                </a:ext>
              </a:extLst>
            </p:cNvPr>
            <p:cNvSpPr/>
            <p:nvPr/>
          </p:nvSpPr>
          <p:spPr>
            <a:xfrm>
              <a:off x="3851815"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38" name="Freeform: Shape 3337">
              <a:extLst>
                <a:ext uri="{FF2B5EF4-FFF2-40B4-BE49-F238E27FC236}">
                  <a16:creationId xmlns:a16="http://schemas.microsoft.com/office/drawing/2014/main" id="{8EC4ACC9-B545-9883-C3BF-C1DEB07FEE2D}"/>
                </a:ext>
              </a:extLst>
            </p:cNvPr>
            <p:cNvSpPr/>
            <p:nvPr/>
          </p:nvSpPr>
          <p:spPr>
            <a:xfrm>
              <a:off x="3966071"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39" name="Freeform: Shape 3338">
              <a:extLst>
                <a:ext uri="{FF2B5EF4-FFF2-40B4-BE49-F238E27FC236}">
                  <a16:creationId xmlns:a16="http://schemas.microsoft.com/office/drawing/2014/main" id="{7A096C50-E838-CFB9-D74E-3398AC131CC7}"/>
                </a:ext>
              </a:extLst>
            </p:cNvPr>
            <p:cNvSpPr/>
            <p:nvPr/>
          </p:nvSpPr>
          <p:spPr>
            <a:xfrm>
              <a:off x="4080327"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40" name="Freeform: Shape 3339">
              <a:extLst>
                <a:ext uri="{FF2B5EF4-FFF2-40B4-BE49-F238E27FC236}">
                  <a16:creationId xmlns:a16="http://schemas.microsoft.com/office/drawing/2014/main" id="{D064A591-FF6C-6B77-2278-42E4D182477D}"/>
                </a:ext>
              </a:extLst>
            </p:cNvPr>
            <p:cNvSpPr/>
            <p:nvPr/>
          </p:nvSpPr>
          <p:spPr>
            <a:xfrm>
              <a:off x="4194582"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41" name="Freeform: Shape 3340">
              <a:extLst>
                <a:ext uri="{FF2B5EF4-FFF2-40B4-BE49-F238E27FC236}">
                  <a16:creationId xmlns:a16="http://schemas.microsoft.com/office/drawing/2014/main" id="{1F2E52B0-8C53-5D62-4653-7F9011A8216D}"/>
                </a:ext>
              </a:extLst>
            </p:cNvPr>
            <p:cNvSpPr/>
            <p:nvPr/>
          </p:nvSpPr>
          <p:spPr>
            <a:xfrm>
              <a:off x="4308838"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42" name="Freeform: Shape 3341">
              <a:extLst>
                <a:ext uri="{FF2B5EF4-FFF2-40B4-BE49-F238E27FC236}">
                  <a16:creationId xmlns:a16="http://schemas.microsoft.com/office/drawing/2014/main" id="{5B8EA1C9-ED07-9FB2-DC2D-D5CDA150AC7F}"/>
                </a:ext>
              </a:extLst>
            </p:cNvPr>
            <p:cNvSpPr/>
            <p:nvPr/>
          </p:nvSpPr>
          <p:spPr>
            <a:xfrm>
              <a:off x="4423094"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43" name="Freeform: Shape 3342">
              <a:extLst>
                <a:ext uri="{FF2B5EF4-FFF2-40B4-BE49-F238E27FC236}">
                  <a16:creationId xmlns:a16="http://schemas.microsoft.com/office/drawing/2014/main" id="{426983BE-553E-7EA9-CA8D-1ECAA14DD812}"/>
                </a:ext>
              </a:extLst>
            </p:cNvPr>
            <p:cNvSpPr/>
            <p:nvPr/>
          </p:nvSpPr>
          <p:spPr>
            <a:xfrm>
              <a:off x="4537350"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44" name="Freeform: Shape 3343">
              <a:extLst>
                <a:ext uri="{FF2B5EF4-FFF2-40B4-BE49-F238E27FC236}">
                  <a16:creationId xmlns:a16="http://schemas.microsoft.com/office/drawing/2014/main" id="{B0EA03E6-1F3B-CB88-5765-D0ADD7260709}"/>
                </a:ext>
              </a:extLst>
            </p:cNvPr>
            <p:cNvSpPr/>
            <p:nvPr/>
          </p:nvSpPr>
          <p:spPr>
            <a:xfrm>
              <a:off x="4651605"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45" name="Freeform: Shape 3344">
              <a:extLst>
                <a:ext uri="{FF2B5EF4-FFF2-40B4-BE49-F238E27FC236}">
                  <a16:creationId xmlns:a16="http://schemas.microsoft.com/office/drawing/2014/main" id="{2E04F3B7-3423-1E97-630E-0A3553C1CCB7}"/>
                </a:ext>
              </a:extLst>
            </p:cNvPr>
            <p:cNvSpPr/>
            <p:nvPr/>
          </p:nvSpPr>
          <p:spPr>
            <a:xfrm>
              <a:off x="4765861"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46" name="Freeform: Shape 3345">
              <a:extLst>
                <a:ext uri="{FF2B5EF4-FFF2-40B4-BE49-F238E27FC236}">
                  <a16:creationId xmlns:a16="http://schemas.microsoft.com/office/drawing/2014/main" id="{16372830-B33E-7309-C132-3A3BCEB77CD6}"/>
                </a:ext>
              </a:extLst>
            </p:cNvPr>
            <p:cNvSpPr/>
            <p:nvPr/>
          </p:nvSpPr>
          <p:spPr>
            <a:xfrm>
              <a:off x="4880117"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47" name="Freeform: Shape 3346">
              <a:extLst>
                <a:ext uri="{FF2B5EF4-FFF2-40B4-BE49-F238E27FC236}">
                  <a16:creationId xmlns:a16="http://schemas.microsoft.com/office/drawing/2014/main" id="{E06A1DAE-491F-9500-F0B1-22F5DBD8467A}"/>
                </a:ext>
              </a:extLst>
            </p:cNvPr>
            <p:cNvSpPr/>
            <p:nvPr/>
          </p:nvSpPr>
          <p:spPr>
            <a:xfrm>
              <a:off x="4994373"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48" name="Freeform: Shape 3347">
              <a:extLst>
                <a:ext uri="{FF2B5EF4-FFF2-40B4-BE49-F238E27FC236}">
                  <a16:creationId xmlns:a16="http://schemas.microsoft.com/office/drawing/2014/main" id="{5242B797-F7A2-F527-16B0-6EF82B259FE8}"/>
                </a:ext>
              </a:extLst>
            </p:cNvPr>
            <p:cNvSpPr/>
            <p:nvPr/>
          </p:nvSpPr>
          <p:spPr>
            <a:xfrm>
              <a:off x="5108629"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49" name="Freeform: Shape 3348">
              <a:extLst>
                <a:ext uri="{FF2B5EF4-FFF2-40B4-BE49-F238E27FC236}">
                  <a16:creationId xmlns:a16="http://schemas.microsoft.com/office/drawing/2014/main" id="{4B86EFE2-62FD-0046-D99F-7EE89ED3140F}"/>
                </a:ext>
              </a:extLst>
            </p:cNvPr>
            <p:cNvSpPr/>
            <p:nvPr/>
          </p:nvSpPr>
          <p:spPr>
            <a:xfrm>
              <a:off x="5222840"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50" name="Freeform: Shape 3349">
              <a:extLst>
                <a:ext uri="{FF2B5EF4-FFF2-40B4-BE49-F238E27FC236}">
                  <a16:creationId xmlns:a16="http://schemas.microsoft.com/office/drawing/2014/main" id="{994D5A5F-0BD6-65F7-5444-B5C6720F3790}"/>
                </a:ext>
              </a:extLst>
            </p:cNvPr>
            <p:cNvSpPr/>
            <p:nvPr/>
          </p:nvSpPr>
          <p:spPr>
            <a:xfrm>
              <a:off x="5337096"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51" name="Freeform: Shape 3350">
              <a:extLst>
                <a:ext uri="{FF2B5EF4-FFF2-40B4-BE49-F238E27FC236}">
                  <a16:creationId xmlns:a16="http://schemas.microsoft.com/office/drawing/2014/main" id="{BB703169-5411-BDD0-BD2E-DD62799F0893}"/>
                </a:ext>
              </a:extLst>
            </p:cNvPr>
            <p:cNvSpPr/>
            <p:nvPr/>
          </p:nvSpPr>
          <p:spPr>
            <a:xfrm>
              <a:off x="5451352"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52" name="Freeform: Shape 3351">
              <a:extLst>
                <a:ext uri="{FF2B5EF4-FFF2-40B4-BE49-F238E27FC236}">
                  <a16:creationId xmlns:a16="http://schemas.microsoft.com/office/drawing/2014/main" id="{DBB38719-8D8E-76B2-07F2-92252FF877B3}"/>
                </a:ext>
              </a:extLst>
            </p:cNvPr>
            <p:cNvSpPr/>
            <p:nvPr/>
          </p:nvSpPr>
          <p:spPr>
            <a:xfrm>
              <a:off x="5565608"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53" name="Freeform: Shape 3352">
              <a:extLst>
                <a:ext uri="{FF2B5EF4-FFF2-40B4-BE49-F238E27FC236}">
                  <a16:creationId xmlns:a16="http://schemas.microsoft.com/office/drawing/2014/main" id="{8C41B885-226B-8EC4-2EF3-E13938122582}"/>
                </a:ext>
              </a:extLst>
            </p:cNvPr>
            <p:cNvSpPr/>
            <p:nvPr/>
          </p:nvSpPr>
          <p:spPr>
            <a:xfrm>
              <a:off x="5679863"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54" name="Freeform: Shape 3353">
              <a:extLst>
                <a:ext uri="{FF2B5EF4-FFF2-40B4-BE49-F238E27FC236}">
                  <a16:creationId xmlns:a16="http://schemas.microsoft.com/office/drawing/2014/main" id="{232D7569-3D82-A989-EB69-409C58AE179B}"/>
                </a:ext>
              </a:extLst>
            </p:cNvPr>
            <p:cNvSpPr/>
            <p:nvPr/>
          </p:nvSpPr>
          <p:spPr>
            <a:xfrm>
              <a:off x="5794119"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55" name="Freeform: Shape 3354">
              <a:extLst>
                <a:ext uri="{FF2B5EF4-FFF2-40B4-BE49-F238E27FC236}">
                  <a16:creationId xmlns:a16="http://schemas.microsoft.com/office/drawing/2014/main" id="{3039C3DD-B389-267C-3A30-D1C0C8401616}"/>
                </a:ext>
              </a:extLst>
            </p:cNvPr>
            <p:cNvSpPr/>
            <p:nvPr/>
          </p:nvSpPr>
          <p:spPr>
            <a:xfrm>
              <a:off x="5908375"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56" name="Freeform: Shape 3355">
              <a:extLst>
                <a:ext uri="{FF2B5EF4-FFF2-40B4-BE49-F238E27FC236}">
                  <a16:creationId xmlns:a16="http://schemas.microsoft.com/office/drawing/2014/main" id="{E5C33159-FC43-903A-B4F2-7349E9C3257C}"/>
                </a:ext>
              </a:extLst>
            </p:cNvPr>
            <p:cNvSpPr/>
            <p:nvPr/>
          </p:nvSpPr>
          <p:spPr>
            <a:xfrm>
              <a:off x="6022631"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57" name="Freeform: Shape 3356">
              <a:extLst>
                <a:ext uri="{FF2B5EF4-FFF2-40B4-BE49-F238E27FC236}">
                  <a16:creationId xmlns:a16="http://schemas.microsoft.com/office/drawing/2014/main" id="{3C217CE9-9F37-A83D-C027-6D0F41769A85}"/>
                </a:ext>
              </a:extLst>
            </p:cNvPr>
            <p:cNvSpPr/>
            <p:nvPr/>
          </p:nvSpPr>
          <p:spPr>
            <a:xfrm>
              <a:off x="6136886"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58" name="Freeform: Shape 3357">
              <a:extLst>
                <a:ext uri="{FF2B5EF4-FFF2-40B4-BE49-F238E27FC236}">
                  <a16:creationId xmlns:a16="http://schemas.microsoft.com/office/drawing/2014/main" id="{A4A09E29-C34A-59F5-39DE-418E8719E6BC}"/>
                </a:ext>
              </a:extLst>
            </p:cNvPr>
            <p:cNvSpPr/>
            <p:nvPr/>
          </p:nvSpPr>
          <p:spPr>
            <a:xfrm>
              <a:off x="6251142"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59" name="Freeform: Shape 3358">
              <a:extLst>
                <a:ext uri="{FF2B5EF4-FFF2-40B4-BE49-F238E27FC236}">
                  <a16:creationId xmlns:a16="http://schemas.microsoft.com/office/drawing/2014/main" id="{C7AF6278-B0EC-E5B8-B29A-864CA0EA71B7}"/>
                </a:ext>
              </a:extLst>
            </p:cNvPr>
            <p:cNvSpPr/>
            <p:nvPr/>
          </p:nvSpPr>
          <p:spPr>
            <a:xfrm>
              <a:off x="6365398"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60" name="Freeform: Shape 3359">
              <a:extLst>
                <a:ext uri="{FF2B5EF4-FFF2-40B4-BE49-F238E27FC236}">
                  <a16:creationId xmlns:a16="http://schemas.microsoft.com/office/drawing/2014/main" id="{4814A711-F135-BE77-498B-73EE4E217717}"/>
                </a:ext>
              </a:extLst>
            </p:cNvPr>
            <p:cNvSpPr/>
            <p:nvPr/>
          </p:nvSpPr>
          <p:spPr>
            <a:xfrm>
              <a:off x="6479610"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61" name="Freeform: Shape 3360">
              <a:extLst>
                <a:ext uri="{FF2B5EF4-FFF2-40B4-BE49-F238E27FC236}">
                  <a16:creationId xmlns:a16="http://schemas.microsoft.com/office/drawing/2014/main" id="{2B50D931-2678-764A-6A61-B44CD6AD21A4}"/>
                </a:ext>
              </a:extLst>
            </p:cNvPr>
            <p:cNvSpPr/>
            <p:nvPr/>
          </p:nvSpPr>
          <p:spPr>
            <a:xfrm>
              <a:off x="6593865"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62" name="Freeform: Shape 3361">
              <a:extLst>
                <a:ext uri="{FF2B5EF4-FFF2-40B4-BE49-F238E27FC236}">
                  <a16:creationId xmlns:a16="http://schemas.microsoft.com/office/drawing/2014/main" id="{B6ED4514-35FD-86DD-F4A4-68B5B8741084}"/>
                </a:ext>
              </a:extLst>
            </p:cNvPr>
            <p:cNvSpPr/>
            <p:nvPr/>
          </p:nvSpPr>
          <p:spPr>
            <a:xfrm>
              <a:off x="6708121" y="537400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63" name="Freeform: Shape 3362">
              <a:extLst>
                <a:ext uri="{FF2B5EF4-FFF2-40B4-BE49-F238E27FC236}">
                  <a16:creationId xmlns:a16="http://schemas.microsoft.com/office/drawing/2014/main" id="{72A32576-205A-7C03-E96B-FC7D7A508D2E}"/>
                </a:ext>
              </a:extLst>
            </p:cNvPr>
            <p:cNvSpPr/>
            <p:nvPr/>
          </p:nvSpPr>
          <p:spPr>
            <a:xfrm>
              <a:off x="6822377"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64" name="Freeform: Shape 3363">
              <a:extLst>
                <a:ext uri="{FF2B5EF4-FFF2-40B4-BE49-F238E27FC236}">
                  <a16:creationId xmlns:a16="http://schemas.microsoft.com/office/drawing/2014/main" id="{C331F62C-D71D-975D-6B71-58B0F38B27AF}"/>
                </a:ext>
              </a:extLst>
            </p:cNvPr>
            <p:cNvSpPr/>
            <p:nvPr/>
          </p:nvSpPr>
          <p:spPr>
            <a:xfrm>
              <a:off x="6936633"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65" name="Freeform: Shape 3364">
              <a:extLst>
                <a:ext uri="{FF2B5EF4-FFF2-40B4-BE49-F238E27FC236}">
                  <a16:creationId xmlns:a16="http://schemas.microsoft.com/office/drawing/2014/main" id="{390ADC9B-28EC-B988-62B3-E1F56DF1D925}"/>
                </a:ext>
              </a:extLst>
            </p:cNvPr>
            <p:cNvSpPr/>
            <p:nvPr/>
          </p:nvSpPr>
          <p:spPr>
            <a:xfrm>
              <a:off x="7050888" y="537400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66" name="Freeform: Shape 3365">
              <a:extLst>
                <a:ext uri="{FF2B5EF4-FFF2-40B4-BE49-F238E27FC236}">
                  <a16:creationId xmlns:a16="http://schemas.microsoft.com/office/drawing/2014/main" id="{4669EE63-160C-BED5-18A3-B9AE108250BB}"/>
                </a:ext>
              </a:extLst>
            </p:cNvPr>
            <p:cNvSpPr/>
            <p:nvPr/>
          </p:nvSpPr>
          <p:spPr>
            <a:xfrm>
              <a:off x="7165144"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67" name="Freeform: Shape 3366">
              <a:extLst>
                <a:ext uri="{FF2B5EF4-FFF2-40B4-BE49-F238E27FC236}">
                  <a16:creationId xmlns:a16="http://schemas.microsoft.com/office/drawing/2014/main" id="{91971A20-054B-4368-7C1F-48643D6B957B}"/>
                </a:ext>
              </a:extLst>
            </p:cNvPr>
            <p:cNvSpPr/>
            <p:nvPr/>
          </p:nvSpPr>
          <p:spPr>
            <a:xfrm>
              <a:off x="2366578"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68" name="Freeform: Shape 3367">
              <a:extLst>
                <a:ext uri="{FF2B5EF4-FFF2-40B4-BE49-F238E27FC236}">
                  <a16:creationId xmlns:a16="http://schemas.microsoft.com/office/drawing/2014/main" id="{975CC5F2-4B73-32F4-FD96-D384AC95C380}"/>
                </a:ext>
              </a:extLst>
            </p:cNvPr>
            <p:cNvSpPr/>
            <p:nvPr/>
          </p:nvSpPr>
          <p:spPr>
            <a:xfrm>
              <a:off x="2480790"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69" name="Freeform: Shape 3368">
              <a:extLst>
                <a:ext uri="{FF2B5EF4-FFF2-40B4-BE49-F238E27FC236}">
                  <a16:creationId xmlns:a16="http://schemas.microsoft.com/office/drawing/2014/main" id="{6AF6FB03-AD2B-48CB-E774-9A97E92EDE2C}"/>
                </a:ext>
              </a:extLst>
            </p:cNvPr>
            <p:cNvSpPr/>
            <p:nvPr/>
          </p:nvSpPr>
          <p:spPr>
            <a:xfrm>
              <a:off x="2595046"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70" name="Freeform: Shape 3369">
              <a:extLst>
                <a:ext uri="{FF2B5EF4-FFF2-40B4-BE49-F238E27FC236}">
                  <a16:creationId xmlns:a16="http://schemas.microsoft.com/office/drawing/2014/main" id="{676C5FDA-3AC4-A75D-A215-479AC02467AB}"/>
                </a:ext>
              </a:extLst>
            </p:cNvPr>
            <p:cNvSpPr/>
            <p:nvPr/>
          </p:nvSpPr>
          <p:spPr>
            <a:xfrm>
              <a:off x="2709301"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71" name="Freeform: Shape 3370">
              <a:extLst>
                <a:ext uri="{FF2B5EF4-FFF2-40B4-BE49-F238E27FC236}">
                  <a16:creationId xmlns:a16="http://schemas.microsoft.com/office/drawing/2014/main" id="{AAB3F56D-22B1-E1D3-DACD-1949DE30CB80}"/>
                </a:ext>
              </a:extLst>
            </p:cNvPr>
            <p:cNvSpPr/>
            <p:nvPr/>
          </p:nvSpPr>
          <p:spPr>
            <a:xfrm>
              <a:off x="2823557"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72" name="Freeform: Shape 3371">
              <a:extLst>
                <a:ext uri="{FF2B5EF4-FFF2-40B4-BE49-F238E27FC236}">
                  <a16:creationId xmlns:a16="http://schemas.microsoft.com/office/drawing/2014/main" id="{9257E245-F635-929D-A5B8-37C486FF4FBE}"/>
                </a:ext>
              </a:extLst>
            </p:cNvPr>
            <p:cNvSpPr/>
            <p:nvPr/>
          </p:nvSpPr>
          <p:spPr>
            <a:xfrm>
              <a:off x="2937813"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73" name="Freeform: Shape 3372">
              <a:extLst>
                <a:ext uri="{FF2B5EF4-FFF2-40B4-BE49-F238E27FC236}">
                  <a16:creationId xmlns:a16="http://schemas.microsoft.com/office/drawing/2014/main" id="{7BE7227C-9D82-DF14-2D7E-537AFA7B8F43}"/>
                </a:ext>
              </a:extLst>
            </p:cNvPr>
            <p:cNvSpPr/>
            <p:nvPr/>
          </p:nvSpPr>
          <p:spPr>
            <a:xfrm>
              <a:off x="3052069"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74" name="Freeform: Shape 3373">
              <a:extLst>
                <a:ext uri="{FF2B5EF4-FFF2-40B4-BE49-F238E27FC236}">
                  <a16:creationId xmlns:a16="http://schemas.microsoft.com/office/drawing/2014/main" id="{0522ADC3-50FF-0C4E-9A10-38E98964EE67}"/>
                </a:ext>
              </a:extLst>
            </p:cNvPr>
            <p:cNvSpPr/>
            <p:nvPr/>
          </p:nvSpPr>
          <p:spPr>
            <a:xfrm>
              <a:off x="3166325"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75" name="Freeform: Shape 3374">
              <a:extLst>
                <a:ext uri="{FF2B5EF4-FFF2-40B4-BE49-F238E27FC236}">
                  <a16:creationId xmlns:a16="http://schemas.microsoft.com/office/drawing/2014/main" id="{94237DD2-1D2A-300C-E31B-295107777148}"/>
                </a:ext>
              </a:extLst>
            </p:cNvPr>
            <p:cNvSpPr/>
            <p:nvPr/>
          </p:nvSpPr>
          <p:spPr>
            <a:xfrm>
              <a:off x="3280580"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76" name="Freeform: Shape 3375">
              <a:extLst>
                <a:ext uri="{FF2B5EF4-FFF2-40B4-BE49-F238E27FC236}">
                  <a16:creationId xmlns:a16="http://schemas.microsoft.com/office/drawing/2014/main" id="{EB337ECE-6F5D-33F3-316C-2C552B071E1B}"/>
                </a:ext>
              </a:extLst>
            </p:cNvPr>
            <p:cNvSpPr/>
            <p:nvPr/>
          </p:nvSpPr>
          <p:spPr>
            <a:xfrm>
              <a:off x="3394836"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77" name="Freeform: Shape 3376">
              <a:extLst>
                <a:ext uri="{FF2B5EF4-FFF2-40B4-BE49-F238E27FC236}">
                  <a16:creationId xmlns:a16="http://schemas.microsoft.com/office/drawing/2014/main" id="{B9DC87E7-D564-9CDE-9602-803D61592F25}"/>
                </a:ext>
              </a:extLst>
            </p:cNvPr>
            <p:cNvSpPr/>
            <p:nvPr/>
          </p:nvSpPr>
          <p:spPr>
            <a:xfrm>
              <a:off x="3509092"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78" name="Freeform: Shape 3377">
              <a:extLst>
                <a:ext uri="{FF2B5EF4-FFF2-40B4-BE49-F238E27FC236}">
                  <a16:creationId xmlns:a16="http://schemas.microsoft.com/office/drawing/2014/main" id="{B0E59E88-C137-AEB0-3A9D-50F98459A0B4}"/>
                </a:ext>
              </a:extLst>
            </p:cNvPr>
            <p:cNvSpPr/>
            <p:nvPr/>
          </p:nvSpPr>
          <p:spPr>
            <a:xfrm>
              <a:off x="3623348"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79" name="Freeform: Shape 3378">
              <a:extLst>
                <a:ext uri="{FF2B5EF4-FFF2-40B4-BE49-F238E27FC236}">
                  <a16:creationId xmlns:a16="http://schemas.microsoft.com/office/drawing/2014/main" id="{404FD8B5-9791-AAA5-6B8B-C3DDD8537B71}"/>
                </a:ext>
              </a:extLst>
            </p:cNvPr>
            <p:cNvSpPr/>
            <p:nvPr/>
          </p:nvSpPr>
          <p:spPr>
            <a:xfrm>
              <a:off x="3737603"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80" name="Freeform: Shape 3379">
              <a:extLst>
                <a:ext uri="{FF2B5EF4-FFF2-40B4-BE49-F238E27FC236}">
                  <a16:creationId xmlns:a16="http://schemas.microsoft.com/office/drawing/2014/main" id="{8C966D38-BA6F-9D0A-0F19-383905214690}"/>
                </a:ext>
              </a:extLst>
            </p:cNvPr>
            <p:cNvSpPr/>
            <p:nvPr/>
          </p:nvSpPr>
          <p:spPr>
            <a:xfrm>
              <a:off x="3851815"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81" name="Freeform: Shape 3380">
              <a:extLst>
                <a:ext uri="{FF2B5EF4-FFF2-40B4-BE49-F238E27FC236}">
                  <a16:creationId xmlns:a16="http://schemas.microsoft.com/office/drawing/2014/main" id="{53981757-6316-DD64-F0B0-C50B6C78EEF3}"/>
                </a:ext>
              </a:extLst>
            </p:cNvPr>
            <p:cNvSpPr/>
            <p:nvPr/>
          </p:nvSpPr>
          <p:spPr>
            <a:xfrm>
              <a:off x="3966071"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82" name="Freeform: Shape 3381">
              <a:extLst>
                <a:ext uri="{FF2B5EF4-FFF2-40B4-BE49-F238E27FC236}">
                  <a16:creationId xmlns:a16="http://schemas.microsoft.com/office/drawing/2014/main" id="{C4B64B74-AA9B-8E15-498D-9184043B697F}"/>
                </a:ext>
              </a:extLst>
            </p:cNvPr>
            <p:cNvSpPr/>
            <p:nvPr/>
          </p:nvSpPr>
          <p:spPr>
            <a:xfrm>
              <a:off x="4080327"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83" name="Freeform: Shape 3382">
              <a:extLst>
                <a:ext uri="{FF2B5EF4-FFF2-40B4-BE49-F238E27FC236}">
                  <a16:creationId xmlns:a16="http://schemas.microsoft.com/office/drawing/2014/main" id="{11F488B0-50FB-81C2-A397-05654B41D7A5}"/>
                </a:ext>
              </a:extLst>
            </p:cNvPr>
            <p:cNvSpPr/>
            <p:nvPr/>
          </p:nvSpPr>
          <p:spPr>
            <a:xfrm>
              <a:off x="4194582"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84" name="Freeform: Shape 3383">
              <a:extLst>
                <a:ext uri="{FF2B5EF4-FFF2-40B4-BE49-F238E27FC236}">
                  <a16:creationId xmlns:a16="http://schemas.microsoft.com/office/drawing/2014/main" id="{F7118CDB-56E0-ACC8-3830-F57F33A672B2}"/>
                </a:ext>
              </a:extLst>
            </p:cNvPr>
            <p:cNvSpPr/>
            <p:nvPr/>
          </p:nvSpPr>
          <p:spPr>
            <a:xfrm>
              <a:off x="4308838"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85" name="Freeform: Shape 3384">
              <a:extLst>
                <a:ext uri="{FF2B5EF4-FFF2-40B4-BE49-F238E27FC236}">
                  <a16:creationId xmlns:a16="http://schemas.microsoft.com/office/drawing/2014/main" id="{E5E578DE-4A7A-4809-6094-A7FC56A47E0B}"/>
                </a:ext>
              </a:extLst>
            </p:cNvPr>
            <p:cNvSpPr/>
            <p:nvPr/>
          </p:nvSpPr>
          <p:spPr>
            <a:xfrm>
              <a:off x="4423094"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86" name="Freeform: Shape 3385">
              <a:extLst>
                <a:ext uri="{FF2B5EF4-FFF2-40B4-BE49-F238E27FC236}">
                  <a16:creationId xmlns:a16="http://schemas.microsoft.com/office/drawing/2014/main" id="{F0B184E9-21EC-6832-831B-B8A92C19C92C}"/>
                </a:ext>
              </a:extLst>
            </p:cNvPr>
            <p:cNvSpPr/>
            <p:nvPr/>
          </p:nvSpPr>
          <p:spPr>
            <a:xfrm>
              <a:off x="4537350"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87" name="Freeform: Shape 3386">
              <a:extLst>
                <a:ext uri="{FF2B5EF4-FFF2-40B4-BE49-F238E27FC236}">
                  <a16:creationId xmlns:a16="http://schemas.microsoft.com/office/drawing/2014/main" id="{2C5B3E4D-8C1D-DF8A-BAF4-D871F0F7FB97}"/>
                </a:ext>
              </a:extLst>
            </p:cNvPr>
            <p:cNvSpPr/>
            <p:nvPr/>
          </p:nvSpPr>
          <p:spPr>
            <a:xfrm>
              <a:off x="4651605"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88" name="Freeform: Shape 3387">
              <a:extLst>
                <a:ext uri="{FF2B5EF4-FFF2-40B4-BE49-F238E27FC236}">
                  <a16:creationId xmlns:a16="http://schemas.microsoft.com/office/drawing/2014/main" id="{1D028C11-A320-A633-6748-F98F1AC76BCC}"/>
                </a:ext>
              </a:extLst>
            </p:cNvPr>
            <p:cNvSpPr/>
            <p:nvPr/>
          </p:nvSpPr>
          <p:spPr>
            <a:xfrm>
              <a:off x="4765861"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89" name="Freeform: Shape 3388">
              <a:extLst>
                <a:ext uri="{FF2B5EF4-FFF2-40B4-BE49-F238E27FC236}">
                  <a16:creationId xmlns:a16="http://schemas.microsoft.com/office/drawing/2014/main" id="{765F8C6D-B5A9-4E94-957D-CA29C1F682B5}"/>
                </a:ext>
              </a:extLst>
            </p:cNvPr>
            <p:cNvSpPr/>
            <p:nvPr/>
          </p:nvSpPr>
          <p:spPr>
            <a:xfrm>
              <a:off x="4880117"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90" name="Freeform: Shape 3389">
              <a:extLst>
                <a:ext uri="{FF2B5EF4-FFF2-40B4-BE49-F238E27FC236}">
                  <a16:creationId xmlns:a16="http://schemas.microsoft.com/office/drawing/2014/main" id="{F6911A68-92E2-62FE-2520-D0D4EB4B07B6}"/>
                </a:ext>
              </a:extLst>
            </p:cNvPr>
            <p:cNvSpPr/>
            <p:nvPr/>
          </p:nvSpPr>
          <p:spPr>
            <a:xfrm>
              <a:off x="4994373"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91" name="Freeform: Shape 3390">
              <a:extLst>
                <a:ext uri="{FF2B5EF4-FFF2-40B4-BE49-F238E27FC236}">
                  <a16:creationId xmlns:a16="http://schemas.microsoft.com/office/drawing/2014/main" id="{F666E321-A0F5-C8AD-E7F3-AB8D22EDD3D2}"/>
                </a:ext>
              </a:extLst>
            </p:cNvPr>
            <p:cNvSpPr/>
            <p:nvPr/>
          </p:nvSpPr>
          <p:spPr>
            <a:xfrm>
              <a:off x="5108629"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92" name="Freeform: Shape 3391">
              <a:extLst>
                <a:ext uri="{FF2B5EF4-FFF2-40B4-BE49-F238E27FC236}">
                  <a16:creationId xmlns:a16="http://schemas.microsoft.com/office/drawing/2014/main" id="{8AE78579-7B29-FE66-66D9-E9FE6AE2B385}"/>
                </a:ext>
              </a:extLst>
            </p:cNvPr>
            <p:cNvSpPr/>
            <p:nvPr/>
          </p:nvSpPr>
          <p:spPr>
            <a:xfrm>
              <a:off x="5222840"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93" name="Freeform: Shape 3392">
              <a:extLst>
                <a:ext uri="{FF2B5EF4-FFF2-40B4-BE49-F238E27FC236}">
                  <a16:creationId xmlns:a16="http://schemas.microsoft.com/office/drawing/2014/main" id="{92ACD52B-681A-9525-F8A4-A0DF902805E4}"/>
                </a:ext>
              </a:extLst>
            </p:cNvPr>
            <p:cNvSpPr/>
            <p:nvPr/>
          </p:nvSpPr>
          <p:spPr>
            <a:xfrm>
              <a:off x="5337096"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94" name="Freeform: Shape 3393">
              <a:extLst>
                <a:ext uri="{FF2B5EF4-FFF2-40B4-BE49-F238E27FC236}">
                  <a16:creationId xmlns:a16="http://schemas.microsoft.com/office/drawing/2014/main" id="{83B9BE71-F41C-4890-D3C8-CEF66AB9F6E2}"/>
                </a:ext>
              </a:extLst>
            </p:cNvPr>
            <p:cNvSpPr/>
            <p:nvPr/>
          </p:nvSpPr>
          <p:spPr>
            <a:xfrm>
              <a:off x="5451352"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95" name="Freeform: Shape 3394">
              <a:extLst>
                <a:ext uri="{FF2B5EF4-FFF2-40B4-BE49-F238E27FC236}">
                  <a16:creationId xmlns:a16="http://schemas.microsoft.com/office/drawing/2014/main" id="{28E4E474-C8FB-9E2B-4A3E-E65574B51416}"/>
                </a:ext>
              </a:extLst>
            </p:cNvPr>
            <p:cNvSpPr/>
            <p:nvPr/>
          </p:nvSpPr>
          <p:spPr>
            <a:xfrm>
              <a:off x="5565608"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96" name="Freeform: Shape 3395">
              <a:extLst>
                <a:ext uri="{FF2B5EF4-FFF2-40B4-BE49-F238E27FC236}">
                  <a16:creationId xmlns:a16="http://schemas.microsoft.com/office/drawing/2014/main" id="{DDBA2DC2-1B09-ECBA-D52A-ECEF2E870045}"/>
                </a:ext>
              </a:extLst>
            </p:cNvPr>
            <p:cNvSpPr/>
            <p:nvPr/>
          </p:nvSpPr>
          <p:spPr>
            <a:xfrm>
              <a:off x="5679863"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97" name="Freeform: Shape 3396">
              <a:extLst>
                <a:ext uri="{FF2B5EF4-FFF2-40B4-BE49-F238E27FC236}">
                  <a16:creationId xmlns:a16="http://schemas.microsoft.com/office/drawing/2014/main" id="{C1FB676D-F492-AB07-67CC-EF3311606AFF}"/>
                </a:ext>
              </a:extLst>
            </p:cNvPr>
            <p:cNvSpPr/>
            <p:nvPr/>
          </p:nvSpPr>
          <p:spPr>
            <a:xfrm>
              <a:off x="5794119"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98" name="Freeform: Shape 3397">
              <a:extLst>
                <a:ext uri="{FF2B5EF4-FFF2-40B4-BE49-F238E27FC236}">
                  <a16:creationId xmlns:a16="http://schemas.microsoft.com/office/drawing/2014/main" id="{D23D9A3F-4C8B-489F-2499-094ADF152CDE}"/>
                </a:ext>
              </a:extLst>
            </p:cNvPr>
            <p:cNvSpPr/>
            <p:nvPr/>
          </p:nvSpPr>
          <p:spPr>
            <a:xfrm>
              <a:off x="5908375"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99" name="Freeform: Shape 3398">
              <a:extLst>
                <a:ext uri="{FF2B5EF4-FFF2-40B4-BE49-F238E27FC236}">
                  <a16:creationId xmlns:a16="http://schemas.microsoft.com/office/drawing/2014/main" id="{151068C0-2EC2-625E-1CEF-5E2E008A30FC}"/>
                </a:ext>
              </a:extLst>
            </p:cNvPr>
            <p:cNvSpPr/>
            <p:nvPr/>
          </p:nvSpPr>
          <p:spPr>
            <a:xfrm>
              <a:off x="6022631"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00" name="Freeform: Shape 3399">
              <a:extLst>
                <a:ext uri="{FF2B5EF4-FFF2-40B4-BE49-F238E27FC236}">
                  <a16:creationId xmlns:a16="http://schemas.microsoft.com/office/drawing/2014/main" id="{2CF5006A-3F6B-3B3F-3701-7F709937BE20}"/>
                </a:ext>
              </a:extLst>
            </p:cNvPr>
            <p:cNvSpPr/>
            <p:nvPr/>
          </p:nvSpPr>
          <p:spPr>
            <a:xfrm>
              <a:off x="6136886"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01" name="Freeform: Shape 3400">
              <a:extLst>
                <a:ext uri="{FF2B5EF4-FFF2-40B4-BE49-F238E27FC236}">
                  <a16:creationId xmlns:a16="http://schemas.microsoft.com/office/drawing/2014/main" id="{DBF2DD3A-9962-C13A-D3D2-F2A64CD1C8D1}"/>
                </a:ext>
              </a:extLst>
            </p:cNvPr>
            <p:cNvSpPr/>
            <p:nvPr/>
          </p:nvSpPr>
          <p:spPr>
            <a:xfrm>
              <a:off x="6251142"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02" name="Freeform: Shape 3401">
              <a:extLst>
                <a:ext uri="{FF2B5EF4-FFF2-40B4-BE49-F238E27FC236}">
                  <a16:creationId xmlns:a16="http://schemas.microsoft.com/office/drawing/2014/main" id="{9C1412DD-4078-6117-CC16-7024E3F25068}"/>
                </a:ext>
              </a:extLst>
            </p:cNvPr>
            <p:cNvSpPr/>
            <p:nvPr/>
          </p:nvSpPr>
          <p:spPr>
            <a:xfrm>
              <a:off x="6365398"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03" name="Freeform: Shape 3402">
              <a:extLst>
                <a:ext uri="{FF2B5EF4-FFF2-40B4-BE49-F238E27FC236}">
                  <a16:creationId xmlns:a16="http://schemas.microsoft.com/office/drawing/2014/main" id="{CD672691-BFB6-81F8-1080-9EF408C536DD}"/>
                </a:ext>
              </a:extLst>
            </p:cNvPr>
            <p:cNvSpPr/>
            <p:nvPr/>
          </p:nvSpPr>
          <p:spPr>
            <a:xfrm>
              <a:off x="6479610"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04" name="Freeform: Shape 3403">
              <a:extLst>
                <a:ext uri="{FF2B5EF4-FFF2-40B4-BE49-F238E27FC236}">
                  <a16:creationId xmlns:a16="http://schemas.microsoft.com/office/drawing/2014/main" id="{C3B401C6-D03A-793D-023E-DCF3980FFC5B}"/>
                </a:ext>
              </a:extLst>
            </p:cNvPr>
            <p:cNvSpPr/>
            <p:nvPr/>
          </p:nvSpPr>
          <p:spPr>
            <a:xfrm>
              <a:off x="6593865"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05" name="Freeform: Shape 3404">
              <a:extLst>
                <a:ext uri="{FF2B5EF4-FFF2-40B4-BE49-F238E27FC236}">
                  <a16:creationId xmlns:a16="http://schemas.microsoft.com/office/drawing/2014/main" id="{F9595947-99DA-541D-7D67-E9ADB3572D1F}"/>
                </a:ext>
              </a:extLst>
            </p:cNvPr>
            <p:cNvSpPr/>
            <p:nvPr/>
          </p:nvSpPr>
          <p:spPr>
            <a:xfrm>
              <a:off x="6708121" y="548825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06" name="Freeform: Shape 3405">
              <a:extLst>
                <a:ext uri="{FF2B5EF4-FFF2-40B4-BE49-F238E27FC236}">
                  <a16:creationId xmlns:a16="http://schemas.microsoft.com/office/drawing/2014/main" id="{160E6D61-B4A6-B351-F08F-83274BD56FD2}"/>
                </a:ext>
              </a:extLst>
            </p:cNvPr>
            <p:cNvSpPr/>
            <p:nvPr/>
          </p:nvSpPr>
          <p:spPr>
            <a:xfrm>
              <a:off x="6822377"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07" name="Freeform: Shape 3406">
              <a:extLst>
                <a:ext uri="{FF2B5EF4-FFF2-40B4-BE49-F238E27FC236}">
                  <a16:creationId xmlns:a16="http://schemas.microsoft.com/office/drawing/2014/main" id="{9F5E47F0-E63B-03BF-AD59-ED878E4B1D0F}"/>
                </a:ext>
              </a:extLst>
            </p:cNvPr>
            <p:cNvSpPr/>
            <p:nvPr/>
          </p:nvSpPr>
          <p:spPr>
            <a:xfrm>
              <a:off x="6936633"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08" name="Freeform: Shape 3407">
              <a:extLst>
                <a:ext uri="{FF2B5EF4-FFF2-40B4-BE49-F238E27FC236}">
                  <a16:creationId xmlns:a16="http://schemas.microsoft.com/office/drawing/2014/main" id="{A7A8167C-2B1C-8ECB-E728-CA49EF027B61}"/>
                </a:ext>
              </a:extLst>
            </p:cNvPr>
            <p:cNvSpPr/>
            <p:nvPr/>
          </p:nvSpPr>
          <p:spPr>
            <a:xfrm>
              <a:off x="7050888" y="548825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09" name="Freeform: Shape 3408">
              <a:extLst>
                <a:ext uri="{FF2B5EF4-FFF2-40B4-BE49-F238E27FC236}">
                  <a16:creationId xmlns:a16="http://schemas.microsoft.com/office/drawing/2014/main" id="{11F4B195-4B6F-D8A4-59FC-2F3EF2DC2E73}"/>
                </a:ext>
              </a:extLst>
            </p:cNvPr>
            <p:cNvSpPr/>
            <p:nvPr/>
          </p:nvSpPr>
          <p:spPr>
            <a:xfrm>
              <a:off x="7165144"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10" name="Freeform: Shape 3409">
              <a:extLst>
                <a:ext uri="{FF2B5EF4-FFF2-40B4-BE49-F238E27FC236}">
                  <a16:creationId xmlns:a16="http://schemas.microsoft.com/office/drawing/2014/main" id="{9C90D04B-18B9-45A6-1207-D98BC538DBD7}"/>
                </a:ext>
              </a:extLst>
            </p:cNvPr>
            <p:cNvSpPr/>
            <p:nvPr/>
          </p:nvSpPr>
          <p:spPr>
            <a:xfrm>
              <a:off x="2366578"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11" name="Freeform: Shape 3410">
              <a:extLst>
                <a:ext uri="{FF2B5EF4-FFF2-40B4-BE49-F238E27FC236}">
                  <a16:creationId xmlns:a16="http://schemas.microsoft.com/office/drawing/2014/main" id="{08F59456-E75E-13E3-A986-65E372115F8F}"/>
                </a:ext>
              </a:extLst>
            </p:cNvPr>
            <p:cNvSpPr/>
            <p:nvPr/>
          </p:nvSpPr>
          <p:spPr>
            <a:xfrm>
              <a:off x="2480790"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12" name="Freeform: Shape 3411">
              <a:extLst>
                <a:ext uri="{FF2B5EF4-FFF2-40B4-BE49-F238E27FC236}">
                  <a16:creationId xmlns:a16="http://schemas.microsoft.com/office/drawing/2014/main" id="{5B809D9E-BD77-3555-901B-DBE3EF77E485}"/>
                </a:ext>
              </a:extLst>
            </p:cNvPr>
            <p:cNvSpPr/>
            <p:nvPr/>
          </p:nvSpPr>
          <p:spPr>
            <a:xfrm>
              <a:off x="2595046"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13" name="Freeform: Shape 3412">
              <a:extLst>
                <a:ext uri="{FF2B5EF4-FFF2-40B4-BE49-F238E27FC236}">
                  <a16:creationId xmlns:a16="http://schemas.microsoft.com/office/drawing/2014/main" id="{5F9DCECA-583E-7E8E-F213-17E0DF7FD4D8}"/>
                </a:ext>
              </a:extLst>
            </p:cNvPr>
            <p:cNvSpPr/>
            <p:nvPr/>
          </p:nvSpPr>
          <p:spPr>
            <a:xfrm>
              <a:off x="2709301"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14" name="Freeform: Shape 3413">
              <a:extLst>
                <a:ext uri="{FF2B5EF4-FFF2-40B4-BE49-F238E27FC236}">
                  <a16:creationId xmlns:a16="http://schemas.microsoft.com/office/drawing/2014/main" id="{A29C2E3F-A4C1-33BC-4232-E0EDA9A7CEA7}"/>
                </a:ext>
              </a:extLst>
            </p:cNvPr>
            <p:cNvSpPr/>
            <p:nvPr/>
          </p:nvSpPr>
          <p:spPr>
            <a:xfrm>
              <a:off x="2823557"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15" name="Freeform: Shape 3414">
              <a:extLst>
                <a:ext uri="{FF2B5EF4-FFF2-40B4-BE49-F238E27FC236}">
                  <a16:creationId xmlns:a16="http://schemas.microsoft.com/office/drawing/2014/main" id="{312DDF11-E0A9-BDED-732D-E9F50CE344D1}"/>
                </a:ext>
              </a:extLst>
            </p:cNvPr>
            <p:cNvSpPr/>
            <p:nvPr/>
          </p:nvSpPr>
          <p:spPr>
            <a:xfrm>
              <a:off x="2937813"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16" name="Freeform: Shape 3415">
              <a:extLst>
                <a:ext uri="{FF2B5EF4-FFF2-40B4-BE49-F238E27FC236}">
                  <a16:creationId xmlns:a16="http://schemas.microsoft.com/office/drawing/2014/main" id="{53714EE2-C24C-046A-0924-832E62C2C9B0}"/>
                </a:ext>
              </a:extLst>
            </p:cNvPr>
            <p:cNvSpPr/>
            <p:nvPr/>
          </p:nvSpPr>
          <p:spPr>
            <a:xfrm>
              <a:off x="3052069"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17" name="Freeform: Shape 3416">
              <a:extLst>
                <a:ext uri="{FF2B5EF4-FFF2-40B4-BE49-F238E27FC236}">
                  <a16:creationId xmlns:a16="http://schemas.microsoft.com/office/drawing/2014/main" id="{B6AF9196-C974-2DFB-BD14-049D53E80F41}"/>
                </a:ext>
              </a:extLst>
            </p:cNvPr>
            <p:cNvSpPr/>
            <p:nvPr/>
          </p:nvSpPr>
          <p:spPr>
            <a:xfrm>
              <a:off x="3166325"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18" name="Freeform: Shape 3417">
              <a:extLst>
                <a:ext uri="{FF2B5EF4-FFF2-40B4-BE49-F238E27FC236}">
                  <a16:creationId xmlns:a16="http://schemas.microsoft.com/office/drawing/2014/main" id="{E20BE678-AF36-5CB8-77B8-54642B9F2393}"/>
                </a:ext>
              </a:extLst>
            </p:cNvPr>
            <p:cNvSpPr/>
            <p:nvPr/>
          </p:nvSpPr>
          <p:spPr>
            <a:xfrm>
              <a:off x="3280580"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19" name="Freeform: Shape 3418">
              <a:extLst>
                <a:ext uri="{FF2B5EF4-FFF2-40B4-BE49-F238E27FC236}">
                  <a16:creationId xmlns:a16="http://schemas.microsoft.com/office/drawing/2014/main" id="{F4CE20B8-6A48-827A-3544-3A8BA4417AF2}"/>
                </a:ext>
              </a:extLst>
            </p:cNvPr>
            <p:cNvSpPr/>
            <p:nvPr/>
          </p:nvSpPr>
          <p:spPr>
            <a:xfrm>
              <a:off x="3394836"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20" name="Freeform: Shape 3419">
              <a:extLst>
                <a:ext uri="{FF2B5EF4-FFF2-40B4-BE49-F238E27FC236}">
                  <a16:creationId xmlns:a16="http://schemas.microsoft.com/office/drawing/2014/main" id="{341218D8-B49B-8BFA-3E04-D8A646D9209D}"/>
                </a:ext>
              </a:extLst>
            </p:cNvPr>
            <p:cNvSpPr/>
            <p:nvPr/>
          </p:nvSpPr>
          <p:spPr>
            <a:xfrm>
              <a:off x="3509092"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21" name="Freeform: Shape 3420">
              <a:extLst>
                <a:ext uri="{FF2B5EF4-FFF2-40B4-BE49-F238E27FC236}">
                  <a16:creationId xmlns:a16="http://schemas.microsoft.com/office/drawing/2014/main" id="{541C952D-A105-00B5-9C8B-7E6F3ADAFC1B}"/>
                </a:ext>
              </a:extLst>
            </p:cNvPr>
            <p:cNvSpPr/>
            <p:nvPr/>
          </p:nvSpPr>
          <p:spPr>
            <a:xfrm>
              <a:off x="3623348"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22" name="Freeform: Shape 3421">
              <a:extLst>
                <a:ext uri="{FF2B5EF4-FFF2-40B4-BE49-F238E27FC236}">
                  <a16:creationId xmlns:a16="http://schemas.microsoft.com/office/drawing/2014/main" id="{F2D70C1A-A871-CBA9-ACBE-CE9831D75B86}"/>
                </a:ext>
              </a:extLst>
            </p:cNvPr>
            <p:cNvSpPr/>
            <p:nvPr/>
          </p:nvSpPr>
          <p:spPr>
            <a:xfrm>
              <a:off x="3737603"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23" name="Freeform: Shape 3422">
              <a:extLst>
                <a:ext uri="{FF2B5EF4-FFF2-40B4-BE49-F238E27FC236}">
                  <a16:creationId xmlns:a16="http://schemas.microsoft.com/office/drawing/2014/main" id="{13B20AF5-31B1-FA22-6128-8C8C7EB89261}"/>
                </a:ext>
              </a:extLst>
            </p:cNvPr>
            <p:cNvSpPr/>
            <p:nvPr/>
          </p:nvSpPr>
          <p:spPr>
            <a:xfrm>
              <a:off x="3851815"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24" name="Freeform: Shape 3423">
              <a:extLst>
                <a:ext uri="{FF2B5EF4-FFF2-40B4-BE49-F238E27FC236}">
                  <a16:creationId xmlns:a16="http://schemas.microsoft.com/office/drawing/2014/main" id="{CA6F3A29-43B4-45D5-6FA1-105BADC1E4CD}"/>
                </a:ext>
              </a:extLst>
            </p:cNvPr>
            <p:cNvSpPr/>
            <p:nvPr/>
          </p:nvSpPr>
          <p:spPr>
            <a:xfrm>
              <a:off x="3966071"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25" name="Freeform: Shape 3424">
              <a:extLst>
                <a:ext uri="{FF2B5EF4-FFF2-40B4-BE49-F238E27FC236}">
                  <a16:creationId xmlns:a16="http://schemas.microsoft.com/office/drawing/2014/main" id="{E46440DC-2E7D-BFAC-D5BA-0D1D6AE2B265}"/>
                </a:ext>
              </a:extLst>
            </p:cNvPr>
            <p:cNvSpPr/>
            <p:nvPr/>
          </p:nvSpPr>
          <p:spPr>
            <a:xfrm>
              <a:off x="4080327"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26" name="Freeform: Shape 3425">
              <a:extLst>
                <a:ext uri="{FF2B5EF4-FFF2-40B4-BE49-F238E27FC236}">
                  <a16:creationId xmlns:a16="http://schemas.microsoft.com/office/drawing/2014/main" id="{AFE40B31-596E-AB61-7F39-94CE5929B780}"/>
                </a:ext>
              </a:extLst>
            </p:cNvPr>
            <p:cNvSpPr/>
            <p:nvPr/>
          </p:nvSpPr>
          <p:spPr>
            <a:xfrm>
              <a:off x="4194582"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27" name="Freeform: Shape 3426">
              <a:extLst>
                <a:ext uri="{FF2B5EF4-FFF2-40B4-BE49-F238E27FC236}">
                  <a16:creationId xmlns:a16="http://schemas.microsoft.com/office/drawing/2014/main" id="{78D68750-676E-08DA-C49C-C58EC56DB2F6}"/>
                </a:ext>
              </a:extLst>
            </p:cNvPr>
            <p:cNvSpPr/>
            <p:nvPr/>
          </p:nvSpPr>
          <p:spPr>
            <a:xfrm>
              <a:off x="4308838"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28" name="Freeform: Shape 3427">
              <a:extLst>
                <a:ext uri="{FF2B5EF4-FFF2-40B4-BE49-F238E27FC236}">
                  <a16:creationId xmlns:a16="http://schemas.microsoft.com/office/drawing/2014/main" id="{39A9C887-1DA7-08E1-FFB8-F5F7D91BBDA3}"/>
                </a:ext>
              </a:extLst>
            </p:cNvPr>
            <p:cNvSpPr/>
            <p:nvPr/>
          </p:nvSpPr>
          <p:spPr>
            <a:xfrm>
              <a:off x="4423094"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29" name="Freeform: Shape 3428">
              <a:extLst>
                <a:ext uri="{FF2B5EF4-FFF2-40B4-BE49-F238E27FC236}">
                  <a16:creationId xmlns:a16="http://schemas.microsoft.com/office/drawing/2014/main" id="{64B8DF38-A689-74FA-14C1-19108770490C}"/>
                </a:ext>
              </a:extLst>
            </p:cNvPr>
            <p:cNvSpPr/>
            <p:nvPr/>
          </p:nvSpPr>
          <p:spPr>
            <a:xfrm>
              <a:off x="4537350"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30" name="Freeform: Shape 3429">
              <a:extLst>
                <a:ext uri="{FF2B5EF4-FFF2-40B4-BE49-F238E27FC236}">
                  <a16:creationId xmlns:a16="http://schemas.microsoft.com/office/drawing/2014/main" id="{C4732FF2-9A9C-9037-0DC9-185C32B24306}"/>
                </a:ext>
              </a:extLst>
            </p:cNvPr>
            <p:cNvSpPr/>
            <p:nvPr/>
          </p:nvSpPr>
          <p:spPr>
            <a:xfrm>
              <a:off x="4651605"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31" name="Freeform: Shape 3430">
              <a:extLst>
                <a:ext uri="{FF2B5EF4-FFF2-40B4-BE49-F238E27FC236}">
                  <a16:creationId xmlns:a16="http://schemas.microsoft.com/office/drawing/2014/main" id="{6131761B-380E-7B89-C13D-277ADF3A9DFA}"/>
                </a:ext>
              </a:extLst>
            </p:cNvPr>
            <p:cNvSpPr/>
            <p:nvPr/>
          </p:nvSpPr>
          <p:spPr>
            <a:xfrm>
              <a:off x="4765861"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32" name="Freeform: Shape 3431">
              <a:extLst>
                <a:ext uri="{FF2B5EF4-FFF2-40B4-BE49-F238E27FC236}">
                  <a16:creationId xmlns:a16="http://schemas.microsoft.com/office/drawing/2014/main" id="{7C0264A9-0079-1795-2F7E-D37CD0DAECCF}"/>
                </a:ext>
              </a:extLst>
            </p:cNvPr>
            <p:cNvSpPr/>
            <p:nvPr/>
          </p:nvSpPr>
          <p:spPr>
            <a:xfrm>
              <a:off x="4880117"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33" name="Freeform: Shape 3432">
              <a:extLst>
                <a:ext uri="{FF2B5EF4-FFF2-40B4-BE49-F238E27FC236}">
                  <a16:creationId xmlns:a16="http://schemas.microsoft.com/office/drawing/2014/main" id="{D136C088-B3B5-4064-4AA1-3D8BC21B42B5}"/>
                </a:ext>
              </a:extLst>
            </p:cNvPr>
            <p:cNvSpPr/>
            <p:nvPr/>
          </p:nvSpPr>
          <p:spPr>
            <a:xfrm>
              <a:off x="4994373"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34" name="Freeform: Shape 3433">
              <a:extLst>
                <a:ext uri="{FF2B5EF4-FFF2-40B4-BE49-F238E27FC236}">
                  <a16:creationId xmlns:a16="http://schemas.microsoft.com/office/drawing/2014/main" id="{F30A4B73-B4F3-F13A-EEDC-DCFD8605272F}"/>
                </a:ext>
              </a:extLst>
            </p:cNvPr>
            <p:cNvSpPr/>
            <p:nvPr/>
          </p:nvSpPr>
          <p:spPr>
            <a:xfrm>
              <a:off x="5108629"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35" name="Freeform: Shape 3434">
              <a:extLst>
                <a:ext uri="{FF2B5EF4-FFF2-40B4-BE49-F238E27FC236}">
                  <a16:creationId xmlns:a16="http://schemas.microsoft.com/office/drawing/2014/main" id="{7D12311E-E5D6-1956-0A0B-20E06A2A43DC}"/>
                </a:ext>
              </a:extLst>
            </p:cNvPr>
            <p:cNvSpPr/>
            <p:nvPr/>
          </p:nvSpPr>
          <p:spPr>
            <a:xfrm>
              <a:off x="5222840"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36" name="Freeform: Shape 3435">
              <a:extLst>
                <a:ext uri="{FF2B5EF4-FFF2-40B4-BE49-F238E27FC236}">
                  <a16:creationId xmlns:a16="http://schemas.microsoft.com/office/drawing/2014/main" id="{256118F4-157E-246C-F565-092B3508DF74}"/>
                </a:ext>
              </a:extLst>
            </p:cNvPr>
            <p:cNvSpPr/>
            <p:nvPr/>
          </p:nvSpPr>
          <p:spPr>
            <a:xfrm>
              <a:off x="5337096"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37" name="Freeform: Shape 3436">
              <a:extLst>
                <a:ext uri="{FF2B5EF4-FFF2-40B4-BE49-F238E27FC236}">
                  <a16:creationId xmlns:a16="http://schemas.microsoft.com/office/drawing/2014/main" id="{FFCDE4EE-ACCF-744A-B277-AD18351A6D8E}"/>
                </a:ext>
              </a:extLst>
            </p:cNvPr>
            <p:cNvSpPr/>
            <p:nvPr/>
          </p:nvSpPr>
          <p:spPr>
            <a:xfrm>
              <a:off x="5451352"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38" name="Freeform: Shape 3437">
              <a:extLst>
                <a:ext uri="{FF2B5EF4-FFF2-40B4-BE49-F238E27FC236}">
                  <a16:creationId xmlns:a16="http://schemas.microsoft.com/office/drawing/2014/main" id="{D5A6C1C7-48D1-936E-62DE-C7C7B79054AB}"/>
                </a:ext>
              </a:extLst>
            </p:cNvPr>
            <p:cNvSpPr/>
            <p:nvPr/>
          </p:nvSpPr>
          <p:spPr>
            <a:xfrm>
              <a:off x="5565608"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39" name="Freeform: Shape 3438">
              <a:extLst>
                <a:ext uri="{FF2B5EF4-FFF2-40B4-BE49-F238E27FC236}">
                  <a16:creationId xmlns:a16="http://schemas.microsoft.com/office/drawing/2014/main" id="{DB627620-399E-F687-0A9B-62FAEA71BED1}"/>
                </a:ext>
              </a:extLst>
            </p:cNvPr>
            <p:cNvSpPr/>
            <p:nvPr/>
          </p:nvSpPr>
          <p:spPr>
            <a:xfrm>
              <a:off x="5679863"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40" name="Freeform: Shape 3439">
              <a:extLst>
                <a:ext uri="{FF2B5EF4-FFF2-40B4-BE49-F238E27FC236}">
                  <a16:creationId xmlns:a16="http://schemas.microsoft.com/office/drawing/2014/main" id="{D92B8024-4A22-C608-C063-9B52BCA82830}"/>
                </a:ext>
              </a:extLst>
            </p:cNvPr>
            <p:cNvSpPr/>
            <p:nvPr/>
          </p:nvSpPr>
          <p:spPr>
            <a:xfrm>
              <a:off x="5794119"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41" name="Freeform: Shape 3440">
              <a:extLst>
                <a:ext uri="{FF2B5EF4-FFF2-40B4-BE49-F238E27FC236}">
                  <a16:creationId xmlns:a16="http://schemas.microsoft.com/office/drawing/2014/main" id="{658EECCF-C02D-5290-9ADE-151070CBD0D2}"/>
                </a:ext>
              </a:extLst>
            </p:cNvPr>
            <p:cNvSpPr/>
            <p:nvPr/>
          </p:nvSpPr>
          <p:spPr>
            <a:xfrm>
              <a:off x="5908375"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42" name="Freeform: Shape 3441">
              <a:extLst>
                <a:ext uri="{FF2B5EF4-FFF2-40B4-BE49-F238E27FC236}">
                  <a16:creationId xmlns:a16="http://schemas.microsoft.com/office/drawing/2014/main" id="{C9EFC9CA-E0F8-3C84-61CC-EF5FD548F04C}"/>
                </a:ext>
              </a:extLst>
            </p:cNvPr>
            <p:cNvSpPr/>
            <p:nvPr/>
          </p:nvSpPr>
          <p:spPr>
            <a:xfrm>
              <a:off x="6022631"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43" name="Freeform: Shape 3442">
              <a:extLst>
                <a:ext uri="{FF2B5EF4-FFF2-40B4-BE49-F238E27FC236}">
                  <a16:creationId xmlns:a16="http://schemas.microsoft.com/office/drawing/2014/main" id="{74A31F62-F6AF-BAFA-145A-6AC40FF13CD9}"/>
                </a:ext>
              </a:extLst>
            </p:cNvPr>
            <p:cNvSpPr/>
            <p:nvPr/>
          </p:nvSpPr>
          <p:spPr>
            <a:xfrm>
              <a:off x="6136886"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44" name="Freeform: Shape 3443">
              <a:extLst>
                <a:ext uri="{FF2B5EF4-FFF2-40B4-BE49-F238E27FC236}">
                  <a16:creationId xmlns:a16="http://schemas.microsoft.com/office/drawing/2014/main" id="{5F843FD1-3BB4-0584-8BCF-6F3098C5B4D3}"/>
                </a:ext>
              </a:extLst>
            </p:cNvPr>
            <p:cNvSpPr/>
            <p:nvPr/>
          </p:nvSpPr>
          <p:spPr>
            <a:xfrm>
              <a:off x="6251142"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45" name="Freeform: Shape 3444">
              <a:extLst>
                <a:ext uri="{FF2B5EF4-FFF2-40B4-BE49-F238E27FC236}">
                  <a16:creationId xmlns:a16="http://schemas.microsoft.com/office/drawing/2014/main" id="{8BDC8F76-9B53-92C3-0C2F-3B480C409CA0}"/>
                </a:ext>
              </a:extLst>
            </p:cNvPr>
            <p:cNvSpPr/>
            <p:nvPr/>
          </p:nvSpPr>
          <p:spPr>
            <a:xfrm>
              <a:off x="6365398"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46" name="Freeform: Shape 3445">
              <a:extLst>
                <a:ext uri="{FF2B5EF4-FFF2-40B4-BE49-F238E27FC236}">
                  <a16:creationId xmlns:a16="http://schemas.microsoft.com/office/drawing/2014/main" id="{E2A132EB-7C7B-B70A-9E8A-5F64A71B6934}"/>
                </a:ext>
              </a:extLst>
            </p:cNvPr>
            <p:cNvSpPr/>
            <p:nvPr/>
          </p:nvSpPr>
          <p:spPr>
            <a:xfrm>
              <a:off x="6479610"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47" name="Freeform: Shape 3446">
              <a:extLst>
                <a:ext uri="{FF2B5EF4-FFF2-40B4-BE49-F238E27FC236}">
                  <a16:creationId xmlns:a16="http://schemas.microsoft.com/office/drawing/2014/main" id="{B17CF768-1776-D009-DB9C-2768BA680095}"/>
                </a:ext>
              </a:extLst>
            </p:cNvPr>
            <p:cNvSpPr/>
            <p:nvPr/>
          </p:nvSpPr>
          <p:spPr>
            <a:xfrm>
              <a:off x="6593865"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48" name="Freeform: Shape 3447">
              <a:extLst>
                <a:ext uri="{FF2B5EF4-FFF2-40B4-BE49-F238E27FC236}">
                  <a16:creationId xmlns:a16="http://schemas.microsoft.com/office/drawing/2014/main" id="{05DB17C1-84CD-6EC8-DFA8-0D2C4E4249D1}"/>
                </a:ext>
              </a:extLst>
            </p:cNvPr>
            <p:cNvSpPr/>
            <p:nvPr/>
          </p:nvSpPr>
          <p:spPr>
            <a:xfrm>
              <a:off x="6708121" y="560246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49" name="Freeform: Shape 3448">
              <a:extLst>
                <a:ext uri="{FF2B5EF4-FFF2-40B4-BE49-F238E27FC236}">
                  <a16:creationId xmlns:a16="http://schemas.microsoft.com/office/drawing/2014/main" id="{86DDD374-4B9C-996F-8DD7-AD52D45A4104}"/>
                </a:ext>
              </a:extLst>
            </p:cNvPr>
            <p:cNvSpPr/>
            <p:nvPr/>
          </p:nvSpPr>
          <p:spPr>
            <a:xfrm>
              <a:off x="6822377"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50" name="Freeform: Shape 3449">
              <a:extLst>
                <a:ext uri="{FF2B5EF4-FFF2-40B4-BE49-F238E27FC236}">
                  <a16:creationId xmlns:a16="http://schemas.microsoft.com/office/drawing/2014/main" id="{6D42FA1C-4A34-BE38-1096-C73C1D50C3C4}"/>
                </a:ext>
              </a:extLst>
            </p:cNvPr>
            <p:cNvSpPr/>
            <p:nvPr/>
          </p:nvSpPr>
          <p:spPr>
            <a:xfrm>
              <a:off x="6936633"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51" name="Freeform: Shape 3450">
              <a:extLst>
                <a:ext uri="{FF2B5EF4-FFF2-40B4-BE49-F238E27FC236}">
                  <a16:creationId xmlns:a16="http://schemas.microsoft.com/office/drawing/2014/main" id="{3ED9B44D-E011-C613-5ABD-C12FBE0490E4}"/>
                </a:ext>
              </a:extLst>
            </p:cNvPr>
            <p:cNvSpPr/>
            <p:nvPr/>
          </p:nvSpPr>
          <p:spPr>
            <a:xfrm>
              <a:off x="7050888" y="560246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52" name="Freeform: Shape 3451">
              <a:extLst>
                <a:ext uri="{FF2B5EF4-FFF2-40B4-BE49-F238E27FC236}">
                  <a16:creationId xmlns:a16="http://schemas.microsoft.com/office/drawing/2014/main" id="{EF275692-6987-CBEB-CCC8-ED4DD1F995D2}"/>
                </a:ext>
              </a:extLst>
            </p:cNvPr>
            <p:cNvSpPr/>
            <p:nvPr/>
          </p:nvSpPr>
          <p:spPr>
            <a:xfrm>
              <a:off x="7165144"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53" name="Freeform: Shape 3452">
              <a:extLst>
                <a:ext uri="{FF2B5EF4-FFF2-40B4-BE49-F238E27FC236}">
                  <a16:creationId xmlns:a16="http://schemas.microsoft.com/office/drawing/2014/main" id="{E7F6D2C9-8F4A-A3B4-5564-2D42AE43A570}"/>
                </a:ext>
              </a:extLst>
            </p:cNvPr>
            <p:cNvSpPr/>
            <p:nvPr/>
          </p:nvSpPr>
          <p:spPr>
            <a:xfrm>
              <a:off x="2366578"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54" name="Freeform: Shape 3453">
              <a:extLst>
                <a:ext uri="{FF2B5EF4-FFF2-40B4-BE49-F238E27FC236}">
                  <a16:creationId xmlns:a16="http://schemas.microsoft.com/office/drawing/2014/main" id="{C63B6E68-CD3F-F706-15C6-16F939827BA4}"/>
                </a:ext>
              </a:extLst>
            </p:cNvPr>
            <p:cNvSpPr/>
            <p:nvPr/>
          </p:nvSpPr>
          <p:spPr>
            <a:xfrm>
              <a:off x="2480790"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55" name="Freeform: Shape 3454">
              <a:extLst>
                <a:ext uri="{FF2B5EF4-FFF2-40B4-BE49-F238E27FC236}">
                  <a16:creationId xmlns:a16="http://schemas.microsoft.com/office/drawing/2014/main" id="{4DE6D3B4-6C28-E7D2-A506-419D43A48435}"/>
                </a:ext>
              </a:extLst>
            </p:cNvPr>
            <p:cNvSpPr/>
            <p:nvPr/>
          </p:nvSpPr>
          <p:spPr>
            <a:xfrm>
              <a:off x="2595046"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56" name="Freeform: Shape 3455">
              <a:extLst>
                <a:ext uri="{FF2B5EF4-FFF2-40B4-BE49-F238E27FC236}">
                  <a16:creationId xmlns:a16="http://schemas.microsoft.com/office/drawing/2014/main" id="{74B47677-88C2-F092-AF84-BE6F616739A6}"/>
                </a:ext>
              </a:extLst>
            </p:cNvPr>
            <p:cNvSpPr/>
            <p:nvPr/>
          </p:nvSpPr>
          <p:spPr>
            <a:xfrm>
              <a:off x="2709301"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57" name="Freeform: Shape 3456">
              <a:extLst>
                <a:ext uri="{FF2B5EF4-FFF2-40B4-BE49-F238E27FC236}">
                  <a16:creationId xmlns:a16="http://schemas.microsoft.com/office/drawing/2014/main" id="{ECA6037D-240D-5F7F-A546-1B61E6BFBF10}"/>
                </a:ext>
              </a:extLst>
            </p:cNvPr>
            <p:cNvSpPr/>
            <p:nvPr/>
          </p:nvSpPr>
          <p:spPr>
            <a:xfrm>
              <a:off x="2823557"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58" name="Freeform: Shape 3457">
              <a:extLst>
                <a:ext uri="{FF2B5EF4-FFF2-40B4-BE49-F238E27FC236}">
                  <a16:creationId xmlns:a16="http://schemas.microsoft.com/office/drawing/2014/main" id="{94F60A93-6433-9573-F7B2-EE297A6AAEA6}"/>
                </a:ext>
              </a:extLst>
            </p:cNvPr>
            <p:cNvSpPr/>
            <p:nvPr/>
          </p:nvSpPr>
          <p:spPr>
            <a:xfrm>
              <a:off x="2937813"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59" name="Freeform: Shape 3458">
              <a:extLst>
                <a:ext uri="{FF2B5EF4-FFF2-40B4-BE49-F238E27FC236}">
                  <a16:creationId xmlns:a16="http://schemas.microsoft.com/office/drawing/2014/main" id="{B614E1E1-3E74-8B60-D3D5-A0A6DCB4B901}"/>
                </a:ext>
              </a:extLst>
            </p:cNvPr>
            <p:cNvSpPr/>
            <p:nvPr/>
          </p:nvSpPr>
          <p:spPr>
            <a:xfrm>
              <a:off x="3052069"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60" name="Freeform: Shape 3459">
              <a:extLst>
                <a:ext uri="{FF2B5EF4-FFF2-40B4-BE49-F238E27FC236}">
                  <a16:creationId xmlns:a16="http://schemas.microsoft.com/office/drawing/2014/main" id="{76043E77-3ED7-A767-7D94-751E58632D0A}"/>
                </a:ext>
              </a:extLst>
            </p:cNvPr>
            <p:cNvSpPr/>
            <p:nvPr/>
          </p:nvSpPr>
          <p:spPr>
            <a:xfrm>
              <a:off x="3166325"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61" name="Freeform: Shape 3460">
              <a:extLst>
                <a:ext uri="{FF2B5EF4-FFF2-40B4-BE49-F238E27FC236}">
                  <a16:creationId xmlns:a16="http://schemas.microsoft.com/office/drawing/2014/main" id="{155F99E5-405C-982A-1406-0A1CF5DD5B59}"/>
                </a:ext>
              </a:extLst>
            </p:cNvPr>
            <p:cNvSpPr/>
            <p:nvPr/>
          </p:nvSpPr>
          <p:spPr>
            <a:xfrm>
              <a:off x="3280580"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62" name="Freeform: Shape 3461">
              <a:extLst>
                <a:ext uri="{FF2B5EF4-FFF2-40B4-BE49-F238E27FC236}">
                  <a16:creationId xmlns:a16="http://schemas.microsoft.com/office/drawing/2014/main" id="{763A31EC-D5CA-14FB-066F-D3AFFB4E53FF}"/>
                </a:ext>
              </a:extLst>
            </p:cNvPr>
            <p:cNvSpPr/>
            <p:nvPr/>
          </p:nvSpPr>
          <p:spPr>
            <a:xfrm>
              <a:off x="3394836"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63" name="Freeform: Shape 3462">
              <a:extLst>
                <a:ext uri="{FF2B5EF4-FFF2-40B4-BE49-F238E27FC236}">
                  <a16:creationId xmlns:a16="http://schemas.microsoft.com/office/drawing/2014/main" id="{A882044C-1267-B378-D29C-0D00AE873591}"/>
                </a:ext>
              </a:extLst>
            </p:cNvPr>
            <p:cNvSpPr/>
            <p:nvPr/>
          </p:nvSpPr>
          <p:spPr>
            <a:xfrm>
              <a:off x="3509092"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64" name="Freeform: Shape 3463">
              <a:extLst>
                <a:ext uri="{FF2B5EF4-FFF2-40B4-BE49-F238E27FC236}">
                  <a16:creationId xmlns:a16="http://schemas.microsoft.com/office/drawing/2014/main" id="{A915D8A1-6F40-91A8-52FE-8B1B19933763}"/>
                </a:ext>
              </a:extLst>
            </p:cNvPr>
            <p:cNvSpPr/>
            <p:nvPr/>
          </p:nvSpPr>
          <p:spPr>
            <a:xfrm>
              <a:off x="3623348"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65" name="Freeform: Shape 3464">
              <a:extLst>
                <a:ext uri="{FF2B5EF4-FFF2-40B4-BE49-F238E27FC236}">
                  <a16:creationId xmlns:a16="http://schemas.microsoft.com/office/drawing/2014/main" id="{66ED129A-BA20-45F4-1920-404856245B77}"/>
                </a:ext>
              </a:extLst>
            </p:cNvPr>
            <p:cNvSpPr/>
            <p:nvPr/>
          </p:nvSpPr>
          <p:spPr>
            <a:xfrm>
              <a:off x="3737603"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66" name="Freeform: Shape 3465">
              <a:extLst>
                <a:ext uri="{FF2B5EF4-FFF2-40B4-BE49-F238E27FC236}">
                  <a16:creationId xmlns:a16="http://schemas.microsoft.com/office/drawing/2014/main" id="{A1B9B4E3-38F7-6E1E-692C-783668B79EAD}"/>
                </a:ext>
              </a:extLst>
            </p:cNvPr>
            <p:cNvSpPr/>
            <p:nvPr/>
          </p:nvSpPr>
          <p:spPr>
            <a:xfrm>
              <a:off x="3851815"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67" name="Freeform: Shape 3466">
              <a:extLst>
                <a:ext uri="{FF2B5EF4-FFF2-40B4-BE49-F238E27FC236}">
                  <a16:creationId xmlns:a16="http://schemas.microsoft.com/office/drawing/2014/main" id="{9F18E0F3-55D6-4007-80E6-75040C13BB83}"/>
                </a:ext>
              </a:extLst>
            </p:cNvPr>
            <p:cNvSpPr/>
            <p:nvPr/>
          </p:nvSpPr>
          <p:spPr>
            <a:xfrm>
              <a:off x="3966071"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68" name="Freeform: Shape 3467">
              <a:extLst>
                <a:ext uri="{FF2B5EF4-FFF2-40B4-BE49-F238E27FC236}">
                  <a16:creationId xmlns:a16="http://schemas.microsoft.com/office/drawing/2014/main" id="{2A3E35B3-AA1D-0E0B-A455-803F41B83067}"/>
                </a:ext>
              </a:extLst>
            </p:cNvPr>
            <p:cNvSpPr/>
            <p:nvPr/>
          </p:nvSpPr>
          <p:spPr>
            <a:xfrm>
              <a:off x="4080327"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69" name="Freeform: Shape 3468">
              <a:extLst>
                <a:ext uri="{FF2B5EF4-FFF2-40B4-BE49-F238E27FC236}">
                  <a16:creationId xmlns:a16="http://schemas.microsoft.com/office/drawing/2014/main" id="{BCF3A400-B764-64AF-E4F6-15CAA4F34962}"/>
                </a:ext>
              </a:extLst>
            </p:cNvPr>
            <p:cNvSpPr/>
            <p:nvPr/>
          </p:nvSpPr>
          <p:spPr>
            <a:xfrm>
              <a:off x="4194582"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70" name="Freeform: Shape 3469">
              <a:extLst>
                <a:ext uri="{FF2B5EF4-FFF2-40B4-BE49-F238E27FC236}">
                  <a16:creationId xmlns:a16="http://schemas.microsoft.com/office/drawing/2014/main" id="{88A691D6-1A74-C454-3F1D-989A9CF89C00}"/>
                </a:ext>
              </a:extLst>
            </p:cNvPr>
            <p:cNvSpPr/>
            <p:nvPr/>
          </p:nvSpPr>
          <p:spPr>
            <a:xfrm>
              <a:off x="4308838"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71" name="Freeform: Shape 3470">
              <a:extLst>
                <a:ext uri="{FF2B5EF4-FFF2-40B4-BE49-F238E27FC236}">
                  <a16:creationId xmlns:a16="http://schemas.microsoft.com/office/drawing/2014/main" id="{B6F14BFC-0BE1-41CC-4AA2-DB17B0CE888B}"/>
                </a:ext>
              </a:extLst>
            </p:cNvPr>
            <p:cNvSpPr/>
            <p:nvPr/>
          </p:nvSpPr>
          <p:spPr>
            <a:xfrm>
              <a:off x="4423094"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72" name="Freeform: Shape 3471">
              <a:extLst>
                <a:ext uri="{FF2B5EF4-FFF2-40B4-BE49-F238E27FC236}">
                  <a16:creationId xmlns:a16="http://schemas.microsoft.com/office/drawing/2014/main" id="{6FAE8C5B-2EDC-CCD5-7C9D-91230A4FE8F2}"/>
                </a:ext>
              </a:extLst>
            </p:cNvPr>
            <p:cNvSpPr/>
            <p:nvPr/>
          </p:nvSpPr>
          <p:spPr>
            <a:xfrm>
              <a:off x="4537350"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73" name="Freeform: Shape 3472">
              <a:extLst>
                <a:ext uri="{FF2B5EF4-FFF2-40B4-BE49-F238E27FC236}">
                  <a16:creationId xmlns:a16="http://schemas.microsoft.com/office/drawing/2014/main" id="{7AB62FFD-3D50-68A9-4C5C-17DEB13D00C7}"/>
                </a:ext>
              </a:extLst>
            </p:cNvPr>
            <p:cNvSpPr/>
            <p:nvPr/>
          </p:nvSpPr>
          <p:spPr>
            <a:xfrm>
              <a:off x="4651605"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74" name="Freeform: Shape 3473">
              <a:extLst>
                <a:ext uri="{FF2B5EF4-FFF2-40B4-BE49-F238E27FC236}">
                  <a16:creationId xmlns:a16="http://schemas.microsoft.com/office/drawing/2014/main" id="{704E4E0A-99CC-F17A-07A8-6664179132ED}"/>
                </a:ext>
              </a:extLst>
            </p:cNvPr>
            <p:cNvSpPr/>
            <p:nvPr/>
          </p:nvSpPr>
          <p:spPr>
            <a:xfrm>
              <a:off x="4765861"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75" name="Freeform: Shape 3474">
              <a:extLst>
                <a:ext uri="{FF2B5EF4-FFF2-40B4-BE49-F238E27FC236}">
                  <a16:creationId xmlns:a16="http://schemas.microsoft.com/office/drawing/2014/main" id="{F66AE5D5-48A7-BA22-072B-4ECDD0E6203F}"/>
                </a:ext>
              </a:extLst>
            </p:cNvPr>
            <p:cNvSpPr/>
            <p:nvPr/>
          </p:nvSpPr>
          <p:spPr>
            <a:xfrm>
              <a:off x="4880117"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76" name="Freeform: Shape 3475">
              <a:extLst>
                <a:ext uri="{FF2B5EF4-FFF2-40B4-BE49-F238E27FC236}">
                  <a16:creationId xmlns:a16="http://schemas.microsoft.com/office/drawing/2014/main" id="{39D734BE-A21B-6A0E-13E2-9F7A7741F677}"/>
                </a:ext>
              </a:extLst>
            </p:cNvPr>
            <p:cNvSpPr/>
            <p:nvPr/>
          </p:nvSpPr>
          <p:spPr>
            <a:xfrm>
              <a:off x="4994373"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77" name="Freeform: Shape 3476">
              <a:extLst>
                <a:ext uri="{FF2B5EF4-FFF2-40B4-BE49-F238E27FC236}">
                  <a16:creationId xmlns:a16="http://schemas.microsoft.com/office/drawing/2014/main" id="{F5068CF0-4D39-CD1F-1C9D-47B1456A6837}"/>
                </a:ext>
              </a:extLst>
            </p:cNvPr>
            <p:cNvSpPr/>
            <p:nvPr/>
          </p:nvSpPr>
          <p:spPr>
            <a:xfrm>
              <a:off x="5108629"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78" name="Freeform: Shape 3477">
              <a:extLst>
                <a:ext uri="{FF2B5EF4-FFF2-40B4-BE49-F238E27FC236}">
                  <a16:creationId xmlns:a16="http://schemas.microsoft.com/office/drawing/2014/main" id="{DBE7C637-C83F-A73D-BBB4-A8ABBCAA4EE0}"/>
                </a:ext>
              </a:extLst>
            </p:cNvPr>
            <p:cNvSpPr/>
            <p:nvPr/>
          </p:nvSpPr>
          <p:spPr>
            <a:xfrm>
              <a:off x="5222840"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79" name="Freeform: Shape 3478">
              <a:extLst>
                <a:ext uri="{FF2B5EF4-FFF2-40B4-BE49-F238E27FC236}">
                  <a16:creationId xmlns:a16="http://schemas.microsoft.com/office/drawing/2014/main" id="{FBD3AD51-69E0-24BC-8798-0F2642A17FEB}"/>
                </a:ext>
              </a:extLst>
            </p:cNvPr>
            <p:cNvSpPr/>
            <p:nvPr/>
          </p:nvSpPr>
          <p:spPr>
            <a:xfrm>
              <a:off x="5337096"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80" name="Freeform: Shape 3479">
              <a:extLst>
                <a:ext uri="{FF2B5EF4-FFF2-40B4-BE49-F238E27FC236}">
                  <a16:creationId xmlns:a16="http://schemas.microsoft.com/office/drawing/2014/main" id="{38F06CDF-F783-A754-3D59-A0B742CD6A73}"/>
                </a:ext>
              </a:extLst>
            </p:cNvPr>
            <p:cNvSpPr/>
            <p:nvPr/>
          </p:nvSpPr>
          <p:spPr>
            <a:xfrm>
              <a:off x="5451352"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81" name="Freeform: Shape 3480">
              <a:extLst>
                <a:ext uri="{FF2B5EF4-FFF2-40B4-BE49-F238E27FC236}">
                  <a16:creationId xmlns:a16="http://schemas.microsoft.com/office/drawing/2014/main" id="{38202ADC-75B7-BFEC-92B5-95983915B063}"/>
                </a:ext>
              </a:extLst>
            </p:cNvPr>
            <p:cNvSpPr/>
            <p:nvPr/>
          </p:nvSpPr>
          <p:spPr>
            <a:xfrm>
              <a:off x="5565608"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82" name="Freeform: Shape 3481">
              <a:extLst>
                <a:ext uri="{FF2B5EF4-FFF2-40B4-BE49-F238E27FC236}">
                  <a16:creationId xmlns:a16="http://schemas.microsoft.com/office/drawing/2014/main" id="{370804EB-9B9A-DB8A-63FE-7BA106D9BFBE}"/>
                </a:ext>
              </a:extLst>
            </p:cNvPr>
            <p:cNvSpPr/>
            <p:nvPr/>
          </p:nvSpPr>
          <p:spPr>
            <a:xfrm>
              <a:off x="5679863"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83" name="Freeform: Shape 3482">
              <a:extLst>
                <a:ext uri="{FF2B5EF4-FFF2-40B4-BE49-F238E27FC236}">
                  <a16:creationId xmlns:a16="http://schemas.microsoft.com/office/drawing/2014/main" id="{4F3CC45B-44A7-301B-2522-72AB930DEA18}"/>
                </a:ext>
              </a:extLst>
            </p:cNvPr>
            <p:cNvSpPr/>
            <p:nvPr/>
          </p:nvSpPr>
          <p:spPr>
            <a:xfrm>
              <a:off x="5794119"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84" name="Freeform: Shape 3483">
              <a:extLst>
                <a:ext uri="{FF2B5EF4-FFF2-40B4-BE49-F238E27FC236}">
                  <a16:creationId xmlns:a16="http://schemas.microsoft.com/office/drawing/2014/main" id="{48A2AD35-D111-0044-B8FC-3F60B75C1340}"/>
                </a:ext>
              </a:extLst>
            </p:cNvPr>
            <p:cNvSpPr/>
            <p:nvPr/>
          </p:nvSpPr>
          <p:spPr>
            <a:xfrm>
              <a:off x="5908375"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85" name="Freeform: Shape 3484">
              <a:extLst>
                <a:ext uri="{FF2B5EF4-FFF2-40B4-BE49-F238E27FC236}">
                  <a16:creationId xmlns:a16="http://schemas.microsoft.com/office/drawing/2014/main" id="{28867F75-BC41-B5D0-3D82-E0266F51E5C8}"/>
                </a:ext>
              </a:extLst>
            </p:cNvPr>
            <p:cNvSpPr/>
            <p:nvPr/>
          </p:nvSpPr>
          <p:spPr>
            <a:xfrm>
              <a:off x="6022631"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86" name="Freeform: Shape 3485">
              <a:extLst>
                <a:ext uri="{FF2B5EF4-FFF2-40B4-BE49-F238E27FC236}">
                  <a16:creationId xmlns:a16="http://schemas.microsoft.com/office/drawing/2014/main" id="{39BAC072-0CF8-D49D-0EF2-AE7339FC1FCC}"/>
                </a:ext>
              </a:extLst>
            </p:cNvPr>
            <p:cNvSpPr/>
            <p:nvPr/>
          </p:nvSpPr>
          <p:spPr>
            <a:xfrm>
              <a:off x="6136886"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87" name="Freeform: Shape 3486">
              <a:extLst>
                <a:ext uri="{FF2B5EF4-FFF2-40B4-BE49-F238E27FC236}">
                  <a16:creationId xmlns:a16="http://schemas.microsoft.com/office/drawing/2014/main" id="{0DE20A59-B059-9236-52F8-E97844348EC4}"/>
                </a:ext>
              </a:extLst>
            </p:cNvPr>
            <p:cNvSpPr/>
            <p:nvPr/>
          </p:nvSpPr>
          <p:spPr>
            <a:xfrm>
              <a:off x="6251142"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88" name="Freeform: Shape 3487">
              <a:extLst>
                <a:ext uri="{FF2B5EF4-FFF2-40B4-BE49-F238E27FC236}">
                  <a16:creationId xmlns:a16="http://schemas.microsoft.com/office/drawing/2014/main" id="{429CCC8D-FCB1-E3D9-2B42-B05322AD9AC3}"/>
                </a:ext>
              </a:extLst>
            </p:cNvPr>
            <p:cNvSpPr/>
            <p:nvPr/>
          </p:nvSpPr>
          <p:spPr>
            <a:xfrm>
              <a:off x="6365398"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89" name="Freeform: Shape 3488">
              <a:extLst>
                <a:ext uri="{FF2B5EF4-FFF2-40B4-BE49-F238E27FC236}">
                  <a16:creationId xmlns:a16="http://schemas.microsoft.com/office/drawing/2014/main" id="{8ABFD512-337E-5B4B-689D-A0A32FE76053}"/>
                </a:ext>
              </a:extLst>
            </p:cNvPr>
            <p:cNvSpPr/>
            <p:nvPr/>
          </p:nvSpPr>
          <p:spPr>
            <a:xfrm>
              <a:off x="6479610"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90" name="Freeform: Shape 3489">
              <a:extLst>
                <a:ext uri="{FF2B5EF4-FFF2-40B4-BE49-F238E27FC236}">
                  <a16:creationId xmlns:a16="http://schemas.microsoft.com/office/drawing/2014/main" id="{69A444B3-6427-3D2F-CDC5-E80B1107714F}"/>
                </a:ext>
              </a:extLst>
            </p:cNvPr>
            <p:cNvSpPr/>
            <p:nvPr/>
          </p:nvSpPr>
          <p:spPr>
            <a:xfrm>
              <a:off x="6593865"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91" name="Freeform: Shape 3490">
              <a:extLst>
                <a:ext uri="{FF2B5EF4-FFF2-40B4-BE49-F238E27FC236}">
                  <a16:creationId xmlns:a16="http://schemas.microsoft.com/office/drawing/2014/main" id="{E6E84C7D-407A-714A-7AFF-A3D71CFD7601}"/>
                </a:ext>
              </a:extLst>
            </p:cNvPr>
            <p:cNvSpPr/>
            <p:nvPr/>
          </p:nvSpPr>
          <p:spPr>
            <a:xfrm>
              <a:off x="6708121" y="571672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92" name="Freeform: Shape 3491">
              <a:extLst>
                <a:ext uri="{FF2B5EF4-FFF2-40B4-BE49-F238E27FC236}">
                  <a16:creationId xmlns:a16="http://schemas.microsoft.com/office/drawing/2014/main" id="{03EBCA85-ACA5-2DAF-6070-5B9C7A98AF5C}"/>
                </a:ext>
              </a:extLst>
            </p:cNvPr>
            <p:cNvSpPr/>
            <p:nvPr/>
          </p:nvSpPr>
          <p:spPr>
            <a:xfrm>
              <a:off x="6822377"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93" name="Freeform: Shape 3492">
              <a:extLst>
                <a:ext uri="{FF2B5EF4-FFF2-40B4-BE49-F238E27FC236}">
                  <a16:creationId xmlns:a16="http://schemas.microsoft.com/office/drawing/2014/main" id="{F7EE7DEE-71D4-E6D4-BC61-826132DB7262}"/>
                </a:ext>
              </a:extLst>
            </p:cNvPr>
            <p:cNvSpPr/>
            <p:nvPr/>
          </p:nvSpPr>
          <p:spPr>
            <a:xfrm>
              <a:off x="6936633"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94" name="Freeform: Shape 3493">
              <a:extLst>
                <a:ext uri="{FF2B5EF4-FFF2-40B4-BE49-F238E27FC236}">
                  <a16:creationId xmlns:a16="http://schemas.microsoft.com/office/drawing/2014/main" id="{3BBD18A7-B182-DE81-E3CC-C5EA72ED2672}"/>
                </a:ext>
              </a:extLst>
            </p:cNvPr>
            <p:cNvSpPr/>
            <p:nvPr/>
          </p:nvSpPr>
          <p:spPr>
            <a:xfrm>
              <a:off x="7050888" y="571672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95" name="Freeform: Shape 3494">
              <a:extLst>
                <a:ext uri="{FF2B5EF4-FFF2-40B4-BE49-F238E27FC236}">
                  <a16:creationId xmlns:a16="http://schemas.microsoft.com/office/drawing/2014/main" id="{86F607E1-EF89-22FC-1343-3181188B2AE8}"/>
                </a:ext>
              </a:extLst>
            </p:cNvPr>
            <p:cNvSpPr/>
            <p:nvPr/>
          </p:nvSpPr>
          <p:spPr>
            <a:xfrm>
              <a:off x="7165144"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96" name="Freeform: Shape 3495">
              <a:extLst>
                <a:ext uri="{FF2B5EF4-FFF2-40B4-BE49-F238E27FC236}">
                  <a16:creationId xmlns:a16="http://schemas.microsoft.com/office/drawing/2014/main" id="{8E591059-3966-6F6C-4A88-3541D42BB4D0}"/>
                </a:ext>
              </a:extLst>
            </p:cNvPr>
            <p:cNvSpPr/>
            <p:nvPr/>
          </p:nvSpPr>
          <p:spPr>
            <a:xfrm>
              <a:off x="2366578"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97" name="Freeform: Shape 3496">
              <a:extLst>
                <a:ext uri="{FF2B5EF4-FFF2-40B4-BE49-F238E27FC236}">
                  <a16:creationId xmlns:a16="http://schemas.microsoft.com/office/drawing/2014/main" id="{56855555-223C-9C62-2740-A8EEED667FFB}"/>
                </a:ext>
              </a:extLst>
            </p:cNvPr>
            <p:cNvSpPr/>
            <p:nvPr/>
          </p:nvSpPr>
          <p:spPr>
            <a:xfrm>
              <a:off x="2480790"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98" name="Freeform: Shape 3497">
              <a:extLst>
                <a:ext uri="{FF2B5EF4-FFF2-40B4-BE49-F238E27FC236}">
                  <a16:creationId xmlns:a16="http://schemas.microsoft.com/office/drawing/2014/main" id="{3AE68BF3-CA9C-A08D-0FBA-4952D5958F76}"/>
                </a:ext>
              </a:extLst>
            </p:cNvPr>
            <p:cNvSpPr/>
            <p:nvPr/>
          </p:nvSpPr>
          <p:spPr>
            <a:xfrm>
              <a:off x="2595046"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99" name="Freeform: Shape 3498">
              <a:extLst>
                <a:ext uri="{FF2B5EF4-FFF2-40B4-BE49-F238E27FC236}">
                  <a16:creationId xmlns:a16="http://schemas.microsoft.com/office/drawing/2014/main" id="{F4D65758-1205-57BD-4279-90C64C0C914E}"/>
                </a:ext>
              </a:extLst>
            </p:cNvPr>
            <p:cNvSpPr/>
            <p:nvPr/>
          </p:nvSpPr>
          <p:spPr>
            <a:xfrm>
              <a:off x="2709301"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00" name="Freeform: Shape 3499">
              <a:extLst>
                <a:ext uri="{FF2B5EF4-FFF2-40B4-BE49-F238E27FC236}">
                  <a16:creationId xmlns:a16="http://schemas.microsoft.com/office/drawing/2014/main" id="{74904054-CBE9-D854-A7E1-C0865242B459}"/>
                </a:ext>
              </a:extLst>
            </p:cNvPr>
            <p:cNvSpPr/>
            <p:nvPr/>
          </p:nvSpPr>
          <p:spPr>
            <a:xfrm>
              <a:off x="2823557"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01" name="Freeform: Shape 3500">
              <a:extLst>
                <a:ext uri="{FF2B5EF4-FFF2-40B4-BE49-F238E27FC236}">
                  <a16:creationId xmlns:a16="http://schemas.microsoft.com/office/drawing/2014/main" id="{C72A527D-8B4C-5159-2A5A-4714E01580C4}"/>
                </a:ext>
              </a:extLst>
            </p:cNvPr>
            <p:cNvSpPr/>
            <p:nvPr/>
          </p:nvSpPr>
          <p:spPr>
            <a:xfrm>
              <a:off x="2937813"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02" name="Freeform: Shape 3501">
              <a:extLst>
                <a:ext uri="{FF2B5EF4-FFF2-40B4-BE49-F238E27FC236}">
                  <a16:creationId xmlns:a16="http://schemas.microsoft.com/office/drawing/2014/main" id="{ECAA6B38-EF13-689F-9075-76C4E0B00298}"/>
                </a:ext>
              </a:extLst>
            </p:cNvPr>
            <p:cNvSpPr/>
            <p:nvPr/>
          </p:nvSpPr>
          <p:spPr>
            <a:xfrm>
              <a:off x="3052069"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03" name="Freeform: Shape 3502">
              <a:extLst>
                <a:ext uri="{FF2B5EF4-FFF2-40B4-BE49-F238E27FC236}">
                  <a16:creationId xmlns:a16="http://schemas.microsoft.com/office/drawing/2014/main" id="{7701A63C-233F-898F-BBF5-C4FFC4E661B3}"/>
                </a:ext>
              </a:extLst>
            </p:cNvPr>
            <p:cNvSpPr/>
            <p:nvPr/>
          </p:nvSpPr>
          <p:spPr>
            <a:xfrm>
              <a:off x="3166325"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04" name="Freeform: Shape 3503">
              <a:extLst>
                <a:ext uri="{FF2B5EF4-FFF2-40B4-BE49-F238E27FC236}">
                  <a16:creationId xmlns:a16="http://schemas.microsoft.com/office/drawing/2014/main" id="{64978698-77F3-EF05-A806-92B56F656697}"/>
                </a:ext>
              </a:extLst>
            </p:cNvPr>
            <p:cNvSpPr/>
            <p:nvPr/>
          </p:nvSpPr>
          <p:spPr>
            <a:xfrm>
              <a:off x="3280580"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05" name="Freeform: Shape 3504">
              <a:extLst>
                <a:ext uri="{FF2B5EF4-FFF2-40B4-BE49-F238E27FC236}">
                  <a16:creationId xmlns:a16="http://schemas.microsoft.com/office/drawing/2014/main" id="{1E848D90-9859-17DE-7236-846010646297}"/>
                </a:ext>
              </a:extLst>
            </p:cNvPr>
            <p:cNvSpPr/>
            <p:nvPr/>
          </p:nvSpPr>
          <p:spPr>
            <a:xfrm>
              <a:off x="3394836"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06" name="Freeform: Shape 3505">
              <a:extLst>
                <a:ext uri="{FF2B5EF4-FFF2-40B4-BE49-F238E27FC236}">
                  <a16:creationId xmlns:a16="http://schemas.microsoft.com/office/drawing/2014/main" id="{913F17FA-2572-F7E0-3047-C46FB9F31F3F}"/>
                </a:ext>
              </a:extLst>
            </p:cNvPr>
            <p:cNvSpPr/>
            <p:nvPr/>
          </p:nvSpPr>
          <p:spPr>
            <a:xfrm>
              <a:off x="3509092"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07" name="Freeform: Shape 3506">
              <a:extLst>
                <a:ext uri="{FF2B5EF4-FFF2-40B4-BE49-F238E27FC236}">
                  <a16:creationId xmlns:a16="http://schemas.microsoft.com/office/drawing/2014/main" id="{60F10DB9-B971-AE0E-F01E-2C94DEFBADD5}"/>
                </a:ext>
              </a:extLst>
            </p:cNvPr>
            <p:cNvSpPr/>
            <p:nvPr/>
          </p:nvSpPr>
          <p:spPr>
            <a:xfrm>
              <a:off x="3623348"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08" name="Freeform: Shape 3507">
              <a:extLst>
                <a:ext uri="{FF2B5EF4-FFF2-40B4-BE49-F238E27FC236}">
                  <a16:creationId xmlns:a16="http://schemas.microsoft.com/office/drawing/2014/main" id="{7DFB79AE-3169-8F65-F9B9-5774500E8683}"/>
                </a:ext>
              </a:extLst>
            </p:cNvPr>
            <p:cNvSpPr/>
            <p:nvPr/>
          </p:nvSpPr>
          <p:spPr>
            <a:xfrm>
              <a:off x="3737603"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09" name="Freeform: Shape 3508">
              <a:extLst>
                <a:ext uri="{FF2B5EF4-FFF2-40B4-BE49-F238E27FC236}">
                  <a16:creationId xmlns:a16="http://schemas.microsoft.com/office/drawing/2014/main" id="{EB4E9BF1-08BC-58E5-50AA-1E7EEECB2BF3}"/>
                </a:ext>
              </a:extLst>
            </p:cNvPr>
            <p:cNvSpPr/>
            <p:nvPr/>
          </p:nvSpPr>
          <p:spPr>
            <a:xfrm>
              <a:off x="3851815"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10" name="Freeform: Shape 3509">
              <a:extLst>
                <a:ext uri="{FF2B5EF4-FFF2-40B4-BE49-F238E27FC236}">
                  <a16:creationId xmlns:a16="http://schemas.microsoft.com/office/drawing/2014/main" id="{2518DDE1-805A-2E10-B7FC-F047F2E0D2C9}"/>
                </a:ext>
              </a:extLst>
            </p:cNvPr>
            <p:cNvSpPr/>
            <p:nvPr/>
          </p:nvSpPr>
          <p:spPr>
            <a:xfrm>
              <a:off x="3966071"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11" name="Freeform: Shape 3510">
              <a:extLst>
                <a:ext uri="{FF2B5EF4-FFF2-40B4-BE49-F238E27FC236}">
                  <a16:creationId xmlns:a16="http://schemas.microsoft.com/office/drawing/2014/main" id="{3F94183E-69D8-51D8-640C-DA03363E8C98}"/>
                </a:ext>
              </a:extLst>
            </p:cNvPr>
            <p:cNvSpPr/>
            <p:nvPr/>
          </p:nvSpPr>
          <p:spPr>
            <a:xfrm>
              <a:off x="4080327"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12" name="Freeform: Shape 3511">
              <a:extLst>
                <a:ext uri="{FF2B5EF4-FFF2-40B4-BE49-F238E27FC236}">
                  <a16:creationId xmlns:a16="http://schemas.microsoft.com/office/drawing/2014/main" id="{08078304-C0B8-84E3-6555-108C91100668}"/>
                </a:ext>
              </a:extLst>
            </p:cNvPr>
            <p:cNvSpPr/>
            <p:nvPr/>
          </p:nvSpPr>
          <p:spPr>
            <a:xfrm>
              <a:off x="4194582"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13" name="Freeform: Shape 3512">
              <a:extLst>
                <a:ext uri="{FF2B5EF4-FFF2-40B4-BE49-F238E27FC236}">
                  <a16:creationId xmlns:a16="http://schemas.microsoft.com/office/drawing/2014/main" id="{6A30BD98-56AF-7DE7-46E3-48112C137EFD}"/>
                </a:ext>
              </a:extLst>
            </p:cNvPr>
            <p:cNvSpPr/>
            <p:nvPr/>
          </p:nvSpPr>
          <p:spPr>
            <a:xfrm>
              <a:off x="4308838"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14" name="Freeform: Shape 3513">
              <a:extLst>
                <a:ext uri="{FF2B5EF4-FFF2-40B4-BE49-F238E27FC236}">
                  <a16:creationId xmlns:a16="http://schemas.microsoft.com/office/drawing/2014/main" id="{F485B709-AB8C-9CDB-9F88-AB592B70D50A}"/>
                </a:ext>
              </a:extLst>
            </p:cNvPr>
            <p:cNvSpPr/>
            <p:nvPr/>
          </p:nvSpPr>
          <p:spPr>
            <a:xfrm>
              <a:off x="4423094"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15" name="Freeform: Shape 3514">
              <a:extLst>
                <a:ext uri="{FF2B5EF4-FFF2-40B4-BE49-F238E27FC236}">
                  <a16:creationId xmlns:a16="http://schemas.microsoft.com/office/drawing/2014/main" id="{AE8B875B-84B5-E3ED-163A-F06B8FC11F5F}"/>
                </a:ext>
              </a:extLst>
            </p:cNvPr>
            <p:cNvSpPr/>
            <p:nvPr/>
          </p:nvSpPr>
          <p:spPr>
            <a:xfrm>
              <a:off x="4537350"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16" name="Freeform: Shape 3515">
              <a:extLst>
                <a:ext uri="{FF2B5EF4-FFF2-40B4-BE49-F238E27FC236}">
                  <a16:creationId xmlns:a16="http://schemas.microsoft.com/office/drawing/2014/main" id="{1C8A2941-9F43-83FA-B2CE-1F0C7CAD4F7C}"/>
                </a:ext>
              </a:extLst>
            </p:cNvPr>
            <p:cNvSpPr/>
            <p:nvPr/>
          </p:nvSpPr>
          <p:spPr>
            <a:xfrm>
              <a:off x="4651605"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17" name="Freeform: Shape 3516">
              <a:extLst>
                <a:ext uri="{FF2B5EF4-FFF2-40B4-BE49-F238E27FC236}">
                  <a16:creationId xmlns:a16="http://schemas.microsoft.com/office/drawing/2014/main" id="{9869CEB7-7047-AC44-9EC4-BA23331C4F47}"/>
                </a:ext>
              </a:extLst>
            </p:cNvPr>
            <p:cNvSpPr/>
            <p:nvPr/>
          </p:nvSpPr>
          <p:spPr>
            <a:xfrm>
              <a:off x="4765861"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18" name="Freeform: Shape 3517">
              <a:extLst>
                <a:ext uri="{FF2B5EF4-FFF2-40B4-BE49-F238E27FC236}">
                  <a16:creationId xmlns:a16="http://schemas.microsoft.com/office/drawing/2014/main" id="{4C9520C7-288A-2E41-41FB-3AC9E4065F7D}"/>
                </a:ext>
              </a:extLst>
            </p:cNvPr>
            <p:cNvSpPr/>
            <p:nvPr/>
          </p:nvSpPr>
          <p:spPr>
            <a:xfrm>
              <a:off x="4880117"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19" name="Freeform: Shape 3518">
              <a:extLst>
                <a:ext uri="{FF2B5EF4-FFF2-40B4-BE49-F238E27FC236}">
                  <a16:creationId xmlns:a16="http://schemas.microsoft.com/office/drawing/2014/main" id="{2494BB6F-F3C0-B16D-1B0A-83C44E1AAC0B}"/>
                </a:ext>
              </a:extLst>
            </p:cNvPr>
            <p:cNvSpPr/>
            <p:nvPr/>
          </p:nvSpPr>
          <p:spPr>
            <a:xfrm>
              <a:off x="4994373"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20" name="Freeform: Shape 3519">
              <a:extLst>
                <a:ext uri="{FF2B5EF4-FFF2-40B4-BE49-F238E27FC236}">
                  <a16:creationId xmlns:a16="http://schemas.microsoft.com/office/drawing/2014/main" id="{0A0AD1EB-EE27-D98A-4C6D-ED2DCFB7D347}"/>
                </a:ext>
              </a:extLst>
            </p:cNvPr>
            <p:cNvSpPr/>
            <p:nvPr/>
          </p:nvSpPr>
          <p:spPr>
            <a:xfrm>
              <a:off x="5108629"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21" name="Freeform: Shape 3520">
              <a:extLst>
                <a:ext uri="{FF2B5EF4-FFF2-40B4-BE49-F238E27FC236}">
                  <a16:creationId xmlns:a16="http://schemas.microsoft.com/office/drawing/2014/main" id="{03B1EE1D-CA70-D2D5-6D5A-CFCD08607933}"/>
                </a:ext>
              </a:extLst>
            </p:cNvPr>
            <p:cNvSpPr/>
            <p:nvPr/>
          </p:nvSpPr>
          <p:spPr>
            <a:xfrm>
              <a:off x="5222840"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22" name="Freeform: Shape 3521">
              <a:extLst>
                <a:ext uri="{FF2B5EF4-FFF2-40B4-BE49-F238E27FC236}">
                  <a16:creationId xmlns:a16="http://schemas.microsoft.com/office/drawing/2014/main" id="{FF4931DF-EA0A-FFA4-351B-416CEF1E9E11}"/>
                </a:ext>
              </a:extLst>
            </p:cNvPr>
            <p:cNvSpPr/>
            <p:nvPr/>
          </p:nvSpPr>
          <p:spPr>
            <a:xfrm>
              <a:off x="5337096"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23" name="Freeform: Shape 3522">
              <a:extLst>
                <a:ext uri="{FF2B5EF4-FFF2-40B4-BE49-F238E27FC236}">
                  <a16:creationId xmlns:a16="http://schemas.microsoft.com/office/drawing/2014/main" id="{E246C7AB-B339-40BF-7385-C8DC6D5E0B59}"/>
                </a:ext>
              </a:extLst>
            </p:cNvPr>
            <p:cNvSpPr/>
            <p:nvPr/>
          </p:nvSpPr>
          <p:spPr>
            <a:xfrm>
              <a:off x="5451352"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24" name="Freeform: Shape 3523">
              <a:extLst>
                <a:ext uri="{FF2B5EF4-FFF2-40B4-BE49-F238E27FC236}">
                  <a16:creationId xmlns:a16="http://schemas.microsoft.com/office/drawing/2014/main" id="{41ED7567-EB1E-3A6F-BC47-6EA0BCCCA71F}"/>
                </a:ext>
              </a:extLst>
            </p:cNvPr>
            <p:cNvSpPr/>
            <p:nvPr/>
          </p:nvSpPr>
          <p:spPr>
            <a:xfrm>
              <a:off x="5565608"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25" name="Freeform: Shape 3524">
              <a:extLst>
                <a:ext uri="{FF2B5EF4-FFF2-40B4-BE49-F238E27FC236}">
                  <a16:creationId xmlns:a16="http://schemas.microsoft.com/office/drawing/2014/main" id="{06231428-08FE-2A42-66A7-AE2609474B29}"/>
                </a:ext>
              </a:extLst>
            </p:cNvPr>
            <p:cNvSpPr/>
            <p:nvPr/>
          </p:nvSpPr>
          <p:spPr>
            <a:xfrm>
              <a:off x="5679863"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26" name="Freeform: Shape 3525">
              <a:extLst>
                <a:ext uri="{FF2B5EF4-FFF2-40B4-BE49-F238E27FC236}">
                  <a16:creationId xmlns:a16="http://schemas.microsoft.com/office/drawing/2014/main" id="{5DCC0CEB-9631-ED63-6782-55C73BEB5464}"/>
                </a:ext>
              </a:extLst>
            </p:cNvPr>
            <p:cNvSpPr/>
            <p:nvPr/>
          </p:nvSpPr>
          <p:spPr>
            <a:xfrm>
              <a:off x="5794119"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27" name="Freeform: Shape 3526">
              <a:extLst>
                <a:ext uri="{FF2B5EF4-FFF2-40B4-BE49-F238E27FC236}">
                  <a16:creationId xmlns:a16="http://schemas.microsoft.com/office/drawing/2014/main" id="{8249420D-41BA-51BE-508D-753D67A047AC}"/>
                </a:ext>
              </a:extLst>
            </p:cNvPr>
            <p:cNvSpPr/>
            <p:nvPr/>
          </p:nvSpPr>
          <p:spPr>
            <a:xfrm>
              <a:off x="5908375"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28" name="Freeform: Shape 3527">
              <a:extLst>
                <a:ext uri="{FF2B5EF4-FFF2-40B4-BE49-F238E27FC236}">
                  <a16:creationId xmlns:a16="http://schemas.microsoft.com/office/drawing/2014/main" id="{1DE491C1-BA2B-4334-5700-DB4F14F9311B}"/>
                </a:ext>
              </a:extLst>
            </p:cNvPr>
            <p:cNvSpPr/>
            <p:nvPr/>
          </p:nvSpPr>
          <p:spPr>
            <a:xfrm>
              <a:off x="6022631"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29" name="Freeform: Shape 3528">
              <a:extLst>
                <a:ext uri="{FF2B5EF4-FFF2-40B4-BE49-F238E27FC236}">
                  <a16:creationId xmlns:a16="http://schemas.microsoft.com/office/drawing/2014/main" id="{62733ACF-253D-EEDB-E25B-9809945D144A}"/>
                </a:ext>
              </a:extLst>
            </p:cNvPr>
            <p:cNvSpPr/>
            <p:nvPr/>
          </p:nvSpPr>
          <p:spPr>
            <a:xfrm>
              <a:off x="6136886"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30" name="Freeform: Shape 3529">
              <a:extLst>
                <a:ext uri="{FF2B5EF4-FFF2-40B4-BE49-F238E27FC236}">
                  <a16:creationId xmlns:a16="http://schemas.microsoft.com/office/drawing/2014/main" id="{2A794B52-FE03-1838-C3D3-98EB720EF06F}"/>
                </a:ext>
              </a:extLst>
            </p:cNvPr>
            <p:cNvSpPr/>
            <p:nvPr/>
          </p:nvSpPr>
          <p:spPr>
            <a:xfrm>
              <a:off x="6251142"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31" name="Freeform: Shape 3530">
              <a:extLst>
                <a:ext uri="{FF2B5EF4-FFF2-40B4-BE49-F238E27FC236}">
                  <a16:creationId xmlns:a16="http://schemas.microsoft.com/office/drawing/2014/main" id="{A4E523CD-B7E1-FC8C-3BC2-2C168DCBD827}"/>
                </a:ext>
              </a:extLst>
            </p:cNvPr>
            <p:cNvSpPr/>
            <p:nvPr/>
          </p:nvSpPr>
          <p:spPr>
            <a:xfrm>
              <a:off x="6365398"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32" name="Freeform: Shape 3531">
              <a:extLst>
                <a:ext uri="{FF2B5EF4-FFF2-40B4-BE49-F238E27FC236}">
                  <a16:creationId xmlns:a16="http://schemas.microsoft.com/office/drawing/2014/main" id="{A1B337A6-E61B-9704-DCEF-E0DEFD69085B}"/>
                </a:ext>
              </a:extLst>
            </p:cNvPr>
            <p:cNvSpPr/>
            <p:nvPr/>
          </p:nvSpPr>
          <p:spPr>
            <a:xfrm>
              <a:off x="6479610"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33" name="Freeform: Shape 3532">
              <a:extLst>
                <a:ext uri="{FF2B5EF4-FFF2-40B4-BE49-F238E27FC236}">
                  <a16:creationId xmlns:a16="http://schemas.microsoft.com/office/drawing/2014/main" id="{65A0C28A-75AB-3F98-5B27-3B04994060A6}"/>
                </a:ext>
              </a:extLst>
            </p:cNvPr>
            <p:cNvSpPr/>
            <p:nvPr/>
          </p:nvSpPr>
          <p:spPr>
            <a:xfrm>
              <a:off x="6593865"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34" name="Freeform: Shape 3533">
              <a:extLst>
                <a:ext uri="{FF2B5EF4-FFF2-40B4-BE49-F238E27FC236}">
                  <a16:creationId xmlns:a16="http://schemas.microsoft.com/office/drawing/2014/main" id="{425763A6-CFB1-4E58-B34E-F19E88AB942C}"/>
                </a:ext>
              </a:extLst>
            </p:cNvPr>
            <p:cNvSpPr/>
            <p:nvPr/>
          </p:nvSpPr>
          <p:spPr>
            <a:xfrm>
              <a:off x="6708121" y="583098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35" name="Freeform: Shape 3534">
              <a:extLst>
                <a:ext uri="{FF2B5EF4-FFF2-40B4-BE49-F238E27FC236}">
                  <a16:creationId xmlns:a16="http://schemas.microsoft.com/office/drawing/2014/main" id="{3D6A531A-76EC-3707-D627-C393A5BAD758}"/>
                </a:ext>
              </a:extLst>
            </p:cNvPr>
            <p:cNvSpPr/>
            <p:nvPr/>
          </p:nvSpPr>
          <p:spPr>
            <a:xfrm>
              <a:off x="6822377"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36" name="Freeform: Shape 3535">
              <a:extLst>
                <a:ext uri="{FF2B5EF4-FFF2-40B4-BE49-F238E27FC236}">
                  <a16:creationId xmlns:a16="http://schemas.microsoft.com/office/drawing/2014/main" id="{BB07E5A9-BBDE-94B0-E549-1B5307E330CE}"/>
                </a:ext>
              </a:extLst>
            </p:cNvPr>
            <p:cNvSpPr/>
            <p:nvPr/>
          </p:nvSpPr>
          <p:spPr>
            <a:xfrm>
              <a:off x="6936633"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37" name="Freeform: Shape 3536">
              <a:extLst>
                <a:ext uri="{FF2B5EF4-FFF2-40B4-BE49-F238E27FC236}">
                  <a16:creationId xmlns:a16="http://schemas.microsoft.com/office/drawing/2014/main" id="{6E453307-3BF6-E6E5-048E-80922C81C127}"/>
                </a:ext>
              </a:extLst>
            </p:cNvPr>
            <p:cNvSpPr/>
            <p:nvPr/>
          </p:nvSpPr>
          <p:spPr>
            <a:xfrm>
              <a:off x="7050888" y="583098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38" name="Freeform: Shape 3537">
              <a:extLst>
                <a:ext uri="{FF2B5EF4-FFF2-40B4-BE49-F238E27FC236}">
                  <a16:creationId xmlns:a16="http://schemas.microsoft.com/office/drawing/2014/main" id="{DEF03D78-6142-8390-B074-272B921A9B4A}"/>
                </a:ext>
              </a:extLst>
            </p:cNvPr>
            <p:cNvSpPr/>
            <p:nvPr/>
          </p:nvSpPr>
          <p:spPr>
            <a:xfrm>
              <a:off x="7165144"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39" name="Freeform: Shape 3538">
              <a:extLst>
                <a:ext uri="{FF2B5EF4-FFF2-40B4-BE49-F238E27FC236}">
                  <a16:creationId xmlns:a16="http://schemas.microsoft.com/office/drawing/2014/main" id="{972B88DE-8456-D011-8721-28C7D433259C}"/>
                </a:ext>
              </a:extLst>
            </p:cNvPr>
            <p:cNvSpPr/>
            <p:nvPr/>
          </p:nvSpPr>
          <p:spPr>
            <a:xfrm>
              <a:off x="2366578"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40" name="Freeform: Shape 3539">
              <a:extLst>
                <a:ext uri="{FF2B5EF4-FFF2-40B4-BE49-F238E27FC236}">
                  <a16:creationId xmlns:a16="http://schemas.microsoft.com/office/drawing/2014/main" id="{D895F861-988B-C8BE-12EF-304F19D0A936}"/>
                </a:ext>
              </a:extLst>
            </p:cNvPr>
            <p:cNvSpPr/>
            <p:nvPr/>
          </p:nvSpPr>
          <p:spPr>
            <a:xfrm>
              <a:off x="2480790"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41" name="Freeform: Shape 3540">
              <a:extLst>
                <a:ext uri="{FF2B5EF4-FFF2-40B4-BE49-F238E27FC236}">
                  <a16:creationId xmlns:a16="http://schemas.microsoft.com/office/drawing/2014/main" id="{C53A9464-BD30-DE76-371B-1894FDA525AE}"/>
                </a:ext>
              </a:extLst>
            </p:cNvPr>
            <p:cNvSpPr/>
            <p:nvPr/>
          </p:nvSpPr>
          <p:spPr>
            <a:xfrm>
              <a:off x="2595046"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42" name="Freeform: Shape 3541">
              <a:extLst>
                <a:ext uri="{FF2B5EF4-FFF2-40B4-BE49-F238E27FC236}">
                  <a16:creationId xmlns:a16="http://schemas.microsoft.com/office/drawing/2014/main" id="{42A6F042-5146-F5B5-E41F-DD23613D2A49}"/>
                </a:ext>
              </a:extLst>
            </p:cNvPr>
            <p:cNvSpPr/>
            <p:nvPr/>
          </p:nvSpPr>
          <p:spPr>
            <a:xfrm>
              <a:off x="2709301"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43" name="Freeform: Shape 3542">
              <a:extLst>
                <a:ext uri="{FF2B5EF4-FFF2-40B4-BE49-F238E27FC236}">
                  <a16:creationId xmlns:a16="http://schemas.microsoft.com/office/drawing/2014/main" id="{45A9F77B-DA04-D060-7B1B-E59451CC107C}"/>
                </a:ext>
              </a:extLst>
            </p:cNvPr>
            <p:cNvSpPr/>
            <p:nvPr/>
          </p:nvSpPr>
          <p:spPr>
            <a:xfrm>
              <a:off x="2823557"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44" name="Freeform: Shape 3543">
              <a:extLst>
                <a:ext uri="{FF2B5EF4-FFF2-40B4-BE49-F238E27FC236}">
                  <a16:creationId xmlns:a16="http://schemas.microsoft.com/office/drawing/2014/main" id="{8E24037F-D2EB-B48B-CA7C-F9101675CEED}"/>
                </a:ext>
              </a:extLst>
            </p:cNvPr>
            <p:cNvSpPr/>
            <p:nvPr/>
          </p:nvSpPr>
          <p:spPr>
            <a:xfrm>
              <a:off x="2937813"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45" name="Freeform: Shape 3544">
              <a:extLst>
                <a:ext uri="{FF2B5EF4-FFF2-40B4-BE49-F238E27FC236}">
                  <a16:creationId xmlns:a16="http://schemas.microsoft.com/office/drawing/2014/main" id="{DDC6E90D-0B09-1758-D672-C8457593CF21}"/>
                </a:ext>
              </a:extLst>
            </p:cNvPr>
            <p:cNvSpPr/>
            <p:nvPr/>
          </p:nvSpPr>
          <p:spPr>
            <a:xfrm>
              <a:off x="3052069"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46" name="Freeform: Shape 3545">
              <a:extLst>
                <a:ext uri="{FF2B5EF4-FFF2-40B4-BE49-F238E27FC236}">
                  <a16:creationId xmlns:a16="http://schemas.microsoft.com/office/drawing/2014/main" id="{77870709-FCF2-FCD5-5659-9B0F5E0486DF}"/>
                </a:ext>
              </a:extLst>
            </p:cNvPr>
            <p:cNvSpPr/>
            <p:nvPr/>
          </p:nvSpPr>
          <p:spPr>
            <a:xfrm>
              <a:off x="3166325"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47" name="Freeform: Shape 3546">
              <a:extLst>
                <a:ext uri="{FF2B5EF4-FFF2-40B4-BE49-F238E27FC236}">
                  <a16:creationId xmlns:a16="http://schemas.microsoft.com/office/drawing/2014/main" id="{7BDA7205-2540-0C12-6F5C-59B1F07BE2F3}"/>
                </a:ext>
              </a:extLst>
            </p:cNvPr>
            <p:cNvSpPr/>
            <p:nvPr/>
          </p:nvSpPr>
          <p:spPr>
            <a:xfrm>
              <a:off x="3280580"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48" name="Freeform: Shape 3547">
              <a:extLst>
                <a:ext uri="{FF2B5EF4-FFF2-40B4-BE49-F238E27FC236}">
                  <a16:creationId xmlns:a16="http://schemas.microsoft.com/office/drawing/2014/main" id="{1A66C0F4-EEE1-047B-3981-4F42F07E69B1}"/>
                </a:ext>
              </a:extLst>
            </p:cNvPr>
            <p:cNvSpPr/>
            <p:nvPr/>
          </p:nvSpPr>
          <p:spPr>
            <a:xfrm>
              <a:off x="3394836"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49" name="Freeform: Shape 3548">
              <a:extLst>
                <a:ext uri="{FF2B5EF4-FFF2-40B4-BE49-F238E27FC236}">
                  <a16:creationId xmlns:a16="http://schemas.microsoft.com/office/drawing/2014/main" id="{B5DDC815-3CBE-CBE9-FBC0-228BFBA1FE89}"/>
                </a:ext>
              </a:extLst>
            </p:cNvPr>
            <p:cNvSpPr/>
            <p:nvPr/>
          </p:nvSpPr>
          <p:spPr>
            <a:xfrm>
              <a:off x="3509092"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50" name="Freeform: Shape 3549">
              <a:extLst>
                <a:ext uri="{FF2B5EF4-FFF2-40B4-BE49-F238E27FC236}">
                  <a16:creationId xmlns:a16="http://schemas.microsoft.com/office/drawing/2014/main" id="{96438A9A-AB9E-9096-6A52-0AEEFC74779D}"/>
                </a:ext>
              </a:extLst>
            </p:cNvPr>
            <p:cNvSpPr/>
            <p:nvPr/>
          </p:nvSpPr>
          <p:spPr>
            <a:xfrm>
              <a:off x="3623348"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51" name="Freeform: Shape 3550">
              <a:extLst>
                <a:ext uri="{FF2B5EF4-FFF2-40B4-BE49-F238E27FC236}">
                  <a16:creationId xmlns:a16="http://schemas.microsoft.com/office/drawing/2014/main" id="{7AE609D5-5D63-7D5F-A8C5-95AC61285C99}"/>
                </a:ext>
              </a:extLst>
            </p:cNvPr>
            <p:cNvSpPr/>
            <p:nvPr/>
          </p:nvSpPr>
          <p:spPr>
            <a:xfrm>
              <a:off x="3737603"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52" name="Freeform: Shape 3551">
              <a:extLst>
                <a:ext uri="{FF2B5EF4-FFF2-40B4-BE49-F238E27FC236}">
                  <a16:creationId xmlns:a16="http://schemas.microsoft.com/office/drawing/2014/main" id="{C87A77ED-54F9-33C2-3455-772A45A1DE76}"/>
                </a:ext>
              </a:extLst>
            </p:cNvPr>
            <p:cNvSpPr/>
            <p:nvPr/>
          </p:nvSpPr>
          <p:spPr>
            <a:xfrm>
              <a:off x="3851815"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53" name="Freeform: Shape 3552">
              <a:extLst>
                <a:ext uri="{FF2B5EF4-FFF2-40B4-BE49-F238E27FC236}">
                  <a16:creationId xmlns:a16="http://schemas.microsoft.com/office/drawing/2014/main" id="{3E292611-EB4B-E082-9A2B-03AF1ECC8001}"/>
                </a:ext>
              </a:extLst>
            </p:cNvPr>
            <p:cNvSpPr/>
            <p:nvPr/>
          </p:nvSpPr>
          <p:spPr>
            <a:xfrm>
              <a:off x="3966071"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54" name="Freeform: Shape 3553">
              <a:extLst>
                <a:ext uri="{FF2B5EF4-FFF2-40B4-BE49-F238E27FC236}">
                  <a16:creationId xmlns:a16="http://schemas.microsoft.com/office/drawing/2014/main" id="{00FE1503-CA5F-B513-FCCC-10C55DB1437E}"/>
                </a:ext>
              </a:extLst>
            </p:cNvPr>
            <p:cNvSpPr/>
            <p:nvPr/>
          </p:nvSpPr>
          <p:spPr>
            <a:xfrm>
              <a:off x="4080327"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55" name="Freeform: Shape 3554">
              <a:extLst>
                <a:ext uri="{FF2B5EF4-FFF2-40B4-BE49-F238E27FC236}">
                  <a16:creationId xmlns:a16="http://schemas.microsoft.com/office/drawing/2014/main" id="{9E3B30E6-594E-7ED2-A3FD-6E2B0E673D62}"/>
                </a:ext>
              </a:extLst>
            </p:cNvPr>
            <p:cNvSpPr/>
            <p:nvPr/>
          </p:nvSpPr>
          <p:spPr>
            <a:xfrm>
              <a:off x="4194582"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56" name="Freeform: Shape 3555">
              <a:extLst>
                <a:ext uri="{FF2B5EF4-FFF2-40B4-BE49-F238E27FC236}">
                  <a16:creationId xmlns:a16="http://schemas.microsoft.com/office/drawing/2014/main" id="{21CA53F3-B8D4-848C-BC80-8224FA72A99D}"/>
                </a:ext>
              </a:extLst>
            </p:cNvPr>
            <p:cNvSpPr/>
            <p:nvPr/>
          </p:nvSpPr>
          <p:spPr>
            <a:xfrm>
              <a:off x="4308838"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57" name="Freeform: Shape 3556">
              <a:extLst>
                <a:ext uri="{FF2B5EF4-FFF2-40B4-BE49-F238E27FC236}">
                  <a16:creationId xmlns:a16="http://schemas.microsoft.com/office/drawing/2014/main" id="{77B625DB-AB8B-9680-F1D3-DD874FCAD690}"/>
                </a:ext>
              </a:extLst>
            </p:cNvPr>
            <p:cNvSpPr/>
            <p:nvPr/>
          </p:nvSpPr>
          <p:spPr>
            <a:xfrm>
              <a:off x="4423094"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58" name="Freeform: Shape 3557">
              <a:extLst>
                <a:ext uri="{FF2B5EF4-FFF2-40B4-BE49-F238E27FC236}">
                  <a16:creationId xmlns:a16="http://schemas.microsoft.com/office/drawing/2014/main" id="{7D6A554B-1402-B534-13F7-794B31A84EFB}"/>
                </a:ext>
              </a:extLst>
            </p:cNvPr>
            <p:cNvSpPr/>
            <p:nvPr/>
          </p:nvSpPr>
          <p:spPr>
            <a:xfrm>
              <a:off x="4537350"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59" name="Freeform: Shape 3558">
              <a:extLst>
                <a:ext uri="{FF2B5EF4-FFF2-40B4-BE49-F238E27FC236}">
                  <a16:creationId xmlns:a16="http://schemas.microsoft.com/office/drawing/2014/main" id="{BDEC0457-755B-BF6F-6AB0-91DE2B7C6AAC}"/>
                </a:ext>
              </a:extLst>
            </p:cNvPr>
            <p:cNvSpPr/>
            <p:nvPr/>
          </p:nvSpPr>
          <p:spPr>
            <a:xfrm>
              <a:off x="4651605"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60" name="Freeform: Shape 3559">
              <a:extLst>
                <a:ext uri="{FF2B5EF4-FFF2-40B4-BE49-F238E27FC236}">
                  <a16:creationId xmlns:a16="http://schemas.microsoft.com/office/drawing/2014/main" id="{A984F7CA-8566-6C21-C0C1-15C3758DF791}"/>
                </a:ext>
              </a:extLst>
            </p:cNvPr>
            <p:cNvSpPr/>
            <p:nvPr/>
          </p:nvSpPr>
          <p:spPr>
            <a:xfrm>
              <a:off x="4765861"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61" name="Freeform: Shape 3560">
              <a:extLst>
                <a:ext uri="{FF2B5EF4-FFF2-40B4-BE49-F238E27FC236}">
                  <a16:creationId xmlns:a16="http://schemas.microsoft.com/office/drawing/2014/main" id="{C98EE62B-A5B7-7AFC-BC0A-40FD18C53499}"/>
                </a:ext>
              </a:extLst>
            </p:cNvPr>
            <p:cNvSpPr/>
            <p:nvPr/>
          </p:nvSpPr>
          <p:spPr>
            <a:xfrm>
              <a:off x="4880117"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62" name="Freeform: Shape 3561">
              <a:extLst>
                <a:ext uri="{FF2B5EF4-FFF2-40B4-BE49-F238E27FC236}">
                  <a16:creationId xmlns:a16="http://schemas.microsoft.com/office/drawing/2014/main" id="{CD54A045-DF97-1642-B103-766DDC922441}"/>
                </a:ext>
              </a:extLst>
            </p:cNvPr>
            <p:cNvSpPr/>
            <p:nvPr/>
          </p:nvSpPr>
          <p:spPr>
            <a:xfrm>
              <a:off x="4994373"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63" name="Freeform: Shape 3562">
              <a:extLst>
                <a:ext uri="{FF2B5EF4-FFF2-40B4-BE49-F238E27FC236}">
                  <a16:creationId xmlns:a16="http://schemas.microsoft.com/office/drawing/2014/main" id="{E85FF9CC-8C83-7428-AA1B-27D151668BBF}"/>
                </a:ext>
              </a:extLst>
            </p:cNvPr>
            <p:cNvSpPr/>
            <p:nvPr/>
          </p:nvSpPr>
          <p:spPr>
            <a:xfrm>
              <a:off x="5108629"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64" name="Freeform: Shape 3563">
              <a:extLst>
                <a:ext uri="{FF2B5EF4-FFF2-40B4-BE49-F238E27FC236}">
                  <a16:creationId xmlns:a16="http://schemas.microsoft.com/office/drawing/2014/main" id="{2B39A830-54E4-FD8F-84AD-43CF1F9DDCF8}"/>
                </a:ext>
              </a:extLst>
            </p:cNvPr>
            <p:cNvSpPr/>
            <p:nvPr/>
          </p:nvSpPr>
          <p:spPr>
            <a:xfrm>
              <a:off x="5222840"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65" name="Freeform: Shape 3564">
              <a:extLst>
                <a:ext uri="{FF2B5EF4-FFF2-40B4-BE49-F238E27FC236}">
                  <a16:creationId xmlns:a16="http://schemas.microsoft.com/office/drawing/2014/main" id="{F6ED2550-E306-CB63-9540-81B7E9C8A365}"/>
                </a:ext>
              </a:extLst>
            </p:cNvPr>
            <p:cNvSpPr/>
            <p:nvPr/>
          </p:nvSpPr>
          <p:spPr>
            <a:xfrm>
              <a:off x="5337096"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66" name="Freeform: Shape 3565">
              <a:extLst>
                <a:ext uri="{FF2B5EF4-FFF2-40B4-BE49-F238E27FC236}">
                  <a16:creationId xmlns:a16="http://schemas.microsoft.com/office/drawing/2014/main" id="{218C74C8-41D0-D719-0660-C9D7358A4D32}"/>
                </a:ext>
              </a:extLst>
            </p:cNvPr>
            <p:cNvSpPr/>
            <p:nvPr/>
          </p:nvSpPr>
          <p:spPr>
            <a:xfrm>
              <a:off x="5451352"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67" name="Freeform: Shape 3566">
              <a:extLst>
                <a:ext uri="{FF2B5EF4-FFF2-40B4-BE49-F238E27FC236}">
                  <a16:creationId xmlns:a16="http://schemas.microsoft.com/office/drawing/2014/main" id="{4B2B37F1-4155-446F-BF72-4A41FE370D20}"/>
                </a:ext>
              </a:extLst>
            </p:cNvPr>
            <p:cNvSpPr/>
            <p:nvPr/>
          </p:nvSpPr>
          <p:spPr>
            <a:xfrm>
              <a:off x="5565608"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68" name="Freeform: Shape 3567">
              <a:extLst>
                <a:ext uri="{FF2B5EF4-FFF2-40B4-BE49-F238E27FC236}">
                  <a16:creationId xmlns:a16="http://schemas.microsoft.com/office/drawing/2014/main" id="{FA32032B-A669-1B0C-1F65-8A200802B2B1}"/>
                </a:ext>
              </a:extLst>
            </p:cNvPr>
            <p:cNvSpPr/>
            <p:nvPr/>
          </p:nvSpPr>
          <p:spPr>
            <a:xfrm>
              <a:off x="5679863"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69" name="Freeform: Shape 3568">
              <a:extLst>
                <a:ext uri="{FF2B5EF4-FFF2-40B4-BE49-F238E27FC236}">
                  <a16:creationId xmlns:a16="http://schemas.microsoft.com/office/drawing/2014/main" id="{06FA5BDE-95C9-36BD-324E-4BF8EF4A07B7}"/>
                </a:ext>
              </a:extLst>
            </p:cNvPr>
            <p:cNvSpPr/>
            <p:nvPr/>
          </p:nvSpPr>
          <p:spPr>
            <a:xfrm>
              <a:off x="5794119"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70" name="Freeform: Shape 3569">
              <a:extLst>
                <a:ext uri="{FF2B5EF4-FFF2-40B4-BE49-F238E27FC236}">
                  <a16:creationId xmlns:a16="http://schemas.microsoft.com/office/drawing/2014/main" id="{D41D0BAF-4CE3-7670-EE18-06B052969B8D}"/>
                </a:ext>
              </a:extLst>
            </p:cNvPr>
            <p:cNvSpPr/>
            <p:nvPr/>
          </p:nvSpPr>
          <p:spPr>
            <a:xfrm>
              <a:off x="5908375"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71" name="Freeform: Shape 3570">
              <a:extLst>
                <a:ext uri="{FF2B5EF4-FFF2-40B4-BE49-F238E27FC236}">
                  <a16:creationId xmlns:a16="http://schemas.microsoft.com/office/drawing/2014/main" id="{637A0E70-C539-BEA4-22DB-AA5D537DB637}"/>
                </a:ext>
              </a:extLst>
            </p:cNvPr>
            <p:cNvSpPr/>
            <p:nvPr/>
          </p:nvSpPr>
          <p:spPr>
            <a:xfrm>
              <a:off x="6022631"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72" name="Freeform: Shape 3571">
              <a:extLst>
                <a:ext uri="{FF2B5EF4-FFF2-40B4-BE49-F238E27FC236}">
                  <a16:creationId xmlns:a16="http://schemas.microsoft.com/office/drawing/2014/main" id="{FCDFC179-4196-257B-B7E5-E1556203E962}"/>
                </a:ext>
              </a:extLst>
            </p:cNvPr>
            <p:cNvSpPr/>
            <p:nvPr/>
          </p:nvSpPr>
          <p:spPr>
            <a:xfrm>
              <a:off x="6136886"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73" name="Freeform: Shape 3572">
              <a:extLst>
                <a:ext uri="{FF2B5EF4-FFF2-40B4-BE49-F238E27FC236}">
                  <a16:creationId xmlns:a16="http://schemas.microsoft.com/office/drawing/2014/main" id="{C46CCFFE-FFDC-9145-DF0C-986F72F5CB59}"/>
                </a:ext>
              </a:extLst>
            </p:cNvPr>
            <p:cNvSpPr/>
            <p:nvPr/>
          </p:nvSpPr>
          <p:spPr>
            <a:xfrm>
              <a:off x="6251142"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74" name="Freeform: Shape 3573">
              <a:extLst>
                <a:ext uri="{FF2B5EF4-FFF2-40B4-BE49-F238E27FC236}">
                  <a16:creationId xmlns:a16="http://schemas.microsoft.com/office/drawing/2014/main" id="{D0C74AEB-D63B-37EA-7A33-73CCCA555046}"/>
                </a:ext>
              </a:extLst>
            </p:cNvPr>
            <p:cNvSpPr/>
            <p:nvPr/>
          </p:nvSpPr>
          <p:spPr>
            <a:xfrm>
              <a:off x="6365398"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75" name="Freeform: Shape 3574">
              <a:extLst>
                <a:ext uri="{FF2B5EF4-FFF2-40B4-BE49-F238E27FC236}">
                  <a16:creationId xmlns:a16="http://schemas.microsoft.com/office/drawing/2014/main" id="{EBB34D0F-004D-AF52-1F47-C8B3ECB35DC1}"/>
                </a:ext>
              </a:extLst>
            </p:cNvPr>
            <p:cNvSpPr/>
            <p:nvPr/>
          </p:nvSpPr>
          <p:spPr>
            <a:xfrm>
              <a:off x="6479610"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76" name="Freeform: Shape 3575">
              <a:extLst>
                <a:ext uri="{FF2B5EF4-FFF2-40B4-BE49-F238E27FC236}">
                  <a16:creationId xmlns:a16="http://schemas.microsoft.com/office/drawing/2014/main" id="{CCB16243-704B-79C2-2A06-226AB706F2DD}"/>
                </a:ext>
              </a:extLst>
            </p:cNvPr>
            <p:cNvSpPr/>
            <p:nvPr/>
          </p:nvSpPr>
          <p:spPr>
            <a:xfrm>
              <a:off x="6593865"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77" name="Freeform: Shape 3576">
              <a:extLst>
                <a:ext uri="{FF2B5EF4-FFF2-40B4-BE49-F238E27FC236}">
                  <a16:creationId xmlns:a16="http://schemas.microsoft.com/office/drawing/2014/main" id="{5017CDE1-2A28-093E-70A9-B9294F6DC340}"/>
                </a:ext>
              </a:extLst>
            </p:cNvPr>
            <p:cNvSpPr/>
            <p:nvPr/>
          </p:nvSpPr>
          <p:spPr>
            <a:xfrm>
              <a:off x="6708121" y="594523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78" name="Freeform: Shape 3577">
              <a:extLst>
                <a:ext uri="{FF2B5EF4-FFF2-40B4-BE49-F238E27FC236}">
                  <a16:creationId xmlns:a16="http://schemas.microsoft.com/office/drawing/2014/main" id="{23D1798F-EE5D-4D41-7D96-C04CE59D130B}"/>
                </a:ext>
              </a:extLst>
            </p:cNvPr>
            <p:cNvSpPr/>
            <p:nvPr/>
          </p:nvSpPr>
          <p:spPr>
            <a:xfrm>
              <a:off x="6822377"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79" name="Freeform: Shape 3578">
              <a:extLst>
                <a:ext uri="{FF2B5EF4-FFF2-40B4-BE49-F238E27FC236}">
                  <a16:creationId xmlns:a16="http://schemas.microsoft.com/office/drawing/2014/main" id="{D4CA310D-6BC3-0B1B-300B-E9E23A542945}"/>
                </a:ext>
              </a:extLst>
            </p:cNvPr>
            <p:cNvSpPr/>
            <p:nvPr/>
          </p:nvSpPr>
          <p:spPr>
            <a:xfrm>
              <a:off x="6936633"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80" name="Freeform: Shape 3579">
              <a:extLst>
                <a:ext uri="{FF2B5EF4-FFF2-40B4-BE49-F238E27FC236}">
                  <a16:creationId xmlns:a16="http://schemas.microsoft.com/office/drawing/2014/main" id="{E2050E2A-19A7-93C9-116B-B648249F1892}"/>
                </a:ext>
              </a:extLst>
            </p:cNvPr>
            <p:cNvSpPr/>
            <p:nvPr/>
          </p:nvSpPr>
          <p:spPr>
            <a:xfrm>
              <a:off x="7050888" y="594523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81" name="Freeform: Shape 3580">
              <a:extLst>
                <a:ext uri="{FF2B5EF4-FFF2-40B4-BE49-F238E27FC236}">
                  <a16:creationId xmlns:a16="http://schemas.microsoft.com/office/drawing/2014/main" id="{9635C6F5-4A86-5893-0DF1-4F00497D73F2}"/>
                </a:ext>
              </a:extLst>
            </p:cNvPr>
            <p:cNvSpPr/>
            <p:nvPr/>
          </p:nvSpPr>
          <p:spPr>
            <a:xfrm>
              <a:off x="7165144"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82" name="Freeform: Shape 3581">
              <a:extLst>
                <a:ext uri="{FF2B5EF4-FFF2-40B4-BE49-F238E27FC236}">
                  <a16:creationId xmlns:a16="http://schemas.microsoft.com/office/drawing/2014/main" id="{AD97BD8E-7266-C176-9402-CCC8221923A7}"/>
                </a:ext>
              </a:extLst>
            </p:cNvPr>
            <p:cNvSpPr/>
            <p:nvPr/>
          </p:nvSpPr>
          <p:spPr>
            <a:xfrm>
              <a:off x="2366578"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83" name="Freeform: Shape 3582">
              <a:extLst>
                <a:ext uri="{FF2B5EF4-FFF2-40B4-BE49-F238E27FC236}">
                  <a16:creationId xmlns:a16="http://schemas.microsoft.com/office/drawing/2014/main" id="{3605C04E-6A07-B01D-9261-206E2974FFA8}"/>
                </a:ext>
              </a:extLst>
            </p:cNvPr>
            <p:cNvSpPr/>
            <p:nvPr/>
          </p:nvSpPr>
          <p:spPr>
            <a:xfrm>
              <a:off x="2480790"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84" name="Freeform: Shape 3583">
              <a:extLst>
                <a:ext uri="{FF2B5EF4-FFF2-40B4-BE49-F238E27FC236}">
                  <a16:creationId xmlns:a16="http://schemas.microsoft.com/office/drawing/2014/main" id="{A691964C-6136-C1DF-E68B-C1B5DC1E970B}"/>
                </a:ext>
              </a:extLst>
            </p:cNvPr>
            <p:cNvSpPr/>
            <p:nvPr/>
          </p:nvSpPr>
          <p:spPr>
            <a:xfrm>
              <a:off x="2595046"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85" name="Freeform: Shape 3584">
              <a:extLst>
                <a:ext uri="{FF2B5EF4-FFF2-40B4-BE49-F238E27FC236}">
                  <a16:creationId xmlns:a16="http://schemas.microsoft.com/office/drawing/2014/main" id="{0ABE43B1-991F-3C16-62FB-C6E7A8599D08}"/>
                </a:ext>
              </a:extLst>
            </p:cNvPr>
            <p:cNvSpPr/>
            <p:nvPr/>
          </p:nvSpPr>
          <p:spPr>
            <a:xfrm>
              <a:off x="2709301"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86" name="Freeform: Shape 3585">
              <a:extLst>
                <a:ext uri="{FF2B5EF4-FFF2-40B4-BE49-F238E27FC236}">
                  <a16:creationId xmlns:a16="http://schemas.microsoft.com/office/drawing/2014/main" id="{AD7D93DD-E5E1-F286-1547-ABDA0A9D19D2}"/>
                </a:ext>
              </a:extLst>
            </p:cNvPr>
            <p:cNvSpPr/>
            <p:nvPr/>
          </p:nvSpPr>
          <p:spPr>
            <a:xfrm>
              <a:off x="2823557"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87" name="Freeform: Shape 3586">
              <a:extLst>
                <a:ext uri="{FF2B5EF4-FFF2-40B4-BE49-F238E27FC236}">
                  <a16:creationId xmlns:a16="http://schemas.microsoft.com/office/drawing/2014/main" id="{ED80F5FD-A111-613E-145A-42E281EB3AE7}"/>
                </a:ext>
              </a:extLst>
            </p:cNvPr>
            <p:cNvSpPr/>
            <p:nvPr/>
          </p:nvSpPr>
          <p:spPr>
            <a:xfrm>
              <a:off x="2937813"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88" name="Freeform: Shape 3587">
              <a:extLst>
                <a:ext uri="{FF2B5EF4-FFF2-40B4-BE49-F238E27FC236}">
                  <a16:creationId xmlns:a16="http://schemas.microsoft.com/office/drawing/2014/main" id="{0C2400C0-4470-3EC9-CD68-C1D20FC19A1E}"/>
                </a:ext>
              </a:extLst>
            </p:cNvPr>
            <p:cNvSpPr/>
            <p:nvPr/>
          </p:nvSpPr>
          <p:spPr>
            <a:xfrm>
              <a:off x="3052069"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89" name="Freeform: Shape 3588">
              <a:extLst>
                <a:ext uri="{FF2B5EF4-FFF2-40B4-BE49-F238E27FC236}">
                  <a16:creationId xmlns:a16="http://schemas.microsoft.com/office/drawing/2014/main" id="{4B7682E7-8183-33D1-EDB5-782FECE11656}"/>
                </a:ext>
              </a:extLst>
            </p:cNvPr>
            <p:cNvSpPr/>
            <p:nvPr/>
          </p:nvSpPr>
          <p:spPr>
            <a:xfrm>
              <a:off x="3166325"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90" name="Freeform: Shape 3589">
              <a:extLst>
                <a:ext uri="{FF2B5EF4-FFF2-40B4-BE49-F238E27FC236}">
                  <a16:creationId xmlns:a16="http://schemas.microsoft.com/office/drawing/2014/main" id="{964A44E4-473F-2DF1-477A-E0132B40F92A}"/>
                </a:ext>
              </a:extLst>
            </p:cNvPr>
            <p:cNvSpPr/>
            <p:nvPr/>
          </p:nvSpPr>
          <p:spPr>
            <a:xfrm>
              <a:off x="3280580"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91" name="Freeform: Shape 3590">
              <a:extLst>
                <a:ext uri="{FF2B5EF4-FFF2-40B4-BE49-F238E27FC236}">
                  <a16:creationId xmlns:a16="http://schemas.microsoft.com/office/drawing/2014/main" id="{374F5C5A-0F90-B60D-EC59-561007FD55FD}"/>
                </a:ext>
              </a:extLst>
            </p:cNvPr>
            <p:cNvSpPr/>
            <p:nvPr/>
          </p:nvSpPr>
          <p:spPr>
            <a:xfrm>
              <a:off x="3394836"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92" name="Freeform: Shape 3591">
              <a:extLst>
                <a:ext uri="{FF2B5EF4-FFF2-40B4-BE49-F238E27FC236}">
                  <a16:creationId xmlns:a16="http://schemas.microsoft.com/office/drawing/2014/main" id="{4B29C9D2-C09E-1A4C-A596-3DA5CB647384}"/>
                </a:ext>
              </a:extLst>
            </p:cNvPr>
            <p:cNvSpPr/>
            <p:nvPr/>
          </p:nvSpPr>
          <p:spPr>
            <a:xfrm>
              <a:off x="3509092"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93" name="Freeform: Shape 3592">
              <a:extLst>
                <a:ext uri="{FF2B5EF4-FFF2-40B4-BE49-F238E27FC236}">
                  <a16:creationId xmlns:a16="http://schemas.microsoft.com/office/drawing/2014/main" id="{24C0351C-8840-C83B-0B97-6E3457FCFA83}"/>
                </a:ext>
              </a:extLst>
            </p:cNvPr>
            <p:cNvSpPr/>
            <p:nvPr/>
          </p:nvSpPr>
          <p:spPr>
            <a:xfrm>
              <a:off x="3623348"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94" name="Freeform: Shape 3593">
              <a:extLst>
                <a:ext uri="{FF2B5EF4-FFF2-40B4-BE49-F238E27FC236}">
                  <a16:creationId xmlns:a16="http://schemas.microsoft.com/office/drawing/2014/main" id="{8FF4197C-A2F3-4452-ADF5-E58B2B361A38}"/>
                </a:ext>
              </a:extLst>
            </p:cNvPr>
            <p:cNvSpPr/>
            <p:nvPr/>
          </p:nvSpPr>
          <p:spPr>
            <a:xfrm>
              <a:off x="3737603"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95" name="Freeform: Shape 3594">
              <a:extLst>
                <a:ext uri="{FF2B5EF4-FFF2-40B4-BE49-F238E27FC236}">
                  <a16:creationId xmlns:a16="http://schemas.microsoft.com/office/drawing/2014/main" id="{77B85D9E-BC52-D5C3-718B-27725B04C8B4}"/>
                </a:ext>
              </a:extLst>
            </p:cNvPr>
            <p:cNvSpPr/>
            <p:nvPr/>
          </p:nvSpPr>
          <p:spPr>
            <a:xfrm>
              <a:off x="3851815"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96" name="Freeform: Shape 3595">
              <a:extLst>
                <a:ext uri="{FF2B5EF4-FFF2-40B4-BE49-F238E27FC236}">
                  <a16:creationId xmlns:a16="http://schemas.microsoft.com/office/drawing/2014/main" id="{7641E26F-B771-DEF8-CABE-438DCBB720EA}"/>
                </a:ext>
              </a:extLst>
            </p:cNvPr>
            <p:cNvSpPr/>
            <p:nvPr/>
          </p:nvSpPr>
          <p:spPr>
            <a:xfrm>
              <a:off x="3966071"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97" name="Freeform: Shape 3596">
              <a:extLst>
                <a:ext uri="{FF2B5EF4-FFF2-40B4-BE49-F238E27FC236}">
                  <a16:creationId xmlns:a16="http://schemas.microsoft.com/office/drawing/2014/main" id="{910B5B5C-FF27-D149-D439-393992466E10}"/>
                </a:ext>
              </a:extLst>
            </p:cNvPr>
            <p:cNvSpPr/>
            <p:nvPr/>
          </p:nvSpPr>
          <p:spPr>
            <a:xfrm>
              <a:off x="4080327"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98" name="Freeform: Shape 3597">
              <a:extLst>
                <a:ext uri="{FF2B5EF4-FFF2-40B4-BE49-F238E27FC236}">
                  <a16:creationId xmlns:a16="http://schemas.microsoft.com/office/drawing/2014/main" id="{02136E50-E562-0427-7716-AC7945E03EE7}"/>
                </a:ext>
              </a:extLst>
            </p:cNvPr>
            <p:cNvSpPr/>
            <p:nvPr/>
          </p:nvSpPr>
          <p:spPr>
            <a:xfrm>
              <a:off x="4194582"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99" name="Freeform: Shape 3598">
              <a:extLst>
                <a:ext uri="{FF2B5EF4-FFF2-40B4-BE49-F238E27FC236}">
                  <a16:creationId xmlns:a16="http://schemas.microsoft.com/office/drawing/2014/main" id="{64C5F7CC-CF73-EDC8-0FA8-D33FC3F1FBE4}"/>
                </a:ext>
              </a:extLst>
            </p:cNvPr>
            <p:cNvSpPr/>
            <p:nvPr/>
          </p:nvSpPr>
          <p:spPr>
            <a:xfrm>
              <a:off x="4308838"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00" name="Freeform: Shape 3599">
              <a:extLst>
                <a:ext uri="{FF2B5EF4-FFF2-40B4-BE49-F238E27FC236}">
                  <a16:creationId xmlns:a16="http://schemas.microsoft.com/office/drawing/2014/main" id="{5DE64443-FA17-3DC2-A906-B160424768B4}"/>
                </a:ext>
              </a:extLst>
            </p:cNvPr>
            <p:cNvSpPr/>
            <p:nvPr/>
          </p:nvSpPr>
          <p:spPr>
            <a:xfrm>
              <a:off x="4423094"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01" name="Freeform: Shape 3600">
              <a:extLst>
                <a:ext uri="{FF2B5EF4-FFF2-40B4-BE49-F238E27FC236}">
                  <a16:creationId xmlns:a16="http://schemas.microsoft.com/office/drawing/2014/main" id="{BD35D8B1-19A2-C7B8-C1F1-C6D4429F2102}"/>
                </a:ext>
              </a:extLst>
            </p:cNvPr>
            <p:cNvSpPr/>
            <p:nvPr/>
          </p:nvSpPr>
          <p:spPr>
            <a:xfrm>
              <a:off x="4537350"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02" name="Freeform: Shape 3601">
              <a:extLst>
                <a:ext uri="{FF2B5EF4-FFF2-40B4-BE49-F238E27FC236}">
                  <a16:creationId xmlns:a16="http://schemas.microsoft.com/office/drawing/2014/main" id="{C0C7F8F6-71BC-C8E7-D5DC-7DFFF150DDDD}"/>
                </a:ext>
              </a:extLst>
            </p:cNvPr>
            <p:cNvSpPr/>
            <p:nvPr/>
          </p:nvSpPr>
          <p:spPr>
            <a:xfrm>
              <a:off x="4651605"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03" name="Freeform: Shape 3602">
              <a:extLst>
                <a:ext uri="{FF2B5EF4-FFF2-40B4-BE49-F238E27FC236}">
                  <a16:creationId xmlns:a16="http://schemas.microsoft.com/office/drawing/2014/main" id="{51C2FE4F-5991-40E9-177D-AF60BB0C2B81}"/>
                </a:ext>
              </a:extLst>
            </p:cNvPr>
            <p:cNvSpPr/>
            <p:nvPr/>
          </p:nvSpPr>
          <p:spPr>
            <a:xfrm>
              <a:off x="4765861"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04" name="Freeform: Shape 3603">
              <a:extLst>
                <a:ext uri="{FF2B5EF4-FFF2-40B4-BE49-F238E27FC236}">
                  <a16:creationId xmlns:a16="http://schemas.microsoft.com/office/drawing/2014/main" id="{1EB5A6F2-23F6-E405-6987-DDD855F5BCC5}"/>
                </a:ext>
              </a:extLst>
            </p:cNvPr>
            <p:cNvSpPr/>
            <p:nvPr/>
          </p:nvSpPr>
          <p:spPr>
            <a:xfrm>
              <a:off x="4880117"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05" name="Freeform: Shape 3604">
              <a:extLst>
                <a:ext uri="{FF2B5EF4-FFF2-40B4-BE49-F238E27FC236}">
                  <a16:creationId xmlns:a16="http://schemas.microsoft.com/office/drawing/2014/main" id="{CB1A0222-7DB5-4D28-C637-2F3D4E134067}"/>
                </a:ext>
              </a:extLst>
            </p:cNvPr>
            <p:cNvSpPr/>
            <p:nvPr/>
          </p:nvSpPr>
          <p:spPr>
            <a:xfrm>
              <a:off x="4994373"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06" name="Freeform: Shape 3605">
              <a:extLst>
                <a:ext uri="{FF2B5EF4-FFF2-40B4-BE49-F238E27FC236}">
                  <a16:creationId xmlns:a16="http://schemas.microsoft.com/office/drawing/2014/main" id="{1DAD2682-2226-7653-7BAB-403D79003E7D}"/>
                </a:ext>
              </a:extLst>
            </p:cNvPr>
            <p:cNvSpPr/>
            <p:nvPr/>
          </p:nvSpPr>
          <p:spPr>
            <a:xfrm>
              <a:off x="5108629"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07" name="Freeform: Shape 3606">
              <a:extLst>
                <a:ext uri="{FF2B5EF4-FFF2-40B4-BE49-F238E27FC236}">
                  <a16:creationId xmlns:a16="http://schemas.microsoft.com/office/drawing/2014/main" id="{12C68F9D-1FBC-585B-87F6-D7D46E8720A9}"/>
                </a:ext>
              </a:extLst>
            </p:cNvPr>
            <p:cNvSpPr/>
            <p:nvPr/>
          </p:nvSpPr>
          <p:spPr>
            <a:xfrm>
              <a:off x="5222840"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08" name="Freeform: Shape 3607">
              <a:extLst>
                <a:ext uri="{FF2B5EF4-FFF2-40B4-BE49-F238E27FC236}">
                  <a16:creationId xmlns:a16="http://schemas.microsoft.com/office/drawing/2014/main" id="{ECE55315-FFE9-E582-3A43-4DFBAAE0015F}"/>
                </a:ext>
              </a:extLst>
            </p:cNvPr>
            <p:cNvSpPr/>
            <p:nvPr/>
          </p:nvSpPr>
          <p:spPr>
            <a:xfrm>
              <a:off x="5337096"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09" name="Freeform: Shape 3608">
              <a:extLst>
                <a:ext uri="{FF2B5EF4-FFF2-40B4-BE49-F238E27FC236}">
                  <a16:creationId xmlns:a16="http://schemas.microsoft.com/office/drawing/2014/main" id="{7721DB3C-52A9-B16F-CCE1-39492661DFC7}"/>
                </a:ext>
              </a:extLst>
            </p:cNvPr>
            <p:cNvSpPr/>
            <p:nvPr/>
          </p:nvSpPr>
          <p:spPr>
            <a:xfrm>
              <a:off x="5451352"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10" name="Freeform: Shape 3609">
              <a:extLst>
                <a:ext uri="{FF2B5EF4-FFF2-40B4-BE49-F238E27FC236}">
                  <a16:creationId xmlns:a16="http://schemas.microsoft.com/office/drawing/2014/main" id="{B5B56899-6B5A-0663-43E5-A91E42F6FF3C}"/>
                </a:ext>
              </a:extLst>
            </p:cNvPr>
            <p:cNvSpPr/>
            <p:nvPr/>
          </p:nvSpPr>
          <p:spPr>
            <a:xfrm>
              <a:off x="5565608"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11" name="Freeform: Shape 3610">
              <a:extLst>
                <a:ext uri="{FF2B5EF4-FFF2-40B4-BE49-F238E27FC236}">
                  <a16:creationId xmlns:a16="http://schemas.microsoft.com/office/drawing/2014/main" id="{048F987B-3ACD-D9ED-5B92-1967DB4447A5}"/>
                </a:ext>
              </a:extLst>
            </p:cNvPr>
            <p:cNvSpPr/>
            <p:nvPr/>
          </p:nvSpPr>
          <p:spPr>
            <a:xfrm>
              <a:off x="5679863"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12" name="Freeform: Shape 3611">
              <a:extLst>
                <a:ext uri="{FF2B5EF4-FFF2-40B4-BE49-F238E27FC236}">
                  <a16:creationId xmlns:a16="http://schemas.microsoft.com/office/drawing/2014/main" id="{B3359BC0-60DA-91D6-B3A6-E534F8866C62}"/>
                </a:ext>
              </a:extLst>
            </p:cNvPr>
            <p:cNvSpPr/>
            <p:nvPr/>
          </p:nvSpPr>
          <p:spPr>
            <a:xfrm>
              <a:off x="5794119"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13" name="Freeform: Shape 3612">
              <a:extLst>
                <a:ext uri="{FF2B5EF4-FFF2-40B4-BE49-F238E27FC236}">
                  <a16:creationId xmlns:a16="http://schemas.microsoft.com/office/drawing/2014/main" id="{F48DD416-1C5A-4878-384B-8BC4D2C63D90}"/>
                </a:ext>
              </a:extLst>
            </p:cNvPr>
            <p:cNvSpPr/>
            <p:nvPr/>
          </p:nvSpPr>
          <p:spPr>
            <a:xfrm>
              <a:off x="5908375"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14" name="Freeform: Shape 3613">
              <a:extLst>
                <a:ext uri="{FF2B5EF4-FFF2-40B4-BE49-F238E27FC236}">
                  <a16:creationId xmlns:a16="http://schemas.microsoft.com/office/drawing/2014/main" id="{36AC2CE1-5727-67E3-4CFC-8CFA01C3BA5F}"/>
                </a:ext>
              </a:extLst>
            </p:cNvPr>
            <p:cNvSpPr/>
            <p:nvPr/>
          </p:nvSpPr>
          <p:spPr>
            <a:xfrm>
              <a:off x="6022631"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15" name="Freeform: Shape 3614">
              <a:extLst>
                <a:ext uri="{FF2B5EF4-FFF2-40B4-BE49-F238E27FC236}">
                  <a16:creationId xmlns:a16="http://schemas.microsoft.com/office/drawing/2014/main" id="{77383CD3-2010-49BC-F3A6-E4CB8ED1ABAB}"/>
                </a:ext>
              </a:extLst>
            </p:cNvPr>
            <p:cNvSpPr/>
            <p:nvPr/>
          </p:nvSpPr>
          <p:spPr>
            <a:xfrm>
              <a:off x="6136886"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16" name="Freeform: Shape 3615">
              <a:extLst>
                <a:ext uri="{FF2B5EF4-FFF2-40B4-BE49-F238E27FC236}">
                  <a16:creationId xmlns:a16="http://schemas.microsoft.com/office/drawing/2014/main" id="{50987EDC-85C8-A77D-0FF0-4924009F6636}"/>
                </a:ext>
              </a:extLst>
            </p:cNvPr>
            <p:cNvSpPr/>
            <p:nvPr/>
          </p:nvSpPr>
          <p:spPr>
            <a:xfrm>
              <a:off x="6251142"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17" name="Freeform: Shape 3616">
              <a:extLst>
                <a:ext uri="{FF2B5EF4-FFF2-40B4-BE49-F238E27FC236}">
                  <a16:creationId xmlns:a16="http://schemas.microsoft.com/office/drawing/2014/main" id="{30CEBA24-CE49-BAF1-55ED-1C17EB38D94E}"/>
                </a:ext>
              </a:extLst>
            </p:cNvPr>
            <p:cNvSpPr/>
            <p:nvPr/>
          </p:nvSpPr>
          <p:spPr>
            <a:xfrm>
              <a:off x="6365398"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18" name="Freeform: Shape 3617">
              <a:extLst>
                <a:ext uri="{FF2B5EF4-FFF2-40B4-BE49-F238E27FC236}">
                  <a16:creationId xmlns:a16="http://schemas.microsoft.com/office/drawing/2014/main" id="{9DE3B275-0BDE-8C27-2176-585A21AC97C1}"/>
                </a:ext>
              </a:extLst>
            </p:cNvPr>
            <p:cNvSpPr/>
            <p:nvPr/>
          </p:nvSpPr>
          <p:spPr>
            <a:xfrm>
              <a:off x="6479610"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19" name="Freeform: Shape 3618">
              <a:extLst>
                <a:ext uri="{FF2B5EF4-FFF2-40B4-BE49-F238E27FC236}">
                  <a16:creationId xmlns:a16="http://schemas.microsoft.com/office/drawing/2014/main" id="{5F390694-28E5-E229-1D72-3CF5E952722F}"/>
                </a:ext>
              </a:extLst>
            </p:cNvPr>
            <p:cNvSpPr/>
            <p:nvPr/>
          </p:nvSpPr>
          <p:spPr>
            <a:xfrm>
              <a:off x="6593865"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20" name="Freeform: Shape 3619">
              <a:extLst>
                <a:ext uri="{FF2B5EF4-FFF2-40B4-BE49-F238E27FC236}">
                  <a16:creationId xmlns:a16="http://schemas.microsoft.com/office/drawing/2014/main" id="{1391CB22-5137-22F6-4A4B-4FD560EA0A76}"/>
                </a:ext>
              </a:extLst>
            </p:cNvPr>
            <p:cNvSpPr/>
            <p:nvPr/>
          </p:nvSpPr>
          <p:spPr>
            <a:xfrm>
              <a:off x="6708121" y="605949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21" name="Freeform: Shape 3620">
              <a:extLst>
                <a:ext uri="{FF2B5EF4-FFF2-40B4-BE49-F238E27FC236}">
                  <a16:creationId xmlns:a16="http://schemas.microsoft.com/office/drawing/2014/main" id="{C9C2A7B1-A331-DEFA-F38F-38D225220BA7}"/>
                </a:ext>
              </a:extLst>
            </p:cNvPr>
            <p:cNvSpPr/>
            <p:nvPr/>
          </p:nvSpPr>
          <p:spPr>
            <a:xfrm>
              <a:off x="6822377"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22" name="Freeform: Shape 3621">
              <a:extLst>
                <a:ext uri="{FF2B5EF4-FFF2-40B4-BE49-F238E27FC236}">
                  <a16:creationId xmlns:a16="http://schemas.microsoft.com/office/drawing/2014/main" id="{A86C58E4-0D45-BF4F-92E2-E53CD8D90540}"/>
                </a:ext>
              </a:extLst>
            </p:cNvPr>
            <p:cNvSpPr/>
            <p:nvPr/>
          </p:nvSpPr>
          <p:spPr>
            <a:xfrm>
              <a:off x="6936633"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23" name="Freeform: Shape 3622">
              <a:extLst>
                <a:ext uri="{FF2B5EF4-FFF2-40B4-BE49-F238E27FC236}">
                  <a16:creationId xmlns:a16="http://schemas.microsoft.com/office/drawing/2014/main" id="{CD9587D9-AC29-92F5-29F0-14D7E68F08F3}"/>
                </a:ext>
              </a:extLst>
            </p:cNvPr>
            <p:cNvSpPr/>
            <p:nvPr/>
          </p:nvSpPr>
          <p:spPr>
            <a:xfrm>
              <a:off x="7050888" y="605949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24" name="Freeform: Shape 3623">
              <a:extLst>
                <a:ext uri="{FF2B5EF4-FFF2-40B4-BE49-F238E27FC236}">
                  <a16:creationId xmlns:a16="http://schemas.microsoft.com/office/drawing/2014/main" id="{4717EC9C-9727-F935-F746-5F9122944183}"/>
                </a:ext>
              </a:extLst>
            </p:cNvPr>
            <p:cNvSpPr/>
            <p:nvPr/>
          </p:nvSpPr>
          <p:spPr>
            <a:xfrm>
              <a:off x="7165144"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25" name="Freeform: Shape 3624">
              <a:extLst>
                <a:ext uri="{FF2B5EF4-FFF2-40B4-BE49-F238E27FC236}">
                  <a16:creationId xmlns:a16="http://schemas.microsoft.com/office/drawing/2014/main" id="{9E586CEE-CF57-26DD-6262-06D846EF2C09}"/>
                </a:ext>
              </a:extLst>
            </p:cNvPr>
            <p:cNvSpPr/>
            <p:nvPr/>
          </p:nvSpPr>
          <p:spPr>
            <a:xfrm>
              <a:off x="2366578"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26" name="Freeform: Shape 3625">
              <a:extLst>
                <a:ext uri="{FF2B5EF4-FFF2-40B4-BE49-F238E27FC236}">
                  <a16:creationId xmlns:a16="http://schemas.microsoft.com/office/drawing/2014/main" id="{A42BF3F1-55AE-8686-1A1C-DD4A4A5F55EB}"/>
                </a:ext>
              </a:extLst>
            </p:cNvPr>
            <p:cNvSpPr/>
            <p:nvPr/>
          </p:nvSpPr>
          <p:spPr>
            <a:xfrm>
              <a:off x="2480790"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27" name="Freeform: Shape 3626">
              <a:extLst>
                <a:ext uri="{FF2B5EF4-FFF2-40B4-BE49-F238E27FC236}">
                  <a16:creationId xmlns:a16="http://schemas.microsoft.com/office/drawing/2014/main" id="{5C85AD6E-2B4A-FA4B-3B54-D0D6A2310480}"/>
                </a:ext>
              </a:extLst>
            </p:cNvPr>
            <p:cNvSpPr/>
            <p:nvPr/>
          </p:nvSpPr>
          <p:spPr>
            <a:xfrm>
              <a:off x="2595046"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28" name="Freeform: Shape 3627">
              <a:extLst>
                <a:ext uri="{FF2B5EF4-FFF2-40B4-BE49-F238E27FC236}">
                  <a16:creationId xmlns:a16="http://schemas.microsoft.com/office/drawing/2014/main" id="{9BF3C7CE-137B-E2EA-FE23-C5ED6E8BA475}"/>
                </a:ext>
              </a:extLst>
            </p:cNvPr>
            <p:cNvSpPr/>
            <p:nvPr/>
          </p:nvSpPr>
          <p:spPr>
            <a:xfrm>
              <a:off x="2709301"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29" name="Freeform: Shape 3628">
              <a:extLst>
                <a:ext uri="{FF2B5EF4-FFF2-40B4-BE49-F238E27FC236}">
                  <a16:creationId xmlns:a16="http://schemas.microsoft.com/office/drawing/2014/main" id="{ED1DBBD1-3F24-CC78-4CCF-B87619BA7BFF}"/>
                </a:ext>
              </a:extLst>
            </p:cNvPr>
            <p:cNvSpPr/>
            <p:nvPr/>
          </p:nvSpPr>
          <p:spPr>
            <a:xfrm>
              <a:off x="2823557"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30" name="Freeform: Shape 3629">
              <a:extLst>
                <a:ext uri="{FF2B5EF4-FFF2-40B4-BE49-F238E27FC236}">
                  <a16:creationId xmlns:a16="http://schemas.microsoft.com/office/drawing/2014/main" id="{F10A987F-4E13-B3F9-2164-92852F8FABA7}"/>
                </a:ext>
              </a:extLst>
            </p:cNvPr>
            <p:cNvSpPr/>
            <p:nvPr/>
          </p:nvSpPr>
          <p:spPr>
            <a:xfrm>
              <a:off x="2937813"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31" name="Freeform: Shape 3630">
              <a:extLst>
                <a:ext uri="{FF2B5EF4-FFF2-40B4-BE49-F238E27FC236}">
                  <a16:creationId xmlns:a16="http://schemas.microsoft.com/office/drawing/2014/main" id="{0C88C761-F074-D18C-06E4-658088F65B6A}"/>
                </a:ext>
              </a:extLst>
            </p:cNvPr>
            <p:cNvSpPr/>
            <p:nvPr/>
          </p:nvSpPr>
          <p:spPr>
            <a:xfrm>
              <a:off x="3052069"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32" name="Freeform: Shape 3631">
              <a:extLst>
                <a:ext uri="{FF2B5EF4-FFF2-40B4-BE49-F238E27FC236}">
                  <a16:creationId xmlns:a16="http://schemas.microsoft.com/office/drawing/2014/main" id="{7E7F0C3F-A21C-86AD-714E-6096CFA815CC}"/>
                </a:ext>
              </a:extLst>
            </p:cNvPr>
            <p:cNvSpPr/>
            <p:nvPr/>
          </p:nvSpPr>
          <p:spPr>
            <a:xfrm>
              <a:off x="3166325"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33" name="Freeform: Shape 3632">
              <a:extLst>
                <a:ext uri="{FF2B5EF4-FFF2-40B4-BE49-F238E27FC236}">
                  <a16:creationId xmlns:a16="http://schemas.microsoft.com/office/drawing/2014/main" id="{535C9DE9-7096-7D91-207D-8A1E77B89C43}"/>
                </a:ext>
              </a:extLst>
            </p:cNvPr>
            <p:cNvSpPr/>
            <p:nvPr/>
          </p:nvSpPr>
          <p:spPr>
            <a:xfrm>
              <a:off x="3280580"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34" name="Freeform: Shape 3633">
              <a:extLst>
                <a:ext uri="{FF2B5EF4-FFF2-40B4-BE49-F238E27FC236}">
                  <a16:creationId xmlns:a16="http://schemas.microsoft.com/office/drawing/2014/main" id="{67FECD9C-1BF0-D99C-4EB2-2FC6A7F88EA8}"/>
                </a:ext>
              </a:extLst>
            </p:cNvPr>
            <p:cNvSpPr/>
            <p:nvPr/>
          </p:nvSpPr>
          <p:spPr>
            <a:xfrm>
              <a:off x="3394836"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35" name="Freeform: Shape 3634">
              <a:extLst>
                <a:ext uri="{FF2B5EF4-FFF2-40B4-BE49-F238E27FC236}">
                  <a16:creationId xmlns:a16="http://schemas.microsoft.com/office/drawing/2014/main" id="{7A0B53C3-B24D-5D9F-D064-A0B8043E5E64}"/>
                </a:ext>
              </a:extLst>
            </p:cNvPr>
            <p:cNvSpPr/>
            <p:nvPr/>
          </p:nvSpPr>
          <p:spPr>
            <a:xfrm>
              <a:off x="3509092"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36" name="Freeform: Shape 3635">
              <a:extLst>
                <a:ext uri="{FF2B5EF4-FFF2-40B4-BE49-F238E27FC236}">
                  <a16:creationId xmlns:a16="http://schemas.microsoft.com/office/drawing/2014/main" id="{D83722C1-531E-4C27-B6F1-1F835153CA16}"/>
                </a:ext>
              </a:extLst>
            </p:cNvPr>
            <p:cNvSpPr/>
            <p:nvPr/>
          </p:nvSpPr>
          <p:spPr>
            <a:xfrm>
              <a:off x="3623348"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37" name="Freeform: Shape 3636">
              <a:extLst>
                <a:ext uri="{FF2B5EF4-FFF2-40B4-BE49-F238E27FC236}">
                  <a16:creationId xmlns:a16="http://schemas.microsoft.com/office/drawing/2014/main" id="{ECC37C64-6123-10B9-C69E-B614C7961D59}"/>
                </a:ext>
              </a:extLst>
            </p:cNvPr>
            <p:cNvSpPr/>
            <p:nvPr/>
          </p:nvSpPr>
          <p:spPr>
            <a:xfrm>
              <a:off x="3737603"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38" name="Freeform: Shape 3637">
              <a:extLst>
                <a:ext uri="{FF2B5EF4-FFF2-40B4-BE49-F238E27FC236}">
                  <a16:creationId xmlns:a16="http://schemas.microsoft.com/office/drawing/2014/main" id="{71EBFBA5-25E5-DF60-E81C-EE5EB317050F}"/>
                </a:ext>
              </a:extLst>
            </p:cNvPr>
            <p:cNvSpPr/>
            <p:nvPr/>
          </p:nvSpPr>
          <p:spPr>
            <a:xfrm>
              <a:off x="3851815"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39" name="Freeform: Shape 3638">
              <a:extLst>
                <a:ext uri="{FF2B5EF4-FFF2-40B4-BE49-F238E27FC236}">
                  <a16:creationId xmlns:a16="http://schemas.microsoft.com/office/drawing/2014/main" id="{61252306-9E3A-D387-8717-ACDDFCD68865}"/>
                </a:ext>
              </a:extLst>
            </p:cNvPr>
            <p:cNvSpPr/>
            <p:nvPr/>
          </p:nvSpPr>
          <p:spPr>
            <a:xfrm>
              <a:off x="3966071"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40" name="Freeform: Shape 3639">
              <a:extLst>
                <a:ext uri="{FF2B5EF4-FFF2-40B4-BE49-F238E27FC236}">
                  <a16:creationId xmlns:a16="http://schemas.microsoft.com/office/drawing/2014/main" id="{77195399-8A56-CF23-863D-C405B23EC435}"/>
                </a:ext>
              </a:extLst>
            </p:cNvPr>
            <p:cNvSpPr/>
            <p:nvPr/>
          </p:nvSpPr>
          <p:spPr>
            <a:xfrm>
              <a:off x="4080327"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41" name="Freeform: Shape 3640">
              <a:extLst>
                <a:ext uri="{FF2B5EF4-FFF2-40B4-BE49-F238E27FC236}">
                  <a16:creationId xmlns:a16="http://schemas.microsoft.com/office/drawing/2014/main" id="{163EF742-B274-D4D7-CF42-436C81AB59F8}"/>
                </a:ext>
              </a:extLst>
            </p:cNvPr>
            <p:cNvSpPr/>
            <p:nvPr/>
          </p:nvSpPr>
          <p:spPr>
            <a:xfrm>
              <a:off x="4194582"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42" name="Freeform: Shape 3641">
              <a:extLst>
                <a:ext uri="{FF2B5EF4-FFF2-40B4-BE49-F238E27FC236}">
                  <a16:creationId xmlns:a16="http://schemas.microsoft.com/office/drawing/2014/main" id="{880B634D-2EF1-A50E-36D9-58B65182739E}"/>
                </a:ext>
              </a:extLst>
            </p:cNvPr>
            <p:cNvSpPr/>
            <p:nvPr/>
          </p:nvSpPr>
          <p:spPr>
            <a:xfrm>
              <a:off x="4308838"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43" name="Freeform: Shape 3642">
              <a:extLst>
                <a:ext uri="{FF2B5EF4-FFF2-40B4-BE49-F238E27FC236}">
                  <a16:creationId xmlns:a16="http://schemas.microsoft.com/office/drawing/2014/main" id="{69456EF0-4251-9E51-6016-D73022A65BCF}"/>
                </a:ext>
              </a:extLst>
            </p:cNvPr>
            <p:cNvSpPr/>
            <p:nvPr/>
          </p:nvSpPr>
          <p:spPr>
            <a:xfrm>
              <a:off x="4423094"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44" name="Freeform: Shape 3643">
              <a:extLst>
                <a:ext uri="{FF2B5EF4-FFF2-40B4-BE49-F238E27FC236}">
                  <a16:creationId xmlns:a16="http://schemas.microsoft.com/office/drawing/2014/main" id="{2B6C3E46-28BA-9D15-2C42-AB81EEF70C1E}"/>
                </a:ext>
              </a:extLst>
            </p:cNvPr>
            <p:cNvSpPr/>
            <p:nvPr/>
          </p:nvSpPr>
          <p:spPr>
            <a:xfrm>
              <a:off x="4537350"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45" name="Freeform: Shape 3644">
              <a:extLst>
                <a:ext uri="{FF2B5EF4-FFF2-40B4-BE49-F238E27FC236}">
                  <a16:creationId xmlns:a16="http://schemas.microsoft.com/office/drawing/2014/main" id="{54ED25DA-33AC-38A5-67F6-0EEBF174E9B7}"/>
                </a:ext>
              </a:extLst>
            </p:cNvPr>
            <p:cNvSpPr/>
            <p:nvPr/>
          </p:nvSpPr>
          <p:spPr>
            <a:xfrm>
              <a:off x="4651605"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46" name="Freeform: Shape 3645">
              <a:extLst>
                <a:ext uri="{FF2B5EF4-FFF2-40B4-BE49-F238E27FC236}">
                  <a16:creationId xmlns:a16="http://schemas.microsoft.com/office/drawing/2014/main" id="{61CC6921-2551-F7D2-7CBC-43904D788B6B}"/>
                </a:ext>
              </a:extLst>
            </p:cNvPr>
            <p:cNvSpPr/>
            <p:nvPr/>
          </p:nvSpPr>
          <p:spPr>
            <a:xfrm>
              <a:off x="4765861"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47" name="Freeform: Shape 3646">
              <a:extLst>
                <a:ext uri="{FF2B5EF4-FFF2-40B4-BE49-F238E27FC236}">
                  <a16:creationId xmlns:a16="http://schemas.microsoft.com/office/drawing/2014/main" id="{BD5AB646-9817-8BE6-618B-9A7CD7840D6C}"/>
                </a:ext>
              </a:extLst>
            </p:cNvPr>
            <p:cNvSpPr/>
            <p:nvPr/>
          </p:nvSpPr>
          <p:spPr>
            <a:xfrm>
              <a:off x="4880117"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48" name="Freeform: Shape 3647">
              <a:extLst>
                <a:ext uri="{FF2B5EF4-FFF2-40B4-BE49-F238E27FC236}">
                  <a16:creationId xmlns:a16="http://schemas.microsoft.com/office/drawing/2014/main" id="{8E6312B7-FA89-BEA9-E17A-6A6554DBFEBD}"/>
                </a:ext>
              </a:extLst>
            </p:cNvPr>
            <p:cNvSpPr/>
            <p:nvPr/>
          </p:nvSpPr>
          <p:spPr>
            <a:xfrm>
              <a:off x="4994373"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49" name="Freeform: Shape 3648">
              <a:extLst>
                <a:ext uri="{FF2B5EF4-FFF2-40B4-BE49-F238E27FC236}">
                  <a16:creationId xmlns:a16="http://schemas.microsoft.com/office/drawing/2014/main" id="{AF6FE68A-6A7B-6548-DF13-82F6018B53B5}"/>
                </a:ext>
              </a:extLst>
            </p:cNvPr>
            <p:cNvSpPr/>
            <p:nvPr/>
          </p:nvSpPr>
          <p:spPr>
            <a:xfrm>
              <a:off x="5108629"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50" name="Freeform: Shape 3649">
              <a:extLst>
                <a:ext uri="{FF2B5EF4-FFF2-40B4-BE49-F238E27FC236}">
                  <a16:creationId xmlns:a16="http://schemas.microsoft.com/office/drawing/2014/main" id="{546C9203-EDC1-2C59-A3AF-FDA2A7FD535D}"/>
                </a:ext>
              </a:extLst>
            </p:cNvPr>
            <p:cNvSpPr/>
            <p:nvPr/>
          </p:nvSpPr>
          <p:spPr>
            <a:xfrm>
              <a:off x="5222840"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51" name="Freeform: Shape 3650">
              <a:extLst>
                <a:ext uri="{FF2B5EF4-FFF2-40B4-BE49-F238E27FC236}">
                  <a16:creationId xmlns:a16="http://schemas.microsoft.com/office/drawing/2014/main" id="{5D4765BE-31A0-52D5-56CD-25DEB36687DF}"/>
                </a:ext>
              </a:extLst>
            </p:cNvPr>
            <p:cNvSpPr/>
            <p:nvPr/>
          </p:nvSpPr>
          <p:spPr>
            <a:xfrm>
              <a:off x="5337096"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52" name="Freeform: Shape 3651">
              <a:extLst>
                <a:ext uri="{FF2B5EF4-FFF2-40B4-BE49-F238E27FC236}">
                  <a16:creationId xmlns:a16="http://schemas.microsoft.com/office/drawing/2014/main" id="{FB6E1481-A3A3-9188-FAFA-42D47D326BCE}"/>
                </a:ext>
              </a:extLst>
            </p:cNvPr>
            <p:cNvSpPr/>
            <p:nvPr/>
          </p:nvSpPr>
          <p:spPr>
            <a:xfrm>
              <a:off x="5451352"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53" name="Freeform: Shape 3652">
              <a:extLst>
                <a:ext uri="{FF2B5EF4-FFF2-40B4-BE49-F238E27FC236}">
                  <a16:creationId xmlns:a16="http://schemas.microsoft.com/office/drawing/2014/main" id="{B05E9EFD-8D95-25DE-C1B6-F034675CE985}"/>
                </a:ext>
              </a:extLst>
            </p:cNvPr>
            <p:cNvSpPr/>
            <p:nvPr/>
          </p:nvSpPr>
          <p:spPr>
            <a:xfrm>
              <a:off x="5565608"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54" name="Freeform: Shape 3653">
              <a:extLst>
                <a:ext uri="{FF2B5EF4-FFF2-40B4-BE49-F238E27FC236}">
                  <a16:creationId xmlns:a16="http://schemas.microsoft.com/office/drawing/2014/main" id="{F4477A79-C2DB-323A-29DD-BD1B85F2D486}"/>
                </a:ext>
              </a:extLst>
            </p:cNvPr>
            <p:cNvSpPr/>
            <p:nvPr/>
          </p:nvSpPr>
          <p:spPr>
            <a:xfrm>
              <a:off x="5679863"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55" name="Freeform: Shape 3654">
              <a:extLst>
                <a:ext uri="{FF2B5EF4-FFF2-40B4-BE49-F238E27FC236}">
                  <a16:creationId xmlns:a16="http://schemas.microsoft.com/office/drawing/2014/main" id="{7288A3FA-93AB-3B78-FE27-BC0B3A4A01AF}"/>
                </a:ext>
              </a:extLst>
            </p:cNvPr>
            <p:cNvSpPr/>
            <p:nvPr/>
          </p:nvSpPr>
          <p:spPr>
            <a:xfrm>
              <a:off x="5794119"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56" name="Freeform: Shape 3655">
              <a:extLst>
                <a:ext uri="{FF2B5EF4-FFF2-40B4-BE49-F238E27FC236}">
                  <a16:creationId xmlns:a16="http://schemas.microsoft.com/office/drawing/2014/main" id="{32553199-F03C-8D9D-4B6D-7DABB9844E72}"/>
                </a:ext>
              </a:extLst>
            </p:cNvPr>
            <p:cNvSpPr/>
            <p:nvPr/>
          </p:nvSpPr>
          <p:spPr>
            <a:xfrm>
              <a:off x="5908375"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57" name="Freeform: Shape 3656">
              <a:extLst>
                <a:ext uri="{FF2B5EF4-FFF2-40B4-BE49-F238E27FC236}">
                  <a16:creationId xmlns:a16="http://schemas.microsoft.com/office/drawing/2014/main" id="{D7D61B6D-7143-6016-232F-2777568E40B2}"/>
                </a:ext>
              </a:extLst>
            </p:cNvPr>
            <p:cNvSpPr/>
            <p:nvPr/>
          </p:nvSpPr>
          <p:spPr>
            <a:xfrm>
              <a:off x="6022631"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58" name="Freeform: Shape 3657">
              <a:extLst>
                <a:ext uri="{FF2B5EF4-FFF2-40B4-BE49-F238E27FC236}">
                  <a16:creationId xmlns:a16="http://schemas.microsoft.com/office/drawing/2014/main" id="{112D1D3F-8AE4-693A-4349-AB836A3E4DB0}"/>
                </a:ext>
              </a:extLst>
            </p:cNvPr>
            <p:cNvSpPr/>
            <p:nvPr/>
          </p:nvSpPr>
          <p:spPr>
            <a:xfrm>
              <a:off x="6136886"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59" name="Freeform: Shape 3658">
              <a:extLst>
                <a:ext uri="{FF2B5EF4-FFF2-40B4-BE49-F238E27FC236}">
                  <a16:creationId xmlns:a16="http://schemas.microsoft.com/office/drawing/2014/main" id="{00E428B9-D023-99D6-8D40-05BDCFF3D83B}"/>
                </a:ext>
              </a:extLst>
            </p:cNvPr>
            <p:cNvSpPr/>
            <p:nvPr/>
          </p:nvSpPr>
          <p:spPr>
            <a:xfrm>
              <a:off x="6251142"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60" name="Freeform: Shape 3659">
              <a:extLst>
                <a:ext uri="{FF2B5EF4-FFF2-40B4-BE49-F238E27FC236}">
                  <a16:creationId xmlns:a16="http://schemas.microsoft.com/office/drawing/2014/main" id="{298C2BF4-8606-62CD-5EF2-809C3774BB2F}"/>
                </a:ext>
              </a:extLst>
            </p:cNvPr>
            <p:cNvSpPr/>
            <p:nvPr/>
          </p:nvSpPr>
          <p:spPr>
            <a:xfrm>
              <a:off x="6365398"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61" name="Freeform: Shape 3660">
              <a:extLst>
                <a:ext uri="{FF2B5EF4-FFF2-40B4-BE49-F238E27FC236}">
                  <a16:creationId xmlns:a16="http://schemas.microsoft.com/office/drawing/2014/main" id="{37A20B00-09FF-DCCC-FAD6-69F055EFD91B}"/>
                </a:ext>
              </a:extLst>
            </p:cNvPr>
            <p:cNvSpPr/>
            <p:nvPr/>
          </p:nvSpPr>
          <p:spPr>
            <a:xfrm>
              <a:off x="6479610"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62" name="Freeform: Shape 3661">
              <a:extLst>
                <a:ext uri="{FF2B5EF4-FFF2-40B4-BE49-F238E27FC236}">
                  <a16:creationId xmlns:a16="http://schemas.microsoft.com/office/drawing/2014/main" id="{1FDFC5ED-DB2E-C167-5679-3BBA93DD19BD}"/>
                </a:ext>
              </a:extLst>
            </p:cNvPr>
            <p:cNvSpPr/>
            <p:nvPr/>
          </p:nvSpPr>
          <p:spPr>
            <a:xfrm>
              <a:off x="6593865"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63" name="Freeform: Shape 3662">
              <a:extLst>
                <a:ext uri="{FF2B5EF4-FFF2-40B4-BE49-F238E27FC236}">
                  <a16:creationId xmlns:a16="http://schemas.microsoft.com/office/drawing/2014/main" id="{E0C24281-3142-86A3-5DC4-D22320ED44C0}"/>
                </a:ext>
              </a:extLst>
            </p:cNvPr>
            <p:cNvSpPr/>
            <p:nvPr/>
          </p:nvSpPr>
          <p:spPr>
            <a:xfrm>
              <a:off x="6708121" y="617374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64" name="Freeform: Shape 3663">
              <a:extLst>
                <a:ext uri="{FF2B5EF4-FFF2-40B4-BE49-F238E27FC236}">
                  <a16:creationId xmlns:a16="http://schemas.microsoft.com/office/drawing/2014/main" id="{E11438EB-C13D-8FE9-B84B-BCDCF26D24D1}"/>
                </a:ext>
              </a:extLst>
            </p:cNvPr>
            <p:cNvSpPr/>
            <p:nvPr/>
          </p:nvSpPr>
          <p:spPr>
            <a:xfrm>
              <a:off x="6822377"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65" name="Freeform: Shape 3664">
              <a:extLst>
                <a:ext uri="{FF2B5EF4-FFF2-40B4-BE49-F238E27FC236}">
                  <a16:creationId xmlns:a16="http://schemas.microsoft.com/office/drawing/2014/main" id="{9753A3C8-7946-A998-0E66-1695DBD11D74}"/>
                </a:ext>
              </a:extLst>
            </p:cNvPr>
            <p:cNvSpPr/>
            <p:nvPr/>
          </p:nvSpPr>
          <p:spPr>
            <a:xfrm>
              <a:off x="6936633"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66" name="Freeform: Shape 3665">
              <a:extLst>
                <a:ext uri="{FF2B5EF4-FFF2-40B4-BE49-F238E27FC236}">
                  <a16:creationId xmlns:a16="http://schemas.microsoft.com/office/drawing/2014/main" id="{31BE3598-5985-C107-ECA5-BBB66016D7F7}"/>
                </a:ext>
              </a:extLst>
            </p:cNvPr>
            <p:cNvSpPr/>
            <p:nvPr/>
          </p:nvSpPr>
          <p:spPr>
            <a:xfrm>
              <a:off x="7050888" y="617374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67" name="Freeform: Shape 3666">
              <a:extLst>
                <a:ext uri="{FF2B5EF4-FFF2-40B4-BE49-F238E27FC236}">
                  <a16:creationId xmlns:a16="http://schemas.microsoft.com/office/drawing/2014/main" id="{23652C96-01D5-99CB-2F16-916F7F0151E4}"/>
                </a:ext>
              </a:extLst>
            </p:cNvPr>
            <p:cNvSpPr/>
            <p:nvPr/>
          </p:nvSpPr>
          <p:spPr>
            <a:xfrm>
              <a:off x="7165144"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68" name="Freeform: Shape 3667">
              <a:extLst>
                <a:ext uri="{FF2B5EF4-FFF2-40B4-BE49-F238E27FC236}">
                  <a16:creationId xmlns:a16="http://schemas.microsoft.com/office/drawing/2014/main" id="{A22948E6-326D-8FDF-15E2-191F87E674F6}"/>
                </a:ext>
              </a:extLst>
            </p:cNvPr>
            <p:cNvSpPr/>
            <p:nvPr/>
          </p:nvSpPr>
          <p:spPr>
            <a:xfrm>
              <a:off x="2366578"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69" name="Freeform: Shape 3668">
              <a:extLst>
                <a:ext uri="{FF2B5EF4-FFF2-40B4-BE49-F238E27FC236}">
                  <a16:creationId xmlns:a16="http://schemas.microsoft.com/office/drawing/2014/main" id="{6E9A753A-63FA-AA21-4300-C7060A8D81F0}"/>
                </a:ext>
              </a:extLst>
            </p:cNvPr>
            <p:cNvSpPr/>
            <p:nvPr/>
          </p:nvSpPr>
          <p:spPr>
            <a:xfrm>
              <a:off x="2480790"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70" name="Freeform: Shape 3669">
              <a:extLst>
                <a:ext uri="{FF2B5EF4-FFF2-40B4-BE49-F238E27FC236}">
                  <a16:creationId xmlns:a16="http://schemas.microsoft.com/office/drawing/2014/main" id="{9901BACA-8167-B87C-46AC-774CF0476426}"/>
                </a:ext>
              </a:extLst>
            </p:cNvPr>
            <p:cNvSpPr/>
            <p:nvPr/>
          </p:nvSpPr>
          <p:spPr>
            <a:xfrm>
              <a:off x="2595046"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71" name="Freeform: Shape 3670">
              <a:extLst>
                <a:ext uri="{FF2B5EF4-FFF2-40B4-BE49-F238E27FC236}">
                  <a16:creationId xmlns:a16="http://schemas.microsoft.com/office/drawing/2014/main" id="{95EFAF28-4797-8FBD-E439-48F5D859C871}"/>
                </a:ext>
              </a:extLst>
            </p:cNvPr>
            <p:cNvSpPr/>
            <p:nvPr/>
          </p:nvSpPr>
          <p:spPr>
            <a:xfrm>
              <a:off x="2709301"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72" name="Freeform: Shape 3671">
              <a:extLst>
                <a:ext uri="{FF2B5EF4-FFF2-40B4-BE49-F238E27FC236}">
                  <a16:creationId xmlns:a16="http://schemas.microsoft.com/office/drawing/2014/main" id="{5D049F2A-51E0-221C-7784-9F83B68986DB}"/>
                </a:ext>
              </a:extLst>
            </p:cNvPr>
            <p:cNvSpPr/>
            <p:nvPr/>
          </p:nvSpPr>
          <p:spPr>
            <a:xfrm>
              <a:off x="2823557"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73" name="Freeform: Shape 3672">
              <a:extLst>
                <a:ext uri="{FF2B5EF4-FFF2-40B4-BE49-F238E27FC236}">
                  <a16:creationId xmlns:a16="http://schemas.microsoft.com/office/drawing/2014/main" id="{497B02A5-2B90-3736-8E23-A588AEBD79E8}"/>
                </a:ext>
              </a:extLst>
            </p:cNvPr>
            <p:cNvSpPr/>
            <p:nvPr/>
          </p:nvSpPr>
          <p:spPr>
            <a:xfrm>
              <a:off x="2937813"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74" name="Freeform: Shape 3673">
              <a:extLst>
                <a:ext uri="{FF2B5EF4-FFF2-40B4-BE49-F238E27FC236}">
                  <a16:creationId xmlns:a16="http://schemas.microsoft.com/office/drawing/2014/main" id="{DD1640A4-72A4-F4FE-480D-D4BC89C68BD7}"/>
                </a:ext>
              </a:extLst>
            </p:cNvPr>
            <p:cNvSpPr/>
            <p:nvPr/>
          </p:nvSpPr>
          <p:spPr>
            <a:xfrm>
              <a:off x="3052069"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75" name="Freeform: Shape 3674">
              <a:extLst>
                <a:ext uri="{FF2B5EF4-FFF2-40B4-BE49-F238E27FC236}">
                  <a16:creationId xmlns:a16="http://schemas.microsoft.com/office/drawing/2014/main" id="{B4A72672-292A-77BA-BDF3-0FD374A9A20F}"/>
                </a:ext>
              </a:extLst>
            </p:cNvPr>
            <p:cNvSpPr/>
            <p:nvPr/>
          </p:nvSpPr>
          <p:spPr>
            <a:xfrm>
              <a:off x="3166325"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76" name="Freeform: Shape 3675">
              <a:extLst>
                <a:ext uri="{FF2B5EF4-FFF2-40B4-BE49-F238E27FC236}">
                  <a16:creationId xmlns:a16="http://schemas.microsoft.com/office/drawing/2014/main" id="{A40E8B91-FB08-BB57-ED35-B48415207AE5}"/>
                </a:ext>
              </a:extLst>
            </p:cNvPr>
            <p:cNvSpPr/>
            <p:nvPr/>
          </p:nvSpPr>
          <p:spPr>
            <a:xfrm>
              <a:off x="3280580"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77" name="Freeform: Shape 3676">
              <a:extLst>
                <a:ext uri="{FF2B5EF4-FFF2-40B4-BE49-F238E27FC236}">
                  <a16:creationId xmlns:a16="http://schemas.microsoft.com/office/drawing/2014/main" id="{F84F36D5-A572-875F-A9FD-3D21D2FBD0A2}"/>
                </a:ext>
              </a:extLst>
            </p:cNvPr>
            <p:cNvSpPr/>
            <p:nvPr/>
          </p:nvSpPr>
          <p:spPr>
            <a:xfrm>
              <a:off x="3394836"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78" name="Freeform: Shape 3677">
              <a:extLst>
                <a:ext uri="{FF2B5EF4-FFF2-40B4-BE49-F238E27FC236}">
                  <a16:creationId xmlns:a16="http://schemas.microsoft.com/office/drawing/2014/main" id="{221FAA2A-14AB-512E-6553-1E70470A892C}"/>
                </a:ext>
              </a:extLst>
            </p:cNvPr>
            <p:cNvSpPr/>
            <p:nvPr/>
          </p:nvSpPr>
          <p:spPr>
            <a:xfrm>
              <a:off x="3509092"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79" name="Freeform: Shape 3678">
              <a:extLst>
                <a:ext uri="{FF2B5EF4-FFF2-40B4-BE49-F238E27FC236}">
                  <a16:creationId xmlns:a16="http://schemas.microsoft.com/office/drawing/2014/main" id="{66995A06-E482-36C2-CB0D-0E3314266853}"/>
                </a:ext>
              </a:extLst>
            </p:cNvPr>
            <p:cNvSpPr/>
            <p:nvPr/>
          </p:nvSpPr>
          <p:spPr>
            <a:xfrm>
              <a:off x="3623348"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80" name="Freeform: Shape 3679">
              <a:extLst>
                <a:ext uri="{FF2B5EF4-FFF2-40B4-BE49-F238E27FC236}">
                  <a16:creationId xmlns:a16="http://schemas.microsoft.com/office/drawing/2014/main" id="{80D5893B-4DD3-A981-354A-5F4C4367E190}"/>
                </a:ext>
              </a:extLst>
            </p:cNvPr>
            <p:cNvSpPr/>
            <p:nvPr/>
          </p:nvSpPr>
          <p:spPr>
            <a:xfrm>
              <a:off x="3737603"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81" name="Freeform: Shape 3680">
              <a:extLst>
                <a:ext uri="{FF2B5EF4-FFF2-40B4-BE49-F238E27FC236}">
                  <a16:creationId xmlns:a16="http://schemas.microsoft.com/office/drawing/2014/main" id="{0842D692-DA45-71BD-8726-64BC24A2BCE5}"/>
                </a:ext>
              </a:extLst>
            </p:cNvPr>
            <p:cNvSpPr/>
            <p:nvPr/>
          </p:nvSpPr>
          <p:spPr>
            <a:xfrm>
              <a:off x="3851815"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82" name="Freeform: Shape 3681">
              <a:extLst>
                <a:ext uri="{FF2B5EF4-FFF2-40B4-BE49-F238E27FC236}">
                  <a16:creationId xmlns:a16="http://schemas.microsoft.com/office/drawing/2014/main" id="{6B8BFDB7-C8FD-533F-7CCF-A319CB106683}"/>
                </a:ext>
              </a:extLst>
            </p:cNvPr>
            <p:cNvSpPr/>
            <p:nvPr/>
          </p:nvSpPr>
          <p:spPr>
            <a:xfrm>
              <a:off x="3966071"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83" name="Freeform: Shape 3682">
              <a:extLst>
                <a:ext uri="{FF2B5EF4-FFF2-40B4-BE49-F238E27FC236}">
                  <a16:creationId xmlns:a16="http://schemas.microsoft.com/office/drawing/2014/main" id="{767A0663-6A14-6FFE-11D8-2C7C7A7B0D58}"/>
                </a:ext>
              </a:extLst>
            </p:cNvPr>
            <p:cNvSpPr/>
            <p:nvPr/>
          </p:nvSpPr>
          <p:spPr>
            <a:xfrm>
              <a:off x="4080327"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84" name="Freeform: Shape 3683">
              <a:extLst>
                <a:ext uri="{FF2B5EF4-FFF2-40B4-BE49-F238E27FC236}">
                  <a16:creationId xmlns:a16="http://schemas.microsoft.com/office/drawing/2014/main" id="{B3885BD1-E317-98C2-B837-51FDDAE5B607}"/>
                </a:ext>
              </a:extLst>
            </p:cNvPr>
            <p:cNvSpPr/>
            <p:nvPr/>
          </p:nvSpPr>
          <p:spPr>
            <a:xfrm>
              <a:off x="4194582"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85" name="Freeform: Shape 3684">
              <a:extLst>
                <a:ext uri="{FF2B5EF4-FFF2-40B4-BE49-F238E27FC236}">
                  <a16:creationId xmlns:a16="http://schemas.microsoft.com/office/drawing/2014/main" id="{94C68E1A-D027-A039-EDAB-AF6998FD4E8C}"/>
                </a:ext>
              </a:extLst>
            </p:cNvPr>
            <p:cNvSpPr/>
            <p:nvPr/>
          </p:nvSpPr>
          <p:spPr>
            <a:xfrm>
              <a:off x="4308838"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86" name="Freeform: Shape 3685">
              <a:extLst>
                <a:ext uri="{FF2B5EF4-FFF2-40B4-BE49-F238E27FC236}">
                  <a16:creationId xmlns:a16="http://schemas.microsoft.com/office/drawing/2014/main" id="{7CD35207-8259-2AAF-2BFB-9C1EDBEB9AF9}"/>
                </a:ext>
              </a:extLst>
            </p:cNvPr>
            <p:cNvSpPr/>
            <p:nvPr/>
          </p:nvSpPr>
          <p:spPr>
            <a:xfrm>
              <a:off x="4423094"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87" name="Freeform: Shape 3686">
              <a:extLst>
                <a:ext uri="{FF2B5EF4-FFF2-40B4-BE49-F238E27FC236}">
                  <a16:creationId xmlns:a16="http://schemas.microsoft.com/office/drawing/2014/main" id="{DEE9243B-BC2F-648D-01C2-5BCDD5F0ACD9}"/>
                </a:ext>
              </a:extLst>
            </p:cNvPr>
            <p:cNvSpPr/>
            <p:nvPr/>
          </p:nvSpPr>
          <p:spPr>
            <a:xfrm>
              <a:off x="4537350"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88" name="Freeform: Shape 3687">
              <a:extLst>
                <a:ext uri="{FF2B5EF4-FFF2-40B4-BE49-F238E27FC236}">
                  <a16:creationId xmlns:a16="http://schemas.microsoft.com/office/drawing/2014/main" id="{2883EB27-8887-66A5-068B-8FB46237085F}"/>
                </a:ext>
              </a:extLst>
            </p:cNvPr>
            <p:cNvSpPr/>
            <p:nvPr/>
          </p:nvSpPr>
          <p:spPr>
            <a:xfrm>
              <a:off x="4651605"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89" name="Freeform: Shape 3688">
              <a:extLst>
                <a:ext uri="{FF2B5EF4-FFF2-40B4-BE49-F238E27FC236}">
                  <a16:creationId xmlns:a16="http://schemas.microsoft.com/office/drawing/2014/main" id="{721DC38C-306A-F61A-4BA0-02245B45B70E}"/>
                </a:ext>
              </a:extLst>
            </p:cNvPr>
            <p:cNvSpPr/>
            <p:nvPr/>
          </p:nvSpPr>
          <p:spPr>
            <a:xfrm>
              <a:off x="4765861"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90" name="Freeform: Shape 3689">
              <a:extLst>
                <a:ext uri="{FF2B5EF4-FFF2-40B4-BE49-F238E27FC236}">
                  <a16:creationId xmlns:a16="http://schemas.microsoft.com/office/drawing/2014/main" id="{040F18DE-23BE-B60D-3BF7-110FE77E5221}"/>
                </a:ext>
              </a:extLst>
            </p:cNvPr>
            <p:cNvSpPr/>
            <p:nvPr/>
          </p:nvSpPr>
          <p:spPr>
            <a:xfrm>
              <a:off x="4880117"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91" name="Freeform: Shape 3690">
              <a:extLst>
                <a:ext uri="{FF2B5EF4-FFF2-40B4-BE49-F238E27FC236}">
                  <a16:creationId xmlns:a16="http://schemas.microsoft.com/office/drawing/2014/main" id="{1CAF9180-5046-7945-5AD3-8B67B7394E27}"/>
                </a:ext>
              </a:extLst>
            </p:cNvPr>
            <p:cNvSpPr/>
            <p:nvPr/>
          </p:nvSpPr>
          <p:spPr>
            <a:xfrm>
              <a:off x="4994373"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92" name="Freeform: Shape 3691">
              <a:extLst>
                <a:ext uri="{FF2B5EF4-FFF2-40B4-BE49-F238E27FC236}">
                  <a16:creationId xmlns:a16="http://schemas.microsoft.com/office/drawing/2014/main" id="{D6E55DB6-044E-99DB-CD11-0FBFE824D91A}"/>
                </a:ext>
              </a:extLst>
            </p:cNvPr>
            <p:cNvSpPr/>
            <p:nvPr/>
          </p:nvSpPr>
          <p:spPr>
            <a:xfrm>
              <a:off x="5108629"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93" name="Freeform: Shape 3692">
              <a:extLst>
                <a:ext uri="{FF2B5EF4-FFF2-40B4-BE49-F238E27FC236}">
                  <a16:creationId xmlns:a16="http://schemas.microsoft.com/office/drawing/2014/main" id="{B412654F-BE9E-28B5-0CA5-0734881842C4}"/>
                </a:ext>
              </a:extLst>
            </p:cNvPr>
            <p:cNvSpPr/>
            <p:nvPr/>
          </p:nvSpPr>
          <p:spPr>
            <a:xfrm>
              <a:off x="5222840"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94" name="Freeform: Shape 3693">
              <a:extLst>
                <a:ext uri="{FF2B5EF4-FFF2-40B4-BE49-F238E27FC236}">
                  <a16:creationId xmlns:a16="http://schemas.microsoft.com/office/drawing/2014/main" id="{BA7A864E-3678-4568-BD67-38AAB40B1A87}"/>
                </a:ext>
              </a:extLst>
            </p:cNvPr>
            <p:cNvSpPr/>
            <p:nvPr/>
          </p:nvSpPr>
          <p:spPr>
            <a:xfrm>
              <a:off x="5337096"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95" name="Freeform: Shape 3694">
              <a:extLst>
                <a:ext uri="{FF2B5EF4-FFF2-40B4-BE49-F238E27FC236}">
                  <a16:creationId xmlns:a16="http://schemas.microsoft.com/office/drawing/2014/main" id="{48E41EDC-B6D5-E67D-E28A-5799602FF70F}"/>
                </a:ext>
              </a:extLst>
            </p:cNvPr>
            <p:cNvSpPr/>
            <p:nvPr/>
          </p:nvSpPr>
          <p:spPr>
            <a:xfrm>
              <a:off x="5451352"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96" name="Freeform: Shape 3695">
              <a:extLst>
                <a:ext uri="{FF2B5EF4-FFF2-40B4-BE49-F238E27FC236}">
                  <a16:creationId xmlns:a16="http://schemas.microsoft.com/office/drawing/2014/main" id="{3C8BFF9E-4135-7FF3-EACB-CDD7DAAAA9B7}"/>
                </a:ext>
              </a:extLst>
            </p:cNvPr>
            <p:cNvSpPr/>
            <p:nvPr/>
          </p:nvSpPr>
          <p:spPr>
            <a:xfrm>
              <a:off x="5565608"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97" name="Freeform: Shape 3696">
              <a:extLst>
                <a:ext uri="{FF2B5EF4-FFF2-40B4-BE49-F238E27FC236}">
                  <a16:creationId xmlns:a16="http://schemas.microsoft.com/office/drawing/2014/main" id="{658C9DE7-CE28-F22C-33F5-7B7365FDE9EB}"/>
                </a:ext>
              </a:extLst>
            </p:cNvPr>
            <p:cNvSpPr/>
            <p:nvPr/>
          </p:nvSpPr>
          <p:spPr>
            <a:xfrm>
              <a:off x="5679863"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98" name="Freeform: Shape 3697">
              <a:extLst>
                <a:ext uri="{FF2B5EF4-FFF2-40B4-BE49-F238E27FC236}">
                  <a16:creationId xmlns:a16="http://schemas.microsoft.com/office/drawing/2014/main" id="{202815D6-CC6D-8FD5-D548-B867F9E2C8CF}"/>
                </a:ext>
              </a:extLst>
            </p:cNvPr>
            <p:cNvSpPr/>
            <p:nvPr/>
          </p:nvSpPr>
          <p:spPr>
            <a:xfrm>
              <a:off x="5794119"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99" name="Freeform: Shape 3698">
              <a:extLst>
                <a:ext uri="{FF2B5EF4-FFF2-40B4-BE49-F238E27FC236}">
                  <a16:creationId xmlns:a16="http://schemas.microsoft.com/office/drawing/2014/main" id="{A1F37A5D-41E0-2074-BBCC-2F9ED058857D}"/>
                </a:ext>
              </a:extLst>
            </p:cNvPr>
            <p:cNvSpPr/>
            <p:nvPr/>
          </p:nvSpPr>
          <p:spPr>
            <a:xfrm>
              <a:off x="5908375"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700" name="Freeform: Shape 3699">
              <a:extLst>
                <a:ext uri="{FF2B5EF4-FFF2-40B4-BE49-F238E27FC236}">
                  <a16:creationId xmlns:a16="http://schemas.microsoft.com/office/drawing/2014/main" id="{851968FD-BFF4-4C5F-A2E2-660BD8A4241A}"/>
                </a:ext>
              </a:extLst>
            </p:cNvPr>
            <p:cNvSpPr/>
            <p:nvPr/>
          </p:nvSpPr>
          <p:spPr>
            <a:xfrm>
              <a:off x="6022631"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701" name="Freeform: Shape 3700">
              <a:extLst>
                <a:ext uri="{FF2B5EF4-FFF2-40B4-BE49-F238E27FC236}">
                  <a16:creationId xmlns:a16="http://schemas.microsoft.com/office/drawing/2014/main" id="{A953D20E-0081-CD79-8ED0-10311667A42E}"/>
                </a:ext>
              </a:extLst>
            </p:cNvPr>
            <p:cNvSpPr/>
            <p:nvPr/>
          </p:nvSpPr>
          <p:spPr>
            <a:xfrm>
              <a:off x="6136886"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702" name="Freeform: Shape 3701">
              <a:extLst>
                <a:ext uri="{FF2B5EF4-FFF2-40B4-BE49-F238E27FC236}">
                  <a16:creationId xmlns:a16="http://schemas.microsoft.com/office/drawing/2014/main" id="{D8A2669E-89A5-52E7-AAD3-17C3B7D7E46A}"/>
                </a:ext>
              </a:extLst>
            </p:cNvPr>
            <p:cNvSpPr/>
            <p:nvPr/>
          </p:nvSpPr>
          <p:spPr>
            <a:xfrm>
              <a:off x="6251142"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703" name="Freeform: Shape 3702">
              <a:extLst>
                <a:ext uri="{FF2B5EF4-FFF2-40B4-BE49-F238E27FC236}">
                  <a16:creationId xmlns:a16="http://schemas.microsoft.com/office/drawing/2014/main" id="{8667435E-3D53-C47C-A0DF-2ABC1D388FB3}"/>
                </a:ext>
              </a:extLst>
            </p:cNvPr>
            <p:cNvSpPr/>
            <p:nvPr/>
          </p:nvSpPr>
          <p:spPr>
            <a:xfrm>
              <a:off x="6365398"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704" name="Freeform: Shape 3703">
              <a:extLst>
                <a:ext uri="{FF2B5EF4-FFF2-40B4-BE49-F238E27FC236}">
                  <a16:creationId xmlns:a16="http://schemas.microsoft.com/office/drawing/2014/main" id="{DF825348-9273-CE0F-1A2A-D856C6D15F85}"/>
                </a:ext>
              </a:extLst>
            </p:cNvPr>
            <p:cNvSpPr/>
            <p:nvPr/>
          </p:nvSpPr>
          <p:spPr>
            <a:xfrm>
              <a:off x="6479610"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705" name="Freeform: Shape 3704">
              <a:extLst>
                <a:ext uri="{FF2B5EF4-FFF2-40B4-BE49-F238E27FC236}">
                  <a16:creationId xmlns:a16="http://schemas.microsoft.com/office/drawing/2014/main" id="{2D767BD5-FE82-EDDA-0AB6-948CD051A51B}"/>
                </a:ext>
              </a:extLst>
            </p:cNvPr>
            <p:cNvSpPr/>
            <p:nvPr/>
          </p:nvSpPr>
          <p:spPr>
            <a:xfrm>
              <a:off x="6593865"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706" name="Freeform: Shape 3705">
              <a:extLst>
                <a:ext uri="{FF2B5EF4-FFF2-40B4-BE49-F238E27FC236}">
                  <a16:creationId xmlns:a16="http://schemas.microsoft.com/office/drawing/2014/main" id="{35595CBB-3C76-9B48-BBCD-7D4FFB8DAE91}"/>
                </a:ext>
              </a:extLst>
            </p:cNvPr>
            <p:cNvSpPr/>
            <p:nvPr/>
          </p:nvSpPr>
          <p:spPr>
            <a:xfrm>
              <a:off x="6708121" y="6288003"/>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707" name="Freeform: Shape 3706">
              <a:extLst>
                <a:ext uri="{FF2B5EF4-FFF2-40B4-BE49-F238E27FC236}">
                  <a16:creationId xmlns:a16="http://schemas.microsoft.com/office/drawing/2014/main" id="{16007C7F-BCDB-9A8E-C32B-046A45946C15}"/>
                </a:ext>
              </a:extLst>
            </p:cNvPr>
            <p:cNvSpPr/>
            <p:nvPr/>
          </p:nvSpPr>
          <p:spPr>
            <a:xfrm>
              <a:off x="6822377"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708" name="Freeform: Shape 3707">
              <a:extLst>
                <a:ext uri="{FF2B5EF4-FFF2-40B4-BE49-F238E27FC236}">
                  <a16:creationId xmlns:a16="http://schemas.microsoft.com/office/drawing/2014/main" id="{7A2400B6-A00B-0DF3-23EA-A13DC8EDAE2C}"/>
                </a:ext>
              </a:extLst>
            </p:cNvPr>
            <p:cNvSpPr/>
            <p:nvPr/>
          </p:nvSpPr>
          <p:spPr>
            <a:xfrm>
              <a:off x="6936633"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709" name="Freeform: Shape 3708">
              <a:extLst>
                <a:ext uri="{FF2B5EF4-FFF2-40B4-BE49-F238E27FC236}">
                  <a16:creationId xmlns:a16="http://schemas.microsoft.com/office/drawing/2014/main" id="{4487A5D1-A7EC-2BE9-E0D2-A6DA33D2969F}"/>
                </a:ext>
              </a:extLst>
            </p:cNvPr>
            <p:cNvSpPr/>
            <p:nvPr/>
          </p:nvSpPr>
          <p:spPr>
            <a:xfrm>
              <a:off x="7050888" y="6288003"/>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710" name="Freeform: Shape 3709">
              <a:extLst>
                <a:ext uri="{FF2B5EF4-FFF2-40B4-BE49-F238E27FC236}">
                  <a16:creationId xmlns:a16="http://schemas.microsoft.com/office/drawing/2014/main" id="{9921D9C8-92A7-BDFC-A808-0CB5A391FDA0}"/>
                </a:ext>
              </a:extLst>
            </p:cNvPr>
            <p:cNvSpPr/>
            <p:nvPr/>
          </p:nvSpPr>
          <p:spPr>
            <a:xfrm>
              <a:off x="7165144"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711" name="Freeform: Shape 3710">
              <a:extLst>
                <a:ext uri="{FF2B5EF4-FFF2-40B4-BE49-F238E27FC236}">
                  <a16:creationId xmlns:a16="http://schemas.microsoft.com/office/drawing/2014/main" id="{49304768-94A5-3113-067D-709E831BF30A}"/>
                </a:ext>
              </a:extLst>
            </p:cNvPr>
            <p:cNvSpPr/>
            <p:nvPr/>
          </p:nvSpPr>
          <p:spPr>
            <a:xfrm>
              <a:off x="2366578"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12" name="Freeform: Shape 3711">
              <a:extLst>
                <a:ext uri="{FF2B5EF4-FFF2-40B4-BE49-F238E27FC236}">
                  <a16:creationId xmlns:a16="http://schemas.microsoft.com/office/drawing/2014/main" id="{BA6801EF-8C84-1D4F-DBE7-9954B45CFF5F}"/>
                </a:ext>
              </a:extLst>
            </p:cNvPr>
            <p:cNvSpPr/>
            <p:nvPr/>
          </p:nvSpPr>
          <p:spPr>
            <a:xfrm>
              <a:off x="2480790"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13" name="Freeform: Shape 3712">
              <a:extLst>
                <a:ext uri="{FF2B5EF4-FFF2-40B4-BE49-F238E27FC236}">
                  <a16:creationId xmlns:a16="http://schemas.microsoft.com/office/drawing/2014/main" id="{B5F61F22-1194-CBA3-5D4D-8D8DB9FDFFC6}"/>
                </a:ext>
              </a:extLst>
            </p:cNvPr>
            <p:cNvSpPr/>
            <p:nvPr/>
          </p:nvSpPr>
          <p:spPr>
            <a:xfrm>
              <a:off x="2595046"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14" name="Freeform: Shape 3713">
              <a:extLst>
                <a:ext uri="{FF2B5EF4-FFF2-40B4-BE49-F238E27FC236}">
                  <a16:creationId xmlns:a16="http://schemas.microsoft.com/office/drawing/2014/main" id="{5F9A1AC5-0D80-AC66-A0C9-AF1986EA91C1}"/>
                </a:ext>
              </a:extLst>
            </p:cNvPr>
            <p:cNvSpPr/>
            <p:nvPr/>
          </p:nvSpPr>
          <p:spPr>
            <a:xfrm>
              <a:off x="2709301"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15" name="Freeform: Shape 3714">
              <a:extLst>
                <a:ext uri="{FF2B5EF4-FFF2-40B4-BE49-F238E27FC236}">
                  <a16:creationId xmlns:a16="http://schemas.microsoft.com/office/drawing/2014/main" id="{E3E3DBA6-6383-3FA6-6C9D-C7F0E2AD3E14}"/>
                </a:ext>
              </a:extLst>
            </p:cNvPr>
            <p:cNvSpPr/>
            <p:nvPr/>
          </p:nvSpPr>
          <p:spPr>
            <a:xfrm>
              <a:off x="2823557"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16" name="Freeform: Shape 3715">
              <a:extLst>
                <a:ext uri="{FF2B5EF4-FFF2-40B4-BE49-F238E27FC236}">
                  <a16:creationId xmlns:a16="http://schemas.microsoft.com/office/drawing/2014/main" id="{88EACF5B-87BE-A857-89A2-DBC8B940E1B0}"/>
                </a:ext>
              </a:extLst>
            </p:cNvPr>
            <p:cNvSpPr/>
            <p:nvPr/>
          </p:nvSpPr>
          <p:spPr>
            <a:xfrm>
              <a:off x="2937813"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17" name="Freeform: Shape 3716">
              <a:extLst>
                <a:ext uri="{FF2B5EF4-FFF2-40B4-BE49-F238E27FC236}">
                  <a16:creationId xmlns:a16="http://schemas.microsoft.com/office/drawing/2014/main" id="{393363C9-2036-14AA-941C-FE4DCEF8F266}"/>
                </a:ext>
              </a:extLst>
            </p:cNvPr>
            <p:cNvSpPr/>
            <p:nvPr/>
          </p:nvSpPr>
          <p:spPr>
            <a:xfrm>
              <a:off x="3052069"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18" name="Freeform: Shape 3717">
              <a:extLst>
                <a:ext uri="{FF2B5EF4-FFF2-40B4-BE49-F238E27FC236}">
                  <a16:creationId xmlns:a16="http://schemas.microsoft.com/office/drawing/2014/main" id="{D4EB9D03-36C3-04F1-C745-432916DB743D}"/>
                </a:ext>
              </a:extLst>
            </p:cNvPr>
            <p:cNvSpPr/>
            <p:nvPr/>
          </p:nvSpPr>
          <p:spPr>
            <a:xfrm>
              <a:off x="3166325"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19" name="Freeform: Shape 3718">
              <a:extLst>
                <a:ext uri="{FF2B5EF4-FFF2-40B4-BE49-F238E27FC236}">
                  <a16:creationId xmlns:a16="http://schemas.microsoft.com/office/drawing/2014/main" id="{624BB17B-E4F6-9909-2D32-285FB3629AD9}"/>
                </a:ext>
              </a:extLst>
            </p:cNvPr>
            <p:cNvSpPr/>
            <p:nvPr/>
          </p:nvSpPr>
          <p:spPr>
            <a:xfrm>
              <a:off x="3280580"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20" name="Freeform: Shape 3719">
              <a:extLst>
                <a:ext uri="{FF2B5EF4-FFF2-40B4-BE49-F238E27FC236}">
                  <a16:creationId xmlns:a16="http://schemas.microsoft.com/office/drawing/2014/main" id="{28C74BD8-CAC5-7F03-C588-8F657017C7DA}"/>
                </a:ext>
              </a:extLst>
            </p:cNvPr>
            <p:cNvSpPr/>
            <p:nvPr/>
          </p:nvSpPr>
          <p:spPr>
            <a:xfrm>
              <a:off x="3394836"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21" name="Freeform: Shape 3720">
              <a:extLst>
                <a:ext uri="{FF2B5EF4-FFF2-40B4-BE49-F238E27FC236}">
                  <a16:creationId xmlns:a16="http://schemas.microsoft.com/office/drawing/2014/main" id="{3D76524F-0C1B-1AE6-832E-9526E2EB8EFD}"/>
                </a:ext>
              </a:extLst>
            </p:cNvPr>
            <p:cNvSpPr/>
            <p:nvPr/>
          </p:nvSpPr>
          <p:spPr>
            <a:xfrm>
              <a:off x="3509092"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22" name="Freeform: Shape 3721">
              <a:extLst>
                <a:ext uri="{FF2B5EF4-FFF2-40B4-BE49-F238E27FC236}">
                  <a16:creationId xmlns:a16="http://schemas.microsoft.com/office/drawing/2014/main" id="{0B543F3B-EDEB-4460-1156-7111A5B78F66}"/>
                </a:ext>
              </a:extLst>
            </p:cNvPr>
            <p:cNvSpPr/>
            <p:nvPr/>
          </p:nvSpPr>
          <p:spPr>
            <a:xfrm>
              <a:off x="3623348"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23" name="Freeform: Shape 3722">
              <a:extLst>
                <a:ext uri="{FF2B5EF4-FFF2-40B4-BE49-F238E27FC236}">
                  <a16:creationId xmlns:a16="http://schemas.microsoft.com/office/drawing/2014/main" id="{298CAEDD-2068-A1CA-F9C2-6924C715F7EA}"/>
                </a:ext>
              </a:extLst>
            </p:cNvPr>
            <p:cNvSpPr/>
            <p:nvPr/>
          </p:nvSpPr>
          <p:spPr>
            <a:xfrm>
              <a:off x="3737603"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24" name="Freeform: Shape 3723">
              <a:extLst>
                <a:ext uri="{FF2B5EF4-FFF2-40B4-BE49-F238E27FC236}">
                  <a16:creationId xmlns:a16="http://schemas.microsoft.com/office/drawing/2014/main" id="{A56D5515-390B-B459-73D9-2771392BB11D}"/>
                </a:ext>
              </a:extLst>
            </p:cNvPr>
            <p:cNvSpPr/>
            <p:nvPr/>
          </p:nvSpPr>
          <p:spPr>
            <a:xfrm>
              <a:off x="3851815"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25" name="Freeform: Shape 3724">
              <a:extLst>
                <a:ext uri="{FF2B5EF4-FFF2-40B4-BE49-F238E27FC236}">
                  <a16:creationId xmlns:a16="http://schemas.microsoft.com/office/drawing/2014/main" id="{F921A7D8-88D4-72E2-7633-A5EAAA2B93C7}"/>
                </a:ext>
              </a:extLst>
            </p:cNvPr>
            <p:cNvSpPr/>
            <p:nvPr/>
          </p:nvSpPr>
          <p:spPr>
            <a:xfrm>
              <a:off x="3966071"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26" name="Freeform: Shape 3725">
              <a:extLst>
                <a:ext uri="{FF2B5EF4-FFF2-40B4-BE49-F238E27FC236}">
                  <a16:creationId xmlns:a16="http://schemas.microsoft.com/office/drawing/2014/main" id="{0D317EDE-9ED4-B46B-923E-93DE4BE0511E}"/>
                </a:ext>
              </a:extLst>
            </p:cNvPr>
            <p:cNvSpPr/>
            <p:nvPr/>
          </p:nvSpPr>
          <p:spPr>
            <a:xfrm>
              <a:off x="4080327"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27" name="Freeform: Shape 3726">
              <a:extLst>
                <a:ext uri="{FF2B5EF4-FFF2-40B4-BE49-F238E27FC236}">
                  <a16:creationId xmlns:a16="http://schemas.microsoft.com/office/drawing/2014/main" id="{5A57958C-7E13-5B57-A9B5-D7615AE5FDB9}"/>
                </a:ext>
              </a:extLst>
            </p:cNvPr>
            <p:cNvSpPr/>
            <p:nvPr/>
          </p:nvSpPr>
          <p:spPr>
            <a:xfrm>
              <a:off x="4194582"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28" name="Freeform: Shape 3727">
              <a:extLst>
                <a:ext uri="{FF2B5EF4-FFF2-40B4-BE49-F238E27FC236}">
                  <a16:creationId xmlns:a16="http://schemas.microsoft.com/office/drawing/2014/main" id="{D0080F46-41AC-1955-B6A5-5F23FD2C453D}"/>
                </a:ext>
              </a:extLst>
            </p:cNvPr>
            <p:cNvSpPr/>
            <p:nvPr/>
          </p:nvSpPr>
          <p:spPr>
            <a:xfrm>
              <a:off x="4308838"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29" name="Freeform: Shape 3728">
              <a:extLst>
                <a:ext uri="{FF2B5EF4-FFF2-40B4-BE49-F238E27FC236}">
                  <a16:creationId xmlns:a16="http://schemas.microsoft.com/office/drawing/2014/main" id="{A68A3027-FEDD-4E3A-4599-80968D171986}"/>
                </a:ext>
              </a:extLst>
            </p:cNvPr>
            <p:cNvSpPr/>
            <p:nvPr/>
          </p:nvSpPr>
          <p:spPr>
            <a:xfrm>
              <a:off x="4423094"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30" name="Freeform: Shape 3729">
              <a:extLst>
                <a:ext uri="{FF2B5EF4-FFF2-40B4-BE49-F238E27FC236}">
                  <a16:creationId xmlns:a16="http://schemas.microsoft.com/office/drawing/2014/main" id="{13C1CB66-8183-3F2B-A228-13CFC3E75893}"/>
                </a:ext>
              </a:extLst>
            </p:cNvPr>
            <p:cNvSpPr/>
            <p:nvPr/>
          </p:nvSpPr>
          <p:spPr>
            <a:xfrm>
              <a:off x="4537350"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31" name="Freeform: Shape 3730">
              <a:extLst>
                <a:ext uri="{FF2B5EF4-FFF2-40B4-BE49-F238E27FC236}">
                  <a16:creationId xmlns:a16="http://schemas.microsoft.com/office/drawing/2014/main" id="{CDC011DB-2534-83A6-434D-FA6B943FCB3F}"/>
                </a:ext>
              </a:extLst>
            </p:cNvPr>
            <p:cNvSpPr/>
            <p:nvPr/>
          </p:nvSpPr>
          <p:spPr>
            <a:xfrm>
              <a:off x="4651605"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32" name="Freeform: Shape 3731">
              <a:extLst>
                <a:ext uri="{FF2B5EF4-FFF2-40B4-BE49-F238E27FC236}">
                  <a16:creationId xmlns:a16="http://schemas.microsoft.com/office/drawing/2014/main" id="{0B3A7D88-3883-E02D-BFEE-F2F51FE960C1}"/>
                </a:ext>
              </a:extLst>
            </p:cNvPr>
            <p:cNvSpPr/>
            <p:nvPr/>
          </p:nvSpPr>
          <p:spPr>
            <a:xfrm>
              <a:off x="4765861"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33" name="Freeform: Shape 3732">
              <a:extLst>
                <a:ext uri="{FF2B5EF4-FFF2-40B4-BE49-F238E27FC236}">
                  <a16:creationId xmlns:a16="http://schemas.microsoft.com/office/drawing/2014/main" id="{D221441D-E6AD-669F-3A67-2ED6FE338629}"/>
                </a:ext>
              </a:extLst>
            </p:cNvPr>
            <p:cNvSpPr/>
            <p:nvPr/>
          </p:nvSpPr>
          <p:spPr>
            <a:xfrm>
              <a:off x="4880117"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34" name="Freeform: Shape 3733">
              <a:extLst>
                <a:ext uri="{FF2B5EF4-FFF2-40B4-BE49-F238E27FC236}">
                  <a16:creationId xmlns:a16="http://schemas.microsoft.com/office/drawing/2014/main" id="{207A991B-4394-96B8-1A09-0E9F5BF2CBEB}"/>
                </a:ext>
              </a:extLst>
            </p:cNvPr>
            <p:cNvSpPr/>
            <p:nvPr/>
          </p:nvSpPr>
          <p:spPr>
            <a:xfrm>
              <a:off x="4994373"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35" name="Freeform: Shape 3734">
              <a:extLst>
                <a:ext uri="{FF2B5EF4-FFF2-40B4-BE49-F238E27FC236}">
                  <a16:creationId xmlns:a16="http://schemas.microsoft.com/office/drawing/2014/main" id="{EAC3908F-5B89-72F5-A79E-DC34255D5B34}"/>
                </a:ext>
              </a:extLst>
            </p:cNvPr>
            <p:cNvSpPr/>
            <p:nvPr/>
          </p:nvSpPr>
          <p:spPr>
            <a:xfrm>
              <a:off x="5108629"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36" name="Freeform: Shape 3735">
              <a:extLst>
                <a:ext uri="{FF2B5EF4-FFF2-40B4-BE49-F238E27FC236}">
                  <a16:creationId xmlns:a16="http://schemas.microsoft.com/office/drawing/2014/main" id="{57487942-9CAD-2925-0EF9-1C344DD28590}"/>
                </a:ext>
              </a:extLst>
            </p:cNvPr>
            <p:cNvSpPr/>
            <p:nvPr/>
          </p:nvSpPr>
          <p:spPr>
            <a:xfrm>
              <a:off x="5222840"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37" name="Freeform: Shape 3736">
              <a:extLst>
                <a:ext uri="{FF2B5EF4-FFF2-40B4-BE49-F238E27FC236}">
                  <a16:creationId xmlns:a16="http://schemas.microsoft.com/office/drawing/2014/main" id="{8A3495A5-86D3-2FE3-21D1-F2C37EDF6EEE}"/>
                </a:ext>
              </a:extLst>
            </p:cNvPr>
            <p:cNvSpPr/>
            <p:nvPr/>
          </p:nvSpPr>
          <p:spPr>
            <a:xfrm>
              <a:off x="5337096"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38" name="Freeform: Shape 3737">
              <a:extLst>
                <a:ext uri="{FF2B5EF4-FFF2-40B4-BE49-F238E27FC236}">
                  <a16:creationId xmlns:a16="http://schemas.microsoft.com/office/drawing/2014/main" id="{73CBDE51-4800-6691-9404-59EC0B6D1515}"/>
                </a:ext>
              </a:extLst>
            </p:cNvPr>
            <p:cNvSpPr/>
            <p:nvPr/>
          </p:nvSpPr>
          <p:spPr>
            <a:xfrm>
              <a:off x="5451352"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39" name="Freeform: Shape 3738">
              <a:extLst>
                <a:ext uri="{FF2B5EF4-FFF2-40B4-BE49-F238E27FC236}">
                  <a16:creationId xmlns:a16="http://schemas.microsoft.com/office/drawing/2014/main" id="{A1EBA890-195D-E2F9-5156-BD1E205BD277}"/>
                </a:ext>
              </a:extLst>
            </p:cNvPr>
            <p:cNvSpPr/>
            <p:nvPr/>
          </p:nvSpPr>
          <p:spPr>
            <a:xfrm>
              <a:off x="5565608"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40" name="Freeform: Shape 3739">
              <a:extLst>
                <a:ext uri="{FF2B5EF4-FFF2-40B4-BE49-F238E27FC236}">
                  <a16:creationId xmlns:a16="http://schemas.microsoft.com/office/drawing/2014/main" id="{03E6A534-6B70-B0BA-18FA-7309680A8F07}"/>
                </a:ext>
              </a:extLst>
            </p:cNvPr>
            <p:cNvSpPr/>
            <p:nvPr/>
          </p:nvSpPr>
          <p:spPr>
            <a:xfrm>
              <a:off x="5679863"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41" name="Freeform: Shape 3740">
              <a:extLst>
                <a:ext uri="{FF2B5EF4-FFF2-40B4-BE49-F238E27FC236}">
                  <a16:creationId xmlns:a16="http://schemas.microsoft.com/office/drawing/2014/main" id="{452A53DF-04F0-C7A7-C9C3-BD730ED043D8}"/>
                </a:ext>
              </a:extLst>
            </p:cNvPr>
            <p:cNvSpPr/>
            <p:nvPr/>
          </p:nvSpPr>
          <p:spPr>
            <a:xfrm>
              <a:off x="5794119"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42" name="Freeform: Shape 3741">
              <a:extLst>
                <a:ext uri="{FF2B5EF4-FFF2-40B4-BE49-F238E27FC236}">
                  <a16:creationId xmlns:a16="http://schemas.microsoft.com/office/drawing/2014/main" id="{93797FD1-C927-7E06-2ECE-EB9166531E73}"/>
                </a:ext>
              </a:extLst>
            </p:cNvPr>
            <p:cNvSpPr/>
            <p:nvPr/>
          </p:nvSpPr>
          <p:spPr>
            <a:xfrm>
              <a:off x="5908375"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43" name="Freeform: Shape 3742">
              <a:extLst>
                <a:ext uri="{FF2B5EF4-FFF2-40B4-BE49-F238E27FC236}">
                  <a16:creationId xmlns:a16="http://schemas.microsoft.com/office/drawing/2014/main" id="{26F8AFE7-18CA-9628-EBDB-C6C67E798256}"/>
                </a:ext>
              </a:extLst>
            </p:cNvPr>
            <p:cNvSpPr/>
            <p:nvPr/>
          </p:nvSpPr>
          <p:spPr>
            <a:xfrm>
              <a:off x="6022631"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44" name="Freeform: Shape 3743">
              <a:extLst>
                <a:ext uri="{FF2B5EF4-FFF2-40B4-BE49-F238E27FC236}">
                  <a16:creationId xmlns:a16="http://schemas.microsoft.com/office/drawing/2014/main" id="{D3967D2D-A4FC-1606-2F34-3494435E7EDC}"/>
                </a:ext>
              </a:extLst>
            </p:cNvPr>
            <p:cNvSpPr/>
            <p:nvPr/>
          </p:nvSpPr>
          <p:spPr>
            <a:xfrm>
              <a:off x="6136886"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45" name="Freeform: Shape 3744">
              <a:extLst>
                <a:ext uri="{FF2B5EF4-FFF2-40B4-BE49-F238E27FC236}">
                  <a16:creationId xmlns:a16="http://schemas.microsoft.com/office/drawing/2014/main" id="{BB241E25-993A-C694-59FB-DBD0BE1CC77A}"/>
                </a:ext>
              </a:extLst>
            </p:cNvPr>
            <p:cNvSpPr/>
            <p:nvPr/>
          </p:nvSpPr>
          <p:spPr>
            <a:xfrm>
              <a:off x="6251142"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46" name="Freeform: Shape 3745">
              <a:extLst>
                <a:ext uri="{FF2B5EF4-FFF2-40B4-BE49-F238E27FC236}">
                  <a16:creationId xmlns:a16="http://schemas.microsoft.com/office/drawing/2014/main" id="{CB54C441-9956-9D45-414B-481A5C0C2EA6}"/>
                </a:ext>
              </a:extLst>
            </p:cNvPr>
            <p:cNvSpPr/>
            <p:nvPr/>
          </p:nvSpPr>
          <p:spPr>
            <a:xfrm>
              <a:off x="6365398"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47" name="Freeform: Shape 3746">
              <a:extLst>
                <a:ext uri="{FF2B5EF4-FFF2-40B4-BE49-F238E27FC236}">
                  <a16:creationId xmlns:a16="http://schemas.microsoft.com/office/drawing/2014/main" id="{BF6F2D99-5807-F5E5-27DE-6513E39DA3FB}"/>
                </a:ext>
              </a:extLst>
            </p:cNvPr>
            <p:cNvSpPr/>
            <p:nvPr/>
          </p:nvSpPr>
          <p:spPr>
            <a:xfrm>
              <a:off x="6479610"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48" name="Freeform: Shape 3747">
              <a:extLst>
                <a:ext uri="{FF2B5EF4-FFF2-40B4-BE49-F238E27FC236}">
                  <a16:creationId xmlns:a16="http://schemas.microsoft.com/office/drawing/2014/main" id="{66A00A65-B986-9FC2-FFA8-754217E71791}"/>
                </a:ext>
              </a:extLst>
            </p:cNvPr>
            <p:cNvSpPr/>
            <p:nvPr/>
          </p:nvSpPr>
          <p:spPr>
            <a:xfrm>
              <a:off x="6593865"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49" name="Freeform: Shape 3748">
              <a:extLst>
                <a:ext uri="{FF2B5EF4-FFF2-40B4-BE49-F238E27FC236}">
                  <a16:creationId xmlns:a16="http://schemas.microsoft.com/office/drawing/2014/main" id="{D35BE77D-468D-F1DA-AB0E-863E3A69D48B}"/>
                </a:ext>
              </a:extLst>
            </p:cNvPr>
            <p:cNvSpPr/>
            <p:nvPr/>
          </p:nvSpPr>
          <p:spPr>
            <a:xfrm>
              <a:off x="6708121" y="640225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50" name="Freeform: Shape 3749">
              <a:extLst>
                <a:ext uri="{FF2B5EF4-FFF2-40B4-BE49-F238E27FC236}">
                  <a16:creationId xmlns:a16="http://schemas.microsoft.com/office/drawing/2014/main" id="{BEF63D6B-F358-0ED3-7B4E-4EAACA48E9F1}"/>
                </a:ext>
              </a:extLst>
            </p:cNvPr>
            <p:cNvSpPr/>
            <p:nvPr/>
          </p:nvSpPr>
          <p:spPr>
            <a:xfrm>
              <a:off x="6822377"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51" name="Freeform: Shape 3750">
              <a:extLst>
                <a:ext uri="{FF2B5EF4-FFF2-40B4-BE49-F238E27FC236}">
                  <a16:creationId xmlns:a16="http://schemas.microsoft.com/office/drawing/2014/main" id="{BD0B05E3-8255-F35B-4F86-DD6E2EB90236}"/>
                </a:ext>
              </a:extLst>
            </p:cNvPr>
            <p:cNvSpPr/>
            <p:nvPr/>
          </p:nvSpPr>
          <p:spPr>
            <a:xfrm>
              <a:off x="6936633"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52" name="Freeform: Shape 3751">
              <a:extLst>
                <a:ext uri="{FF2B5EF4-FFF2-40B4-BE49-F238E27FC236}">
                  <a16:creationId xmlns:a16="http://schemas.microsoft.com/office/drawing/2014/main" id="{ACFF5D42-0DEA-F597-0B03-00BC49B8FB46}"/>
                </a:ext>
              </a:extLst>
            </p:cNvPr>
            <p:cNvSpPr/>
            <p:nvPr/>
          </p:nvSpPr>
          <p:spPr>
            <a:xfrm>
              <a:off x="7050888" y="640225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53" name="Freeform: Shape 3752">
              <a:extLst>
                <a:ext uri="{FF2B5EF4-FFF2-40B4-BE49-F238E27FC236}">
                  <a16:creationId xmlns:a16="http://schemas.microsoft.com/office/drawing/2014/main" id="{3B7DDE71-F28E-133A-D4ED-7208708B3D96}"/>
                </a:ext>
              </a:extLst>
            </p:cNvPr>
            <p:cNvSpPr/>
            <p:nvPr/>
          </p:nvSpPr>
          <p:spPr>
            <a:xfrm>
              <a:off x="7165144"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54" name="Freeform: Shape 3753">
              <a:extLst>
                <a:ext uri="{FF2B5EF4-FFF2-40B4-BE49-F238E27FC236}">
                  <a16:creationId xmlns:a16="http://schemas.microsoft.com/office/drawing/2014/main" id="{F48ADB4C-4E62-52E0-4BB5-68F123830B1F}"/>
                </a:ext>
              </a:extLst>
            </p:cNvPr>
            <p:cNvSpPr/>
            <p:nvPr/>
          </p:nvSpPr>
          <p:spPr>
            <a:xfrm>
              <a:off x="2366578"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55" name="Freeform: Shape 3754">
              <a:extLst>
                <a:ext uri="{FF2B5EF4-FFF2-40B4-BE49-F238E27FC236}">
                  <a16:creationId xmlns:a16="http://schemas.microsoft.com/office/drawing/2014/main" id="{921D0F1E-7AC1-421A-A415-BAC0A2E88412}"/>
                </a:ext>
              </a:extLst>
            </p:cNvPr>
            <p:cNvSpPr/>
            <p:nvPr/>
          </p:nvSpPr>
          <p:spPr>
            <a:xfrm>
              <a:off x="2480790"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56" name="Freeform: Shape 3755">
              <a:extLst>
                <a:ext uri="{FF2B5EF4-FFF2-40B4-BE49-F238E27FC236}">
                  <a16:creationId xmlns:a16="http://schemas.microsoft.com/office/drawing/2014/main" id="{761212E0-CC8C-072F-34D5-99302C67B74E}"/>
                </a:ext>
              </a:extLst>
            </p:cNvPr>
            <p:cNvSpPr/>
            <p:nvPr/>
          </p:nvSpPr>
          <p:spPr>
            <a:xfrm>
              <a:off x="2595046"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57" name="Freeform: Shape 3756">
              <a:extLst>
                <a:ext uri="{FF2B5EF4-FFF2-40B4-BE49-F238E27FC236}">
                  <a16:creationId xmlns:a16="http://schemas.microsoft.com/office/drawing/2014/main" id="{774C906A-0C97-2D58-BE77-FC839BC324BB}"/>
                </a:ext>
              </a:extLst>
            </p:cNvPr>
            <p:cNvSpPr/>
            <p:nvPr/>
          </p:nvSpPr>
          <p:spPr>
            <a:xfrm>
              <a:off x="2709301"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58" name="Freeform: Shape 3757">
              <a:extLst>
                <a:ext uri="{FF2B5EF4-FFF2-40B4-BE49-F238E27FC236}">
                  <a16:creationId xmlns:a16="http://schemas.microsoft.com/office/drawing/2014/main" id="{203FA485-63F1-5C10-661A-D9D064393C0A}"/>
                </a:ext>
              </a:extLst>
            </p:cNvPr>
            <p:cNvSpPr/>
            <p:nvPr/>
          </p:nvSpPr>
          <p:spPr>
            <a:xfrm>
              <a:off x="2823557"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59" name="Freeform: Shape 3758">
              <a:extLst>
                <a:ext uri="{FF2B5EF4-FFF2-40B4-BE49-F238E27FC236}">
                  <a16:creationId xmlns:a16="http://schemas.microsoft.com/office/drawing/2014/main" id="{F9B71B11-4F17-7A4D-408D-78DEB407E22A}"/>
                </a:ext>
              </a:extLst>
            </p:cNvPr>
            <p:cNvSpPr/>
            <p:nvPr/>
          </p:nvSpPr>
          <p:spPr>
            <a:xfrm>
              <a:off x="2937813"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60" name="Freeform: Shape 3759">
              <a:extLst>
                <a:ext uri="{FF2B5EF4-FFF2-40B4-BE49-F238E27FC236}">
                  <a16:creationId xmlns:a16="http://schemas.microsoft.com/office/drawing/2014/main" id="{B12A1964-FFAA-CFDF-3DA0-BCD7844B568A}"/>
                </a:ext>
              </a:extLst>
            </p:cNvPr>
            <p:cNvSpPr/>
            <p:nvPr/>
          </p:nvSpPr>
          <p:spPr>
            <a:xfrm>
              <a:off x="3052069"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61" name="Freeform: Shape 3760">
              <a:extLst>
                <a:ext uri="{FF2B5EF4-FFF2-40B4-BE49-F238E27FC236}">
                  <a16:creationId xmlns:a16="http://schemas.microsoft.com/office/drawing/2014/main" id="{675EE012-29E1-2A00-391F-0FE4749651BD}"/>
                </a:ext>
              </a:extLst>
            </p:cNvPr>
            <p:cNvSpPr/>
            <p:nvPr/>
          </p:nvSpPr>
          <p:spPr>
            <a:xfrm>
              <a:off x="3166325"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62" name="Freeform: Shape 3761">
              <a:extLst>
                <a:ext uri="{FF2B5EF4-FFF2-40B4-BE49-F238E27FC236}">
                  <a16:creationId xmlns:a16="http://schemas.microsoft.com/office/drawing/2014/main" id="{0E6B4513-9104-55FA-336C-BF351F33F3B1}"/>
                </a:ext>
              </a:extLst>
            </p:cNvPr>
            <p:cNvSpPr/>
            <p:nvPr/>
          </p:nvSpPr>
          <p:spPr>
            <a:xfrm>
              <a:off x="3280580"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63" name="Freeform: Shape 3762">
              <a:extLst>
                <a:ext uri="{FF2B5EF4-FFF2-40B4-BE49-F238E27FC236}">
                  <a16:creationId xmlns:a16="http://schemas.microsoft.com/office/drawing/2014/main" id="{CBDF2866-69B6-BE9C-6CD4-2E2411223719}"/>
                </a:ext>
              </a:extLst>
            </p:cNvPr>
            <p:cNvSpPr/>
            <p:nvPr/>
          </p:nvSpPr>
          <p:spPr>
            <a:xfrm>
              <a:off x="3394836"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64" name="Freeform: Shape 3763">
              <a:extLst>
                <a:ext uri="{FF2B5EF4-FFF2-40B4-BE49-F238E27FC236}">
                  <a16:creationId xmlns:a16="http://schemas.microsoft.com/office/drawing/2014/main" id="{66F585D0-4D03-739E-C146-EC79F20FF3DC}"/>
                </a:ext>
              </a:extLst>
            </p:cNvPr>
            <p:cNvSpPr/>
            <p:nvPr/>
          </p:nvSpPr>
          <p:spPr>
            <a:xfrm>
              <a:off x="3509092"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65" name="Freeform: Shape 3764">
              <a:extLst>
                <a:ext uri="{FF2B5EF4-FFF2-40B4-BE49-F238E27FC236}">
                  <a16:creationId xmlns:a16="http://schemas.microsoft.com/office/drawing/2014/main" id="{965A381E-A7D7-DEE7-3065-77C37D9F2E40}"/>
                </a:ext>
              </a:extLst>
            </p:cNvPr>
            <p:cNvSpPr/>
            <p:nvPr/>
          </p:nvSpPr>
          <p:spPr>
            <a:xfrm>
              <a:off x="3623348"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66" name="Freeform: Shape 3765">
              <a:extLst>
                <a:ext uri="{FF2B5EF4-FFF2-40B4-BE49-F238E27FC236}">
                  <a16:creationId xmlns:a16="http://schemas.microsoft.com/office/drawing/2014/main" id="{68A7A543-9E47-8243-9722-9169A11180BE}"/>
                </a:ext>
              </a:extLst>
            </p:cNvPr>
            <p:cNvSpPr/>
            <p:nvPr/>
          </p:nvSpPr>
          <p:spPr>
            <a:xfrm>
              <a:off x="3737603"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67" name="Freeform: Shape 3766">
              <a:extLst>
                <a:ext uri="{FF2B5EF4-FFF2-40B4-BE49-F238E27FC236}">
                  <a16:creationId xmlns:a16="http://schemas.microsoft.com/office/drawing/2014/main" id="{BE4896FD-090E-5193-160D-3F56A682BBA8}"/>
                </a:ext>
              </a:extLst>
            </p:cNvPr>
            <p:cNvSpPr/>
            <p:nvPr/>
          </p:nvSpPr>
          <p:spPr>
            <a:xfrm>
              <a:off x="3851815"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68" name="Freeform: Shape 3767">
              <a:extLst>
                <a:ext uri="{FF2B5EF4-FFF2-40B4-BE49-F238E27FC236}">
                  <a16:creationId xmlns:a16="http://schemas.microsoft.com/office/drawing/2014/main" id="{ED6024C7-5196-63B8-2D2E-97A94D2AF0DA}"/>
                </a:ext>
              </a:extLst>
            </p:cNvPr>
            <p:cNvSpPr/>
            <p:nvPr/>
          </p:nvSpPr>
          <p:spPr>
            <a:xfrm>
              <a:off x="3966071"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69" name="Freeform: Shape 3768">
              <a:extLst>
                <a:ext uri="{FF2B5EF4-FFF2-40B4-BE49-F238E27FC236}">
                  <a16:creationId xmlns:a16="http://schemas.microsoft.com/office/drawing/2014/main" id="{610C1F32-BA8F-0790-29B3-B83EECB6FBE7}"/>
                </a:ext>
              </a:extLst>
            </p:cNvPr>
            <p:cNvSpPr/>
            <p:nvPr/>
          </p:nvSpPr>
          <p:spPr>
            <a:xfrm>
              <a:off x="4080327"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70" name="Freeform: Shape 3769">
              <a:extLst>
                <a:ext uri="{FF2B5EF4-FFF2-40B4-BE49-F238E27FC236}">
                  <a16:creationId xmlns:a16="http://schemas.microsoft.com/office/drawing/2014/main" id="{6D6F6DCF-FBE7-0940-1B3D-619447C8118E}"/>
                </a:ext>
              </a:extLst>
            </p:cNvPr>
            <p:cNvSpPr/>
            <p:nvPr/>
          </p:nvSpPr>
          <p:spPr>
            <a:xfrm>
              <a:off x="4194582"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71" name="Freeform: Shape 3770">
              <a:extLst>
                <a:ext uri="{FF2B5EF4-FFF2-40B4-BE49-F238E27FC236}">
                  <a16:creationId xmlns:a16="http://schemas.microsoft.com/office/drawing/2014/main" id="{3F0B6462-E07F-B31B-4CC9-D0015483D8E9}"/>
                </a:ext>
              </a:extLst>
            </p:cNvPr>
            <p:cNvSpPr/>
            <p:nvPr/>
          </p:nvSpPr>
          <p:spPr>
            <a:xfrm>
              <a:off x="4308838"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72" name="Freeform: Shape 3771">
              <a:extLst>
                <a:ext uri="{FF2B5EF4-FFF2-40B4-BE49-F238E27FC236}">
                  <a16:creationId xmlns:a16="http://schemas.microsoft.com/office/drawing/2014/main" id="{7783994B-26A9-52B5-91E3-8842748D8B22}"/>
                </a:ext>
              </a:extLst>
            </p:cNvPr>
            <p:cNvSpPr/>
            <p:nvPr/>
          </p:nvSpPr>
          <p:spPr>
            <a:xfrm>
              <a:off x="4423094"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73" name="Freeform: Shape 3772">
              <a:extLst>
                <a:ext uri="{FF2B5EF4-FFF2-40B4-BE49-F238E27FC236}">
                  <a16:creationId xmlns:a16="http://schemas.microsoft.com/office/drawing/2014/main" id="{BFDA607A-04E1-43AC-8C45-1C08E4ED2C6B}"/>
                </a:ext>
              </a:extLst>
            </p:cNvPr>
            <p:cNvSpPr/>
            <p:nvPr/>
          </p:nvSpPr>
          <p:spPr>
            <a:xfrm>
              <a:off x="4537350"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74" name="Freeform: Shape 3773">
              <a:extLst>
                <a:ext uri="{FF2B5EF4-FFF2-40B4-BE49-F238E27FC236}">
                  <a16:creationId xmlns:a16="http://schemas.microsoft.com/office/drawing/2014/main" id="{B6D3DCF9-352C-AC56-587F-6EA4A23D47B9}"/>
                </a:ext>
              </a:extLst>
            </p:cNvPr>
            <p:cNvSpPr/>
            <p:nvPr/>
          </p:nvSpPr>
          <p:spPr>
            <a:xfrm>
              <a:off x="4651605"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75" name="Freeform: Shape 3774">
              <a:extLst>
                <a:ext uri="{FF2B5EF4-FFF2-40B4-BE49-F238E27FC236}">
                  <a16:creationId xmlns:a16="http://schemas.microsoft.com/office/drawing/2014/main" id="{0EE6948E-3715-5517-D599-55D0C871234A}"/>
                </a:ext>
              </a:extLst>
            </p:cNvPr>
            <p:cNvSpPr/>
            <p:nvPr/>
          </p:nvSpPr>
          <p:spPr>
            <a:xfrm>
              <a:off x="4765861"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76" name="Freeform: Shape 3775">
              <a:extLst>
                <a:ext uri="{FF2B5EF4-FFF2-40B4-BE49-F238E27FC236}">
                  <a16:creationId xmlns:a16="http://schemas.microsoft.com/office/drawing/2014/main" id="{A4085F6E-2536-B3A9-302A-C043169681A1}"/>
                </a:ext>
              </a:extLst>
            </p:cNvPr>
            <p:cNvSpPr/>
            <p:nvPr/>
          </p:nvSpPr>
          <p:spPr>
            <a:xfrm>
              <a:off x="4880117"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77" name="Freeform: Shape 3776">
              <a:extLst>
                <a:ext uri="{FF2B5EF4-FFF2-40B4-BE49-F238E27FC236}">
                  <a16:creationId xmlns:a16="http://schemas.microsoft.com/office/drawing/2014/main" id="{5F05727D-25A8-755F-9B92-2C51A8ACBDDE}"/>
                </a:ext>
              </a:extLst>
            </p:cNvPr>
            <p:cNvSpPr/>
            <p:nvPr/>
          </p:nvSpPr>
          <p:spPr>
            <a:xfrm>
              <a:off x="4994373"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78" name="Freeform: Shape 3777">
              <a:extLst>
                <a:ext uri="{FF2B5EF4-FFF2-40B4-BE49-F238E27FC236}">
                  <a16:creationId xmlns:a16="http://schemas.microsoft.com/office/drawing/2014/main" id="{7CE507A8-FFAC-4561-9DEB-3F27FA3DAF71}"/>
                </a:ext>
              </a:extLst>
            </p:cNvPr>
            <p:cNvSpPr/>
            <p:nvPr/>
          </p:nvSpPr>
          <p:spPr>
            <a:xfrm>
              <a:off x="5108629"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79" name="Freeform: Shape 3778">
              <a:extLst>
                <a:ext uri="{FF2B5EF4-FFF2-40B4-BE49-F238E27FC236}">
                  <a16:creationId xmlns:a16="http://schemas.microsoft.com/office/drawing/2014/main" id="{271CDBF8-7663-2EE8-5940-625B5CD23956}"/>
                </a:ext>
              </a:extLst>
            </p:cNvPr>
            <p:cNvSpPr/>
            <p:nvPr/>
          </p:nvSpPr>
          <p:spPr>
            <a:xfrm>
              <a:off x="5222840"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80" name="Freeform: Shape 3779">
              <a:extLst>
                <a:ext uri="{FF2B5EF4-FFF2-40B4-BE49-F238E27FC236}">
                  <a16:creationId xmlns:a16="http://schemas.microsoft.com/office/drawing/2014/main" id="{938B1F36-65EB-4EC9-52F4-60C786802750}"/>
                </a:ext>
              </a:extLst>
            </p:cNvPr>
            <p:cNvSpPr/>
            <p:nvPr/>
          </p:nvSpPr>
          <p:spPr>
            <a:xfrm>
              <a:off x="5337096"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81" name="Freeform: Shape 3780">
              <a:extLst>
                <a:ext uri="{FF2B5EF4-FFF2-40B4-BE49-F238E27FC236}">
                  <a16:creationId xmlns:a16="http://schemas.microsoft.com/office/drawing/2014/main" id="{292FFD6E-0267-EDB1-8298-82C767BF5360}"/>
                </a:ext>
              </a:extLst>
            </p:cNvPr>
            <p:cNvSpPr/>
            <p:nvPr/>
          </p:nvSpPr>
          <p:spPr>
            <a:xfrm>
              <a:off x="5451352"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82" name="Freeform: Shape 3781">
              <a:extLst>
                <a:ext uri="{FF2B5EF4-FFF2-40B4-BE49-F238E27FC236}">
                  <a16:creationId xmlns:a16="http://schemas.microsoft.com/office/drawing/2014/main" id="{871BA9FD-4769-4EAB-5A6F-810CFEB0F9E1}"/>
                </a:ext>
              </a:extLst>
            </p:cNvPr>
            <p:cNvSpPr/>
            <p:nvPr/>
          </p:nvSpPr>
          <p:spPr>
            <a:xfrm>
              <a:off x="5565608"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83" name="Freeform: Shape 3782">
              <a:extLst>
                <a:ext uri="{FF2B5EF4-FFF2-40B4-BE49-F238E27FC236}">
                  <a16:creationId xmlns:a16="http://schemas.microsoft.com/office/drawing/2014/main" id="{D6137A0C-3B5B-4B6D-ADC4-F9A136B6E5ED}"/>
                </a:ext>
              </a:extLst>
            </p:cNvPr>
            <p:cNvSpPr/>
            <p:nvPr/>
          </p:nvSpPr>
          <p:spPr>
            <a:xfrm>
              <a:off x="5679863"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84" name="Freeform: Shape 3783">
              <a:extLst>
                <a:ext uri="{FF2B5EF4-FFF2-40B4-BE49-F238E27FC236}">
                  <a16:creationId xmlns:a16="http://schemas.microsoft.com/office/drawing/2014/main" id="{F03C40A4-734B-640D-8CFD-3CDD5F5EB2A6}"/>
                </a:ext>
              </a:extLst>
            </p:cNvPr>
            <p:cNvSpPr/>
            <p:nvPr/>
          </p:nvSpPr>
          <p:spPr>
            <a:xfrm>
              <a:off x="5794119"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85" name="Freeform: Shape 3784">
              <a:extLst>
                <a:ext uri="{FF2B5EF4-FFF2-40B4-BE49-F238E27FC236}">
                  <a16:creationId xmlns:a16="http://schemas.microsoft.com/office/drawing/2014/main" id="{03C60007-1CC0-1B8A-588A-4DC6831FE4F4}"/>
                </a:ext>
              </a:extLst>
            </p:cNvPr>
            <p:cNvSpPr/>
            <p:nvPr/>
          </p:nvSpPr>
          <p:spPr>
            <a:xfrm>
              <a:off x="5908375"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86" name="Freeform: Shape 3785">
              <a:extLst>
                <a:ext uri="{FF2B5EF4-FFF2-40B4-BE49-F238E27FC236}">
                  <a16:creationId xmlns:a16="http://schemas.microsoft.com/office/drawing/2014/main" id="{515A3367-FB74-4415-343E-9846D68E0D1D}"/>
                </a:ext>
              </a:extLst>
            </p:cNvPr>
            <p:cNvSpPr/>
            <p:nvPr/>
          </p:nvSpPr>
          <p:spPr>
            <a:xfrm>
              <a:off x="6022631"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87" name="Freeform: Shape 3786">
              <a:extLst>
                <a:ext uri="{FF2B5EF4-FFF2-40B4-BE49-F238E27FC236}">
                  <a16:creationId xmlns:a16="http://schemas.microsoft.com/office/drawing/2014/main" id="{08205457-B3A3-D399-7AF6-F23D43D87A4C}"/>
                </a:ext>
              </a:extLst>
            </p:cNvPr>
            <p:cNvSpPr/>
            <p:nvPr/>
          </p:nvSpPr>
          <p:spPr>
            <a:xfrm>
              <a:off x="6136886"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88" name="Freeform: Shape 3787">
              <a:extLst>
                <a:ext uri="{FF2B5EF4-FFF2-40B4-BE49-F238E27FC236}">
                  <a16:creationId xmlns:a16="http://schemas.microsoft.com/office/drawing/2014/main" id="{3C0A4325-0797-5D64-D9FE-8828DFF68D42}"/>
                </a:ext>
              </a:extLst>
            </p:cNvPr>
            <p:cNvSpPr/>
            <p:nvPr/>
          </p:nvSpPr>
          <p:spPr>
            <a:xfrm>
              <a:off x="6251142"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89" name="Freeform: Shape 3788">
              <a:extLst>
                <a:ext uri="{FF2B5EF4-FFF2-40B4-BE49-F238E27FC236}">
                  <a16:creationId xmlns:a16="http://schemas.microsoft.com/office/drawing/2014/main" id="{6B64E814-BFE1-C901-9648-8797B3082D27}"/>
                </a:ext>
              </a:extLst>
            </p:cNvPr>
            <p:cNvSpPr/>
            <p:nvPr/>
          </p:nvSpPr>
          <p:spPr>
            <a:xfrm>
              <a:off x="6365398"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90" name="Freeform: Shape 3789">
              <a:extLst>
                <a:ext uri="{FF2B5EF4-FFF2-40B4-BE49-F238E27FC236}">
                  <a16:creationId xmlns:a16="http://schemas.microsoft.com/office/drawing/2014/main" id="{E39F14E8-3CC7-141A-6824-2F235B324148}"/>
                </a:ext>
              </a:extLst>
            </p:cNvPr>
            <p:cNvSpPr/>
            <p:nvPr/>
          </p:nvSpPr>
          <p:spPr>
            <a:xfrm>
              <a:off x="6479610"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91" name="Freeform: Shape 3790">
              <a:extLst>
                <a:ext uri="{FF2B5EF4-FFF2-40B4-BE49-F238E27FC236}">
                  <a16:creationId xmlns:a16="http://schemas.microsoft.com/office/drawing/2014/main" id="{3D87C16A-B255-6F5C-D9E0-9BD10C8DF272}"/>
                </a:ext>
              </a:extLst>
            </p:cNvPr>
            <p:cNvSpPr/>
            <p:nvPr/>
          </p:nvSpPr>
          <p:spPr>
            <a:xfrm>
              <a:off x="6593865"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92" name="Freeform: Shape 3791">
              <a:extLst>
                <a:ext uri="{FF2B5EF4-FFF2-40B4-BE49-F238E27FC236}">
                  <a16:creationId xmlns:a16="http://schemas.microsoft.com/office/drawing/2014/main" id="{41709931-E183-E19B-9195-492E648AF6DA}"/>
                </a:ext>
              </a:extLst>
            </p:cNvPr>
            <p:cNvSpPr/>
            <p:nvPr/>
          </p:nvSpPr>
          <p:spPr>
            <a:xfrm>
              <a:off x="6708121" y="651651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93" name="Freeform: Shape 3792">
              <a:extLst>
                <a:ext uri="{FF2B5EF4-FFF2-40B4-BE49-F238E27FC236}">
                  <a16:creationId xmlns:a16="http://schemas.microsoft.com/office/drawing/2014/main" id="{9542D497-24BF-6530-FB91-743509BF3D49}"/>
                </a:ext>
              </a:extLst>
            </p:cNvPr>
            <p:cNvSpPr/>
            <p:nvPr/>
          </p:nvSpPr>
          <p:spPr>
            <a:xfrm>
              <a:off x="6822377"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94" name="Freeform: Shape 3793">
              <a:extLst>
                <a:ext uri="{FF2B5EF4-FFF2-40B4-BE49-F238E27FC236}">
                  <a16:creationId xmlns:a16="http://schemas.microsoft.com/office/drawing/2014/main" id="{2C249FCC-39F3-1CBC-EE04-E640C129D56B}"/>
                </a:ext>
              </a:extLst>
            </p:cNvPr>
            <p:cNvSpPr/>
            <p:nvPr/>
          </p:nvSpPr>
          <p:spPr>
            <a:xfrm>
              <a:off x="6936633"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95" name="Freeform: Shape 3794">
              <a:extLst>
                <a:ext uri="{FF2B5EF4-FFF2-40B4-BE49-F238E27FC236}">
                  <a16:creationId xmlns:a16="http://schemas.microsoft.com/office/drawing/2014/main" id="{952B37F8-C908-A395-6CD8-0182E4360720}"/>
                </a:ext>
              </a:extLst>
            </p:cNvPr>
            <p:cNvSpPr/>
            <p:nvPr/>
          </p:nvSpPr>
          <p:spPr>
            <a:xfrm>
              <a:off x="7050888" y="651651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96" name="Freeform: Shape 3795">
              <a:extLst>
                <a:ext uri="{FF2B5EF4-FFF2-40B4-BE49-F238E27FC236}">
                  <a16:creationId xmlns:a16="http://schemas.microsoft.com/office/drawing/2014/main" id="{A3EA51F2-F407-DB6C-19FD-13A7271F1CB2}"/>
                </a:ext>
              </a:extLst>
            </p:cNvPr>
            <p:cNvSpPr/>
            <p:nvPr/>
          </p:nvSpPr>
          <p:spPr>
            <a:xfrm>
              <a:off x="7165144"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97" name="Freeform: Shape 3796">
              <a:extLst>
                <a:ext uri="{FF2B5EF4-FFF2-40B4-BE49-F238E27FC236}">
                  <a16:creationId xmlns:a16="http://schemas.microsoft.com/office/drawing/2014/main" id="{82E49CD5-4526-8CF3-50FA-13D8583EB183}"/>
                </a:ext>
              </a:extLst>
            </p:cNvPr>
            <p:cNvSpPr/>
            <p:nvPr/>
          </p:nvSpPr>
          <p:spPr>
            <a:xfrm>
              <a:off x="2366578"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98" name="Freeform: Shape 3797">
              <a:extLst>
                <a:ext uri="{FF2B5EF4-FFF2-40B4-BE49-F238E27FC236}">
                  <a16:creationId xmlns:a16="http://schemas.microsoft.com/office/drawing/2014/main" id="{C17E1A34-AD2E-3120-1CDD-DD262AE4730C}"/>
                </a:ext>
              </a:extLst>
            </p:cNvPr>
            <p:cNvSpPr/>
            <p:nvPr/>
          </p:nvSpPr>
          <p:spPr>
            <a:xfrm>
              <a:off x="2480790"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99" name="Freeform: Shape 3798">
              <a:extLst>
                <a:ext uri="{FF2B5EF4-FFF2-40B4-BE49-F238E27FC236}">
                  <a16:creationId xmlns:a16="http://schemas.microsoft.com/office/drawing/2014/main" id="{090CCB83-03FE-2335-74BF-B65E30DC9F68}"/>
                </a:ext>
              </a:extLst>
            </p:cNvPr>
            <p:cNvSpPr/>
            <p:nvPr/>
          </p:nvSpPr>
          <p:spPr>
            <a:xfrm>
              <a:off x="2595046"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00" name="Freeform: Shape 3799">
              <a:extLst>
                <a:ext uri="{FF2B5EF4-FFF2-40B4-BE49-F238E27FC236}">
                  <a16:creationId xmlns:a16="http://schemas.microsoft.com/office/drawing/2014/main" id="{AB13C9C8-DD2A-B24D-791D-F8C036DDBA1D}"/>
                </a:ext>
              </a:extLst>
            </p:cNvPr>
            <p:cNvSpPr/>
            <p:nvPr/>
          </p:nvSpPr>
          <p:spPr>
            <a:xfrm>
              <a:off x="2709301"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01" name="Freeform: Shape 3800">
              <a:extLst>
                <a:ext uri="{FF2B5EF4-FFF2-40B4-BE49-F238E27FC236}">
                  <a16:creationId xmlns:a16="http://schemas.microsoft.com/office/drawing/2014/main" id="{598D8445-C0B7-DE61-428E-05F5BF9DCFE1}"/>
                </a:ext>
              </a:extLst>
            </p:cNvPr>
            <p:cNvSpPr/>
            <p:nvPr/>
          </p:nvSpPr>
          <p:spPr>
            <a:xfrm>
              <a:off x="2823557"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02" name="Freeform: Shape 3801">
              <a:extLst>
                <a:ext uri="{FF2B5EF4-FFF2-40B4-BE49-F238E27FC236}">
                  <a16:creationId xmlns:a16="http://schemas.microsoft.com/office/drawing/2014/main" id="{7C617A2D-A3B7-2699-C0FE-5C1B56E3BBD9}"/>
                </a:ext>
              </a:extLst>
            </p:cNvPr>
            <p:cNvSpPr/>
            <p:nvPr/>
          </p:nvSpPr>
          <p:spPr>
            <a:xfrm>
              <a:off x="2937813"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03" name="Freeform: Shape 3802">
              <a:extLst>
                <a:ext uri="{FF2B5EF4-FFF2-40B4-BE49-F238E27FC236}">
                  <a16:creationId xmlns:a16="http://schemas.microsoft.com/office/drawing/2014/main" id="{BA3FF243-4B1F-313B-781C-2888B1BB5192}"/>
                </a:ext>
              </a:extLst>
            </p:cNvPr>
            <p:cNvSpPr/>
            <p:nvPr/>
          </p:nvSpPr>
          <p:spPr>
            <a:xfrm>
              <a:off x="3052069"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04" name="Freeform: Shape 3803">
              <a:extLst>
                <a:ext uri="{FF2B5EF4-FFF2-40B4-BE49-F238E27FC236}">
                  <a16:creationId xmlns:a16="http://schemas.microsoft.com/office/drawing/2014/main" id="{6E622817-3997-26A4-4825-8FFB8096C302}"/>
                </a:ext>
              </a:extLst>
            </p:cNvPr>
            <p:cNvSpPr/>
            <p:nvPr/>
          </p:nvSpPr>
          <p:spPr>
            <a:xfrm>
              <a:off x="3166325"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05" name="Freeform: Shape 3804">
              <a:extLst>
                <a:ext uri="{FF2B5EF4-FFF2-40B4-BE49-F238E27FC236}">
                  <a16:creationId xmlns:a16="http://schemas.microsoft.com/office/drawing/2014/main" id="{C38F675E-10A9-D883-053F-994631CEEADC}"/>
                </a:ext>
              </a:extLst>
            </p:cNvPr>
            <p:cNvSpPr/>
            <p:nvPr/>
          </p:nvSpPr>
          <p:spPr>
            <a:xfrm>
              <a:off x="3280580"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06" name="Freeform: Shape 3805">
              <a:extLst>
                <a:ext uri="{FF2B5EF4-FFF2-40B4-BE49-F238E27FC236}">
                  <a16:creationId xmlns:a16="http://schemas.microsoft.com/office/drawing/2014/main" id="{17DB84CF-6758-8D0A-1715-CFFDAC5F951B}"/>
                </a:ext>
              </a:extLst>
            </p:cNvPr>
            <p:cNvSpPr/>
            <p:nvPr/>
          </p:nvSpPr>
          <p:spPr>
            <a:xfrm>
              <a:off x="3394836"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07" name="Freeform: Shape 3806">
              <a:extLst>
                <a:ext uri="{FF2B5EF4-FFF2-40B4-BE49-F238E27FC236}">
                  <a16:creationId xmlns:a16="http://schemas.microsoft.com/office/drawing/2014/main" id="{FCFC97DD-7B78-431B-2EE3-3C091051D023}"/>
                </a:ext>
              </a:extLst>
            </p:cNvPr>
            <p:cNvSpPr/>
            <p:nvPr/>
          </p:nvSpPr>
          <p:spPr>
            <a:xfrm>
              <a:off x="3509092"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08" name="Freeform: Shape 3807">
              <a:extLst>
                <a:ext uri="{FF2B5EF4-FFF2-40B4-BE49-F238E27FC236}">
                  <a16:creationId xmlns:a16="http://schemas.microsoft.com/office/drawing/2014/main" id="{0BC3564F-857A-3D53-07CF-AAED3082E979}"/>
                </a:ext>
              </a:extLst>
            </p:cNvPr>
            <p:cNvSpPr/>
            <p:nvPr/>
          </p:nvSpPr>
          <p:spPr>
            <a:xfrm>
              <a:off x="3623348"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09" name="Freeform: Shape 3808">
              <a:extLst>
                <a:ext uri="{FF2B5EF4-FFF2-40B4-BE49-F238E27FC236}">
                  <a16:creationId xmlns:a16="http://schemas.microsoft.com/office/drawing/2014/main" id="{95870CEF-0778-8735-2545-01DDC2FB5F65}"/>
                </a:ext>
              </a:extLst>
            </p:cNvPr>
            <p:cNvSpPr/>
            <p:nvPr/>
          </p:nvSpPr>
          <p:spPr>
            <a:xfrm>
              <a:off x="3737603"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10" name="Freeform: Shape 3809">
              <a:extLst>
                <a:ext uri="{FF2B5EF4-FFF2-40B4-BE49-F238E27FC236}">
                  <a16:creationId xmlns:a16="http://schemas.microsoft.com/office/drawing/2014/main" id="{456BF4E4-2F8E-B723-3EAC-FB55858A17E1}"/>
                </a:ext>
              </a:extLst>
            </p:cNvPr>
            <p:cNvSpPr/>
            <p:nvPr/>
          </p:nvSpPr>
          <p:spPr>
            <a:xfrm>
              <a:off x="3851815"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11" name="Freeform: Shape 3810">
              <a:extLst>
                <a:ext uri="{FF2B5EF4-FFF2-40B4-BE49-F238E27FC236}">
                  <a16:creationId xmlns:a16="http://schemas.microsoft.com/office/drawing/2014/main" id="{17F09004-B887-BEBB-C5C0-23F9FBD3E0EB}"/>
                </a:ext>
              </a:extLst>
            </p:cNvPr>
            <p:cNvSpPr/>
            <p:nvPr/>
          </p:nvSpPr>
          <p:spPr>
            <a:xfrm>
              <a:off x="3966071"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12" name="Freeform: Shape 3811">
              <a:extLst>
                <a:ext uri="{FF2B5EF4-FFF2-40B4-BE49-F238E27FC236}">
                  <a16:creationId xmlns:a16="http://schemas.microsoft.com/office/drawing/2014/main" id="{E9A88E33-E7E3-3B08-79A4-E7518804C6A3}"/>
                </a:ext>
              </a:extLst>
            </p:cNvPr>
            <p:cNvSpPr/>
            <p:nvPr/>
          </p:nvSpPr>
          <p:spPr>
            <a:xfrm>
              <a:off x="4080327"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13" name="Freeform: Shape 3812">
              <a:extLst>
                <a:ext uri="{FF2B5EF4-FFF2-40B4-BE49-F238E27FC236}">
                  <a16:creationId xmlns:a16="http://schemas.microsoft.com/office/drawing/2014/main" id="{6A5F505A-A016-46EE-1147-46D13C471DD5}"/>
                </a:ext>
              </a:extLst>
            </p:cNvPr>
            <p:cNvSpPr/>
            <p:nvPr/>
          </p:nvSpPr>
          <p:spPr>
            <a:xfrm>
              <a:off x="4194582"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14" name="Freeform: Shape 3813">
              <a:extLst>
                <a:ext uri="{FF2B5EF4-FFF2-40B4-BE49-F238E27FC236}">
                  <a16:creationId xmlns:a16="http://schemas.microsoft.com/office/drawing/2014/main" id="{0CB9235D-B1B2-E148-B3A6-431643521A14}"/>
                </a:ext>
              </a:extLst>
            </p:cNvPr>
            <p:cNvSpPr/>
            <p:nvPr/>
          </p:nvSpPr>
          <p:spPr>
            <a:xfrm>
              <a:off x="4308838"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15" name="Freeform: Shape 3814">
              <a:extLst>
                <a:ext uri="{FF2B5EF4-FFF2-40B4-BE49-F238E27FC236}">
                  <a16:creationId xmlns:a16="http://schemas.microsoft.com/office/drawing/2014/main" id="{6CDD169E-C2A1-F1F8-C3EC-CE67EC289F80}"/>
                </a:ext>
              </a:extLst>
            </p:cNvPr>
            <p:cNvSpPr/>
            <p:nvPr/>
          </p:nvSpPr>
          <p:spPr>
            <a:xfrm>
              <a:off x="4423094"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16" name="Freeform: Shape 3815">
              <a:extLst>
                <a:ext uri="{FF2B5EF4-FFF2-40B4-BE49-F238E27FC236}">
                  <a16:creationId xmlns:a16="http://schemas.microsoft.com/office/drawing/2014/main" id="{9E16EB00-E094-E8BF-B66A-D53DB6E61AD1}"/>
                </a:ext>
              </a:extLst>
            </p:cNvPr>
            <p:cNvSpPr/>
            <p:nvPr/>
          </p:nvSpPr>
          <p:spPr>
            <a:xfrm>
              <a:off x="4537350"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17" name="Freeform: Shape 3816">
              <a:extLst>
                <a:ext uri="{FF2B5EF4-FFF2-40B4-BE49-F238E27FC236}">
                  <a16:creationId xmlns:a16="http://schemas.microsoft.com/office/drawing/2014/main" id="{244A33F8-BBCF-0747-370A-2072D2954FDA}"/>
                </a:ext>
              </a:extLst>
            </p:cNvPr>
            <p:cNvSpPr/>
            <p:nvPr/>
          </p:nvSpPr>
          <p:spPr>
            <a:xfrm>
              <a:off x="4651605"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18" name="Freeform: Shape 3817">
              <a:extLst>
                <a:ext uri="{FF2B5EF4-FFF2-40B4-BE49-F238E27FC236}">
                  <a16:creationId xmlns:a16="http://schemas.microsoft.com/office/drawing/2014/main" id="{DB9C2395-20E4-C307-C25B-68AA8E014A9E}"/>
                </a:ext>
              </a:extLst>
            </p:cNvPr>
            <p:cNvSpPr/>
            <p:nvPr/>
          </p:nvSpPr>
          <p:spPr>
            <a:xfrm>
              <a:off x="4765861"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19" name="Freeform: Shape 3818">
              <a:extLst>
                <a:ext uri="{FF2B5EF4-FFF2-40B4-BE49-F238E27FC236}">
                  <a16:creationId xmlns:a16="http://schemas.microsoft.com/office/drawing/2014/main" id="{3DE6B4AF-DD7B-B0C0-F205-BC20A61F1080}"/>
                </a:ext>
              </a:extLst>
            </p:cNvPr>
            <p:cNvSpPr/>
            <p:nvPr/>
          </p:nvSpPr>
          <p:spPr>
            <a:xfrm>
              <a:off x="4880117"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20" name="Freeform: Shape 3819">
              <a:extLst>
                <a:ext uri="{FF2B5EF4-FFF2-40B4-BE49-F238E27FC236}">
                  <a16:creationId xmlns:a16="http://schemas.microsoft.com/office/drawing/2014/main" id="{D740AEF4-F89D-F6D6-A991-CACDC4D79C08}"/>
                </a:ext>
              </a:extLst>
            </p:cNvPr>
            <p:cNvSpPr/>
            <p:nvPr/>
          </p:nvSpPr>
          <p:spPr>
            <a:xfrm>
              <a:off x="4994373"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21" name="Freeform: Shape 3820">
              <a:extLst>
                <a:ext uri="{FF2B5EF4-FFF2-40B4-BE49-F238E27FC236}">
                  <a16:creationId xmlns:a16="http://schemas.microsoft.com/office/drawing/2014/main" id="{B9D3F3BC-A0CD-3294-823B-9ABAA69E2CC3}"/>
                </a:ext>
              </a:extLst>
            </p:cNvPr>
            <p:cNvSpPr/>
            <p:nvPr/>
          </p:nvSpPr>
          <p:spPr>
            <a:xfrm>
              <a:off x="5108629"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22" name="Freeform: Shape 3821">
              <a:extLst>
                <a:ext uri="{FF2B5EF4-FFF2-40B4-BE49-F238E27FC236}">
                  <a16:creationId xmlns:a16="http://schemas.microsoft.com/office/drawing/2014/main" id="{4BDF3744-DC6A-93B0-4012-BD72DFEBFA20}"/>
                </a:ext>
              </a:extLst>
            </p:cNvPr>
            <p:cNvSpPr/>
            <p:nvPr/>
          </p:nvSpPr>
          <p:spPr>
            <a:xfrm>
              <a:off x="5222840"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23" name="Freeform: Shape 3822">
              <a:extLst>
                <a:ext uri="{FF2B5EF4-FFF2-40B4-BE49-F238E27FC236}">
                  <a16:creationId xmlns:a16="http://schemas.microsoft.com/office/drawing/2014/main" id="{FA25B52C-D296-5E7A-F6CB-C25807B9B5D2}"/>
                </a:ext>
              </a:extLst>
            </p:cNvPr>
            <p:cNvSpPr/>
            <p:nvPr/>
          </p:nvSpPr>
          <p:spPr>
            <a:xfrm>
              <a:off x="5337096"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24" name="Freeform: Shape 3823">
              <a:extLst>
                <a:ext uri="{FF2B5EF4-FFF2-40B4-BE49-F238E27FC236}">
                  <a16:creationId xmlns:a16="http://schemas.microsoft.com/office/drawing/2014/main" id="{C600E223-F921-2DDF-36C6-98E5241B3253}"/>
                </a:ext>
              </a:extLst>
            </p:cNvPr>
            <p:cNvSpPr/>
            <p:nvPr/>
          </p:nvSpPr>
          <p:spPr>
            <a:xfrm>
              <a:off x="5451352"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25" name="Freeform: Shape 3824">
              <a:extLst>
                <a:ext uri="{FF2B5EF4-FFF2-40B4-BE49-F238E27FC236}">
                  <a16:creationId xmlns:a16="http://schemas.microsoft.com/office/drawing/2014/main" id="{08C63A9A-7F14-FF38-C0AF-020BF89FF579}"/>
                </a:ext>
              </a:extLst>
            </p:cNvPr>
            <p:cNvSpPr/>
            <p:nvPr/>
          </p:nvSpPr>
          <p:spPr>
            <a:xfrm>
              <a:off x="5565608"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26" name="Freeform: Shape 3825">
              <a:extLst>
                <a:ext uri="{FF2B5EF4-FFF2-40B4-BE49-F238E27FC236}">
                  <a16:creationId xmlns:a16="http://schemas.microsoft.com/office/drawing/2014/main" id="{033DB639-892C-9545-3774-6742F8301207}"/>
                </a:ext>
              </a:extLst>
            </p:cNvPr>
            <p:cNvSpPr/>
            <p:nvPr/>
          </p:nvSpPr>
          <p:spPr>
            <a:xfrm>
              <a:off x="5679863"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27" name="Freeform: Shape 3826">
              <a:extLst>
                <a:ext uri="{FF2B5EF4-FFF2-40B4-BE49-F238E27FC236}">
                  <a16:creationId xmlns:a16="http://schemas.microsoft.com/office/drawing/2014/main" id="{AB3A3A26-0357-C28E-217A-2068C1886470}"/>
                </a:ext>
              </a:extLst>
            </p:cNvPr>
            <p:cNvSpPr/>
            <p:nvPr/>
          </p:nvSpPr>
          <p:spPr>
            <a:xfrm>
              <a:off x="5794119"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28" name="Freeform: Shape 3827">
              <a:extLst>
                <a:ext uri="{FF2B5EF4-FFF2-40B4-BE49-F238E27FC236}">
                  <a16:creationId xmlns:a16="http://schemas.microsoft.com/office/drawing/2014/main" id="{484DC6FD-80EA-E138-F5A8-1846EF6722A1}"/>
                </a:ext>
              </a:extLst>
            </p:cNvPr>
            <p:cNvSpPr/>
            <p:nvPr/>
          </p:nvSpPr>
          <p:spPr>
            <a:xfrm>
              <a:off x="5908375"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29" name="Freeform: Shape 3828">
              <a:extLst>
                <a:ext uri="{FF2B5EF4-FFF2-40B4-BE49-F238E27FC236}">
                  <a16:creationId xmlns:a16="http://schemas.microsoft.com/office/drawing/2014/main" id="{170428AF-A8E8-98D7-F1D0-96252397CCFF}"/>
                </a:ext>
              </a:extLst>
            </p:cNvPr>
            <p:cNvSpPr/>
            <p:nvPr/>
          </p:nvSpPr>
          <p:spPr>
            <a:xfrm>
              <a:off x="6022631"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30" name="Freeform: Shape 3829">
              <a:extLst>
                <a:ext uri="{FF2B5EF4-FFF2-40B4-BE49-F238E27FC236}">
                  <a16:creationId xmlns:a16="http://schemas.microsoft.com/office/drawing/2014/main" id="{53EC0B98-BC48-2E30-412C-0F289E765E1C}"/>
                </a:ext>
              </a:extLst>
            </p:cNvPr>
            <p:cNvSpPr/>
            <p:nvPr/>
          </p:nvSpPr>
          <p:spPr>
            <a:xfrm>
              <a:off x="6136886"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31" name="Freeform: Shape 3830">
              <a:extLst>
                <a:ext uri="{FF2B5EF4-FFF2-40B4-BE49-F238E27FC236}">
                  <a16:creationId xmlns:a16="http://schemas.microsoft.com/office/drawing/2014/main" id="{D8BA434D-2907-1DD5-6526-26E5962F5624}"/>
                </a:ext>
              </a:extLst>
            </p:cNvPr>
            <p:cNvSpPr/>
            <p:nvPr/>
          </p:nvSpPr>
          <p:spPr>
            <a:xfrm>
              <a:off x="6251142"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32" name="Freeform: Shape 3831">
              <a:extLst>
                <a:ext uri="{FF2B5EF4-FFF2-40B4-BE49-F238E27FC236}">
                  <a16:creationId xmlns:a16="http://schemas.microsoft.com/office/drawing/2014/main" id="{62E7C95B-9DB0-A236-471F-37522CA2B60A}"/>
                </a:ext>
              </a:extLst>
            </p:cNvPr>
            <p:cNvSpPr/>
            <p:nvPr/>
          </p:nvSpPr>
          <p:spPr>
            <a:xfrm>
              <a:off x="6365398"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33" name="Freeform: Shape 3832">
              <a:extLst>
                <a:ext uri="{FF2B5EF4-FFF2-40B4-BE49-F238E27FC236}">
                  <a16:creationId xmlns:a16="http://schemas.microsoft.com/office/drawing/2014/main" id="{702993ED-D741-BF1A-6B9E-9CD2319F2945}"/>
                </a:ext>
              </a:extLst>
            </p:cNvPr>
            <p:cNvSpPr/>
            <p:nvPr/>
          </p:nvSpPr>
          <p:spPr>
            <a:xfrm>
              <a:off x="6479610"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34" name="Freeform: Shape 3833">
              <a:extLst>
                <a:ext uri="{FF2B5EF4-FFF2-40B4-BE49-F238E27FC236}">
                  <a16:creationId xmlns:a16="http://schemas.microsoft.com/office/drawing/2014/main" id="{E0CD7B78-C054-15D5-0FAA-1BA07A9FA76F}"/>
                </a:ext>
              </a:extLst>
            </p:cNvPr>
            <p:cNvSpPr/>
            <p:nvPr/>
          </p:nvSpPr>
          <p:spPr>
            <a:xfrm>
              <a:off x="6593865"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35" name="Freeform: Shape 3834">
              <a:extLst>
                <a:ext uri="{FF2B5EF4-FFF2-40B4-BE49-F238E27FC236}">
                  <a16:creationId xmlns:a16="http://schemas.microsoft.com/office/drawing/2014/main" id="{D40E2472-CE59-D310-D274-A3A506536395}"/>
                </a:ext>
              </a:extLst>
            </p:cNvPr>
            <p:cNvSpPr/>
            <p:nvPr/>
          </p:nvSpPr>
          <p:spPr>
            <a:xfrm>
              <a:off x="6708121" y="663077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36" name="Freeform: Shape 3835">
              <a:extLst>
                <a:ext uri="{FF2B5EF4-FFF2-40B4-BE49-F238E27FC236}">
                  <a16:creationId xmlns:a16="http://schemas.microsoft.com/office/drawing/2014/main" id="{06FA9AC3-C22C-6511-C574-A5AEB9BAC556}"/>
                </a:ext>
              </a:extLst>
            </p:cNvPr>
            <p:cNvSpPr/>
            <p:nvPr/>
          </p:nvSpPr>
          <p:spPr>
            <a:xfrm>
              <a:off x="6822377"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37" name="Freeform: Shape 3836">
              <a:extLst>
                <a:ext uri="{FF2B5EF4-FFF2-40B4-BE49-F238E27FC236}">
                  <a16:creationId xmlns:a16="http://schemas.microsoft.com/office/drawing/2014/main" id="{7E340049-6F37-45A8-A418-C27F7DA839EA}"/>
                </a:ext>
              </a:extLst>
            </p:cNvPr>
            <p:cNvSpPr/>
            <p:nvPr/>
          </p:nvSpPr>
          <p:spPr>
            <a:xfrm>
              <a:off x="6936633"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38" name="Freeform: Shape 3837">
              <a:extLst>
                <a:ext uri="{FF2B5EF4-FFF2-40B4-BE49-F238E27FC236}">
                  <a16:creationId xmlns:a16="http://schemas.microsoft.com/office/drawing/2014/main" id="{DD7569B9-CB99-E8A7-4D2A-FBDD8F91A748}"/>
                </a:ext>
              </a:extLst>
            </p:cNvPr>
            <p:cNvSpPr/>
            <p:nvPr/>
          </p:nvSpPr>
          <p:spPr>
            <a:xfrm>
              <a:off x="7050888" y="663077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39" name="Freeform: Shape 3838">
              <a:extLst>
                <a:ext uri="{FF2B5EF4-FFF2-40B4-BE49-F238E27FC236}">
                  <a16:creationId xmlns:a16="http://schemas.microsoft.com/office/drawing/2014/main" id="{50FA83CB-9735-8B22-AB0A-2AFC013A0197}"/>
                </a:ext>
              </a:extLst>
            </p:cNvPr>
            <p:cNvSpPr/>
            <p:nvPr/>
          </p:nvSpPr>
          <p:spPr>
            <a:xfrm>
              <a:off x="7165144"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40" name="Freeform: Shape 3839">
              <a:extLst>
                <a:ext uri="{FF2B5EF4-FFF2-40B4-BE49-F238E27FC236}">
                  <a16:creationId xmlns:a16="http://schemas.microsoft.com/office/drawing/2014/main" id="{731237C4-19CB-7A1A-D7DE-2ED1099A6081}"/>
                </a:ext>
              </a:extLst>
            </p:cNvPr>
            <p:cNvSpPr/>
            <p:nvPr/>
          </p:nvSpPr>
          <p:spPr>
            <a:xfrm>
              <a:off x="2366578"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41" name="Freeform: Shape 3840">
              <a:extLst>
                <a:ext uri="{FF2B5EF4-FFF2-40B4-BE49-F238E27FC236}">
                  <a16:creationId xmlns:a16="http://schemas.microsoft.com/office/drawing/2014/main" id="{F7CCBFAD-4127-730A-4927-1C7C6D5B2B61}"/>
                </a:ext>
              </a:extLst>
            </p:cNvPr>
            <p:cNvSpPr/>
            <p:nvPr/>
          </p:nvSpPr>
          <p:spPr>
            <a:xfrm>
              <a:off x="2480790"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42" name="Freeform: Shape 3841">
              <a:extLst>
                <a:ext uri="{FF2B5EF4-FFF2-40B4-BE49-F238E27FC236}">
                  <a16:creationId xmlns:a16="http://schemas.microsoft.com/office/drawing/2014/main" id="{049FFA3B-60A4-D14A-7D67-836E78C5F7B1}"/>
                </a:ext>
              </a:extLst>
            </p:cNvPr>
            <p:cNvSpPr/>
            <p:nvPr/>
          </p:nvSpPr>
          <p:spPr>
            <a:xfrm>
              <a:off x="2595046"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43" name="Freeform: Shape 3842">
              <a:extLst>
                <a:ext uri="{FF2B5EF4-FFF2-40B4-BE49-F238E27FC236}">
                  <a16:creationId xmlns:a16="http://schemas.microsoft.com/office/drawing/2014/main" id="{500CF046-6397-90C1-04C7-B5554B3C3430}"/>
                </a:ext>
              </a:extLst>
            </p:cNvPr>
            <p:cNvSpPr/>
            <p:nvPr/>
          </p:nvSpPr>
          <p:spPr>
            <a:xfrm>
              <a:off x="2709301"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44" name="Freeform: Shape 3843">
              <a:extLst>
                <a:ext uri="{FF2B5EF4-FFF2-40B4-BE49-F238E27FC236}">
                  <a16:creationId xmlns:a16="http://schemas.microsoft.com/office/drawing/2014/main" id="{74B9A40D-E243-4FB7-014E-E26B0925934B}"/>
                </a:ext>
              </a:extLst>
            </p:cNvPr>
            <p:cNvSpPr/>
            <p:nvPr/>
          </p:nvSpPr>
          <p:spPr>
            <a:xfrm>
              <a:off x="2823557"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45" name="Freeform: Shape 3844">
              <a:extLst>
                <a:ext uri="{FF2B5EF4-FFF2-40B4-BE49-F238E27FC236}">
                  <a16:creationId xmlns:a16="http://schemas.microsoft.com/office/drawing/2014/main" id="{D1D585E6-03EA-3917-CE7F-2A9A7CE4B39E}"/>
                </a:ext>
              </a:extLst>
            </p:cNvPr>
            <p:cNvSpPr/>
            <p:nvPr/>
          </p:nvSpPr>
          <p:spPr>
            <a:xfrm>
              <a:off x="2937813"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46" name="Freeform: Shape 3845">
              <a:extLst>
                <a:ext uri="{FF2B5EF4-FFF2-40B4-BE49-F238E27FC236}">
                  <a16:creationId xmlns:a16="http://schemas.microsoft.com/office/drawing/2014/main" id="{A06FAB13-159B-9BBA-E37C-395829F1F557}"/>
                </a:ext>
              </a:extLst>
            </p:cNvPr>
            <p:cNvSpPr/>
            <p:nvPr/>
          </p:nvSpPr>
          <p:spPr>
            <a:xfrm>
              <a:off x="3052069"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47" name="Freeform: Shape 3846">
              <a:extLst>
                <a:ext uri="{FF2B5EF4-FFF2-40B4-BE49-F238E27FC236}">
                  <a16:creationId xmlns:a16="http://schemas.microsoft.com/office/drawing/2014/main" id="{B01E0744-EA0E-B5AF-1A7B-458F3B841E4C}"/>
                </a:ext>
              </a:extLst>
            </p:cNvPr>
            <p:cNvSpPr/>
            <p:nvPr/>
          </p:nvSpPr>
          <p:spPr>
            <a:xfrm>
              <a:off x="3166325"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48" name="Freeform: Shape 3847">
              <a:extLst>
                <a:ext uri="{FF2B5EF4-FFF2-40B4-BE49-F238E27FC236}">
                  <a16:creationId xmlns:a16="http://schemas.microsoft.com/office/drawing/2014/main" id="{BDF41BAE-3C10-B322-C8C9-913296ED1460}"/>
                </a:ext>
              </a:extLst>
            </p:cNvPr>
            <p:cNvSpPr/>
            <p:nvPr/>
          </p:nvSpPr>
          <p:spPr>
            <a:xfrm>
              <a:off x="3280580"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49" name="Freeform: Shape 3848">
              <a:extLst>
                <a:ext uri="{FF2B5EF4-FFF2-40B4-BE49-F238E27FC236}">
                  <a16:creationId xmlns:a16="http://schemas.microsoft.com/office/drawing/2014/main" id="{FFE8EC59-E5EC-E9D1-7BEB-A2DC63CC39DE}"/>
                </a:ext>
              </a:extLst>
            </p:cNvPr>
            <p:cNvSpPr/>
            <p:nvPr/>
          </p:nvSpPr>
          <p:spPr>
            <a:xfrm>
              <a:off x="3394836"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50" name="Freeform: Shape 3849">
              <a:extLst>
                <a:ext uri="{FF2B5EF4-FFF2-40B4-BE49-F238E27FC236}">
                  <a16:creationId xmlns:a16="http://schemas.microsoft.com/office/drawing/2014/main" id="{79043882-D6E2-7BB0-5414-DB1CE4B7E10F}"/>
                </a:ext>
              </a:extLst>
            </p:cNvPr>
            <p:cNvSpPr/>
            <p:nvPr/>
          </p:nvSpPr>
          <p:spPr>
            <a:xfrm>
              <a:off x="3509092"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51" name="Freeform: Shape 3850">
              <a:extLst>
                <a:ext uri="{FF2B5EF4-FFF2-40B4-BE49-F238E27FC236}">
                  <a16:creationId xmlns:a16="http://schemas.microsoft.com/office/drawing/2014/main" id="{3079D67A-1B09-63E8-B4F3-4195E9DB56EA}"/>
                </a:ext>
              </a:extLst>
            </p:cNvPr>
            <p:cNvSpPr/>
            <p:nvPr/>
          </p:nvSpPr>
          <p:spPr>
            <a:xfrm>
              <a:off x="3623348"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52" name="Freeform: Shape 3851">
              <a:extLst>
                <a:ext uri="{FF2B5EF4-FFF2-40B4-BE49-F238E27FC236}">
                  <a16:creationId xmlns:a16="http://schemas.microsoft.com/office/drawing/2014/main" id="{AA0FDB20-729A-3843-7F0C-0596127BD79E}"/>
                </a:ext>
              </a:extLst>
            </p:cNvPr>
            <p:cNvSpPr/>
            <p:nvPr/>
          </p:nvSpPr>
          <p:spPr>
            <a:xfrm>
              <a:off x="3737603"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53" name="Freeform: Shape 3852">
              <a:extLst>
                <a:ext uri="{FF2B5EF4-FFF2-40B4-BE49-F238E27FC236}">
                  <a16:creationId xmlns:a16="http://schemas.microsoft.com/office/drawing/2014/main" id="{C19A915D-C7D4-2F14-D704-7009DDCED7DB}"/>
                </a:ext>
              </a:extLst>
            </p:cNvPr>
            <p:cNvSpPr/>
            <p:nvPr/>
          </p:nvSpPr>
          <p:spPr>
            <a:xfrm>
              <a:off x="3851815"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54" name="Freeform: Shape 3853">
              <a:extLst>
                <a:ext uri="{FF2B5EF4-FFF2-40B4-BE49-F238E27FC236}">
                  <a16:creationId xmlns:a16="http://schemas.microsoft.com/office/drawing/2014/main" id="{58DBFF99-7C76-CA81-81DF-683B975CD3B6}"/>
                </a:ext>
              </a:extLst>
            </p:cNvPr>
            <p:cNvSpPr/>
            <p:nvPr/>
          </p:nvSpPr>
          <p:spPr>
            <a:xfrm>
              <a:off x="3966071"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55" name="Freeform: Shape 3854">
              <a:extLst>
                <a:ext uri="{FF2B5EF4-FFF2-40B4-BE49-F238E27FC236}">
                  <a16:creationId xmlns:a16="http://schemas.microsoft.com/office/drawing/2014/main" id="{D3D4A57B-A6B5-DA6A-4D4C-F5D7CB500C49}"/>
                </a:ext>
              </a:extLst>
            </p:cNvPr>
            <p:cNvSpPr/>
            <p:nvPr/>
          </p:nvSpPr>
          <p:spPr>
            <a:xfrm>
              <a:off x="4080327"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56" name="Freeform: Shape 3855">
              <a:extLst>
                <a:ext uri="{FF2B5EF4-FFF2-40B4-BE49-F238E27FC236}">
                  <a16:creationId xmlns:a16="http://schemas.microsoft.com/office/drawing/2014/main" id="{5BD042E2-B24F-17E3-B617-A6C7EBE482F7}"/>
                </a:ext>
              </a:extLst>
            </p:cNvPr>
            <p:cNvSpPr/>
            <p:nvPr/>
          </p:nvSpPr>
          <p:spPr>
            <a:xfrm>
              <a:off x="4194582"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57" name="Freeform: Shape 3856">
              <a:extLst>
                <a:ext uri="{FF2B5EF4-FFF2-40B4-BE49-F238E27FC236}">
                  <a16:creationId xmlns:a16="http://schemas.microsoft.com/office/drawing/2014/main" id="{7538C590-2D2F-D1B8-AF0B-F7D5955D869E}"/>
                </a:ext>
              </a:extLst>
            </p:cNvPr>
            <p:cNvSpPr/>
            <p:nvPr/>
          </p:nvSpPr>
          <p:spPr>
            <a:xfrm>
              <a:off x="4308838"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58" name="Freeform: Shape 3857">
              <a:extLst>
                <a:ext uri="{FF2B5EF4-FFF2-40B4-BE49-F238E27FC236}">
                  <a16:creationId xmlns:a16="http://schemas.microsoft.com/office/drawing/2014/main" id="{FBD94CFC-BD43-575A-2B95-C9D211913CB3}"/>
                </a:ext>
              </a:extLst>
            </p:cNvPr>
            <p:cNvSpPr/>
            <p:nvPr/>
          </p:nvSpPr>
          <p:spPr>
            <a:xfrm>
              <a:off x="4423094"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59" name="Freeform: Shape 3858">
              <a:extLst>
                <a:ext uri="{FF2B5EF4-FFF2-40B4-BE49-F238E27FC236}">
                  <a16:creationId xmlns:a16="http://schemas.microsoft.com/office/drawing/2014/main" id="{59F3A3C0-89E8-C1C0-7372-A59D505C1E61}"/>
                </a:ext>
              </a:extLst>
            </p:cNvPr>
            <p:cNvSpPr/>
            <p:nvPr/>
          </p:nvSpPr>
          <p:spPr>
            <a:xfrm>
              <a:off x="4537350"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60" name="Freeform: Shape 3859">
              <a:extLst>
                <a:ext uri="{FF2B5EF4-FFF2-40B4-BE49-F238E27FC236}">
                  <a16:creationId xmlns:a16="http://schemas.microsoft.com/office/drawing/2014/main" id="{802AECEE-DD95-ECEF-9A44-7B5899006401}"/>
                </a:ext>
              </a:extLst>
            </p:cNvPr>
            <p:cNvSpPr/>
            <p:nvPr/>
          </p:nvSpPr>
          <p:spPr>
            <a:xfrm>
              <a:off x="4651605"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61" name="Freeform: Shape 3860">
              <a:extLst>
                <a:ext uri="{FF2B5EF4-FFF2-40B4-BE49-F238E27FC236}">
                  <a16:creationId xmlns:a16="http://schemas.microsoft.com/office/drawing/2014/main" id="{F1829748-2F62-DF77-61F4-B73F4B591E0E}"/>
                </a:ext>
              </a:extLst>
            </p:cNvPr>
            <p:cNvSpPr/>
            <p:nvPr/>
          </p:nvSpPr>
          <p:spPr>
            <a:xfrm>
              <a:off x="4765861"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62" name="Freeform: Shape 3861">
              <a:extLst>
                <a:ext uri="{FF2B5EF4-FFF2-40B4-BE49-F238E27FC236}">
                  <a16:creationId xmlns:a16="http://schemas.microsoft.com/office/drawing/2014/main" id="{D16C4824-4DE4-AA90-2FB6-E0F10C77FC0A}"/>
                </a:ext>
              </a:extLst>
            </p:cNvPr>
            <p:cNvSpPr/>
            <p:nvPr/>
          </p:nvSpPr>
          <p:spPr>
            <a:xfrm>
              <a:off x="4880117"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63" name="Freeform: Shape 3862">
              <a:extLst>
                <a:ext uri="{FF2B5EF4-FFF2-40B4-BE49-F238E27FC236}">
                  <a16:creationId xmlns:a16="http://schemas.microsoft.com/office/drawing/2014/main" id="{C74134D2-99FE-8FFB-D333-C9B186EF2876}"/>
                </a:ext>
              </a:extLst>
            </p:cNvPr>
            <p:cNvSpPr/>
            <p:nvPr/>
          </p:nvSpPr>
          <p:spPr>
            <a:xfrm>
              <a:off x="4994373"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64" name="Freeform: Shape 3863">
              <a:extLst>
                <a:ext uri="{FF2B5EF4-FFF2-40B4-BE49-F238E27FC236}">
                  <a16:creationId xmlns:a16="http://schemas.microsoft.com/office/drawing/2014/main" id="{E89032D3-0C50-1434-115B-8EEB051062D1}"/>
                </a:ext>
              </a:extLst>
            </p:cNvPr>
            <p:cNvSpPr/>
            <p:nvPr/>
          </p:nvSpPr>
          <p:spPr>
            <a:xfrm>
              <a:off x="5108629"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65" name="Freeform: Shape 3864">
              <a:extLst>
                <a:ext uri="{FF2B5EF4-FFF2-40B4-BE49-F238E27FC236}">
                  <a16:creationId xmlns:a16="http://schemas.microsoft.com/office/drawing/2014/main" id="{E927AF89-4DB8-73AF-30A6-CDEA4EB56C40}"/>
                </a:ext>
              </a:extLst>
            </p:cNvPr>
            <p:cNvSpPr/>
            <p:nvPr/>
          </p:nvSpPr>
          <p:spPr>
            <a:xfrm>
              <a:off x="5222840"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66" name="Freeform: Shape 3865">
              <a:extLst>
                <a:ext uri="{FF2B5EF4-FFF2-40B4-BE49-F238E27FC236}">
                  <a16:creationId xmlns:a16="http://schemas.microsoft.com/office/drawing/2014/main" id="{949605C2-E53D-A49A-34E1-020E7C41E0D3}"/>
                </a:ext>
              </a:extLst>
            </p:cNvPr>
            <p:cNvSpPr/>
            <p:nvPr/>
          </p:nvSpPr>
          <p:spPr>
            <a:xfrm>
              <a:off x="5337096"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67" name="Freeform: Shape 3866">
              <a:extLst>
                <a:ext uri="{FF2B5EF4-FFF2-40B4-BE49-F238E27FC236}">
                  <a16:creationId xmlns:a16="http://schemas.microsoft.com/office/drawing/2014/main" id="{D0CD2785-6012-4326-1EDA-A8B905DE304C}"/>
                </a:ext>
              </a:extLst>
            </p:cNvPr>
            <p:cNvSpPr/>
            <p:nvPr/>
          </p:nvSpPr>
          <p:spPr>
            <a:xfrm>
              <a:off x="5451352"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68" name="Freeform: Shape 3867">
              <a:extLst>
                <a:ext uri="{FF2B5EF4-FFF2-40B4-BE49-F238E27FC236}">
                  <a16:creationId xmlns:a16="http://schemas.microsoft.com/office/drawing/2014/main" id="{DD8C4FA2-8EB4-947F-9FF0-FB3CF0D6B57A}"/>
                </a:ext>
              </a:extLst>
            </p:cNvPr>
            <p:cNvSpPr/>
            <p:nvPr/>
          </p:nvSpPr>
          <p:spPr>
            <a:xfrm>
              <a:off x="5565608"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69" name="Freeform: Shape 3868">
              <a:extLst>
                <a:ext uri="{FF2B5EF4-FFF2-40B4-BE49-F238E27FC236}">
                  <a16:creationId xmlns:a16="http://schemas.microsoft.com/office/drawing/2014/main" id="{C1BE2646-69DF-CEEE-AA20-C3F1BD0DD613}"/>
                </a:ext>
              </a:extLst>
            </p:cNvPr>
            <p:cNvSpPr/>
            <p:nvPr/>
          </p:nvSpPr>
          <p:spPr>
            <a:xfrm>
              <a:off x="5679863"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70" name="Freeform: Shape 3869">
              <a:extLst>
                <a:ext uri="{FF2B5EF4-FFF2-40B4-BE49-F238E27FC236}">
                  <a16:creationId xmlns:a16="http://schemas.microsoft.com/office/drawing/2014/main" id="{2F90F4E1-82B8-FB21-A2BD-E49C74181935}"/>
                </a:ext>
              </a:extLst>
            </p:cNvPr>
            <p:cNvSpPr/>
            <p:nvPr/>
          </p:nvSpPr>
          <p:spPr>
            <a:xfrm>
              <a:off x="5794119"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71" name="Freeform: Shape 3870">
              <a:extLst>
                <a:ext uri="{FF2B5EF4-FFF2-40B4-BE49-F238E27FC236}">
                  <a16:creationId xmlns:a16="http://schemas.microsoft.com/office/drawing/2014/main" id="{88E9F190-FAA9-5808-8B0A-B847C154A54A}"/>
                </a:ext>
              </a:extLst>
            </p:cNvPr>
            <p:cNvSpPr/>
            <p:nvPr/>
          </p:nvSpPr>
          <p:spPr>
            <a:xfrm>
              <a:off x="5908375"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72" name="Freeform: Shape 3871">
              <a:extLst>
                <a:ext uri="{FF2B5EF4-FFF2-40B4-BE49-F238E27FC236}">
                  <a16:creationId xmlns:a16="http://schemas.microsoft.com/office/drawing/2014/main" id="{C36BC2CE-9701-7EDC-7D77-E5B42CE2D926}"/>
                </a:ext>
              </a:extLst>
            </p:cNvPr>
            <p:cNvSpPr/>
            <p:nvPr/>
          </p:nvSpPr>
          <p:spPr>
            <a:xfrm>
              <a:off x="6022631"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73" name="Freeform: Shape 3872">
              <a:extLst>
                <a:ext uri="{FF2B5EF4-FFF2-40B4-BE49-F238E27FC236}">
                  <a16:creationId xmlns:a16="http://schemas.microsoft.com/office/drawing/2014/main" id="{64BD6DDB-0F5B-B512-92DA-1FFA05332112}"/>
                </a:ext>
              </a:extLst>
            </p:cNvPr>
            <p:cNvSpPr/>
            <p:nvPr/>
          </p:nvSpPr>
          <p:spPr>
            <a:xfrm>
              <a:off x="6136886"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74" name="Freeform: Shape 3873">
              <a:extLst>
                <a:ext uri="{FF2B5EF4-FFF2-40B4-BE49-F238E27FC236}">
                  <a16:creationId xmlns:a16="http://schemas.microsoft.com/office/drawing/2014/main" id="{102B48EF-D43A-17A2-6465-61787F2EF211}"/>
                </a:ext>
              </a:extLst>
            </p:cNvPr>
            <p:cNvSpPr/>
            <p:nvPr/>
          </p:nvSpPr>
          <p:spPr>
            <a:xfrm>
              <a:off x="6251142"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75" name="Freeform: Shape 3874">
              <a:extLst>
                <a:ext uri="{FF2B5EF4-FFF2-40B4-BE49-F238E27FC236}">
                  <a16:creationId xmlns:a16="http://schemas.microsoft.com/office/drawing/2014/main" id="{C5E1CFAD-A311-52A7-0515-061085FE227A}"/>
                </a:ext>
              </a:extLst>
            </p:cNvPr>
            <p:cNvSpPr/>
            <p:nvPr/>
          </p:nvSpPr>
          <p:spPr>
            <a:xfrm>
              <a:off x="6365398"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76" name="Freeform: Shape 3875">
              <a:extLst>
                <a:ext uri="{FF2B5EF4-FFF2-40B4-BE49-F238E27FC236}">
                  <a16:creationId xmlns:a16="http://schemas.microsoft.com/office/drawing/2014/main" id="{12EA0478-A421-C4B0-A3E9-87B19B4DC64B}"/>
                </a:ext>
              </a:extLst>
            </p:cNvPr>
            <p:cNvSpPr/>
            <p:nvPr/>
          </p:nvSpPr>
          <p:spPr>
            <a:xfrm>
              <a:off x="6479610"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77" name="Freeform: Shape 3876">
              <a:extLst>
                <a:ext uri="{FF2B5EF4-FFF2-40B4-BE49-F238E27FC236}">
                  <a16:creationId xmlns:a16="http://schemas.microsoft.com/office/drawing/2014/main" id="{A4A6BACD-CEF2-B66B-03D6-2FE53055470D}"/>
                </a:ext>
              </a:extLst>
            </p:cNvPr>
            <p:cNvSpPr/>
            <p:nvPr/>
          </p:nvSpPr>
          <p:spPr>
            <a:xfrm>
              <a:off x="6593865"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78" name="Freeform: Shape 3877">
              <a:extLst>
                <a:ext uri="{FF2B5EF4-FFF2-40B4-BE49-F238E27FC236}">
                  <a16:creationId xmlns:a16="http://schemas.microsoft.com/office/drawing/2014/main" id="{624C7CFC-3055-0DDA-A17F-2467598C3C31}"/>
                </a:ext>
              </a:extLst>
            </p:cNvPr>
            <p:cNvSpPr/>
            <p:nvPr/>
          </p:nvSpPr>
          <p:spPr>
            <a:xfrm>
              <a:off x="6708121" y="674502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79" name="Freeform: Shape 3878">
              <a:extLst>
                <a:ext uri="{FF2B5EF4-FFF2-40B4-BE49-F238E27FC236}">
                  <a16:creationId xmlns:a16="http://schemas.microsoft.com/office/drawing/2014/main" id="{7A348385-D528-EFA7-2938-75DEE3865347}"/>
                </a:ext>
              </a:extLst>
            </p:cNvPr>
            <p:cNvSpPr/>
            <p:nvPr/>
          </p:nvSpPr>
          <p:spPr>
            <a:xfrm>
              <a:off x="6822377"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80" name="Freeform: Shape 3879">
              <a:extLst>
                <a:ext uri="{FF2B5EF4-FFF2-40B4-BE49-F238E27FC236}">
                  <a16:creationId xmlns:a16="http://schemas.microsoft.com/office/drawing/2014/main" id="{BE79A6A4-01C0-28FC-C322-8CA7177D1DE0}"/>
                </a:ext>
              </a:extLst>
            </p:cNvPr>
            <p:cNvSpPr/>
            <p:nvPr/>
          </p:nvSpPr>
          <p:spPr>
            <a:xfrm>
              <a:off x="6936633"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81" name="Freeform: Shape 3880">
              <a:extLst>
                <a:ext uri="{FF2B5EF4-FFF2-40B4-BE49-F238E27FC236}">
                  <a16:creationId xmlns:a16="http://schemas.microsoft.com/office/drawing/2014/main" id="{4C4A09DA-1877-3257-F805-FFDB065885E8}"/>
                </a:ext>
              </a:extLst>
            </p:cNvPr>
            <p:cNvSpPr/>
            <p:nvPr/>
          </p:nvSpPr>
          <p:spPr>
            <a:xfrm>
              <a:off x="7050888" y="674502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82" name="Freeform: Shape 3881">
              <a:extLst>
                <a:ext uri="{FF2B5EF4-FFF2-40B4-BE49-F238E27FC236}">
                  <a16:creationId xmlns:a16="http://schemas.microsoft.com/office/drawing/2014/main" id="{A25C7D3D-78A4-B396-3A00-701F8D1A5BDA}"/>
                </a:ext>
              </a:extLst>
            </p:cNvPr>
            <p:cNvSpPr/>
            <p:nvPr/>
          </p:nvSpPr>
          <p:spPr>
            <a:xfrm>
              <a:off x="7165144"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84" name="Freeform: Shape 3883">
              <a:extLst>
                <a:ext uri="{FF2B5EF4-FFF2-40B4-BE49-F238E27FC236}">
                  <a16:creationId xmlns:a16="http://schemas.microsoft.com/office/drawing/2014/main" id="{E24EA12F-765E-B733-79E8-AAE5D0E0239C}"/>
                </a:ext>
              </a:extLst>
            </p:cNvPr>
            <p:cNvSpPr/>
            <p:nvPr/>
          </p:nvSpPr>
          <p:spPr>
            <a:xfrm>
              <a:off x="7279135" y="343169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85" name="Freeform: Shape 3884">
              <a:extLst>
                <a:ext uri="{FF2B5EF4-FFF2-40B4-BE49-F238E27FC236}">
                  <a16:creationId xmlns:a16="http://schemas.microsoft.com/office/drawing/2014/main" id="{FAE19FB9-C36A-93A5-A37F-376126BF6571}"/>
                </a:ext>
              </a:extLst>
            </p:cNvPr>
            <p:cNvSpPr/>
            <p:nvPr/>
          </p:nvSpPr>
          <p:spPr>
            <a:xfrm>
              <a:off x="7393391"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86" name="Freeform: Shape 3885">
              <a:extLst>
                <a:ext uri="{FF2B5EF4-FFF2-40B4-BE49-F238E27FC236}">
                  <a16:creationId xmlns:a16="http://schemas.microsoft.com/office/drawing/2014/main" id="{7E4ADF99-D2AB-13EF-B668-5B90FA7BAA45}"/>
                </a:ext>
              </a:extLst>
            </p:cNvPr>
            <p:cNvSpPr/>
            <p:nvPr/>
          </p:nvSpPr>
          <p:spPr>
            <a:xfrm>
              <a:off x="7507646"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87" name="Freeform: Shape 3886">
              <a:extLst>
                <a:ext uri="{FF2B5EF4-FFF2-40B4-BE49-F238E27FC236}">
                  <a16:creationId xmlns:a16="http://schemas.microsoft.com/office/drawing/2014/main" id="{1F120E25-25C7-5288-376E-C3572D878CD4}"/>
                </a:ext>
              </a:extLst>
            </p:cNvPr>
            <p:cNvSpPr/>
            <p:nvPr/>
          </p:nvSpPr>
          <p:spPr>
            <a:xfrm>
              <a:off x="7621902"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88" name="Freeform: Shape 3887">
              <a:extLst>
                <a:ext uri="{FF2B5EF4-FFF2-40B4-BE49-F238E27FC236}">
                  <a16:creationId xmlns:a16="http://schemas.microsoft.com/office/drawing/2014/main" id="{FE615B6E-F412-22B6-EBED-59D2C5AA1E1D}"/>
                </a:ext>
              </a:extLst>
            </p:cNvPr>
            <p:cNvSpPr/>
            <p:nvPr/>
          </p:nvSpPr>
          <p:spPr>
            <a:xfrm>
              <a:off x="7736158" y="343169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89" name="Freeform: Shape 3888">
              <a:extLst>
                <a:ext uri="{FF2B5EF4-FFF2-40B4-BE49-F238E27FC236}">
                  <a16:creationId xmlns:a16="http://schemas.microsoft.com/office/drawing/2014/main" id="{724D4067-5CC4-9FBC-5CC2-A6CDF9CC8743}"/>
                </a:ext>
              </a:extLst>
            </p:cNvPr>
            <p:cNvSpPr/>
            <p:nvPr/>
          </p:nvSpPr>
          <p:spPr>
            <a:xfrm>
              <a:off x="7850414"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90" name="Freeform: Shape 3889">
              <a:extLst>
                <a:ext uri="{FF2B5EF4-FFF2-40B4-BE49-F238E27FC236}">
                  <a16:creationId xmlns:a16="http://schemas.microsoft.com/office/drawing/2014/main" id="{13F5A18C-53F0-D2B9-29BB-514BC577B21E}"/>
                </a:ext>
              </a:extLst>
            </p:cNvPr>
            <p:cNvSpPr/>
            <p:nvPr/>
          </p:nvSpPr>
          <p:spPr>
            <a:xfrm>
              <a:off x="7964669"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91" name="Freeform: Shape 3890">
              <a:extLst>
                <a:ext uri="{FF2B5EF4-FFF2-40B4-BE49-F238E27FC236}">
                  <a16:creationId xmlns:a16="http://schemas.microsoft.com/office/drawing/2014/main" id="{81C404D4-5875-B25C-370C-5E4F4FBCDD44}"/>
                </a:ext>
              </a:extLst>
            </p:cNvPr>
            <p:cNvSpPr/>
            <p:nvPr/>
          </p:nvSpPr>
          <p:spPr>
            <a:xfrm>
              <a:off x="8078925" y="343169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92" name="Freeform: Shape 3891">
              <a:extLst>
                <a:ext uri="{FF2B5EF4-FFF2-40B4-BE49-F238E27FC236}">
                  <a16:creationId xmlns:a16="http://schemas.microsoft.com/office/drawing/2014/main" id="{06EAEDD2-A303-C67A-31AB-D457D206A3DF}"/>
                </a:ext>
              </a:extLst>
            </p:cNvPr>
            <p:cNvSpPr/>
            <p:nvPr/>
          </p:nvSpPr>
          <p:spPr>
            <a:xfrm>
              <a:off x="8193181"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93" name="Freeform: Shape 3892">
              <a:extLst>
                <a:ext uri="{FF2B5EF4-FFF2-40B4-BE49-F238E27FC236}">
                  <a16:creationId xmlns:a16="http://schemas.microsoft.com/office/drawing/2014/main" id="{FE9A989C-91FB-DE51-B86A-8D7C57563CBD}"/>
                </a:ext>
              </a:extLst>
            </p:cNvPr>
            <p:cNvSpPr/>
            <p:nvPr/>
          </p:nvSpPr>
          <p:spPr>
            <a:xfrm>
              <a:off x="8307437"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94" name="Freeform: Shape 3893">
              <a:extLst>
                <a:ext uri="{FF2B5EF4-FFF2-40B4-BE49-F238E27FC236}">
                  <a16:creationId xmlns:a16="http://schemas.microsoft.com/office/drawing/2014/main" id="{319A36B8-8C8C-3C2B-29C1-43A4B359E22D}"/>
                </a:ext>
              </a:extLst>
            </p:cNvPr>
            <p:cNvSpPr/>
            <p:nvPr/>
          </p:nvSpPr>
          <p:spPr>
            <a:xfrm>
              <a:off x="8421648"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95" name="Freeform: Shape 3894">
              <a:extLst>
                <a:ext uri="{FF2B5EF4-FFF2-40B4-BE49-F238E27FC236}">
                  <a16:creationId xmlns:a16="http://schemas.microsoft.com/office/drawing/2014/main" id="{48CB926C-C27B-8FA0-0214-7C38B48F94AF}"/>
                </a:ext>
              </a:extLst>
            </p:cNvPr>
            <p:cNvSpPr/>
            <p:nvPr/>
          </p:nvSpPr>
          <p:spPr>
            <a:xfrm>
              <a:off x="8535904"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96" name="Freeform: Shape 3895">
              <a:extLst>
                <a:ext uri="{FF2B5EF4-FFF2-40B4-BE49-F238E27FC236}">
                  <a16:creationId xmlns:a16="http://schemas.microsoft.com/office/drawing/2014/main" id="{CC90A886-EB67-42FB-CE15-D74BE1CE9BCB}"/>
                </a:ext>
              </a:extLst>
            </p:cNvPr>
            <p:cNvSpPr/>
            <p:nvPr/>
          </p:nvSpPr>
          <p:spPr>
            <a:xfrm>
              <a:off x="8650160"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97" name="Freeform: Shape 3896">
              <a:extLst>
                <a:ext uri="{FF2B5EF4-FFF2-40B4-BE49-F238E27FC236}">
                  <a16:creationId xmlns:a16="http://schemas.microsoft.com/office/drawing/2014/main" id="{A2F1F1E0-D8F9-52E6-9ED7-A24389028866}"/>
                </a:ext>
              </a:extLst>
            </p:cNvPr>
            <p:cNvSpPr/>
            <p:nvPr/>
          </p:nvSpPr>
          <p:spPr>
            <a:xfrm>
              <a:off x="8764416"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98" name="Freeform: Shape 3897">
              <a:extLst>
                <a:ext uri="{FF2B5EF4-FFF2-40B4-BE49-F238E27FC236}">
                  <a16:creationId xmlns:a16="http://schemas.microsoft.com/office/drawing/2014/main" id="{264D886E-B058-CB18-B355-7B53F53237E3}"/>
                </a:ext>
              </a:extLst>
            </p:cNvPr>
            <p:cNvSpPr/>
            <p:nvPr/>
          </p:nvSpPr>
          <p:spPr>
            <a:xfrm>
              <a:off x="8878671" y="343169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99" name="Freeform: Shape 3898">
              <a:extLst>
                <a:ext uri="{FF2B5EF4-FFF2-40B4-BE49-F238E27FC236}">
                  <a16:creationId xmlns:a16="http://schemas.microsoft.com/office/drawing/2014/main" id="{91127EF7-8049-7A62-430F-79CF836E6915}"/>
                </a:ext>
              </a:extLst>
            </p:cNvPr>
            <p:cNvSpPr/>
            <p:nvPr/>
          </p:nvSpPr>
          <p:spPr>
            <a:xfrm>
              <a:off x="8992927"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00" name="Freeform: Shape 3899">
              <a:extLst>
                <a:ext uri="{FF2B5EF4-FFF2-40B4-BE49-F238E27FC236}">
                  <a16:creationId xmlns:a16="http://schemas.microsoft.com/office/drawing/2014/main" id="{050F6E0A-D4B6-8828-2AF9-FA07995F43F2}"/>
                </a:ext>
              </a:extLst>
            </p:cNvPr>
            <p:cNvSpPr/>
            <p:nvPr/>
          </p:nvSpPr>
          <p:spPr>
            <a:xfrm>
              <a:off x="9107183"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01" name="Freeform: Shape 3900">
              <a:extLst>
                <a:ext uri="{FF2B5EF4-FFF2-40B4-BE49-F238E27FC236}">
                  <a16:creationId xmlns:a16="http://schemas.microsoft.com/office/drawing/2014/main" id="{A2AACBBD-2344-AD1F-E6EE-9621F5081296}"/>
                </a:ext>
              </a:extLst>
            </p:cNvPr>
            <p:cNvSpPr/>
            <p:nvPr/>
          </p:nvSpPr>
          <p:spPr>
            <a:xfrm>
              <a:off x="9221439"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02" name="Freeform: Shape 3901">
              <a:extLst>
                <a:ext uri="{FF2B5EF4-FFF2-40B4-BE49-F238E27FC236}">
                  <a16:creationId xmlns:a16="http://schemas.microsoft.com/office/drawing/2014/main" id="{E8D5661E-857D-E88F-B599-1BF13B94A99C}"/>
                </a:ext>
              </a:extLst>
            </p:cNvPr>
            <p:cNvSpPr/>
            <p:nvPr/>
          </p:nvSpPr>
          <p:spPr>
            <a:xfrm>
              <a:off x="9335695" y="343169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03" name="Freeform: Shape 3902">
              <a:extLst>
                <a:ext uri="{FF2B5EF4-FFF2-40B4-BE49-F238E27FC236}">
                  <a16:creationId xmlns:a16="http://schemas.microsoft.com/office/drawing/2014/main" id="{170334A5-C8D0-211A-7813-37B7DD5276BE}"/>
                </a:ext>
              </a:extLst>
            </p:cNvPr>
            <p:cNvSpPr/>
            <p:nvPr/>
          </p:nvSpPr>
          <p:spPr>
            <a:xfrm>
              <a:off x="9449950"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04" name="Freeform: Shape 3903">
              <a:extLst>
                <a:ext uri="{FF2B5EF4-FFF2-40B4-BE49-F238E27FC236}">
                  <a16:creationId xmlns:a16="http://schemas.microsoft.com/office/drawing/2014/main" id="{30CB0C35-4A82-9AB1-EEEC-8714D6FCFCDA}"/>
                </a:ext>
              </a:extLst>
            </p:cNvPr>
            <p:cNvSpPr/>
            <p:nvPr/>
          </p:nvSpPr>
          <p:spPr>
            <a:xfrm>
              <a:off x="9564206"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05" name="Freeform: Shape 3904">
              <a:extLst>
                <a:ext uri="{FF2B5EF4-FFF2-40B4-BE49-F238E27FC236}">
                  <a16:creationId xmlns:a16="http://schemas.microsoft.com/office/drawing/2014/main" id="{A0B8D754-82E5-01DB-3E70-7CF48D4144DD}"/>
                </a:ext>
              </a:extLst>
            </p:cNvPr>
            <p:cNvSpPr/>
            <p:nvPr/>
          </p:nvSpPr>
          <p:spPr>
            <a:xfrm>
              <a:off x="9678418" y="343169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06" name="Freeform: Shape 3905">
              <a:extLst>
                <a:ext uri="{FF2B5EF4-FFF2-40B4-BE49-F238E27FC236}">
                  <a16:creationId xmlns:a16="http://schemas.microsoft.com/office/drawing/2014/main" id="{91FD80F8-53FD-BD08-2FB7-179C72CDB566}"/>
                </a:ext>
              </a:extLst>
            </p:cNvPr>
            <p:cNvSpPr/>
            <p:nvPr/>
          </p:nvSpPr>
          <p:spPr>
            <a:xfrm>
              <a:off x="9792674"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07" name="Freeform: Shape 3906">
              <a:extLst>
                <a:ext uri="{FF2B5EF4-FFF2-40B4-BE49-F238E27FC236}">
                  <a16:creationId xmlns:a16="http://schemas.microsoft.com/office/drawing/2014/main" id="{D5A45CA4-E3D8-82ED-5187-6F76EBD9F6BD}"/>
                </a:ext>
              </a:extLst>
            </p:cNvPr>
            <p:cNvSpPr/>
            <p:nvPr/>
          </p:nvSpPr>
          <p:spPr>
            <a:xfrm>
              <a:off x="9906929"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08" name="Freeform: Shape 3907">
              <a:extLst>
                <a:ext uri="{FF2B5EF4-FFF2-40B4-BE49-F238E27FC236}">
                  <a16:creationId xmlns:a16="http://schemas.microsoft.com/office/drawing/2014/main" id="{63C6ECC2-DFCB-408C-28E7-28CE9E44E4BF}"/>
                </a:ext>
              </a:extLst>
            </p:cNvPr>
            <p:cNvSpPr/>
            <p:nvPr/>
          </p:nvSpPr>
          <p:spPr>
            <a:xfrm>
              <a:off x="10021185"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09" name="Freeform: Shape 3908">
              <a:extLst>
                <a:ext uri="{FF2B5EF4-FFF2-40B4-BE49-F238E27FC236}">
                  <a16:creationId xmlns:a16="http://schemas.microsoft.com/office/drawing/2014/main" id="{347BB17A-24DC-8FAE-99F6-4C6D8DC403E0}"/>
                </a:ext>
              </a:extLst>
            </p:cNvPr>
            <p:cNvSpPr/>
            <p:nvPr/>
          </p:nvSpPr>
          <p:spPr>
            <a:xfrm>
              <a:off x="10135441"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10" name="Freeform: Shape 3909">
              <a:extLst>
                <a:ext uri="{FF2B5EF4-FFF2-40B4-BE49-F238E27FC236}">
                  <a16:creationId xmlns:a16="http://schemas.microsoft.com/office/drawing/2014/main" id="{D8839AF6-AC12-BEBF-E1D4-AE61679E8374}"/>
                </a:ext>
              </a:extLst>
            </p:cNvPr>
            <p:cNvSpPr/>
            <p:nvPr/>
          </p:nvSpPr>
          <p:spPr>
            <a:xfrm>
              <a:off x="10249697"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11" name="Freeform: Shape 3910">
              <a:extLst>
                <a:ext uri="{FF2B5EF4-FFF2-40B4-BE49-F238E27FC236}">
                  <a16:creationId xmlns:a16="http://schemas.microsoft.com/office/drawing/2014/main" id="{1CEF88A2-8FEA-98CF-14EB-E872373EE7A2}"/>
                </a:ext>
              </a:extLst>
            </p:cNvPr>
            <p:cNvSpPr/>
            <p:nvPr/>
          </p:nvSpPr>
          <p:spPr>
            <a:xfrm>
              <a:off x="10363952"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12" name="Freeform: Shape 3911">
              <a:extLst>
                <a:ext uri="{FF2B5EF4-FFF2-40B4-BE49-F238E27FC236}">
                  <a16:creationId xmlns:a16="http://schemas.microsoft.com/office/drawing/2014/main" id="{79E587DB-9D20-0518-3E7B-287F4F568882}"/>
                </a:ext>
              </a:extLst>
            </p:cNvPr>
            <p:cNvSpPr/>
            <p:nvPr/>
          </p:nvSpPr>
          <p:spPr>
            <a:xfrm>
              <a:off x="10478208" y="343169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13" name="Freeform: Shape 3912">
              <a:extLst>
                <a:ext uri="{FF2B5EF4-FFF2-40B4-BE49-F238E27FC236}">
                  <a16:creationId xmlns:a16="http://schemas.microsoft.com/office/drawing/2014/main" id="{416535DE-C89B-2727-6406-EFC688105C58}"/>
                </a:ext>
              </a:extLst>
            </p:cNvPr>
            <p:cNvSpPr/>
            <p:nvPr/>
          </p:nvSpPr>
          <p:spPr>
            <a:xfrm>
              <a:off x="10592464"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14" name="Freeform: Shape 3913">
              <a:extLst>
                <a:ext uri="{FF2B5EF4-FFF2-40B4-BE49-F238E27FC236}">
                  <a16:creationId xmlns:a16="http://schemas.microsoft.com/office/drawing/2014/main" id="{3945134F-ED92-27AF-8E08-FA73699FF24E}"/>
                </a:ext>
              </a:extLst>
            </p:cNvPr>
            <p:cNvSpPr/>
            <p:nvPr/>
          </p:nvSpPr>
          <p:spPr>
            <a:xfrm>
              <a:off x="10706720"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15" name="Freeform: Shape 3914">
              <a:extLst>
                <a:ext uri="{FF2B5EF4-FFF2-40B4-BE49-F238E27FC236}">
                  <a16:creationId xmlns:a16="http://schemas.microsoft.com/office/drawing/2014/main" id="{3A2B02F9-94E6-DBAF-4794-978DBB499261}"/>
                </a:ext>
              </a:extLst>
            </p:cNvPr>
            <p:cNvSpPr/>
            <p:nvPr/>
          </p:nvSpPr>
          <p:spPr>
            <a:xfrm>
              <a:off x="10820976" y="3431697"/>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16" name="Freeform: Shape 3915">
              <a:extLst>
                <a:ext uri="{FF2B5EF4-FFF2-40B4-BE49-F238E27FC236}">
                  <a16:creationId xmlns:a16="http://schemas.microsoft.com/office/drawing/2014/main" id="{7192B4C8-7D8F-E764-1D94-939A694419C2}"/>
                </a:ext>
              </a:extLst>
            </p:cNvPr>
            <p:cNvSpPr/>
            <p:nvPr/>
          </p:nvSpPr>
          <p:spPr>
            <a:xfrm>
              <a:off x="10935231"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17" name="Freeform: Shape 3916">
              <a:extLst>
                <a:ext uri="{FF2B5EF4-FFF2-40B4-BE49-F238E27FC236}">
                  <a16:creationId xmlns:a16="http://schemas.microsoft.com/office/drawing/2014/main" id="{2909CE84-0021-9944-84E5-7EECD82EF055}"/>
                </a:ext>
              </a:extLst>
            </p:cNvPr>
            <p:cNvSpPr/>
            <p:nvPr/>
          </p:nvSpPr>
          <p:spPr>
            <a:xfrm>
              <a:off x="11049443"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18" name="Freeform: Shape 3917">
              <a:extLst>
                <a:ext uri="{FF2B5EF4-FFF2-40B4-BE49-F238E27FC236}">
                  <a16:creationId xmlns:a16="http://schemas.microsoft.com/office/drawing/2014/main" id="{208A511D-A980-2024-5B73-372F20D55C38}"/>
                </a:ext>
              </a:extLst>
            </p:cNvPr>
            <p:cNvSpPr/>
            <p:nvPr/>
          </p:nvSpPr>
          <p:spPr>
            <a:xfrm>
              <a:off x="11163699" y="3431697"/>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19" name="Freeform: Shape 3918">
              <a:extLst>
                <a:ext uri="{FF2B5EF4-FFF2-40B4-BE49-F238E27FC236}">
                  <a16:creationId xmlns:a16="http://schemas.microsoft.com/office/drawing/2014/main" id="{B3488AA8-39B6-8A08-80B4-462ECBA69C23}"/>
                </a:ext>
              </a:extLst>
            </p:cNvPr>
            <p:cNvSpPr/>
            <p:nvPr/>
          </p:nvSpPr>
          <p:spPr>
            <a:xfrm>
              <a:off x="11277955"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20" name="Freeform: Shape 3919">
              <a:extLst>
                <a:ext uri="{FF2B5EF4-FFF2-40B4-BE49-F238E27FC236}">
                  <a16:creationId xmlns:a16="http://schemas.microsoft.com/office/drawing/2014/main" id="{C409E20D-C4BF-6D00-76B4-8A14AF222B8C}"/>
                </a:ext>
              </a:extLst>
            </p:cNvPr>
            <p:cNvSpPr/>
            <p:nvPr/>
          </p:nvSpPr>
          <p:spPr>
            <a:xfrm>
              <a:off x="11392210"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21" name="Freeform: Shape 3920">
              <a:extLst>
                <a:ext uri="{FF2B5EF4-FFF2-40B4-BE49-F238E27FC236}">
                  <a16:creationId xmlns:a16="http://schemas.microsoft.com/office/drawing/2014/main" id="{508E7656-A951-CAA1-1F46-DE9F50E23B38}"/>
                </a:ext>
              </a:extLst>
            </p:cNvPr>
            <p:cNvSpPr/>
            <p:nvPr/>
          </p:nvSpPr>
          <p:spPr>
            <a:xfrm>
              <a:off x="11506466" y="3431697"/>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22" name="Freeform: Shape 3921">
              <a:extLst>
                <a:ext uri="{FF2B5EF4-FFF2-40B4-BE49-F238E27FC236}">
                  <a16:creationId xmlns:a16="http://schemas.microsoft.com/office/drawing/2014/main" id="{59BF97DF-B1BD-8722-1BF9-0540A9359504}"/>
                </a:ext>
              </a:extLst>
            </p:cNvPr>
            <p:cNvSpPr/>
            <p:nvPr/>
          </p:nvSpPr>
          <p:spPr>
            <a:xfrm>
              <a:off x="11620722"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23" name="Freeform: Shape 3922">
              <a:extLst>
                <a:ext uri="{FF2B5EF4-FFF2-40B4-BE49-F238E27FC236}">
                  <a16:creationId xmlns:a16="http://schemas.microsoft.com/office/drawing/2014/main" id="{00F97496-025F-7C29-9AC8-F2D1C0E585CB}"/>
                </a:ext>
              </a:extLst>
            </p:cNvPr>
            <p:cNvSpPr/>
            <p:nvPr/>
          </p:nvSpPr>
          <p:spPr>
            <a:xfrm>
              <a:off x="11734978"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24" name="Freeform: Shape 3923">
              <a:extLst>
                <a:ext uri="{FF2B5EF4-FFF2-40B4-BE49-F238E27FC236}">
                  <a16:creationId xmlns:a16="http://schemas.microsoft.com/office/drawing/2014/main" id="{C1037DF5-A315-3032-ED86-5170AD9FE6EC}"/>
                </a:ext>
              </a:extLst>
            </p:cNvPr>
            <p:cNvSpPr/>
            <p:nvPr/>
          </p:nvSpPr>
          <p:spPr>
            <a:xfrm>
              <a:off x="11849233"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25" name="Freeform: Shape 3924">
              <a:extLst>
                <a:ext uri="{FF2B5EF4-FFF2-40B4-BE49-F238E27FC236}">
                  <a16:creationId xmlns:a16="http://schemas.microsoft.com/office/drawing/2014/main" id="{E7CD4EDF-CBB4-6B93-76FE-A02C80D75365}"/>
                </a:ext>
              </a:extLst>
            </p:cNvPr>
            <p:cNvSpPr/>
            <p:nvPr/>
          </p:nvSpPr>
          <p:spPr>
            <a:xfrm>
              <a:off x="11963489"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26" name="Freeform: Shape 3925">
              <a:extLst>
                <a:ext uri="{FF2B5EF4-FFF2-40B4-BE49-F238E27FC236}">
                  <a16:creationId xmlns:a16="http://schemas.microsoft.com/office/drawing/2014/main" id="{0F0FEFD7-E521-6001-1B78-B8660A25CD08}"/>
                </a:ext>
              </a:extLst>
            </p:cNvPr>
            <p:cNvSpPr/>
            <p:nvPr/>
          </p:nvSpPr>
          <p:spPr>
            <a:xfrm>
              <a:off x="12077745" y="3431697"/>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27" name="Freeform: Shape 3926">
              <a:extLst>
                <a:ext uri="{FF2B5EF4-FFF2-40B4-BE49-F238E27FC236}">
                  <a16:creationId xmlns:a16="http://schemas.microsoft.com/office/drawing/2014/main" id="{EDFF3F3A-900E-2350-C3F3-28964F7E7A47}"/>
                </a:ext>
              </a:extLst>
            </p:cNvPr>
            <p:cNvSpPr/>
            <p:nvPr/>
          </p:nvSpPr>
          <p:spPr>
            <a:xfrm>
              <a:off x="7279135" y="354595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28" name="Freeform: Shape 3927">
              <a:extLst>
                <a:ext uri="{FF2B5EF4-FFF2-40B4-BE49-F238E27FC236}">
                  <a16:creationId xmlns:a16="http://schemas.microsoft.com/office/drawing/2014/main" id="{FA4569FF-62CB-9DD2-E054-20B317BB6927}"/>
                </a:ext>
              </a:extLst>
            </p:cNvPr>
            <p:cNvSpPr/>
            <p:nvPr/>
          </p:nvSpPr>
          <p:spPr>
            <a:xfrm>
              <a:off x="7393391"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29" name="Freeform: Shape 3928">
              <a:extLst>
                <a:ext uri="{FF2B5EF4-FFF2-40B4-BE49-F238E27FC236}">
                  <a16:creationId xmlns:a16="http://schemas.microsoft.com/office/drawing/2014/main" id="{6E9EB31F-00BD-AA39-8A37-F56CAB4F2E39}"/>
                </a:ext>
              </a:extLst>
            </p:cNvPr>
            <p:cNvSpPr/>
            <p:nvPr/>
          </p:nvSpPr>
          <p:spPr>
            <a:xfrm>
              <a:off x="7507646"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30" name="Freeform: Shape 3929">
              <a:extLst>
                <a:ext uri="{FF2B5EF4-FFF2-40B4-BE49-F238E27FC236}">
                  <a16:creationId xmlns:a16="http://schemas.microsoft.com/office/drawing/2014/main" id="{8CD82009-463C-0851-1943-D6D764EF6002}"/>
                </a:ext>
              </a:extLst>
            </p:cNvPr>
            <p:cNvSpPr/>
            <p:nvPr/>
          </p:nvSpPr>
          <p:spPr>
            <a:xfrm>
              <a:off x="7621902"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31" name="Freeform: Shape 3930">
              <a:extLst>
                <a:ext uri="{FF2B5EF4-FFF2-40B4-BE49-F238E27FC236}">
                  <a16:creationId xmlns:a16="http://schemas.microsoft.com/office/drawing/2014/main" id="{F31169C8-F49E-7046-42F3-00C66654467F}"/>
                </a:ext>
              </a:extLst>
            </p:cNvPr>
            <p:cNvSpPr/>
            <p:nvPr/>
          </p:nvSpPr>
          <p:spPr>
            <a:xfrm>
              <a:off x="7736158" y="354595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32" name="Freeform: Shape 3931">
              <a:extLst>
                <a:ext uri="{FF2B5EF4-FFF2-40B4-BE49-F238E27FC236}">
                  <a16:creationId xmlns:a16="http://schemas.microsoft.com/office/drawing/2014/main" id="{6BBED7CC-2318-0541-B818-3D7BE5299DF1}"/>
                </a:ext>
              </a:extLst>
            </p:cNvPr>
            <p:cNvSpPr/>
            <p:nvPr/>
          </p:nvSpPr>
          <p:spPr>
            <a:xfrm>
              <a:off x="7850414"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33" name="Freeform: Shape 3932">
              <a:extLst>
                <a:ext uri="{FF2B5EF4-FFF2-40B4-BE49-F238E27FC236}">
                  <a16:creationId xmlns:a16="http://schemas.microsoft.com/office/drawing/2014/main" id="{950E7B8B-2B5C-E742-A587-D99080A24447}"/>
                </a:ext>
              </a:extLst>
            </p:cNvPr>
            <p:cNvSpPr/>
            <p:nvPr/>
          </p:nvSpPr>
          <p:spPr>
            <a:xfrm>
              <a:off x="7964669"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34" name="Freeform: Shape 3933">
              <a:extLst>
                <a:ext uri="{FF2B5EF4-FFF2-40B4-BE49-F238E27FC236}">
                  <a16:creationId xmlns:a16="http://schemas.microsoft.com/office/drawing/2014/main" id="{9B83094F-EB54-2B09-122A-32D05573439F}"/>
                </a:ext>
              </a:extLst>
            </p:cNvPr>
            <p:cNvSpPr/>
            <p:nvPr/>
          </p:nvSpPr>
          <p:spPr>
            <a:xfrm>
              <a:off x="8078925" y="354595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35" name="Freeform: Shape 3934">
              <a:extLst>
                <a:ext uri="{FF2B5EF4-FFF2-40B4-BE49-F238E27FC236}">
                  <a16:creationId xmlns:a16="http://schemas.microsoft.com/office/drawing/2014/main" id="{DFA4D933-247C-CA57-CBFC-980C43AEE254}"/>
                </a:ext>
              </a:extLst>
            </p:cNvPr>
            <p:cNvSpPr/>
            <p:nvPr/>
          </p:nvSpPr>
          <p:spPr>
            <a:xfrm>
              <a:off x="8193181"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36" name="Freeform: Shape 3935">
              <a:extLst>
                <a:ext uri="{FF2B5EF4-FFF2-40B4-BE49-F238E27FC236}">
                  <a16:creationId xmlns:a16="http://schemas.microsoft.com/office/drawing/2014/main" id="{346ABC59-4C8C-62D0-8CA4-28ECA0D04C15}"/>
                </a:ext>
              </a:extLst>
            </p:cNvPr>
            <p:cNvSpPr/>
            <p:nvPr/>
          </p:nvSpPr>
          <p:spPr>
            <a:xfrm>
              <a:off x="8307437"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37" name="Freeform: Shape 3936">
              <a:extLst>
                <a:ext uri="{FF2B5EF4-FFF2-40B4-BE49-F238E27FC236}">
                  <a16:creationId xmlns:a16="http://schemas.microsoft.com/office/drawing/2014/main" id="{3322B0C6-D3ED-024F-43AB-911C90EB7420}"/>
                </a:ext>
              </a:extLst>
            </p:cNvPr>
            <p:cNvSpPr/>
            <p:nvPr/>
          </p:nvSpPr>
          <p:spPr>
            <a:xfrm>
              <a:off x="8421648"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38" name="Freeform: Shape 3937">
              <a:extLst>
                <a:ext uri="{FF2B5EF4-FFF2-40B4-BE49-F238E27FC236}">
                  <a16:creationId xmlns:a16="http://schemas.microsoft.com/office/drawing/2014/main" id="{F2FDF80F-079A-E0DB-10FA-D757E9CBD8AC}"/>
                </a:ext>
              </a:extLst>
            </p:cNvPr>
            <p:cNvSpPr/>
            <p:nvPr/>
          </p:nvSpPr>
          <p:spPr>
            <a:xfrm>
              <a:off x="8535904"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39" name="Freeform: Shape 3938">
              <a:extLst>
                <a:ext uri="{FF2B5EF4-FFF2-40B4-BE49-F238E27FC236}">
                  <a16:creationId xmlns:a16="http://schemas.microsoft.com/office/drawing/2014/main" id="{1CD75356-1639-337C-5CA5-E62EF5E91C56}"/>
                </a:ext>
              </a:extLst>
            </p:cNvPr>
            <p:cNvSpPr/>
            <p:nvPr/>
          </p:nvSpPr>
          <p:spPr>
            <a:xfrm>
              <a:off x="8650160"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40" name="Freeform: Shape 3939">
              <a:extLst>
                <a:ext uri="{FF2B5EF4-FFF2-40B4-BE49-F238E27FC236}">
                  <a16:creationId xmlns:a16="http://schemas.microsoft.com/office/drawing/2014/main" id="{1981B186-8BE3-DBD4-2C13-96E9F16739C1}"/>
                </a:ext>
              </a:extLst>
            </p:cNvPr>
            <p:cNvSpPr/>
            <p:nvPr/>
          </p:nvSpPr>
          <p:spPr>
            <a:xfrm>
              <a:off x="8764416"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41" name="Freeform: Shape 3940">
              <a:extLst>
                <a:ext uri="{FF2B5EF4-FFF2-40B4-BE49-F238E27FC236}">
                  <a16:creationId xmlns:a16="http://schemas.microsoft.com/office/drawing/2014/main" id="{79E254A0-0B20-2A21-EFE7-A589C5CD4E6E}"/>
                </a:ext>
              </a:extLst>
            </p:cNvPr>
            <p:cNvSpPr/>
            <p:nvPr/>
          </p:nvSpPr>
          <p:spPr>
            <a:xfrm>
              <a:off x="8878671" y="354595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42" name="Freeform: Shape 3941">
              <a:extLst>
                <a:ext uri="{FF2B5EF4-FFF2-40B4-BE49-F238E27FC236}">
                  <a16:creationId xmlns:a16="http://schemas.microsoft.com/office/drawing/2014/main" id="{66B24011-4F67-28BA-508B-D9838DD75B36}"/>
                </a:ext>
              </a:extLst>
            </p:cNvPr>
            <p:cNvSpPr/>
            <p:nvPr/>
          </p:nvSpPr>
          <p:spPr>
            <a:xfrm>
              <a:off x="8992927"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43" name="Freeform: Shape 3942">
              <a:extLst>
                <a:ext uri="{FF2B5EF4-FFF2-40B4-BE49-F238E27FC236}">
                  <a16:creationId xmlns:a16="http://schemas.microsoft.com/office/drawing/2014/main" id="{6DCF91C6-9E8A-6390-B731-5949411209EA}"/>
                </a:ext>
              </a:extLst>
            </p:cNvPr>
            <p:cNvSpPr/>
            <p:nvPr/>
          </p:nvSpPr>
          <p:spPr>
            <a:xfrm>
              <a:off x="9107183"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44" name="Freeform: Shape 3943">
              <a:extLst>
                <a:ext uri="{FF2B5EF4-FFF2-40B4-BE49-F238E27FC236}">
                  <a16:creationId xmlns:a16="http://schemas.microsoft.com/office/drawing/2014/main" id="{6B0A986A-4D53-3749-8E31-CF48A686DAEB}"/>
                </a:ext>
              </a:extLst>
            </p:cNvPr>
            <p:cNvSpPr/>
            <p:nvPr/>
          </p:nvSpPr>
          <p:spPr>
            <a:xfrm>
              <a:off x="9221439"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45" name="Freeform: Shape 3944">
              <a:extLst>
                <a:ext uri="{FF2B5EF4-FFF2-40B4-BE49-F238E27FC236}">
                  <a16:creationId xmlns:a16="http://schemas.microsoft.com/office/drawing/2014/main" id="{B0396C88-AC67-3EBC-6289-F145968713CF}"/>
                </a:ext>
              </a:extLst>
            </p:cNvPr>
            <p:cNvSpPr/>
            <p:nvPr/>
          </p:nvSpPr>
          <p:spPr>
            <a:xfrm>
              <a:off x="9335695" y="354595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46" name="Freeform: Shape 3945">
              <a:extLst>
                <a:ext uri="{FF2B5EF4-FFF2-40B4-BE49-F238E27FC236}">
                  <a16:creationId xmlns:a16="http://schemas.microsoft.com/office/drawing/2014/main" id="{C10FADA7-F6A8-B3A0-65F4-9F0F81353FA1}"/>
                </a:ext>
              </a:extLst>
            </p:cNvPr>
            <p:cNvSpPr/>
            <p:nvPr/>
          </p:nvSpPr>
          <p:spPr>
            <a:xfrm>
              <a:off x="9449950"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47" name="Freeform: Shape 3946">
              <a:extLst>
                <a:ext uri="{FF2B5EF4-FFF2-40B4-BE49-F238E27FC236}">
                  <a16:creationId xmlns:a16="http://schemas.microsoft.com/office/drawing/2014/main" id="{F12CACC6-F0CA-2B35-2FF6-28372FBF3AC8}"/>
                </a:ext>
              </a:extLst>
            </p:cNvPr>
            <p:cNvSpPr/>
            <p:nvPr/>
          </p:nvSpPr>
          <p:spPr>
            <a:xfrm>
              <a:off x="9564206"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48" name="Freeform: Shape 3947">
              <a:extLst>
                <a:ext uri="{FF2B5EF4-FFF2-40B4-BE49-F238E27FC236}">
                  <a16:creationId xmlns:a16="http://schemas.microsoft.com/office/drawing/2014/main" id="{89587DF8-5E38-A7D6-94AC-06CFB09D7454}"/>
                </a:ext>
              </a:extLst>
            </p:cNvPr>
            <p:cNvSpPr/>
            <p:nvPr/>
          </p:nvSpPr>
          <p:spPr>
            <a:xfrm>
              <a:off x="9678418" y="354595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49" name="Freeform: Shape 3948">
              <a:extLst>
                <a:ext uri="{FF2B5EF4-FFF2-40B4-BE49-F238E27FC236}">
                  <a16:creationId xmlns:a16="http://schemas.microsoft.com/office/drawing/2014/main" id="{B8A3D2EA-13C6-6BB1-3054-ABFE67EC630D}"/>
                </a:ext>
              </a:extLst>
            </p:cNvPr>
            <p:cNvSpPr/>
            <p:nvPr/>
          </p:nvSpPr>
          <p:spPr>
            <a:xfrm>
              <a:off x="9792674"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50" name="Freeform: Shape 3949">
              <a:extLst>
                <a:ext uri="{FF2B5EF4-FFF2-40B4-BE49-F238E27FC236}">
                  <a16:creationId xmlns:a16="http://schemas.microsoft.com/office/drawing/2014/main" id="{D1983E06-4936-364D-FD10-1D5DCCB2C7D7}"/>
                </a:ext>
              </a:extLst>
            </p:cNvPr>
            <p:cNvSpPr/>
            <p:nvPr/>
          </p:nvSpPr>
          <p:spPr>
            <a:xfrm>
              <a:off x="9906929"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51" name="Freeform: Shape 3950">
              <a:extLst>
                <a:ext uri="{FF2B5EF4-FFF2-40B4-BE49-F238E27FC236}">
                  <a16:creationId xmlns:a16="http://schemas.microsoft.com/office/drawing/2014/main" id="{A79BF322-7C22-9022-1086-F2982BAD3EB6}"/>
                </a:ext>
              </a:extLst>
            </p:cNvPr>
            <p:cNvSpPr/>
            <p:nvPr/>
          </p:nvSpPr>
          <p:spPr>
            <a:xfrm>
              <a:off x="10021185"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52" name="Freeform: Shape 3951">
              <a:extLst>
                <a:ext uri="{FF2B5EF4-FFF2-40B4-BE49-F238E27FC236}">
                  <a16:creationId xmlns:a16="http://schemas.microsoft.com/office/drawing/2014/main" id="{6E600509-52D3-5DBA-F1F5-94BE334E1102}"/>
                </a:ext>
              </a:extLst>
            </p:cNvPr>
            <p:cNvSpPr/>
            <p:nvPr/>
          </p:nvSpPr>
          <p:spPr>
            <a:xfrm>
              <a:off x="10135441"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53" name="Freeform: Shape 3952">
              <a:extLst>
                <a:ext uri="{FF2B5EF4-FFF2-40B4-BE49-F238E27FC236}">
                  <a16:creationId xmlns:a16="http://schemas.microsoft.com/office/drawing/2014/main" id="{57A42B5E-E8CC-E989-207A-6CE6BB3B5656}"/>
                </a:ext>
              </a:extLst>
            </p:cNvPr>
            <p:cNvSpPr/>
            <p:nvPr/>
          </p:nvSpPr>
          <p:spPr>
            <a:xfrm>
              <a:off x="10249697"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54" name="Freeform: Shape 3953">
              <a:extLst>
                <a:ext uri="{FF2B5EF4-FFF2-40B4-BE49-F238E27FC236}">
                  <a16:creationId xmlns:a16="http://schemas.microsoft.com/office/drawing/2014/main" id="{36A9E74B-5AC8-522E-8120-A36253A91E1A}"/>
                </a:ext>
              </a:extLst>
            </p:cNvPr>
            <p:cNvSpPr/>
            <p:nvPr/>
          </p:nvSpPr>
          <p:spPr>
            <a:xfrm>
              <a:off x="10363952"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55" name="Freeform: Shape 3954">
              <a:extLst>
                <a:ext uri="{FF2B5EF4-FFF2-40B4-BE49-F238E27FC236}">
                  <a16:creationId xmlns:a16="http://schemas.microsoft.com/office/drawing/2014/main" id="{79B4194A-BB1C-3789-95BC-8A7D89A39ED2}"/>
                </a:ext>
              </a:extLst>
            </p:cNvPr>
            <p:cNvSpPr/>
            <p:nvPr/>
          </p:nvSpPr>
          <p:spPr>
            <a:xfrm>
              <a:off x="10478208" y="354595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56" name="Freeform: Shape 3955">
              <a:extLst>
                <a:ext uri="{FF2B5EF4-FFF2-40B4-BE49-F238E27FC236}">
                  <a16:creationId xmlns:a16="http://schemas.microsoft.com/office/drawing/2014/main" id="{BE7009DD-C133-91CF-5C3C-506C4654C275}"/>
                </a:ext>
              </a:extLst>
            </p:cNvPr>
            <p:cNvSpPr/>
            <p:nvPr/>
          </p:nvSpPr>
          <p:spPr>
            <a:xfrm>
              <a:off x="10592464"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57" name="Freeform: Shape 3956">
              <a:extLst>
                <a:ext uri="{FF2B5EF4-FFF2-40B4-BE49-F238E27FC236}">
                  <a16:creationId xmlns:a16="http://schemas.microsoft.com/office/drawing/2014/main" id="{D0D2A00A-C80A-4DCE-843A-5AC36D09C7F0}"/>
                </a:ext>
              </a:extLst>
            </p:cNvPr>
            <p:cNvSpPr/>
            <p:nvPr/>
          </p:nvSpPr>
          <p:spPr>
            <a:xfrm>
              <a:off x="10706720"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58" name="Freeform: Shape 3957">
              <a:extLst>
                <a:ext uri="{FF2B5EF4-FFF2-40B4-BE49-F238E27FC236}">
                  <a16:creationId xmlns:a16="http://schemas.microsoft.com/office/drawing/2014/main" id="{40B4B2AA-DC48-8218-BA32-3294CE874CCD}"/>
                </a:ext>
              </a:extLst>
            </p:cNvPr>
            <p:cNvSpPr/>
            <p:nvPr/>
          </p:nvSpPr>
          <p:spPr>
            <a:xfrm>
              <a:off x="10820976" y="3545952"/>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59" name="Freeform: Shape 3958">
              <a:extLst>
                <a:ext uri="{FF2B5EF4-FFF2-40B4-BE49-F238E27FC236}">
                  <a16:creationId xmlns:a16="http://schemas.microsoft.com/office/drawing/2014/main" id="{1BEA3519-1BEA-25E7-F90F-52926EC575CE}"/>
                </a:ext>
              </a:extLst>
            </p:cNvPr>
            <p:cNvSpPr/>
            <p:nvPr/>
          </p:nvSpPr>
          <p:spPr>
            <a:xfrm>
              <a:off x="10935231"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60" name="Freeform: Shape 3959">
              <a:extLst>
                <a:ext uri="{FF2B5EF4-FFF2-40B4-BE49-F238E27FC236}">
                  <a16:creationId xmlns:a16="http://schemas.microsoft.com/office/drawing/2014/main" id="{5A6BC282-85D5-8342-69E2-FED65536BD3D}"/>
                </a:ext>
              </a:extLst>
            </p:cNvPr>
            <p:cNvSpPr/>
            <p:nvPr/>
          </p:nvSpPr>
          <p:spPr>
            <a:xfrm>
              <a:off x="11049443"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61" name="Freeform: Shape 3960">
              <a:extLst>
                <a:ext uri="{FF2B5EF4-FFF2-40B4-BE49-F238E27FC236}">
                  <a16:creationId xmlns:a16="http://schemas.microsoft.com/office/drawing/2014/main" id="{DB12D4AB-8D71-5779-15AC-2CC28DFF9E4F}"/>
                </a:ext>
              </a:extLst>
            </p:cNvPr>
            <p:cNvSpPr/>
            <p:nvPr/>
          </p:nvSpPr>
          <p:spPr>
            <a:xfrm>
              <a:off x="11163699" y="3545952"/>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62" name="Freeform: Shape 3961">
              <a:extLst>
                <a:ext uri="{FF2B5EF4-FFF2-40B4-BE49-F238E27FC236}">
                  <a16:creationId xmlns:a16="http://schemas.microsoft.com/office/drawing/2014/main" id="{CD1D3748-8AEE-3F27-3B55-1A7B9E3C495D}"/>
                </a:ext>
              </a:extLst>
            </p:cNvPr>
            <p:cNvSpPr/>
            <p:nvPr/>
          </p:nvSpPr>
          <p:spPr>
            <a:xfrm>
              <a:off x="11277955"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63" name="Freeform: Shape 3962">
              <a:extLst>
                <a:ext uri="{FF2B5EF4-FFF2-40B4-BE49-F238E27FC236}">
                  <a16:creationId xmlns:a16="http://schemas.microsoft.com/office/drawing/2014/main" id="{8EA5D3CF-F11B-419F-7AD3-C6B0C41FE52D}"/>
                </a:ext>
              </a:extLst>
            </p:cNvPr>
            <p:cNvSpPr/>
            <p:nvPr/>
          </p:nvSpPr>
          <p:spPr>
            <a:xfrm>
              <a:off x="11392210"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64" name="Freeform: Shape 3963">
              <a:extLst>
                <a:ext uri="{FF2B5EF4-FFF2-40B4-BE49-F238E27FC236}">
                  <a16:creationId xmlns:a16="http://schemas.microsoft.com/office/drawing/2014/main" id="{4FFB5956-FA6D-1D7E-731E-0AE0907CC3C4}"/>
                </a:ext>
              </a:extLst>
            </p:cNvPr>
            <p:cNvSpPr/>
            <p:nvPr/>
          </p:nvSpPr>
          <p:spPr>
            <a:xfrm>
              <a:off x="11506466" y="3545952"/>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65" name="Freeform: Shape 3964">
              <a:extLst>
                <a:ext uri="{FF2B5EF4-FFF2-40B4-BE49-F238E27FC236}">
                  <a16:creationId xmlns:a16="http://schemas.microsoft.com/office/drawing/2014/main" id="{D5238876-7538-80F1-3D71-0A1656EEC8FC}"/>
                </a:ext>
              </a:extLst>
            </p:cNvPr>
            <p:cNvSpPr/>
            <p:nvPr/>
          </p:nvSpPr>
          <p:spPr>
            <a:xfrm>
              <a:off x="11620722"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66" name="Freeform: Shape 3965">
              <a:extLst>
                <a:ext uri="{FF2B5EF4-FFF2-40B4-BE49-F238E27FC236}">
                  <a16:creationId xmlns:a16="http://schemas.microsoft.com/office/drawing/2014/main" id="{1C88428D-D5F5-0AA5-57A8-07BF3A4C94F3}"/>
                </a:ext>
              </a:extLst>
            </p:cNvPr>
            <p:cNvSpPr/>
            <p:nvPr/>
          </p:nvSpPr>
          <p:spPr>
            <a:xfrm>
              <a:off x="11734978"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67" name="Freeform: Shape 3966">
              <a:extLst>
                <a:ext uri="{FF2B5EF4-FFF2-40B4-BE49-F238E27FC236}">
                  <a16:creationId xmlns:a16="http://schemas.microsoft.com/office/drawing/2014/main" id="{ECF509E5-801F-C1A1-E78D-1586DA5C0743}"/>
                </a:ext>
              </a:extLst>
            </p:cNvPr>
            <p:cNvSpPr/>
            <p:nvPr/>
          </p:nvSpPr>
          <p:spPr>
            <a:xfrm>
              <a:off x="11849233"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68" name="Freeform: Shape 3967">
              <a:extLst>
                <a:ext uri="{FF2B5EF4-FFF2-40B4-BE49-F238E27FC236}">
                  <a16:creationId xmlns:a16="http://schemas.microsoft.com/office/drawing/2014/main" id="{70BA9FE4-96B2-0826-7AFE-58F8770EFDAF}"/>
                </a:ext>
              </a:extLst>
            </p:cNvPr>
            <p:cNvSpPr/>
            <p:nvPr/>
          </p:nvSpPr>
          <p:spPr>
            <a:xfrm>
              <a:off x="11963489"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69" name="Freeform: Shape 3968">
              <a:extLst>
                <a:ext uri="{FF2B5EF4-FFF2-40B4-BE49-F238E27FC236}">
                  <a16:creationId xmlns:a16="http://schemas.microsoft.com/office/drawing/2014/main" id="{3D445CF2-42D8-25EA-1501-55FBFA8B2A19}"/>
                </a:ext>
              </a:extLst>
            </p:cNvPr>
            <p:cNvSpPr/>
            <p:nvPr/>
          </p:nvSpPr>
          <p:spPr>
            <a:xfrm>
              <a:off x="12077745" y="3545952"/>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70" name="Freeform: Shape 3969">
              <a:extLst>
                <a:ext uri="{FF2B5EF4-FFF2-40B4-BE49-F238E27FC236}">
                  <a16:creationId xmlns:a16="http://schemas.microsoft.com/office/drawing/2014/main" id="{DC737723-F67C-9C4B-0B30-028D19FFD942}"/>
                </a:ext>
              </a:extLst>
            </p:cNvPr>
            <p:cNvSpPr/>
            <p:nvPr/>
          </p:nvSpPr>
          <p:spPr>
            <a:xfrm>
              <a:off x="7279135" y="366020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71" name="Freeform: Shape 3970">
              <a:extLst>
                <a:ext uri="{FF2B5EF4-FFF2-40B4-BE49-F238E27FC236}">
                  <a16:creationId xmlns:a16="http://schemas.microsoft.com/office/drawing/2014/main" id="{0D5C373A-4A0D-11E3-B1C5-6FB8CB8F0BD3}"/>
                </a:ext>
              </a:extLst>
            </p:cNvPr>
            <p:cNvSpPr/>
            <p:nvPr/>
          </p:nvSpPr>
          <p:spPr>
            <a:xfrm>
              <a:off x="7393391"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72" name="Freeform: Shape 3971">
              <a:extLst>
                <a:ext uri="{FF2B5EF4-FFF2-40B4-BE49-F238E27FC236}">
                  <a16:creationId xmlns:a16="http://schemas.microsoft.com/office/drawing/2014/main" id="{F72226B3-CF54-915D-89F3-AD7937253EDC}"/>
                </a:ext>
              </a:extLst>
            </p:cNvPr>
            <p:cNvSpPr/>
            <p:nvPr/>
          </p:nvSpPr>
          <p:spPr>
            <a:xfrm>
              <a:off x="7507646"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73" name="Freeform: Shape 3972">
              <a:extLst>
                <a:ext uri="{FF2B5EF4-FFF2-40B4-BE49-F238E27FC236}">
                  <a16:creationId xmlns:a16="http://schemas.microsoft.com/office/drawing/2014/main" id="{59885240-13DA-5FE3-B3AA-ABE2176CA538}"/>
                </a:ext>
              </a:extLst>
            </p:cNvPr>
            <p:cNvSpPr/>
            <p:nvPr/>
          </p:nvSpPr>
          <p:spPr>
            <a:xfrm>
              <a:off x="7621902"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74" name="Freeform: Shape 3973">
              <a:extLst>
                <a:ext uri="{FF2B5EF4-FFF2-40B4-BE49-F238E27FC236}">
                  <a16:creationId xmlns:a16="http://schemas.microsoft.com/office/drawing/2014/main" id="{6F2404AB-1FE2-1151-0BFB-39D711F07430}"/>
                </a:ext>
              </a:extLst>
            </p:cNvPr>
            <p:cNvSpPr/>
            <p:nvPr/>
          </p:nvSpPr>
          <p:spPr>
            <a:xfrm>
              <a:off x="7736158" y="366020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75" name="Freeform: Shape 3974">
              <a:extLst>
                <a:ext uri="{FF2B5EF4-FFF2-40B4-BE49-F238E27FC236}">
                  <a16:creationId xmlns:a16="http://schemas.microsoft.com/office/drawing/2014/main" id="{1B483399-106B-50FE-6297-3DB0CCA993CC}"/>
                </a:ext>
              </a:extLst>
            </p:cNvPr>
            <p:cNvSpPr/>
            <p:nvPr/>
          </p:nvSpPr>
          <p:spPr>
            <a:xfrm>
              <a:off x="7850414"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76" name="Freeform: Shape 3975">
              <a:extLst>
                <a:ext uri="{FF2B5EF4-FFF2-40B4-BE49-F238E27FC236}">
                  <a16:creationId xmlns:a16="http://schemas.microsoft.com/office/drawing/2014/main" id="{BA33FBC6-C3FA-1E40-EFEE-C452F9CFFB7A}"/>
                </a:ext>
              </a:extLst>
            </p:cNvPr>
            <p:cNvSpPr/>
            <p:nvPr/>
          </p:nvSpPr>
          <p:spPr>
            <a:xfrm>
              <a:off x="7964669"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77" name="Freeform: Shape 3976">
              <a:extLst>
                <a:ext uri="{FF2B5EF4-FFF2-40B4-BE49-F238E27FC236}">
                  <a16:creationId xmlns:a16="http://schemas.microsoft.com/office/drawing/2014/main" id="{51435462-BB0C-7AEA-E826-8DA94CD91792}"/>
                </a:ext>
              </a:extLst>
            </p:cNvPr>
            <p:cNvSpPr/>
            <p:nvPr/>
          </p:nvSpPr>
          <p:spPr>
            <a:xfrm>
              <a:off x="8078925" y="366020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78" name="Freeform: Shape 3977">
              <a:extLst>
                <a:ext uri="{FF2B5EF4-FFF2-40B4-BE49-F238E27FC236}">
                  <a16:creationId xmlns:a16="http://schemas.microsoft.com/office/drawing/2014/main" id="{C8DF1987-D0F5-BADF-038D-C055C50B13AF}"/>
                </a:ext>
              </a:extLst>
            </p:cNvPr>
            <p:cNvSpPr/>
            <p:nvPr/>
          </p:nvSpPr>
          <p:spPr>
            <a:xfrm>
              <a:off x="8193181"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79" name="Freeform: Shape 3978">
              <a:extLst>
                <a:ext uri="{FF2B5EF4-FFF2-40B4-BE49-F238E27FC236}">
                  <a16:creationId xmlns:a16="http://schemas.microsoft.com/office/drawing/2014/main" id="{6C67E188-1B42-ECFB-1AD8-B54137A6B664}"/>
                </a:ext>
              </a:extLst>
            </p:cNvPr>
            <p:cNvSpPr/>
            <p:nvPr/>
          </p:nvSpPr>
          <p:spPr>
            <a:xfrm>
              <a:off x="8307437"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80" name="Freeform: Shape 3979">
              <a:extLst>
                <a:ext uri="{FF2B5EF4-FFF2-40B4-BE49-F238E27FC236}">
                  <a16:creationId xmlns:a16="http://schemas.microsoft.com/office/drawing/2014/main" id="{C5847D0A-E1EB-1EDD-3D71-D0D10A4B91EA}"/>
                </a:ext>
              </a:extLst>
            </p:cNvPr>
            <p:cNvSpPr/>
            <p:nvPr/>
          </p:nvSpPr>
          <p:spPr>
            <a:xfrm>
              <a:off x="8421648"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81" name="Freeform: Shape 3980">
              <a:extLst>
                <a:ext uri="{FF2B5EF4-FFF2-40B4-BE49-F238E27FC236}">
                  <a16:creationId xmlns:a16="http://schemas.microsoft.com/office/drawing/2014/main" id="{7A4D3910-25F7-F3DA-31D1-6151D2550C5A}"/>
                </a:ext>
              </a:extLst>
            </p:cNvPr>
            <p:cNvSpPr/>
            <p:nvPr/>
          </p:nvSpPr>
          <p:spPr>
            <a:xfrm>
              <a:off x="8535904"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82" name="Freeform: Shape 3981">
              <a:extLst>
                <a:ext uri="{FF2B5EF4-FFF2-40B4-BE49-F238E27FC236}">
                  <a16:creationId xmlns:a16="http://schemas.microsoft.com/office/drawing/2014/main" id="{01ADB18D-D9C1-4C75-FB1E-DA77CF4350F3}"/>
                </a:ext>
              </a:extLst>
            </p:cNvPr>
            <p:cNvSpPr/>
            <p:nvPr/>
          </p:nvSpPr>
          <p:spPr>
            <a:xfrm>
              <a:off x="8650160"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83" name="Freeform: Shape 3982">
              <a:extLst>
                <a:ext uri="{FF2B5EF4-FFF2-40B4-BE49-F238E27FC236}">
                  <a16:creationId xmlns:a16="http://schemas.microsoft.com/office/drawing/2014/main" id="{402097DD-0994-5FFD-C1A5-D72FA90961E7}"/>
                </a:ext>
              </a:extLst>
            </p:cNvPr>
            <p:cNvSpPr/>
            <p:nvPr/>
          </p:nvSpPr>
          <p:spPr>
            <a:xfrm>
              <a:off x="8764416"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84" name="Freeform: Shape 3983">
              <a:extLst>
                <a:ext uri="{FF2B5EF4-FFF2-40B4-BE49-F238E27FC236}">
                  <a16:creationId xmlns:a16="http://schemas.microsoft.com/office/drawing/2014/main" id="{D3E0A55D-CEA6-0706-4B2F-BCBFC2394942}"/>
                </a:ext>
              </a:extLst>
            </p:cNvPr>
            <p:cNvSpPr/>
            <p:nvPr/>
          </p:nvSpPr>
          <p:spPr>
            <a:xfrm>
              <a:off x="8878671" y="366020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85" name="Freeform: Shape 3984">
              <a:extLst>
                <a:ext uri="{FF2B5EF4-FFF2-40B4-BE49-F238E27FC236}">
                  <a16:creationId xmlns:a16="http://schemas.microsoft.com/office/drawing/2014/main" id="{96C44A3B-84C3-3EC0-BDD5-CDE942D2E8CA}"/>
                </a:ext>
              </a:extLst>
            </p:cNvPr>
            <p:cNvSpPr/>
            <p:nvPr/>
          </p:nvSpPr>
          <p:spPr>
            <a:xfrm>
              <a:off x="8992927"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86" name="Freeform: Shape 3985">
              <a:extLst>
                <a:ext uri="{FF2B5EF4-FFF2-40B4-BE49-F238E27FC236}">
                  <a16:creationId xmlns:a16="http://schemas.microsoft.com/office/drawing/2014/main" id="{303720F2-94EF-6361-4C5D-C2B68529D020}"/>
                </a:ext>
              </a:extLst>
            </p:cNvPr>
            <p:cNvSpPr/>
            <p:nvPr/>
          </p:nvSpPr>
          <p:spPr>
            <a:xfrm>
              <a:off x="9107183"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87" name="Freeform: Shape 3986">
              <a:extLst>
                <a:ext uri="{FF2B5EF4-FFF2-40B4-BE49-F238E27FC236}">
                  <a16:creationId xmlns:a16="http://schemas.microsoft.com/office/drawing/2014/main" id="{E4FA1FD2-CAC2-42D1-C4CB-09D61E6ED24F}"/>
                </a:ext>
              </a:extLst>
            </p:cNvPr>
            <p:cNvSpPr/>
            <p:nvPr/>
          </p:nvSpPr>
          <p:spPr>
            <a:xfrm>
              <a:off x="9221439"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88" name="Freeform: Shape 3987">
              <a:extLst>
                <a:ext uri="{FF2B5EF4-FFF2-40B4-BE49-F238E27FC236}">
                  <a16:creationId xmlns:a16="http://schemas.microsoft.com/office/drawing/2014/main" id="{7AA2A0A9-49A2-A434-C0A0-BDAD3E9E80C1}"/>
                </a:ext>
              </a:extLst>
            </p:cNvPr>
            <p:cNvSpPr/>
            <p:nvPr/>
          </p:nvSpPr>
          <p:spPr>
            <a:xfrm>
              <a:off x="9335695" y="366020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89" name="Freeform: Shape 3988">
              <a:extLst>
                <a:ext uri="{FF2B5EF4-FFF2-40B4-BE49-F238E27FC236}">
                  <a16:creationId xmlns:a16="http://schemas.microsoft.com/office/drawing/2014/main" id="{BC1B6CEF-7BDB-5CE6-D877-66ACE909B4F2}"/>
                </a:ext>
              </a:extLst>
            </p:cNvPr>
            <p:cNvSpPr/>
            <p:nvPr/>
          </p:nvSpPr>
          <p:spPr>
            <a:xfrm>
              <a:off x="9449950"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90" name="Freeform: Shape 3989">
              <a:extLst>
                <a:ext uri="{FF2B5EF4-FFF2-40B4-BE49-F238E27FC236}">
                  <a16:creationId xmlns:a16="http://schemas.microsoft.com/office/drawing/2014/main" id="{F25899D9-182A-2ABE-D146-2929DC8C3D3F}"/>
                </a:ext>
              </a:extLst>
            </p:cNvPr>
            <p:cNvSpPr/>
            <p:nvPr/>
          </p:nvSpPr>
          <p:spPr>
            <a:xfrm>
              <a:off x="9564206"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91" name="Freeform: Shape 3990">
              <a:extLst>
                <a:ext uri="{FF2B5EF4-FFF2-40B4-BE49-F238E27FC236}">
                  <a16:creationId xmlns:a16="http://schemas.microsoft.com/office/drawing/2014/main" id="{31AE8A3D-9B49-164A-9BA7-86B3F108BE27}"/>
                </a:ext>
              </a:extLst>
            </p:cNvPr>
            <p:cNvSpPr/>
            <p:nvPr/>
          </p:nvSpPr>
          <p:spPr>
            <a:xfrm>
              <a:off x="9678418" y="366020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92" name="Freeform: Shape 3991">
              <a:extLst>
                <a:ext uri="{FF2B5EF4-FFF2-40B4-BE49-F238E27FC236}">
                  <a16:creationId xmlns:a16="http://schemas.microsoft.com/office/drawing/2014/main" id="{9BF332C3-2BB6-1ECB-59DD-749E14BFE9C4}"/>
                </a:ext>
              </a:extLst>
            </p:cNvPr>
            <p:cNvSpPr/>
            <p:nvPr/>
          </p:nvSpPr>
          <p:spPr>
            <a:xfrm>
              <a:off x="9792674"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93" name="Freeform: Shape 3992">
              <a:extLst>
                <a:ext uri="{FF2B5EF4-FFF2-40B4-BE49-F238E27FC236}">
                  <a16:creationId xmlns:a16="http://schemas.microsoft.com/office/drawing/2014/main" id="{F796FF33-ED49-0225-2C5F-CD07D8CE622B}"/>
                </a:ext>
              </a:extLst>
            </p:cNvPr>
            <p:cNvSpPr/>
            <p:nvPr/>
          </p:nvSpPr>
          <p:spPr>
            <a:xfrm>
              <a:off x="9906929"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94" name="Freeform: Shape 3993">
              <a:extLst>
                <a:ext uri="{FF2B5EF4-FFF2-40B4-BE49-F238E27FC236}">
                  <a16:creationId xmlns:a16="http://schemas.microsoft.com/office/drawing/2014/main" id="{A78BE5E1-508C-FB02-E732-3815FFEEE79D}"/>
                </a:ext>
              </a:extLst>
            </p:cNvPr>
            <p:cNvSpPr/>
            <p:nvPr/>
          </p:nvSpPr>
          <p:spPr>
            <a:xfrm>
              <a:off x="10021185"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95" name="Freeform: Shape 3994">
              <a:extLst>
                <a:ext uri="{FF2B5EF4-FFF2-40B4-BE49-F238E27FC236}">
                  <a16:creationId xmlns:a16="http://schemas.microsoft.com/office/drawing/2014/main" id="{5D3B47D1-D64D-75C5-7E00-65B6DB0FB1C1}"/>
                </a:ext>
              </a:extLst>
            </p:cNvPr>
            <p:cNvSpPr/>
            <p:nvPr/>
          </p:nvSpPr>
          <p:spPr>
            <a:xfrm>
              <a:off x="10135441"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96" name="Freeform: Shape 3995">
              <a:extLst>
                <a:ext uri="{FF2B5EF4-FFF2-40B4-BE49-F238E27FC236}">
                  <a16:creationId xmlns:a16="http://schemas.microsoft.com/office/drawing/2014/main" id="{9A936880-0E84-B6EF-4E79-F92BD307D54F}"/>
                </a:ext>
              </a:extLst>
            </p:cNvPr>
            <p:cNvSpPr/>
            <p:nvPr/>
          </p:nvSpPr>
          <p:spPr>
            <a:xfrm>
              <a:off x="10249697"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97" name="Freeform: Shape 3996">
              <a:extLst>
                <a:ext uri="{FF2B5EF4-FFF2-40B4-BE49-F238E27FC236}">
                  <a16:creationId xmlns:a16="http://schemas.microsoft.com/office/drawing/2014/main" id="{E2C51F74-3AF3-64C8-7030-5C60955A9C2A}"/>
                </a:ext>
              </a:extLst>
            </p:cNvPr>
            <p:cNvSpPr/>
            <p:nvPr/>
          </p:nvSpPr>
          <p:spPr>
            <a:xfrm>
              <a:off x="10363952"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98" name="Freeform: Shape 3997">
              <a:extLst>
                <a:ext uri="{FF2B5EF4-FFF2-40B4-BE49-F238E27FC236}">
                  <a16:creationId xmlns:a16="http://schemas.microsoft.com/office/drawing/2014/main" id="{4987EF5E-8E42-7964-FB5C-17193A8437AC}"/>
                </a:ext>
              </a:extLst>
            </p:cNvPr>
            <p:cNvSpPr/>
            <p:nvPr/>
          </p:nvSpPr>
          <p:spPr>
            <a:xfrm>
              <a:off x="10478208" y="366020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99" name="Freeform: Shape 3998">
              <a:extLst>
                <a:ext uri="{FF2B5EF4-FFF2-40B4-BE49-F238E27FC236}">
                  <a16:creationId xmlns:a16="http://schemas.microsoft.com/office/drawing/2014/main" id="{2AC98A94-4269-F9BC-00BA-48FF9624D924}"/>
                </a:ext>
              </a:extLst>
            </p:cNvPr>
            <p:cNvSpPr/>
            <p:nvPr/>
          </p:nvSpPr>
          <p:spPr>
            <a:xfrm>
              <a:off x="10592464"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00" name="Freeform: Shape 3999">
              <a:extLst>
                <a:ext uri="{FF2B5EF4-FFF2-40B4-BE49-F238E27FC236}">
                  <a16:creationId xmlns:a16="http://schemas.microsoft.com/office/drawing/2014/main" id="{2F180A9A-F71D-E6A1-D0D2-619D52D15A73}"/>
                </a:ext>
              </a:extLst>
            </p:cNvPr>
            <p:cNvSpPr/>
            <p:nvPr/>
          </p:nvSpPr>
          <p:spPr>
            <a:xfrm>
              <a:off x="10706720"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01" name="Freeform: Shape 4000">
              <a:extLst>
                <a:ext uri="{FF2B5EF4-FFF2-40B4-BE49-F238E27FC236}">
                  <a16:creationId xmlns:a16="http://schemas.microsoft.com/office/drawing/2014/main" id="{EBCCFBB9-58B4-4C17-E143-8DF319483BF2}"/>
                </a:ext>
              </a:extLst>
            </p:cNvPr>
            <p:cNvSpPr/>
            <p:nvPr/>
          </p:nvSpPr>
          <p:spPr>
            <a:xfrm>
              <a:off x="10820976" y="3660208"/>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02" name="Freeform: Shape 4001">
              <a:extLst>
                <a:ext uri="{FF2B5EF4-FFF2-40B4-BE49-F238E27FC236}">
                  <a16:creationId xmlns:a16="http://schemas.microsoft.com/office/drawing/2014/main" id="{0A959D43-C4F8-8808-F0CE-B56734C6EB33}"/>
                </a:ext>
              </a:extLst>
            </p:cNvPr>
            <p:cNvSpPr/>
            <p:nvPr/>
          </p:nvSpPr>
          <p:spPr>
            <a:xfrm>
              <a:off x="10935231"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03" name="Freeform: Shape 4002">
              <a:extLst>
                <a:ext uri="{FF2B5EF4-FFF2-40B4-BE49-F238E27FC236}">
                  <a16:creationId xmlns:a16="http://schemas.microsoft.com/office/drawing/2014/main" id="{B66D6DEF-3BDB-1919-0B96-B35AD93A8E1B}"/>
                </a:ext>
              </a:extLst>
            </p:cNvPr>
            <p:cNvSpPr/>
            <p:nvPr/>
          </p:nvSpPr>
          <p:spPr>
            <a:xfrm>
              <a:off x="11049443"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04" name="Freeform: Shape 4003">
              <a:extLst>
                <a:ext uri="{FF2B5EF4-FFF2-40B4-BE49-F238E27FC236}">
                  <a16:creationId xmlns:a16="http://schemas.microsoft.com/office/drawing/2014/main" id="{59D3B9D5-26FE-0F80-FC30-609A1CE95C5D}"/>
                </a:ext>
              </a:extLst>
            </p:cNvPr>
            <p:cNvSpPr/>
            <p:nvPr/>
          </p:nvSpPr>
          <p:spPr>
            <a:xfrm>
              <a:off x="11163699" y="3660208"/>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05" name="Freeform: Shape 4004">
              <a:extLst>
                <a:ext uri="{FF2B5EF4-FFF2-40B4-BE49-F238E27FC236}">
                  <a16:creationId xmlns:a16="http://schemas.microsoft.com/office/drawing/2014/main" id="{59154CEE-7B5C-D739-0DF1-1C69B830CBBB}"/>
                </a:ext>
              </a:extLst>
            </p:cNvPr>
            <p:cNvSpPr/>
            <p:nvPr/>
          </p:nvSpPr>
          <p:spPr>
            <a:xfrm>
              <a:off x="11277955"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06" name="Freeform: Shape 4005">
              <a:extLst>
                <a:ext uri="{FF2B5EF4-FFF2-40B4-BE49-F238E27FC236}">
                  <a16:creationId xmlns:a16="http://schemas.microsoft.com/office/drawing/2014/main" id="{C1D739B1-033A-6C90-A342-CE18A9A9DBCF}"/>
                </a:ext>
              </a:extLst>
            </p:cNvPr>
            <p:cNvSpPr/>
            <p:nvPr/>
          </p:nvSpPr>
          <p:spPr>
            <a:xfrm>
              <a:off x="11392210"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07" name="Freeform: Shape 4006">
              <a:extLst>
                <a:ext uri="{FF2B5EF4-FFF2-40B4-BE49-F238E27FC236}">
                  <a16:creationId xmlns:a16="http://schemas.microsoft.com/office/drawing/2014/main" id="{AA3D4FC7-192E-ADD4-3081-7BB74D113522}"/>
                </a:ext>
              </a:extLst>
            </p:cNvPr>
            <p:cNvSpPr/>
            <p:nvPr/>
          </p:nvSpPr>
          <p:spPr>
            <a:xfrm>
              <a:off x="11506466" y="3660208"/>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08" name="Freeform: Shape 4007">
              <a:extLst>
                <a:ext uri="{FF2B5EF4-FFF2-40B4-BE49-F238E27FC236}">
                  <a16:creationId xmlns:a16="http://schemas.microsoft.com/office/drawing/2014/main" id="{858BF685-1B7B-17EC-A40E-3DA6F9002C6E}"/>
                </a:ext>
              </a:extLst>
            </p:cNvPr>
            <p:cNvSpPr/>
            <p:nvPr/>
          </p:nvSpPr>
          <p:spPr>
            <a:xfrm>
              <a:off x="11620722"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09" name="Freeform: Shape 4008">
              <a:extLst>
                <a:ext uri="{FF2B5EF4-FFF2-40B4-BE49-F238E27FC236}">
                  <a16:creationId xmlns:a16="http://schemas.microsoft.com/office/drawing/2014/main" id="{0218F1C0-7584-4946-4BF5-7DE8E1478437}"/>
                </a:ext>
              </a:extLst>
            </p:cNvPr>
            <p:cNvSpPr/>
            <p:nvPr/>
          </p:nvSpPr>
          <p:spPr>
            <a:xfrm>
              <a:off x="11734978"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10" name="Freeform: Shape 4009">
              <a:extLst>
                <a:ext uri="{FF2B5EF4-FFF2-40B4-BE49-F238E27FC236}">
                  <a16:creationId xmlns:a16="http://schemas.microsoft.com/office/drawing/2014/main" id="{622E3C49-F292-D805-8E67-C0FECC75737B}"/>
                </a:ext>
              </a:extLst>
            </p:cNvPr>
            <p:cNvSpPr/>
            <p:nvPr/>
          </p:nvSpPr>
          <p:spPr>
            <a:xfrm>
              <a:off x="11849233"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11" name="Freeform: Shape 4010">
              <a:extLst>
                <a:ext uri="{FF2B5EF4-FFF2-40B4-BE49-F238E27FC236}">
                  <a16:creationId xmlns:a16="http://schemas.microsoft.com/office/drawing/2014/main" id="{031ED495-D5A0-33A5-453C-E7F88A43DEE4}"/>
                </a:ext>
              </a:extLst>
            </p:cNvPr>
            <p:cNvSpPr/>
            <p:nvPr/>
          </p:nvSpPr>
          <p:spPr>
            <a:xfrm>
              <a:off x="11963489"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12" name="Freeform: Shape 4011">
              <a:extLst>
                <a:ext uri="{FF2B5EF4-FFF2-40B4-BE49-F238E27FC236}">
                  <a16:creationId xmlns:a16="http://schemas.microsoft.com/office/drawing/2014/main" id="{AC5AAA8D-7A69-9E77-F4A6-1B1EE829ACC0}"/>
                </a:ext>
              </a:extLst>
            </p:cNvPr>
            <p:cNvSpPr/>
            <p:nvPr/>
          </p:nvSpPr>
          <p:spPr>
            <a:xfrm>
              <a:off x="12077745" y="3660208"/>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13" name="Freeform: Shape 4012">
              <a:extLst>
                <a:ext uri="{FF2B5EF4-FFF2-40B4-BE49-F238E27FC236}">
                  <a16:creationId xmlns:a16="http://schemas.microsoft.com/office/drawing/2014/main" id="{49630EB1-1F9B-A036-8B3E-6B9AD2A06E17}"/>
                </a:ext>
              </a:extLst>
            </p:cNvPr>
            <p:cNvSpPr/>
            <p:nvPr/>
          </p:nvSpPr>
          <p:spPr>
            <a:xfrm>
              <a:off x="7279135" y="377446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14" name="Freeform: Shape 4013">
              <a:extLst>
                <a:ext uri="{FF2B5EF4-FFF2-40B4-BE49-F238E27FC236}">
                  <a16:creationId xmlns:a16="http://schemas.microsoft.com/office/drawing/2014/main" id="{BEA4F1BD-97CC-8C1B-B63C-8EFCD6F5AFD3}"/>
                </a:ext>
              </a:extLst>
            </p:cNvPr>
            <p:cNvSpPr/>
            <p:nvPr/>
          </p:nvSpPr>
          <p:spPr>
            <a:xfrm>
              <a:off x="7393391"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15" name="Freeform: Shape 4014">
              <a:extLst>
                <a:ext uri="{FF2B5EF4-FFF2-40B4-BE49-F238E27FC236}">
                  <a16:creationId xmlns:a16="http://schemas.microsoft.com/office/drawing/2014/main" id="{5CCBD597-ECE6-6502-12A9-099F9B9CB1F9}"/>
                </a:ext>
              </a:extLst>
            </p:cNvPr>
            <p:cNvSpPr/>
            <p:nvPr/>
          </p:nvSpPr>
          <p:spPr>
            <a:xfrm>
              <a:off x="7507646"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16" name="Freeform: Shape 4015">
              <a:extLst>
                <a:ext uri="{FF2B5EF4-FFF2-40B4-BE49-F238E27FC236}">
                  <a16:creationId xmlns:a16="http://schemas.microsoft.com/office/drawing/2014/main" id="{A7D0DB6A-9D86-F23D-FCCA-2850205AA8E9}"/>
                </a:ext>
              </a:extLst>
            </p:cNvPr>
            <p:cNvSpPr/>
            <p:nvPr/>
          </p:nvSpPr>
          <p:spPr>
            <a:xfrm>
              <a:off x="7621902"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17" name="Freeform: Shape 4016">
              <a:extLst>
                <a:ext uri="{FF2B5EF4-FFF2-40B4-BE49-F238E27FC236}">
                  <a16:creationId xmlns:a16="http://schemas.microsoft.com/office/drawing/2014/main" id="{1C3B930B-6AAB-E02D-1118-66DAD22B1BE0}"/>
                </a:ext>
              </a:extLst>
            </p:cNvPr>
            <p:cNvSpPr/>
            <p:nvPr/>
          </p:nvSpPr>
          <p:spPr>
            <a:xfrm>
              <a:off x="7736158" y="377446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18" name="Freeform: Shape 4017">
              <a:extLst>
                <a:ext uri="{FF2B5EF4-FFF2-40B4-BE49-F238E27FC236}">
                  <a16:creationId xmlns:a16="http://schemas.microsoft.com/office/drawing/2014/main" id="{7A0C7D5B-2681-65E2-7B05-375E519B5BFB}"/>
                </a:ext>
              </a:extLst>
            </p:cNvPr>
            <p:cNvSpPr/>
            <p:nvPr/>
          </p:nvSpPr>
          <p:spPr>
            <a:xfrm>
              <a:off x="7850414"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19" name="Freeform: Shape 4018">
              <a:extLst>
                <a:ext uri="{FF2B5EF4-FFF2-40B4-BE49-F238E27FC236}">
                  <a16:creationId xmlns:a16="http://schemas.microsoft.com/office/drawing/2014/main" id="{259BAE69-F95D-A146-40F9-B1F9C5A6AF66}"/>
                </a:ext>
              </a:extLst>
            </p:cNvPr>
            <p:cNvSpPr/>
            <p:nvPr/>
          </p:nvSpPr>
          <p:spPr>
            <a:xfrm>
              <a:off x="7964669"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20" name="Freeform: Shape 4019">
              <a:extLst>
                <a:ext uri="{FF2B5EF4-FFF2-40B4-BE49-F238E27FC236}">
                  <a16:creationId xmlns:a16="http://schemas.microsoft.com/office/drawing/2014/main" id="{962A9391-C46D-A342-9D35-4A65688FEEE6}"/>
                </a:ext>
              </a:extLst>
            </p:cNvPr>
            <p:cNvSpPr/>
            <p:nvPr/>
          </p:nvSpPr>
          <p:spPr>
            <a:xfrm>
              <a:off x="8078925" y="377446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21" name="Freeform: Shape 4020">
              <a:extLst>
                <a:ext uri="{FF2B5EF4-FFF2-40B4-BE49-F238E27FC236}">
                  <a16:creationId xmlns:a16="http://schemas.microsoft.com/office/drawing/2014/main" id="{EBD9F5FD-0757-CB56-FF3C-2A33FCD7E2DB}"/>
                </a:ext>
              </a:extLst>
            </p:cNvPr>
            <p:cNvSpPr/>
            <p:nvPr/>
          </p:nvSpPr>
          <p:spPr>
            <a:xfrm>
              <a:off x="8193181"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22" name="Freeform: Shape 4021">
              <a:extLst>
                <a:ext uri="{FF2B5EF4-FFF2-40B4-BE49-F238E27FC236}">
                  <a16:creationId xmlns:a16="http://schemas.microsoft.com/office/drawing/2014/main" id="{67041148-19C5-DC45-DD97-31EFF3C657A2}"/>
                </a:ext>
              </a:extLst>
            </p:cNvPr>
            <p:cNvSpPr/>
            <p:nvPr/>
          </p:nvSpPr>
          <p:spPr>
            <a:xfrm>
              <a:off x="8307437"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23" name="Freeform: Shape 4022">
              <a:extLst>
                <a:ext uri="{FF2B5EF4-FFF2-40B4-BE49-F238E27FC236}">
                  <a16:creationId xmlns:a16="http://schemas.microsoft.com/office/drawing/2014/main" id="{7B169417-E4E7-724F-E3F3-876F91335DEC}"/>
                </a:ext>
              </a:extLst>
            </p:cNvPr>
            <p:cNvSpPr/>
            <p:nvPr/>
          </p:nvSpPr>
          <p:spPr>
            <a:xfrm>
              <a:off x="8421648"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24" name="Freeform: Shape 4023">
              <a:extLst>
                <a:ext uri="{FF2B5EF4-FFF2-40B4-BE49-F238E27FC236}">
                  <a16:creationId xmlns:a16="http://schemas.microsoft.com/office/drawing/2014/main" id="{830BFB5D-B901-D224-C56A-02639D6E5F17}"/>
                </a:ext>
              </a:extLst>
            </p:cNvPr>
            <p:cNvSpPr/>
            <p:nvPr/>
          </p:nvSpPr>
          <p:spPr>
            <a:xfrm>
              <a:off x="8535904"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25" name="Freeform: Shape 4024">
              <a:extLst>
                <a:ext uri="{FF2B5EF4-FFF2-40B4-BE49-F238E27FC236}">
                  <a16:creationId xmlns:a16="http://schemas.microsoft.com/office/drawing/2014/main" id="{CB54E468-C76C-714C-CDD7-72FA41B1F3AD}"/>
                </a:ext>
              </a:extLst>
            </p:cNvPr>
            <p:cNvSpPr/>
            <p:nvPr/>
          </p:nvSpPr>
          <p:spPr>
            <a:xfrm>
              <a:off x="8650160"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26" name="Freeform: Shape 4025">
              <a:extLst>
                <a:ext uri="{FF2B5EF4-FFF2-40B4-BE49-F238E27FC236}">
                  <a16:creationId xmlns:a16="http://schemas.microsoft.com/office/drawing/2014/main" id="{678F56F7-017C-3069-B084-D1AF4210E243}"/>
                </a:ext>
              </a:extLst>
            </p:cNvPr>
            <p:cNvSpPr/>
            <p:nvPr/>
          </p:nvSpPr>
          <p:spPr>
            <a:xfrm>
              <a:off x="8764416"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27" name="Freeform: Shape 4026">
              <a:extLst>
                <a:ext uri="{FF2B5EF4-FFF2-40B4-BE49-F238E27FC236}">
                  <a16:creationId xmlns:a16="http://schemas.microsoft.com/office/drawing/2014/main" id="{26DFB3DE-DEDA-4C1C-D375-D7B24D2BEA00}"/>
                </a:ext>
              </a:extLst>
            </p:cNvPr>
            <p:cNvSpPr/>
            <p:nvPr/>
          </p:nvSpPr>
          <p:spPr>
            <a:xfrm>
              <a:off x="8878671" y="377446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28" name="Freeform: Shape 4027">
              <a:extLst>
                <a:ext uri="{FF2B5EF4-FFF2-40B4-BE49-F238E27FC236}">
                  <a16:creationId xmlns:a16="http://schemas.microsoft.com/office/drawing/2014/main" id="{E60EF846-85E9-B020-A5F0-21C3D5A7FAFF}"/>
                </a:ext>
              </a:extLst>
            </p:cNvPr>
            <p:cNvSpPr/>
            <p:nvPr/>
          </p:nvSpPr>
          <p:spPr>
            <a:xfrm>
              <a:off x="8992927"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29" name="Freeform: Shape 4028">
              <a:extLst>
                <a:ext uri="{FF2B5EF4-FFF2-40B4-BE49-F238E27FC236}">
                  <a16:creationId xmlns:a16="http://schemas.microsoft.com/office/drawing/2014/main" id="{F0FCF06F-5AEB-4852-5E7B-BE121AD40615}"/>
                </a:ext>
              </a:extLst>
            </p:cNvPr>
            <p:cNvSpPr/>
            <p:nvPr/>
          </p:nvSpPr>
          <p:spPr>
            <a:xfrm>
              <a:off x="9107183"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30" name="Freeform: Shape 4029">
              <a:extLst>
                <a:ext uri="{FF2B5EF4-FFF2-40B4-BE49-F238E27FC236}">
                  <a16:creationId xmlns:a16="http://schemas.microsoft.com/office/drawing/2014/main" id="{86C9C4F1-546B-BAA6-EC5E-2BA3CDDD0C25}"/>
                </a:ext>
              </a:extLst>
            </p:cNvPr>
            <p:cNvSpPr/>
            <p:nvPr/>
          </p:nvSpPr>
          <p:spPr>
            <a:xfrm>
              <a:off x="9221439"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31" name="Freeform: Shape 4030">
              <a:extLst>
                <a:ext uri="{FF2B5EF4-FFF2-40B4-BE49-F238E27FC236}">
                  <a16:creationId xmlns:a16="http://schemas.microsoft.com/office/drawing/2014/main" id="{07EAB6AD-DC62-773A-5441-85D645468B54}"/>
                </a:ext>
              </a:extLst>
            </p:cNvPr>
            <p:cNvSpPr/>
            <p:nvPr/>
          </p:nvSpPr>
          <p:spPr>
            <a:xfrm>
              <a:off x="9335695" y="377446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32" name="Freeform: Shape 4031">
              <a:extLst>
                <a:ext uri="{FF2B5EF4-FFF2-40B4-BE49-F238E27FC236}">
                  <a16:creationId xmlns:a16="http://schemas.microsoft.com/office/drawing/2014/main" id="{5704092D-309B-EC3D-7340-790A69F6613C}"/>
                </a:ext>
              </a:extLst>
            </p:cNvPr>
            <p:cNvSpPr/>
            <p:nvPr/>
          </p:nvSpPr>
          <p:spPr>
            <a:xfrm>
              <a:off x="9449950"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33" name="Freeform: Shape 4032">
              <a:extLst>
                <a:ext uri="{FF2B5EF4-FFF2-40B4-BE49-F238E27FC236}">
                  <a16:creationId xmlns:a16="http://schemas.microsoft.com/office/drawing/2014/main" id="{05239196-62C7-84E5-1A45-13738D33D681}"/>
                </a:ext>
              </a:extLst>
            </p:cNvPr>
            <p:cNvSpPr/>
            <p:nvPr/>
          </p:nvSpPr>
          <p:spPr>
            <a:xfrm>
              <a:off x="9564206"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34" name="Freeform: Shape 4033">
              <a:extLst>
                <a:ext uri="{FF2B5EF4-FFF2-40B4-BE49-F238E27FC236}">
                  <a16:creationId xmlns:a16="http://schemas.microsoft.com/office/drawing/2014/main" id="{B4649D8D-47FD-A439-E7B7-C199D53098A2}"/>
                </a:ext>
              </a:extLst>
            </p:cNvPr>
            <p:cNvSpPr/>
            <p:nvPr/>
          </p:nvSpPr>
          <p:spPr>
            <a:xfrm>
              <a:off x="9678418" y="377446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35" name="Freeform: Shape 4034">
              <a:extLst>
                <a:ext uri="{FF2B5EF4-FFF2-40B4-BE49-F238E27FC236}">
                  <a16:creationId xmlns:a16="http://schemas.microsoft.com/office/drawing/2014/main" id="{1899CD36-03AB-E429-CC6E-38C2CA833727}"/>
                </a:ext>
              </a:extLst>
            </p:cNvPr>
            <p:cNvSpPr/>
            <p:nvPr/>
          </p:nvSpPr>
          <p:spPr>
            <a:xfrm>
              <a:off x="9792674"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36" name="Freeform: Shape 4035">
              <a:extLst>
                <a:ext uri="{FF2B5EF4-FFF2-40B4-BE49-F238E27FC236}">
                  <a16:creationId xmlns:a16="http://schemas.microsoft.com/office/drawing/2014/main" id="{DCC97D8D-52B0-6DE2-5321-13FBA6E55A50}"/>
                </a:ext>
              </a:extLst>
            </p:cNvPr>
            <p:cNvSpPr/>
            <p:nvPr/>
          </p:nvSpPr>
          <p:spPr>
            <a:xfrm>
              <a:off x="9906929"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37" name="Freeform: Shape 4036">
              <a:extLst>
                <a:ext uri="{FF2B5EF4-FFF2-40B4-BE49-F238E27FC236}">
                  <a16:creationId xmlns:a16="http://schemas.microsoft.com/office/drawing/2014/main" id="{0CD1352A-259D-137F-4BE7-CB5D97568D6A}"/>
                </a:ext>
              </a:extLst>
            </p:cNvPr>
            <p:cNvSpPr/>
            <p:nvPr/>
          </p:nvSpPr>
          <p:spPr>
            <a:xfrm>
              <a:off x="10021185"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38" name="Freeform: Shape 4037">
              <a:extLst>
                <a:ext uri="{FF2B5EF4-FFF2-40B4-BE49-F238E27FC236}">
                  <a16:creationId xmlns:a16="http://schemas.microsoft.com/office/drawing/2014/main" id="{2A27FD93-E288-6EE4-DDD7-3FEE0E127ED4}"/>
                </a:ext>
              </a:extLst>
            </p:cNvPr>
            <p:cNvSpPr/>
            <p:nvPr/>
          </p:nvSpPr>
          <p:spPr>
            <a:xfrm>
              <a:off x="10135441"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39" name="Freeform: Shape 4038">
              <a:extLst>
                <a:ext uri="{FF2B5EF4-FFF2-40B4-BE49-F238E27FC236}">
                  <a16:creationId xmlns:a16="http://schemas.microsoft.com/office/drawing/2014/main" id="{843935A0-A7A0-0E75-2CA5-F8D3C3DD0E6E}"/>
                </a:ext>
              </a:extLst>
            </p:cNvPr>
            <p:cNvSpPr/>
            <p:nvPr/>
          </p:nvSpPr>
          <p:spPr>
            <a:xfrm>
              <a:off x="10249697"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40" name="Freeform: Shape 4039">
              <a:extLst>
                <a:ext uri="{FF2B5EF4-FFF2-40B4-BE49-F238E27FC236}">
                  <a16:creationId xmlns:a16="http://schemas.microsoft.com/office/drawing/2014/main" id="{C004B0D7-F23D-77B6-B254-3B0C408F8953}"/>
                </a:ext>
              </a:extLst>
            </p:cNvPr>
            <p:cNvSpPr/>
            <p:nvPr/>
          </p:nvSpPr>
          <p:spPr>
            <a:xfrm>
              <a:off x="10363952"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41" name="Freeform: Shape 4040">
              <a:extLst>
                <a:ext uri="{FF2B5EF4-FFF2-40B4-BE49-F238E27FC236}">
                  <a16:creationId xmlns:a16="http://schemas.microsoft.com/office/drawing/2014/main" id="{1DBEC5A7-4CF7-9D0C-714B-5F69767E7434}"/>
                </a:ext>
              </a:extLst>
            </p:cNvPr>
            <p:cNvSpPr/>
            <p:nvPr/>
          </p:nvSpPr>
          <p:spPr>
            <a:xfrm>
              <a:off x="10478208" y="377446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42" name="Freeform: Shape 4041">
              <a:extLst>
                <a:ext uri="{FF2B5EF4-FFF2-40B4-BE49-F238E27FC236}">
                  <a16:creationId xmlns:a16="http://schemas.microsoft.com/office/drawing/2014/main" id="{2DAEB470-3653-E068-E7C8-C6649D7ECBC2}"/>
                </a:ext>
              </a:extLst>
            </p:cNvPr>
            <p:cNvSpPr/>
            <p:nvPr/>
          </p:nvSpPr>
          <p:spPr>
            <a:xfrm>
              <a:off x="10592464"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43" name="Freeform: Shape 4042">
              <a:extLst>
                <a:ext uri="{FF2B5EF4-FFF2-40B4-BE49-F238E27FC236}">
                  <a16:creationId xmlns:a16="http://schemas.microsoft.com/office/drawing/2014/main" id="{8DE81B77-2366-A570-45A6-BC34452903BB}"/>
                </a:ext>
              </a:extLst>
            </p:cNvPr>
            <p:cNvSpPr/>
            <p:nvPr/>
          </p:nvSpPr>
          <p:spPr>
            <a:xfrm>
              <a:off x="10706720"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44" name="Freeform: Shape 4043">
              <a:extLst>
                <a:ext uri="{FF2B5EF4-FFF2-40B4-BE49-F238E27FC236}">
                  <a16:creationId xmlns:a16="http://schemas.microsoft.com/office/drawing/2014/main" id="{B90CBA03-5C29-5D58-7AAC-B83D2308F0D4}"/>
                </a:ext>
              </a:extLst>
            </p:cNvPr>
            <p:cNvSpPr/>
            <p:nvPr/>
          </p:nvSpPr>
          <p:spPr>
            <a:xfrm>
              <a:off x="10820976" y="3774464"/>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45" name="Freeform: Shape 4044">
              <a:extLst>
                <a:ext uri="{FF2B5EF4-FFF2-40B4-BE49-F238E27FC236}">
                  <a16:creationId xmlns:a16="http://schemas.microsoft.com/office/drawing/2014/main" id="{A192E82F-6813-B824-AFA1-2BC49B4AC98E}"/>
                </a:ext>
              </a:extLst>
            </p:cNvPr>
            <p:cNvSpPr/>
            <p:nvPr/>
          </p:nvSpPr>
          <p:spPr>
            <a:xfrm>
              <a:off x="10935231"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46" name="Freeform: Shape 4045">
              <a:extLst>
                <a:ext uri="{FF2B5EF4-FFF2-40B4-BE49-F238E27FC236}">
                  <a16:creationId xmlns:a16="http://schemas.microsoft.com/office/drawing/2014/main" id="{98997B0F-2D33-F934-B9AE-A5F98F222453}"/>
                </a:ext>
              </a:extLst>
            </p:cNvPr>
            <p:cNvSpPr/>
            <p:nvPr/>
          </p:nvSpPr>
          <p:spPr>
            <a:xfrm>
              <a:off x="11049443"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47" name="Freeform: Shape 4046">
              <a:extLst>
                <a:ext uri="{FF2B5EF4-FFF2-40B4-BE49-F238E27FC236}">
                  <a16:creationId xmlns:a16="http://schemas.microsoft.com/office/drawing/2014/main" id="{71FDF9F2-EB13-AF5A-B6ED-0E8516C87A6E}"/>
                </a:ext>
              </a:extLst>
            </p:cNvPr>
            <p:cNvSpPr/>
            <p:nvPr/>
          </p:nvSpPr>
          <p:spPr>
            <a:xfrm>
              <a:off x="11163699" y="3774464"/>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48" name="Freeform: Shape 4047">
              <a:extLst>
                <a:ext uri="{FF2B5EF4-FFF2-40B4-BE49-F238E27FC236}">
                  <a16:creationId xmlns:a16="http://schemas.microsoft.com/office/drawing/2014/main" id="{508E14AF-F4EB-B092-FE26-E94002410449}"/>
                </a:ext>
              </a:extLst>
            </p:cNvPr>
            <p:cNvSpPr/>
            <p:nvPr/>
          </p:nvSpPr>
          <p:spPr>
            <a:xfrm>
              <a:off x="11277955"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49" name="Freeform: Shape 4048">
              <a:extLst>
                <a:ext uri="{FF2B5EF4-FFF2-40B4-BE49-F238E27FC236}">
                  <a16:creationId xmlns:a16="http://schemas.microsoft.com/office/drawing/2014/main" id="{64D8B39B-407B-B4C0-8B84-00096A1A9181}"/>
                </a:ext>
              </a:extLst>
            </p:cNvPr>
            <p:cNvSpPr/>
            <p:nvPr/>
          </p:nvSpPr>
          <p:spPr>
            <a:xfrm>
              <a:off x="11392210"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50" name="Freeform: Shape 4049">
              <a:extLst>
                <a:ext uri="{FF2B5EF4-FFF2-40B4-BE49-F238E27FC236}">
                  <a16:creationId xmlns:a16="http://schemas.microsoft.com/office/drawing/2014/main" id="{4B8E0FD3-6B6F-9507-E527-C2ABFC93914B}"/>
                </a:ext>
              </a:extLst>
            </p:cNvPr>
            <p:cNvSpPr/>
            <p:nvPr/>
          </p:nvSpPr>
          <p:spPr>
            <a:xfrm>
              <a:off x="11506466" y="3774464"/>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51" name="Freeform: Shape 4050">
              <a:extLst>
                <a:ext uri="{FF2B5EF4-FFF2-40B4-BE49-F238E27FC236}">
                  <a16:creationId xmlns:a16="http://schemas.microsoft.com/office/drawing/2014/main" id="{043C9D41-E936-3ECD-0BE8-79133E67EC92}"/>
                </a:ext>
              </a:extLst>
            </p:cNvPr>
            <p:cNvSpPr/>
            <p:nvPr/>
          </p:nvSpPr>
          <p:spPr>
            <a:xfrm>
              <a:off x="11620722"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52" name="Freeform: Shape 4051">
              <a:extLst>
                <a:ext uri="{FF2B5EF4-FFF2-40B4-BE49-F238E27FC236}">
                  <a16:creationId xmlns:a16="http://schemas.microsoft.com/office/drawing/2014/main" id="{2FCDB3AE-AABC-3BE3-1979-648408B8F289}"/>
                </a:ext>
              </a:extLst>
            </p:cNvPr>
            <p:cNvSpPr/>
            <p:nvPr/>
          </p:nvSpPr>
          <p:spPr>
            <a:xfrm>
              <a:off x="11734978"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53" name="Freeform: Shape 4052">
              <a:extLst>
                <a:ext uri="{FF2B5EF4-FFF2-40B4-BE49-F238E27FC236}">
                  <a16:creationId xmlns:a16="http://schemas.microsoft.com/office/drawing/2014/main" id="{AFD129F8-3F85-6535-4A43-205E384E6C7E}"/>
                </a:ext>
              </a:extLst>
            </p:cNvPr>
            <p:cNvSpPr/>
            <p:nvPr/>
          </p:nvSpPr>
          <p:spPr>
            <a:xfrm>
              <a:off x="11849233"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54" name="Freeform: Shape 4053">
              <a:extLst>
                <a:ext uri="{FF2B5EF4-FFF2-40B4-BE49-F238E27FC236}">
                  <a16:creationId xmlns:a16="http://schemas.microsoft.com/office/drawing/2014/main" id="{6336672E-004E-A2AB-67CE-CE20B1A87A3A}"/>
                </a:ext>
              </a:extLst>
            </p:cNvPr>
            <p:cNvSpPr/>
            <p:nvPr/>
          </p:nvSpPr>
          <p:spPr>
            <a:xfrm>
              <a:off x="11963489"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55" name="Freeform: Shape 4054">
              <a:extLst>
                <a:ext uri="{FF2B5EF4-FFF2-40B4-BE49-F238E27FC236}">
                  <a16:creationId xmlns:a16="http://schemas.microsoft.com/office/drawing/2014/main" id="{6F51E0BE-5236-8CB1-46DE-CF67140659BA}"/>
                </a:ext>
              </a:extLst>
            </p:cNvPr>
            <p:cNvSpPr/>
            <p:nvPr/>
          </p:nvSpPr>
          <p:spPr>
            <a:xfrm>
              <a:off x="12077745" y="3774464"/>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56" name="Freeform: Shape 4055">
              <a:extLst>
                <a:ext uri="{FF2B5EF4-FFF2-40B4-BE49-F238E27FC236}">
                  <a16:creationId xmlns:a16="http://schemas.microsoft.com/office/drawing/2014/main" id="{9AB8C3CC-7871-399F-31F7-59B4B9FE7C34}"/>
                </a:ext>
              </a:extLst>
            </p:cNvPr>
            <p:cNvSpPr/>
            <p:nvPr/>
          </p:nvSpPr>
          <p:spPr>
            <a:xfrm>
              <a:off x="7279135" y="388872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57" name="Freeform: Shape 4056">
              <a:extLst>
                <a:ext uri="{FF2B5EF4-FFF2-40B4-BE49-F238E27FC236}">
                  <a16:creationId xmlns:a16="http://schemas.microsoft.com/office/drawing/2014/main" id="{004A3744-3039-35F1-90DF-DEBC4469266D}"/>
                </a:ext>
              </a:extLst>
            </p:cNvPr>
            <p:cNvSpPr/>
            <p:nvPr/>
          </p:nvSpPr>
          <p:spPr>
            <a:xfrm>
              <a:off x="7393391"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58" name="Freeform: Shape 4057">
              <a:extLst>
                <a:ext uri="{FF2B5EF4-FFF2-40B4-BE49-F238E27FC236}">
                  <a16:creationId xmlns:a16="http://schemas.microsoft.com/office/drawing/2014/main" id="{C64A2B71-52DE-8DD6-A9A0-0B60948D6878}"/>
                </a:ext>
              </a:extLst>
            </p:cNvPr>
            <p:cNvSpPr/>
            <p:nvPr/>
          </p:nvSpPr>
          <p:spPr>
            <a:xfrm>
              <a:off x="7507646"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59" name="Freeform: Shape 4058">
              <a:extLst>
                <a:ext uri="{FF2B5EF4-FFF2-40B4-BE49-F238E27FC236}">
                  <a16:creationId xmlns:a16="http://schemas.microsoft.com/office/drawing/2014/main" id="{77F8C938-490D-BEA9-6780-3C548BA293B2}"/>
                </a:ext>
              </a:extLst>
            </p:cNvPr>
            <p:cNvSpPr/>
            <p:nvPr/>
          </p:nvSpPr>
          <p:spPr>
            <a:xfrm>
              <a:off x="7621902"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60" name="Freeform: Shape 4059">
              <a:extLst>
                <a:ext uri="{FF2B5EF4-FFF2-40B4-BE49-F238E27FC236}">
                  <a16:creationId xmlns:a16="http://schemas.microsoft.com/office/drawing/2014/main" id="{22FCA41A-528B-D58F-0D39-6171D9C58FDE}"/>
                </a:ext>
              </a:extLst>
            </p:cNvPr>
            <p:cNvSpPr/>
            <p:nvPr/>
          </p:nvSpPr>
          <p:spPr>
            <a:xfrm>
              <a:off x="7736158" y="388872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61" name="Freeform: Shape 4060">
              <a:extLst>
                <a:ext uri="{FF2B5EF4-FFF2-40B4-BE49-F238E27FC236}">
                  <a16:creationId xmlns:a16="http://schemas.microsoft.com/office/drawing/2014/main" id="{006D6348-783C-990C-92C0-7F345F5BC00A}"/>
                </a:ext>
              </a:extLst>
            </p:cNvPr>
            <p:cNvSpPr/>
            <p:nvPr/>
          </p:nvSpPr>
          <p:spPr>
            <a:xfrm>
              <a:off x="7850414"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62" name="Freeform: Shape 4061">
              <a:extLst>
                <a:ext uri="{FF2B5EF4-FFF2-40B4-BE49-F238E27FC236}">
                  <a16:creationId xmlns:a16="http://schemas.microsoft.com/office/drawing/2014/main" id="{9EAF3366-9848-838C-CBE6-A411DE9E4CBF}"/>
                </a:ext>
              </a:extLst>
            </p:cNvPr>
            <p:cNvSpPr/>
            <p:nvPr/>
          </p:nvSpPr>
          <p:spPr>
            <a:xfrm>
              <a:off x="7964669"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63" name="Freeform: Shape 4062">
              <a:extLst>
                <a:ext uri="{FF2B5EF4-FFF2-40B4-BE49-F238E27FC236}">
                  <a16:creationId xmlns:a16="http://schemas.microsoft.com/office/drawing/2014/main" id="{441AA351-7320-029C-43F7-6D60C0BEFECD}"/>
                </a:ext>
              </a:extLst>
            </p:cNvPr>
            <p:cNvSpPr/>
            <p:nvPr/>
          </p:nvSpPr>
          <p:spPr>
            <a:xfrm>
              <a:off x="8078925" y="388872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64" name="Freeform: Shape 4063">
              <a:extLst>
                <a:ext uri="{FF2B5EF4-FFF2-40B4-BE49-F238E27FC236}">
                  <a16:creationId xmlns:a16="http://schemas.microsoft.com/office/drawing/2014/main" id="{855CF123-B7EB-F787-6126-50C1AE67F711}"/>
                </a:ext>
              </a:extLst>
            </p:cNvPr>
            <p:cNvSpPr/>
            <p:nvPr/>
          </p:nvSpPr>
          <p:spPr>
            <a:xfrm>
              <a:off x="8193181"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65" name="Freeform: Shape 4064">
              <a:extLst>
                <a:ext uri="{FF2B5EF4-FFF2-40B4-BE49-F238E27FC236}">
                  <a16:creationId xmlns:a16="http://schemas.microsoft.com/office/drawing/2014/main" id="{1A12E9B5-ABD7-B2FA-0718-DE1C0C4DB5B7}"/>
                </a:ext>
              </a:extLst>
            </p:cNvPr>
            <p:cNvSpPr/>
            <p:nvPr/>
          </p:nvSpPr>
          <p:spPr>
            <a:xfrm>
              <a:off x="8307437"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66" name="Freeform: Shape 4065">
              <a:extLst>
                <a:ext uri="{FF2B5EF4-FFF2-40B4-BE49-F238E27FC236}">
                  <a16:creationId xmlns:a16="http://schemas.microsoft.com/office/drawing/2014/main" id="{B2896620-A38E-402E-2B6C-226A9ABC0496}"/>
                </a:ext>
              </a:extLst>
            </p:cNvPr>
            <p:cNvSpPr/>
            <p:nvPr/>
          </p:nvSpPr>
          <p:spPr>
            <a:xfrm>
              <a:off x="8421648"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67" name="Freeform: Shape 4066">
              <a:extLst>
                <a:ext uri="{FF2B5EF4-FFF2-40B4-BE49-F238E27FC236}">
                  <a16:creationId xmlns:a16="http://schemas.microsoft.com/office/drawing/2014/main" id="{E9C55FBC-C121-EE11-3524-856C4E6497D1}"/>
                </a:ext>
              </a:extLst>
            </p:cNvPr>
            <p:cNvSpPr/>
            <p:nvPr/>
          </p:nvSpPr>
          <p:spPr>
            <a:xfrm>
              <a:off x="8535904"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68" name="Freeform: Shape 4067">
              <a:extLst>
                <a:ext uri="{FF2B5EF4-FFF2-40B4-BE49-F238E27FC236}">
                  <a16:creationId xmlns:a16="http://schemas.microsoft.com/office/drawing/2014/main" id="{07412245-8841-85F6-B529-257E04C17537}"/>
                </a:ext>
              </a:extLst>
            </p:cNvPr>
            <p:cNvSpPr/>
            <p:nvPr/>
          </p:nvSpPr>
          <p:spPr>
            <a:xfrm>
              <a:off x="8650160"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69" name="Freeform: Shape 4068">
              <a:extLst>
                <a:ext uri="{FF2B5EF4-FFF2-40B4-BE49-F238E27FC236}">
                  <a16:creationId xmlns:a16="http://schemas.microsoft.com/office/drawing/2014/main" id="{CEA31030-7D48-B7A5-FC27-D673D01FEB21}"/>
                </a:ext>
              </a:extLst>
            </p:cNvPr>
            <p:cNvSpPr/>
            <p:nvPr/>
          </p:nvSpPr>
          <p:spPr>
            <a:xfrm>
              <a:off x="8764416"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70" name="Freeform: Shape 4069">
              <a:extLst>
                <a:ext uri="{FF2B5EF4-FFF2-40B4-BE49-F238E27FC236}">
                  <a16:creationId xmlns:a16="http://schemas.microsoft.com/office/drawing/2014/main" id="{4A3C29A1-33D8-B8D6-8507-B519FD060C5A}"/>
                </a:ext>
              </a:extLst>
            </p:cNvPr>
            <p:cNvSpPr/>
            <p:nvPr/>
          </p:nvSpPr>
          <p:spPr>
            <a:xfrm>
              <a:off x="8878671" y="388872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71" name="Freeform: Shape 4070">
              <a:extLst>
                <a:ext uri="{FF2B5EF4-FFF2-40B4-BE49-F238E27FC236}">
                  <a16:creationId xmlns:a16="http://schemas.microsoft.com/office/drawing/2014/main" id="{FEA96371-1C49-973B-505B-F116835FC5A3}"/>
                </a:ext>
              </a:extLst>
            </p:cNvPr>
            <p:cNvSpPr/>
            <p:nvPr/>
          </p:nvSpPr>
          <p:spPr>
            <a:xfrm>
              <a:off x="8992927"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72" name="Freeform: Shape 4071">
              <a:extLst>
                <a:ext uri="{FF2B5EF4-FFF2-40B4-BE49-F238E27FC236}">
                  <a16:creationId xmlns:a16="http://schemas.microsoft.com/office/drawing/2014/main" id="{C443BE61-D692-A91D-1192-3BD6576C770A}"/>
                </a:ext>
              </a:extLst>
            </p:cNvPr>
            <p:cNvSpPr/>
            <p:nvPr/>
          </p:nvSpPr>
          <p:spPr>
            <a:xfrm>
              <a:off x="9107183"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73" name="Freeform: Shape 4072">
              <a:extLst>
                <a:ext uri="{FF2B5EF4-FFF2-40B4-BE49-F238E27FC236}">
                  <a16:creationId xmlns:a16="http://schemas.microsoft.com/office/drawing/2014/main" id="{BB768517-884E-95C3-5FB3-627920498979}"/>
                </a:ext>
              </a:extLst>
            </p:cNvPr>
            <p:cNvSpPr/>
            <p:nvPr/>
          </p:nvSpPr>
          <p:spPr>
            <a:xfrm>
              <a:off x="9221439"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74" name="Freeform: Shape 4073">
              <a:extLst>
                <a:ext uri="{FF2B5EF4-FFF2-40B4-BE49-F238E27FC236}">
                  <a16:creationId xmlns:a16="http://schemas.microsoft.com/office/drawing/2014/main" id="{8BD37A45-F366-C729-59ED-D801FF2269F7}"/>
                </a:ext>
              </a:extLst>
            </p:cNvPr>
            <p:cNvSpPr/>
            <p:nvPr/>
          </p:nvSpPr>
          <p:spPr>
            <a:xfrm>
              <a:off x="9335695" y="388872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75" name="Freeform: Shape 4074">
              <a:extLst>
                <a:ext uri="{FF2B5EF4-FFF2-40B4-BE49-F238E27FC236}">
                  <a16:creationId xmlns:a16="http://schemas.microsoft.com/office/drawing/2014/main" id="{AA6E5A2F-E221-8FBC-A910-E4B6D1C570ED}"/>
                </a:ext>
              </a:extLst>
            </p:cNvPr>
            <p:cNvSpPr/>
            <p:nvPr/>
          </p:nvSpPr>
          <p:spPr>
            <a:xfrm>
              <a:off x="9449950"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76" name="Freeform: Shape 4075">
              <a:extLst>
                <a:ext uri="{FF2B5EF4-FFF2-40B4-BE49-F238E27FC236}">
                  <a16:creationId xmlns:a16="http://schemas.microsoft.com/office/drawing/2014/main" id="{1B8B856C-F0A2-581E-C7A0-ACD56D0CAC76}"/>
                </a:ext>
              </a:extLst>
            </p:cNvPr>
            <p:cNvSpPr/>
            <p:nvPr/>
          </p:nvSpPr>
          <p:spPr>
            <a:xfrm>
              <a:off x="9564206"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77" name="Freeform: Shape 4076">
              <a:extLst>
                <a:ext uri="{FF2B5EF4-FFF2-40B4-BE49-F238E27FC236}">
                  <a16:creationId xmlns:a16="http://schemas.microsoft.com/office/drawing/2014/main" id="{F483E2D4-25FC-57E1-372C-C6C097FA0113}"/>
                </a:ext>
              </a:extLst>
            </p:cNvPr>
            <p:cNvSpPr/>
            <p:nvPr/>
          </p:nvSpPr>
          <p:spPr>
            <a:xfrm>
              <a:off x="9678418" y="388872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78" name="Freeform: Shape 4077">
              <a:extLst>
                <a:ext uri="{FF2B5EF4-FFF2-40B4-BE49-F238E27FC236}">
                  <a16:creationId xmlns:a16="http://schemas.microsoft.com/office/drawing/2014/main" id="{D1833EA2-E87C-52E2-C3EA-D9CAF745EAC8}"/>
                </a:ext>
              </a:extLst>
            </p:cNvPr>
            <p:cNvSpPr/>
            <p:nvPr/>
          </p:nvSpPr>
          <p:spPr>
            <a:xfrm>
              <a:off x="9792674"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79" name="Freeform: Shape 4078">
              <a:extLst>
                <a:ext uri="{FF2B5EF4-FFF2-40B4-BE49-F238E27FC236}">
                  <a16:creationId xmlns:a16="http://schemas.microsoft.com/office/drawing/2014/main" id="{30721783-FC02-8047-8690-97171231984F}"/>
                </a:ext>
              </a:extLst>
            </p:cNvPr>
            <p:cNvSpPr/>
            <p:nvPr/>
          </p:nvSpPr>
          <p:spPr>
            <a:xfrm>
              <a:off x="9906929"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80" name="Freeform: Shape 4079">
              <a:extLst>
                <a:ext uri="{FF2B5EF4-FFF2-40B4-BE49-F238E27FC236}">
                  <a16:creationId xmlns:a16="http://schemas.microsoft.com/office/drawing/2014/main" id="{4F196219-EDB0-FCF3-D6CE-F9D597E0EADE}"/>
                </a:ext>
              </a:extLst>
            </p:cNvPr>
            <p:cNvSpPr/>
            <p:nvPr/>
          </p:nvSpPr>
          <p:spPr>
            <a:xfrm>
              <a:off x="10021185"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81" name="Freeform: Shape 4080">
              <a:extLst>
                <a:ext uri="{FF2B5EF4-FFF2-40B4-BE49-F238E27FC236}">
                  <a16:creationId xmlns:a16="http://schemas.microsoft.com/office/drawing/2014/main" id="{69B4A7CE-6496-4B37-CB6B-8FB27124E5EC}"/>
                </a:ext>
              </a:extLst>
            </p:cNvPr>
            <p:cNvSpPr/>
            <p:nvPr/>
          </p:nvSpPr>
          <p:spPr>
            <a:xfrm>
              <a:off x="10135441"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82" name="Freeform: Shape 4081">
              <a:extLst>
                <a:ext uri="{FF2B5EF4-FFF2-40B4-BE49-F238E27FC236}">
                  <a16:creationId xmlns:a16="http://schemas.microsoft.com/office/drawing/2014/main" id="{86141C2D-7BF4-041A-07BC-CA3E45DB2037}"/>
                </a:ext>
              </a:extLst>
            </p:cNvPr>
            <p:cNvSpPr/>
            <p:nvPr/>
          </p:nvSpPr>
          <p:spPr>
            <a:xfrm>
              <a:off x="10249697"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83" name="Freeform: Shape 4082">
              <a:extLst>
                <a:ext uri="{FF2B5EF4-FFF2-40B4-BE49-F238E27FC236}">
                  <a16:creationId xmlns:a16="http://schemas.microsoft.com/office/drawing/2014/main" id="{A5B23375-B1A9-0E66-779D-C98CD337832E}"/>
                </a:ext>
              </a:extLst>
            </p:cNvPr>
            <p:cNvSpPr/>
            <p:nvPr/>
          </p:nvSpPr>
          <p:spPr>
            <a:xfrm>
              <a:off x="10363952"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84" name="Freeform: Shape 4083">
              <a:extLst>
                <a:ext uri="{FF2B5EF4-FFF2-40B4-BE49-F238E27FC236}">
                  <a16:creationId xmlns:a16="http://schemas.microsoft.com/office/drawing/2014/main" id="{43512706-5013-420D-F58F-6870482ADDD3}"/>
                </a:ext>
              </a:extLst>
            </p:cNvPr>
            <p:cNvSpPr/>
            <p:nvPr/>
          </p:nvSpPr>
          <p:spPr>
            <a:xfrm>
              <a:off x="10478208" y="388872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85" name="Freeform: Shape 4084">
              <a:extLst>
                <a:ext uri="{FF2B5EF4-FFF2-40B4-BE49-F238E27FC236}">
                  <a16:creationId xmlns:a16="http://schemas.microsoft.com/office/drawing/2014/main" id="{369DCC56-1C4D-842C-028D-07352CBA12DB}"/>
                </a:ext>
              </a:extLst>
            </p:cNvPr>
            <p:cNvSpPr/>
            <p:nvPr/>
          </p:nvSpPr>
          <p:spPr>
            <a:xfrm>
              <a:off x="10592464"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86" name="Freeform: Shape 4085">
              <a:extLst>
                <a:ext uri="{FF2B5EF4-FFF2-40B4-BE49-F238E27FC236}">
                  <a16:creationId xmlns:a16="http://schemas.microsoft.com/office/drawing/2014/main" id="{4056FFCF-7383-B865-4D18-9F95F2157A84}"/>
                </a:ext>
              </a:extLst>
            </p:cNvPr>
            <p:cNvSpPr/>
            <p:nvPr/>
          </p:nvSpPr>
          <p:spPr>
            <a:xfrm>
              <a:off x="10706720"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87" name="Freeform: Shape 4086">
              <a:extLst>
                <a:ext uri="{FF2B5EF4-FFF2-40B4-BE49-F238E27FC236}">
                  <a16:creationId xmlns:a16="http://schemas.microsoft.com/office/drawing/2014/main" id="{D98AE4FC-C4EF-02BC-D77F-CF7AD71FA26B}"/>
                </a:ext>
              </a:extLst>
            </p:cNvPr>
            <p:cNvSpPr/>
            <p:nvPr/>
          </p:nvSpPr>
          <p:spPr>
            <a:xfrm>
              <a:off x="10820976" y="3888720"/>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88" name="Freeform: Shape 4087">
              <a:extLst>
                <a:ext uri="{FF2B5EF4-FFF2-40B4-BE49-F238E27FC236}">
                  <a16:creationId xmlns:a16="http://schemas.microsoft.com/office/drawing/2014/main" id="{8BEFC032-0493-20B5-35AB-71129F233ABE}"/>
                </a:ext>
              </a:extLst>
            </p:cNvPr>
            <p:cNvSpPr/>
            <p:nvPr/>
          </p:nvSpPr>
          <p:spPr>
            <a:xfrm>
              <a:off x="10935231"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89" name="Freeform: Shape 4088">
              <a:extLst>
                <a:ext uri="{FF2B5EF4-FFF2-40B4-BE49-F238E27FC236}">
                  <a16:creationId xmlns:a16="http://schemas.microsoft.com/office/drawing/2014/main" id="{3A41D1BB-EBFA-4B16-E997-0A4A4681FC50}"/>
                </a:ext>
              </a:extLst>
            </p:cNvPr>
            <p:cNvSpPr/>
            <p:nvPr/>
          </p:nvSpPr>
          <p:spPr>
            <a:xfrm>
              <a:off x="11049443"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90" name="Freeform: Shape 4089">
              <a:extLst>
                <a:ext uri="{FF2B5EF4-FFF2-40B4-BE49-F238E27FC236}">
                  <a16:creationId xmlns:a16="http://schemas.microsoft.com/office/drawing/2014/main" id="{47EA0903-DDA3-D9E7-0D72-31F3A15EEBC5}"/>
                </a:ext>
              </a:extLst>
            </p:cNvPr>
            <p:cNvSpPr/>
            <p:nvPr/>
          </p:nvSpPr>
          <p:spPr>
            <a:xfrm>
              <a:off x="11163699" y="3888720"/>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91" name="Freeform: Shape 4090">
              <a:extLst>
                <a:ext uri="{FF2B5EF4-FFF2-40B4-BE49-F238E27FC236}">
                  <a16:creationId xmlns:a16="http://schemas.microsoft.com/office/drawing/2014/main" id="{126196DE-17EF-B54A-4A23-1445B7390A56}"/>
                </a:ext>
              </a:extLst>
            </p:cNvPr>
            <p:cNvSpPr/>
            <p:nvPr/>
          </p:nvSpPr>
          <p:spPr>
            <a:xfrm>
              <a:off x="11277955"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92" name="Freeform: Shape 4091">
              <a:extLst>
                <a:ext uri="{FF2B5EF4-FFF2-40B4-BE49-F238E27FC236}">
                  <a16:creationId xmlns:a16="http://schemas.microsoft.com/office/drawing/2014/main" id="{F73D72E4-9CAC-3B1D-631D-9AB9BA7772A9}"/>
                </a:ext>
              </a:extLst>
            </p:cNvPr>
            <p:cNvSpPr/>
            <p:nvPr/>
          </p:nvSpPr>
          <p:spPr>
            <a:xfrm>
              <a:off x="11392210"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93" name="Freeform: Shape 4092">
              <a:extLst>
                <a:ext uri="{FF2B5EF4-FFF2-40B4-BE49-F238E27FC236}">
                  <a16:creationId xmlns:a16="http://schemas.microsoft.com/office/drawing/2014/main" id="{0F4A5B44-5831-FDCB-AC95-F08560862C35}"/>
                </a:ext>
              </a:extLst>
            </p:cNvPr>
            <p:cNvSpPr/>
            <p:nvPr/>
          </p:nvSpPr>
          <p:spPr>
            <a:xfrm>
              <a:off x="11506466" y="3888720"/>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94" name="Freeform: Shape 4093">
              <a:extLst>
                <a:ext uri="{FF2B5EF4-FFF2-40B4-BE49-F238E27FC236}">
                  <a16:creationId xmlns:a16="http://schemas.microsoft.com/office/drawing/2014/main" id="{EC1D9C1A-550D-5516-80A5-7794662B2CB4}"/>
                </a:ext>
              </a:extLst>
            </p:cNvPr>
            <p:cNvSpPr/>
            <p:nvPr/>
          </p:nvSpPr>
          <p:spPr>
            <a:xfrm>
              <a:off x="11620722"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95" name="Freeform: Shape 4094">
              <a:extLst>
                <a:ext uri="{FF2B5EF4-FFF2-40B4-BE49-F238E27FC236}">
                  <a16:creationId xmlns:a16="http://schemas.microsoft.com/office/drawing/2014/main" id="{29855B91-F30E-E8B1-8F85-631C934CBA07}"/>
                </a:ext>
              </a:extLst>
            </p:cNvPr>
            <p:cNvSpPr/>
            <p:nvPr/>
          </p:nvSpPr>
          <p:spPr>
            <a:xfrm>
              <a:off x="11734978"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96" name="Freeform: Shape 4095">
              <a:extLst>
                <a:ext uri="{FF2B5EF4-FFF2-40B4-BE49-F238E27FC236}">
                  <a16:creationId xmlns:a16="http://schemas.microsoft.com/office/drawing/2014/main" id="{5C97E06D-1DD5-45F5-F3D1-7A9182DBEC32}"/>
                </a:ext>
              </a:extLst>
            </p:cNvPr>
            <p:cNvSpPr/>
            <p:nvPr/>
          </p:nvSpPr>
          <p:spPr>
            <a:xfrm>
              <a:off x="11849233"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97" name="Freeform: Shape 4096">
              <a:extLst>
                <a:ext uri="{FF2B5EF4-FFF2-40B4-BE49-F238E27FC236}">
                  <a16:creationId xmlns:a16="http://schemas.microsoft.com/office/drawing/2014/main" id="{83174C5A-935E-D233-0886-DE20185B3369}"/>
                </a:ext>
              </a:extLst>
            </p:cNvPr>
            <p:cNvSpPr/>
            <p:nvPr/>
          </p:nvSpPr>
          <p:spPr>
            <a:xfrm>
              <a:off x="11963489"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98" name="Freeform: Shape 4097">
              <a:extLst>
                <a:ext uri="{FF2B5EF4-FFF2-40B4-BE49-F238E27FC236}">
                  <a16:creationId xmlns:a16="http://schemas.microsoft.com/office/drawing/2014/main" id="{36D1C00D-9895-0D4C-7A65-630D71D35E6E}"/>
                </a:ext>
              </a:extLst>
            </p:cNvPr>
            <p:cNvSpPr/>
            <p:nvPr/>
          </p:nvSpPr>
          <p:spPr>
            <a:xfrm>
              <a:off x="12077745" y="3888720"/>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99" name="Freeform: Shape 4098">
              <a:extLst>
                <a:ext uri="{FF2B5EF4-FFF2-40B4-BE49-F238E27FC236}">
                  <a16:creationId xmlns:a16="http://schemas.microsoft.com/office/drawing/2014/main" id="{E3FEBD67-7E6F-87BE-5636-26771104686E}"/>
                </a:ext>
              </a:extLst>
            </p:cNvPr>
            <p:cNvSpPr/>
            <p:nvPr/>
          </p:nvSpPr>
          <p:spPr>
            <a:xfrm>
              <a:off x="7279135" y="400297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00" name="Freeform: Shape 4099">
              <a:extLst>
                <a:ext uri="{FF2B5EF4-FFF2-40B4-BE49-F238E27FC236}">
                  <a16:creationId xmlns:a16="http://schemas.microsoft.com/office/drawing/2014/main" id="{E2F9A940-767B-6E61-EAEA-E5FB5374ED86}"/>
                </a:ext>
              </a:extLst>
            </p:cNvPr>
            <p:cNvSpPr/>
            <p:nvPr/>
          </p:nvSpPr>
          <p:spPr>
            <a:xfrm>
              <a:off x="7393391"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01" name="Freeform: Shape 4100">
              <a:extLst>
                <a:ext uri="{FF2B5EF4-FFF2-40B4-BE49-F238E27FC236}">
                  <a16:creationId xmlns:a16="http://schemas.microsoft.com/office/drawing/2014/main" id="{D2B7BBD0-A900-1E1C-4497-AF636F601793}"/>
                </a:ext>
              </a:extLst>
            </p:cNvPr>
            <p:cNvSpPr/>
            <p:nvPr/>
          </p:nvSpPr>
          <p:spPr>
            <a:xfrm>
              <a:off x="7507646"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02" name="Freeform: Shape 4101">
              <a:extLst>
                <a:ext uri="{FF2B5EF4-FFF2-40B4-BE49-F238E27FC236}">
                  <a16:creationId xmlns:a16="http://schemas.microsoft.com/office/drawing/2014/main" id="{2E52C69D-BDBE-09FB-0F81-7CC9852C477A}"/>
                </a:ext>
              </a:extLst>
            </p:cNvPr>
            <p:cNvSpPr/>
            <p:nvPr/>
          </p:nvSpPr>
          <p:spPr>
            <a:xfrm>
              <a:off x="7621902"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03" name="Freeform: Shape 4102">
              <a:extLst>
                <a:ext uri="{FF2B5EF4-FFF2-40B4-BE49-F238E27FC236}">
                  <a16:creationId xmlns:a16="http://schemas.microsoft.com/office/drawing/2014/main" id="{4A42AA24-18F4-B3C3-EE14-D04A92E064E3}"/>
                </a:ext>
              </a:extLst>
            </p:cNvPr>
            <p:cNvSpPr/>
            <p:nvPr/>
          </p:nvSpPr>
          <p:spPr>
            <a:xfrm>
              <a:off x="7736158" y="400297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04" name="Freeform: Shape 4103">
              <a:extLst>
                <a:ext uri="{FF2B5EF4-FFF2-40B4-BE49-F238E27FC236}">
                  <a16:creationId xmlns:a16="http://schemas.microsoft.com/office/drawing/2014/main" id="{8181C53F-8E0E-673D-A21C-065FBFEBF9A2}"/>
                </a:ext>
              </a:extLst>
            </p:cNvPr>
            <p:cNvSpPr/>
            <p:nvPr/>
          </p:nvSpPr>
          <p:spPr>
            <a:xfrm>
              <a:off x="7850414"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05" name="Freeform: Shape 4104">
              <a:extLst>
                <a:ext uri="{FF2B5EF4-FFF2-40B4-BE49-F238E27FC236}">
                  <a16:creationId xmlns:a16="http://schemas.microsoft.com/office/drawing/2014/main" id="{FCD58246-A6A5-0FB3-748B-736F0E80AAE8}"/>
                </a:ext>
              </a:extLst>
            </p:cNvPr>
            <p:cNvSpPr/>
            <p:nvPr/>
          </p:nvSpPr>
          <p:spPr>
            <a:xfrm>
              <a:off x="7964669"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06" name="Freeform: Shape 4105">
              <a:extLst>
                <a:ext uri="{FF2B5EF4-FFF2-40B4-BE49-F238E27FC236}">
                  <a16:creationId xmlns:a16="http://schemas.microsoft.com/office/drawing/2014/main" id="{6E68303D-A10C-E9E4-6EDC-225DD7B871DF}"/>
                </a:ext>
              </a:extLst>
            </p:cNvPr>
            <p:cNvSpPr/>
            <p:nvPr/>
          </p:nvSpPr>
          <p:spPr>
            <a:xfrm>
              <a:off x="8078925" y="400297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07" name="Freeform: Shape 4106">
              <a:extLst>
                <a:ext uri="{FF2B5EF4-FFF2-40B4-BE49-F238E27FC236}">
                  <a16:creationId xmlns:a16="http://schemas.microsoft.com/office/drawing/2014/main" id="{16A5B53D-C4D4-53AD-7BD6-BCA6D403B86D}"/>
                </a:ext>
              </a:extLst>
            </p:cNvPr>
            <p:cNvSpPr/>
            <p:nvPr/>
          </p:nvSpPr>
          <p:spPr>
            <a:xfrm>
              <a:off x="8193181"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08" name="Freeform: Shape 4107">
              <a:extLst>
                <a:ext uri="{FF2B5EF4-FFF2-40B4-BE49-F238E27FC236}">
                  <a16:creationId xmlns:a16="http://schemas.microsoft.com/office/drawing/2014/main" id="{8759FD27-D262-343A-186D-275EE0B4366A}"/>
                </a:ext>
              </a:extLst>
            </p:cNvPr>
            <p:cNvSpPr/>
            <p:nvPr/>
          </p:nvSpPr>
          <p:spPr>
            <a:xfrm>
              <a:off x="8307437"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09" name="Freeform: Shape 4108">
              <a:extLst>
                <a:ext uri="{FF2B5EF4-FFF2-40B4-BE49-F238E27FC236}">
                  <a16:creationId xmlns:a16="http://schemas.microsoft.com/office/drawing/2014/main" id="{66EE2F24-7F5B-7292-8651-62F67DA36669}"/>
                </a:ext>
              </a:extLst>
            </p:cNvPr>
            <p:cNvSpPr/>
            <p:nvPr/>
          </p:nvSpPr>
          <p:spPr>
            <a:xfrm>
              <a:off x="8421648"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10" name="Freeform: Shape 4109">
              <a:extLst>
                <a:ext uri="{FF2B5EF4-FFF2-40B4-BE49-F238E27FC236}">
                  <a16:creationId xmlns:a16="http://schemas.microsoft.com/office/drawing/2014/main" id="{750DA202-AD03-253A-244B-914713274B5B}"/>
                </a:ext>
              </a:extLst>
            </p:cNvPr>
            <p:cNvSpPr/>
            <p:nvPr/>
          </p:nvSpPr>
          <p:spPr>
            <a:xfrm>
              <a:off x="8535904"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11" name="Freeform: Shape 4110">
              <a:extLst>
                <a:ext uri="{FF2B5EF4-FFF2-40B4-BE49-F238E27FC236}">
                  <a16:creationId xmlns:a16="http://schemas.microsoft.com/office/drawing/2014/main" id="{A7B9322D-E266-2E8A-C564-493CE72763E3}"/>
                </a:ext>
              </a:extLst>
            </p:cNvPr>
            <p:cNvSpPr/>
            <p:nvPr/>
          </p:nvSpPr>
          <p:spPr>
            <a:xfrm>
              <a:off x="8650160"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12" name="Freeform: Shape 4111">
              <a:extLst>
                <a:ext uri="{FF2B5EF4-FFF2-40B4-BE49-F238E27FC236}">
                  <a16:creationId xmlns:a16="http://schemas.microsoft.com/office/drawing/2014/main" id="{921E3F9D-0C28-E075-3BD1-DE5C37DF836D}"/>
                </a:ext>
              </a:extLst>
            </p:cNvPr>
            <p:cNvSpPr/>
            <p:nvPr/>
          </p:nvSpPr>
          <p:spPr>
            <a:xfrm>
              <a:off x="8764416"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13" name="Freeform: Shape 4112">
              <a:extLst>
                <a:ext uri="{FF2B5EF4-FFF2-40B4-BE49-F238E27FC236}">
                  <a16:creationId xmlns:a16="http://schemas.microsoft.com/office/drawing/2014/main" id="{F9AFE0AC-46F9-9032-5C8C-5F5E2DD525E4}"/>
                </a:ext>
              </a:extLst>
            </p:cNvPr>
            <p:cNvSpPr/>
            <p:nvPr/>
          </p:nvSpPr>
          <p:spPr>
            <a:xfrm>
              <a:off x="8878671" y="400297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14" name="Freeform: Shape 4113">
              <a:extLst>
                <a:ext uri="{FF2B5EF4-FFF2-40B4-BE49-F238E27FC236}">
                  <a16:creationId xmlns:a16="http://schemas.microsoft.com/office/drawing/2014/main" id="{76EB74F2-3E5F-BCAA-454D-60B8648D2676}"/>
                </a:ext>
              </a:extLst>
            </p:cNvPr>
            <p:cNvSpPr/>
            <p:nvPr/>
          </p:nvSpPr>
          <p:spPr>
            <a:xfrm>
              <a:off x="8992927"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15" name="Freeform: Shape 4114">
              <a:extLst>
                <a:ext uri="{FF2B5EF4-FFF2-40B4-BE49-F238E27FC236}">
                  <a16:creationId xmlns:a16="http://schemas.microsoft.com/office/drawing/2014/main" id="{1D17231C-52E9-EEC2-CB81-4F0D7634908F}"/>
                </a:ext>
              </a:extLst>
            </p:cNvPr>
            <p:cNvSpPr/>
            <p:nvPr/>
          </p:nvSpPr>
          <p:spPr>
            <a:xfrm>
              <a:off x="9107183"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16" name="Freeform: Shape 4115">
              <a:extLst>
                <a:ext uri="{FF2B5EF4-FFF2-40B4-BE49-F238E27FC236}">
                  <a16:creationId xmlns:a16="http://schemas.microsoft.com/office/drawing/2014/main" id="{13E10E9F-8373-EDE5-89F4-0B3529A798EB}"/>
                </a:ext>
              </a:extLst>
            </p:cNvPr>
            <p:cNvSpPr/>
            <p:nvPr/>
          </p:nvSpPr>
          <p:spPr>
            <a:xfrm>
              <a:off x="9221439"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17" name="Freeform: Shape 4116">
              <a:extLst>
                <a:ext uri="{FF2B5EF4-FFF2-40B4-BE49-F238E27FC236}">
                  <a16:creationId xmlns:a16="http://schemas.microsoft.com/office/drawing/2014/main" id="{631F2C37-A31A-9F86-1708-3E63A573DF67}"/>
                </a:ext>
              </a:extLst>
            </p:cNvPr>
            <p:cNvSpPr/>
            <p:nvPr/>
          </p:nvSpPr>
          <p:spPr>
            <a:xfrm>
              <a:off x="9335695" y="400297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18" name="Freeform: Shape 4117">
              <a:extLst>
                <a:ext uri="{FF2B5EF4-FFF2-40B4-BE49-F238E27FC236}">
                  <a16:creationId xmlns:a16="http://schemas.microsoft.com/office/drawing/2014/main" id="{23889E34-E83A-05DC-A6A5-4A34D3672A47}"/>
                </a:ext>
              </a:extLst>
            </p:cNvPr>
            <p:cNvSpPr/>
            <p:nvPr/>
          </p:nvSpPr>
          <p:spPr>
            <a:xfrm>
              <a:off x="9449950"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19" name="Freeform: Shape 4118">
              <a:extLst>
                <a:ext uri="{FF2B5EF4-FFF2-40B4-BE49-F238E27FC236}">
                  <a16:creationId xmlns:a16="http://schemas.microsoft.com/office/drawing/2014/main" id="{A5C02AAD-CDED-ABE8-D642-01BD4BE2DA2F}"/>
                </a:ext>
              </a:extLst>
            </p:cNvPr>
            <p:cNvSpPr/>
            <p:nvPr/>
          </p:nvSpPr>
          <p:spPr>
            <a:xfrm>
              <a:off x="9564206"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20" name="Freeform: Shape 4119">
              <a:extLst>
                <a:ext uri="{FF2B5EF4-FFF2-40B4-BE49-F238E27FC236}">
                  <a16:creationId xmlns:a16="http://schemas.microsoft.com/office/drawing/2014/main" id="{F8639B26-C019-1D02-3C51-00A869010403}"/>
                </a:ext>
              </a:extLst>
            </p:cNvPr>
            <p:cNvSpPr/>
            <p:nvPr/>
          </p:nvSpPr>
          <p:spPr>
            <a:xfrm>
              <a:off x="9678418" y="400297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21" name="Freeform: Shape 4120">
              <a:extLst>
                <a:ext uri="{FF2B5EF4-FFF2-40B4-BE49-F238E27FC236}">
                  <a16:creationId xmlns:a16="http://schemas.microsoft.com/office/drawing/2014/main" id="{B8478507-4EF3-3B80-A0D3-395EB3663B29}"/>
                </a:ext>
              </a:extLst>
            </p:cNvPr>
            <p:cNvSpPr/>
            <p:nvPr/>
          </p:nvSpPr>
          <p:spPr>
            <a:xfrm>
              <a:off x="9792674"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22" name="Freeform: Shape 4121">
              <a:extLst>
                <a:ext uri="{FF2B5EF4-FFF2-40B4-BE49-F238E27FC236}">
                  <a16:creationId xmlns:a16="http://schemas.microsoft.com/office/drawing/2014/main" id="{F0B8DCE2-E7E5-01F7-7EA9-3A366FC6CB59}"/>
                </a:ext>
              </a:extLst>
            </p:cNvPr>
            <p:cNvSpPr/>
            <p:nvPr/>
          </p:nvSpPr>
          <p:spPr>
            <a:xfrm>
              <a:off x="9906929"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23" name="Freeform: Shape 4122">
              <a:extLst>
                <a:ext uri="{FF2B5EF4-FFF2-40B4-BE49-F238E27FC236}">
                  <a16:creationId xmlns:a16="http://schemas.microsoft.com/office/drawing/2014/main" id="{588F963B-87D1-3B5B-3A99-5EFE74EE9A51}"/>
                </a:ext>
              </a:extLst>
            </p:cNvPr>
            <p:cNvSpPr/>
            <p:nvPr/>
          </p:nvSpPr>
          <p:spPr>
            <a:xfrm>
              <a:off x="10021185"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24" name="Freeform: Shape 4123">
              <a:extLst>
                <a:ext uri="{FF2B5EF4-FFF2-40B4-BE49-F238E27FC236}">
                  <a16:creationId xmlns:a16="http://schemas.microsoft.com/office/drawing/2014/main" id="{B8517FD7-EB1A-1140-CD87-32BF419C776C}"/>
                </a:ext>
              </a:extLst>
            </p:cNvPr>
            <p:cNvSpPr/>
            <p:nvPr/>
          </p:nvSpPr>
          <p:spPr>
            <a:xfrm>
              <a:off x="10135441"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25" name="Freeform: Shape 4124">
              <a:extLst>
                <a:ext uri="{FF2B5EF4-FFF2-40B4-BE49-F238E27FC236}">
                  <a16:creationId xmlns:a16="http://schemas.microsoft.com/office/drawing/2014/main" id="{4A13BFD7-350E-21A2-DD94-F6BE9E6B41F4}"/>
                </a:ext>
              </a:extLst>
            </p:cNvPr>
            <p:cNvSpPr/>
            <p:nvPr/>
          </p:nvSpPr>
          <p:spPr>
            <a:xfrm>
              <a:off x="10249697"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26" name="Freeform: Shape 4125">
              <a:extLst>
                <a:ext uri="{FF2B5EF4-FFF2-40B4-BE49-F238E27FC236}">
                  <a16:creationId xmlns:a16="http://schemas.microsoft.com/office/drawing/2014/main" id="{A6F65D4A-0E74-FF6C-C10B-1CCA09F01941}"/>
                </a:ext>
              </a:extLst>
            </p:cNvPr>
            <p:cNvSpPr/>
            <p:nvPr/>
          </p:nvSpPr>
          <p:spPr>
            <a:xfrm>
              <a:off x="10363952"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27" name="Freeform: Shape 4126">
              <a:extLst>
                <a:ext uri="{FF2B5EF4-FFF2-40B4-BE49-F238E27FC236}">
                  <a16:creationId xmlns:a16="http://schemas.microsoft.com/office/drawing/2014/main" id="{F0B93BC9-3FBE-9748-1353-CB1652D49C21}"/>
                </a:ext>
              </a:extLst>
            </p:cNvPr>
            <p:cNvSpPr/>
            <p:nvPr/>
          </p:nvSpPr>
          <p:spPr>
            <a:xfrm>
              <a:off x="10478208" y="400297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28" name="Freeform: Shape 4127">
              <a:extLst>
                <a:ext uri="{FF2B5EF4-FFF2-40B4-BE49-F238E27FC236}">
                  <a16:creationId xmlns:a16="http://schemas.microsoft.com/office/drawing/2014/main" id="{615403F9-3E3A-B8CA-790C-806820F818FE}"/>
                </a:ext>
              </a:extLst>
            </p:cNvPr>
            <p:cNvSpPr/>
            <p:nvPr/>
          </p:nvSpPr>
          <p:spPr>
            <a:xfrm>
              <a:off x="10592464"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29" name="Freeform: Shape 4128">
              <a:extLst>
                <a:ext uri="{FF2B5EF4-FFF2-40B4-BE49-F238E27FC236}">
                  <a16:creationId xmlns:a16="http://schemas.microsoft.com/office/drawing/2014/main" id="{3B28763B-175B-5A06-C7CC-175C7A98D053}"/>
                </a:ext>
              </a:extLst>
            </p:cNvPr>
            <p:cNvSpPr/>
            <p:nvPr/>
          </p:nvSpPr>
          <p:spPr>
            <a:xfrm>
              <a:off x="10706720"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30" name="Freeform: Shape 4129">
              <a:extLst>
                <a:ext uri="{FF2B5EF4-FFF2-40B4-BE49-F238E27FC236}">
                  <a16:creationId xmlns:a16="http://schemas.microsoft.com/office/drawing/2014/main" id="{50E9CD79-2E6C-0561-675F-A3E86D3B2776}"/>
                </a:ext>
              </a:extLst>
            </p:cNvPr>
            <p:cNvSpPr/>
            <p:nvPr/>
          </p:nvSpPr>
          <p:spPr>
            <a:xfrm>
              <a:off x="10820976" y="4002976"/>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31" name="Freeform: Shape 4130">
              <a:extLst>
                <a:ext uri="{FF2B5EF4-FFF2-40B4-BE49-F238E27FC236}">
                  <a16:creationId xmlns:a16="http://schemas.microsoft.com/office/drawing/2014/main" id="{F884F361-632D-CBD4-7698-E935B0FE98A3}"/>
                </a:ext>
              </a:extLst>
            </p:cNvPr>
            <p:cNvSpPr/>
            <p:nvPr/>
          </p:nvSpPr>
          <p:spPr>
            <a:xfrm>
              <a:off x="10935231"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32" name="Freeform: Shape 4131">
              <a:extLst>
                <a:ext uri="{FF2B5EF4-FFF2-40B4-BE49-F238E27FC236}">
                  <a16:creationId xmlns:a16="http://schemas.microsoft.com/office/drawing/2014/main" id="{A075854F-6548-2874-C94F-33327244E1F5}"/>
                </a:ext>
              </a:extLst>
            </p:cNvPr>
            <p:cNvSpPr/>
            <p:nvPr/>
          </p:nvSpPr>
          <p:spPr>
            <a:xfrm>
              <a:off x="11049443"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33" name="Freeform: Shape 4132">
              <a:extLst>
                <a:ext uri="{FF2B5EF4-FFF2-40B4-BE49-F238E27FC236}">
                  <a16:creationId xmlns:a16="http://schemas.microsoft.com/office/drawing/2014/main" id="{8DE960E5-F579-F0BB-3BE3-8443C40B6B29}"/>
                </a:ext>
              </a:extLst>
            </p:cNvPr>
            <p:cNvSpPr/>
            <p:nvPr/>
          </p:nvSpPr>
          <p:spPr>
            <a:xfrm>
              <a:off x="11163699" y="4002976"/>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34" name="Freeform: Shape 4133">
              <a:extLst>
                <a:ext uri="{FF2B5EF4-FFF2-40B4-BE49-F238E27FC236}">
                  <a16:creationId xmlns:a16="http://schemas.microsoft.com/office/drawing/2014/main" id="{6AC9C3FF-6A8B-D992-8A7D-C7E64E22272F}"/>
                </a:ext>
              </a:extLst>
            </p:cNvPr>
            <p:cNvSpPr/>
            <p:nvPr/>
          </p:nvSpPr>
          <p:spPr>
            <a:xfrm>
              <a:off x="11277955"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35" name="Freeform: Shape 4134">
              <a:extLst>
                <a:ext uri="{FF2B5EF4-FFF2-40B4-BE49-F238E27FC236}">
                  <a16:creationId xmlns:a16="http://schemas.microsoft.com/office/drawing/2014/main" id="{3FA4B123-D1D2-C1AB-D1D2-E5BE956101A6}"/>
                </a:ext>
              </a:extLst>
            </p:cNvPr>
            <p:cNvSpPr/>
            <p:nvPr/>
          </p:nvSpPr>
          <p:spPr>
            <a:xfrm>
              <a:off x="11392210"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36" name="Freeform: Shape 4135">
              <a:extLst>
                <a:ext uri="{FF2B5EF4-FFF2-40B4-BE49-F238E27FC236}">
                  <a16:creationId xmlns:a16="http://schemas.microsoft.com/office/drawing/2014/main" id="{670C17BD-B893-57C0-0711-02AE34B9B842}"/>
                </a:ext>
              </a:extLst>
            </p:cNvPr>
            <p:cNvSpPr/>
            <p:nvPr/>
          </p:nvSpPr>
          <p:spPr>
            <a:xfrm>
              <a:off x="11506466" y="4002976"/>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37" name="Freeform: Shape 4136">
              <a:extLst>
                <a:ext uri="{FF2B5EF4-FFF2-40B4-BE49-F238E27FC236}">
                  <a16:creationId xmlns:a16="http://schemas.microsoft.com/office/drawing/2014/main" id="{D3AA4669-8E6F-1AF3-7C24-74571D7AE263}"/>
                </a:ext>
              </a:extLst>
            </p:cNvPr>
            <p:cNvSpPr/>
            <p:nvPr/>
          </p:nvSpPr>
          <p:spPr>
            <a:xfrm>
              <a:off x="11620722"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38" name="Freeform: Shape 4137">
              <a:extLst>
                <a:ext uri="{FF2B5EF4-FFF2-40B4-BE49-F238E27FC236}">
                  <a16:creationId xmlns:a16="http://schemas.microsoft.com/office/drawing/2014/main" id="{77F5B377-62B0-94AA-4AFE-717DEB9D7AD9}"/>
                </a:ext>
              </a:extLst>
            </p:cNvPr>
            <p:cNvSpPr/>
            <p:nvPr/>
          </p:nvSpPr>
          <p:spPr>
            <a:xfrm>
              <a:off x="11734978"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39" name="Freeform: Shape 4138">
              <a:extLst>
                <a:ext uri="{FF2B5EF4-FFF2-40B4-BE49-F238E27FC236}">
                  <a16:creationId xmlns:a16="http://schemas.microsoft.com/office/drawing/2014/main" id="{C21AC504-6936-00AE-491E-80539CAAC348}"/>
                </a:ext>
              </a:extLst>
            </p:cNvPr>
            <p:cNvSpPr/>
            <p:nvPr/>
          </p:nvSpPr>
          <p:spPr>
            <a:xfrm>
              <a:off x="11849233"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40" name="Freeform: Shape 4139">
              <a:extLst>
                <a:ext uri="{FF2B5EF4-FFF2-40B4-BE49-F238E27FC236}">
                  <a16:creationId xmlns:a16="http://schemas.microsoft.com/office/drawing/2014/main" id="{269E9146-BD69-14CF-E169-D4FD09E23374}"/>
                </a:ext>
              </a:extLst>
            </p:cNvPr>
            <p:cNvSpPr/>
            <p:nvPr/>
          </p:nvSpPr>
          <p:spPr>
            <a:xfrm>
              <a:off x="11963489"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41" name="Freeform: Shape 4140">
              <a:extLst>
                <a:ext uri="{FF2B5EF4-FFF2-40B4-BE49-F238E27FC236}">
                  <a16:creationId xmlns:a16="http://schemas.microsoft.com/office/drawing/2014/main" id="{55B35C97-4AAE-97F5-E777-9F8874F0B5FD}"/>
                </a:ext>
              </a:extLst>
            </p:cNvPr>
            <p:cNvSpPr/>
            <p:nvPr/>
          </p:nvSpPr>
          <p:spPr>
            <a:xfrm>
              <a:off x="12077745" y="4002976"/>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42" name="Freeform: Shape 4141">
              <a:extLst>
                <a:ext uri="{FF2B5EF4-FFF2-40B4-BE49-F238E27FC236}">
                  <a16:creationId xmlns:a16="http://schemas.microsoft.com/office/drawing/2014/main" id="{DBE804E5-0A80-70ED-E48F-11D21EDE68A1}"/>
                </a:ext>
              </a:extLst>
            </p:cNvPr>
            <p:cNvSpPr/>
            <p:nvPr/>
          </p:nvSpPr>
          <p:spPr>
            <a:xfrm>
              <a:off x="7279135" y="411723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43" name="Freeform: Shape 4142">
              <a:extLst>
                <a:ext uri="{FF2B5EF4-FFF2-40B4-BE49-F238E27FC236}">
                  <a16:creationId xmlns:a16="http://schemas.microsoft.com/office/drawing/2014/main" id="{B158467D-A607-3805-FD11-9F57BD7D5C89}"/>
                </a:ext>
              </a:extLst>
            </p:cNvPr>
            <p:cNvSpPr/>
            <p:nvPr/>
          </p:nvSpPr>
          <p:spPr>
            <a:xfrm>
              <a:off x="7393391"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44" name="Freeform: Shape 4143">
              <a:extLst>
                <a:ext uri="{FF2B5EF4-FFF2-40B4-BE49-F238E27FC236}">
                  <a16:creationId xmlns:a16="http://schemas.microsoft.com/office/drawing/2014/main" id="{8DAB9E1D-6E14-CCA2-2434-5CA3B7B694AF}"/>
                </a:ext>
              </a:extLst>
            </p:cNvPr>
            <p:cNvSpPr/>
            <p:nvPr/>
          </p:nvSpPr>
          <p:spPr>
            <a:xfrm>
              <a:off x="7507646"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45" name="Freeform: Shape 4144">
              <a:extLst>
                <a:ext uri="{FF2B5EF4-FFF2-40B4-BE49-F238E27FC236}">
                  <a16:creationId xmlns:a16="http://schemas.microsoft.com/office/drawing/2014/main" id="{CBFC2BAB-9B6D-6419-BA44-6EC44A1C3858}"/>
                </a:ext>
              </a:extLst>
            </p:cNvPr>
            <p:cNvSpPr/>
            <p:nvPr/>
          </p:nvSpPr>
          <p:spPr>
            <a:xfrm>
              <a:off x="7621902"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46" name="Freeform: Shape 4145">
              <a:extLst>
                <a:ext uri="{FF2B5EF4-FFF2-40B4-BE49-F238E27FC236}">
                  <a16:creationId xmlns:a16="http://schemas.microsoft.com/office/drawing/2014/main" id="{85C6759C-CBDD-3931-62A9-8CF9E2CB08D3}"/>
                </a:ext>
              </a:extLst>
            </p:cNvPr>
            <p:cNvSpPr/>
            <p:nvPr/>
          </p:nvSpPr>
          <p:spPr>
            <a:xfrm>
              <a:off x="7736158" y="411723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47" name="Freeform: Shape 4146">
              <a:extLst>
                <a:ext uri="{FF2B5EF4-FFF2-40B4-BE49-F238E27FC236}">
                  <a16:creationId xmlns:a16="http://schemas.microsoft.com/office/drawing/2014/main" id="{4CAD0CCC-0158-6D31-0051-17522B517F4A}"/>
                </a:ext>
              </a:extLst>
            </p:cNvPr>
            <p:cNvSpPr/>
            <p:nvPr/>
          </p:nvSpPr>
          <p:spPr>
            <a:xfrm>
              <a:off x="7850414"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48" name="Freeform: Shape 4147">
              <a:extLst>
                <a:ext uri="{FF2B5EF4-FFF2-40B4-BE49-F238E27FC236}">
                  <a16:creationId xmlns:a16="http://schemas.microsoft.com/office/drawing/2014/main" id="{0F560033-BCA2-6705-33E1-013D7F8D2E9A}"/>
                </a:ext>
              </a:extLst>
            </p:cNvPr>
            <p:cNvSpPr/>
            <p:nvPr/>
          </p:nvSpPr>
          <p:spPr>
            <a:xfrm>
              <a:off x="7964669"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49" name="Freeform: Shape 4148">
              <a:extLst>
                <a:ext uri="{FF2B5EF4-FFF2-40B4-BE49-F238E27FC236}">
                  <a16:creationId xmlns:a16="http://schemas.microsoft.com/office/drawing/2014/main" id="{8BC26343-E52B-EEB9-FDA9-8D4D824FA4BD}"/>
                </a:ext>
              </a:extLst>
            </p:cNvPr>
            <p:cNvSpPr/>
            <p:nvPr/>
          </p:nvSpPr>
          <p:spPr>
            <a:xfrm>
              <a:off x="8078925" y="411723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50" name="Freeform: Shape 4149">
              <a:extLst>
                <a:ext uri="{FF2B5EF4-FFF2-40B4-BE49-F238E27FC236}">
                  <a16:creationId xmlns:a16="http://schemas.microsoft.com/office/drawing/2014/main" id="{93166DFA-A540-129B-6EC1-1B11256028F7}"/>
                </a:ext>
              </a:extLst>
            </p:cNvPr>
            <p:cNvSpPr/>
            <p:nvPr/>
          </p:nvSpPr>
          <p:spPr>
            <a:xfrm>
              <a:off x="8193181"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51" name="Freeform: Shape 4150">
              <a:extLst>
                <a:ext uri="{FF2B5EF4-FFF2-40B4-BE49-F238E27FC236}">
                  <a16:creationId xmlns:a16="http://schemas.microsoft.com/office/drawing/2014/main" id="{AA8A588F-F650-78AE-12E9-A2E6DD4AB52C}"/>
                </a:ext>
              </a:extLst>
            </p:cNvPr>
            <p:cNvSpPr/>
            <p:nvPr/>
          </p:nvSpPr>
          <p:spPr>
            <a:xfrm>
              <a:off x="8307437"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52" name="Freeform: Shape 4151">
              <a:extLst>
                <a:ext uri="{FF2B5EF4-FFF2-40B4-BE49-F238E27FC236}">
                  <a16:creationId xmlns:a16="http://schemas.microsoft.com/office/drawing/2014/main" id="{178B3037-3B37-85E4-0C4D-43E5E145C781}"/>
                </a:ext>
              </a:extLst>
            </p:cNvPr>
            <p:cNvSpPr/>
            <p:nvPr/>
          </p:nvSpPr>
          <p:spPr>
            <a:xfrm>
              <a:off x="8421648"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53" name="Freeform: Shape 4152">
              <a:extLst>
                <a:ext uri="{FF2B5EF4-FFF2-40B4-BE49-F238E27FC236}">
                  <a16:creationId xmlns:a16="http://schemas.microsoft.com/office/drawing/2014/main" id="{CEB2F44E-6CAA-4E61-C208-6DBFB235B587}"/>
                </a:ext>
              </a:extLst>
            </p:cNvPr>
            <p:cNvSpPr/>
            <p:nvPr/>
          </p:nvSpPr>
          <p:spPr>
            <a:xfrm>
              <a:off x="8535904"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54" name="Freeform: Shape 4153">
              <a:extLst>
                <a:ext uri="{FF2B5EF4-FFF2-40B4-BE49-F238E27FC236}">
                  <a16:creationId xmlns:a16="http://schemas.microsoft.com/office/drawing/2014/main" id="{3F234ADE-B364-47CA-8750-4674C258C2DB}"/>
                </a:ext>
              </a:extLst>
            </p:cNvPr>
            <p:cNvSpPr/>
            <p:nvPr/>
          </p:nvSpPr>
          <p:spPr>
            <a:xfrm>
              <a:off x="8650160"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55" name="Freeform: Shape 4154">
              <a:extLst>
                <a:ext uri="{FF2B5EF4-FFF2-40B4-BE49-F238E27FC236}">
                  <a16:creationId xmlns:a16="http://schemas.microsoft.com/office/drawing/2014/main" id="{1E17BDD9-55A6-F9F6-845A-879D23CA3E3E}"/>
                </a:ext>
              </a:extLst>
            </p:cNvPr>
            <p:cNvSpPr/>
            <p:nvPr/>
          </p:nvSpPr>
          <p:spPr>
            <a:xfrm>
              <a:off x="8764416"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56" name="Freeform: Shape 4155">
              <a:extLst>
                <a:ext uri="{FF2B5EF4-FFF2-40B4-BE49-F238E27FC236}">
                  <a16:creationId xmlns:a16="http://schemas.microsoft.com/office/drawing/2014/main" id="{27FF9303-E930-D933-75B6-76093B0A4319}"/>
                </a:ext>
              </a:extLst>
            </p:cNvPr>
            <p:cNvSpPr/>
            <p:nvPr/>
          </p:nvSpPr>
          <p:spPr>
            <a:xfrm>
              <a:off x="8878671" y="411723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57" name="Freeform: Shape 4156">
              <a:extLst>
                <a:ext uri="{FF2B5EF4-FFF2-40B4-BE49-F238E27FC236}">
                  <a16:creationId xmlns:a16="http://schemas.microsoft.com/office/drawing/2014/main" id="{90163882-841E-41F1-274C-9DCC092D8A0A}"/>
                </a:ext>
              </a:extLst>
            </p:cNvPr>
            <p:cNvSpPr/>
            <p:nvPr/>
          </p:nvSpPr>
          <p:spPr>
            <a:xfrm>
              <a:off x="8992927"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58" name="Freeform: Shape 4157">
              <a:extLst>
                <a:ext uri="{FF2B5EF4-FFF2-40B4-BE49-F238E27FC236}">
                  <a16:creationId xmlns:a16="http://schemas.microsoft.com/office/drawing/2014/main" id="{6FD6F7C7-C44E-34C0-FCE7-FCF10FA2A28A}"/>
                </a:ext>
              </a:extLst>
            </p:cNvPr>
            <p:cNvSpPr/>
            <p:nvPr/>
          </p:nvSpPr>
          <p:spPr>
            <a:xfrm>
              <a:off x="9107183"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59" name="Freeform: Shape 4158">
              <a:extLst>
                <a:ext uri="{FF2B5EF4-FFF2-40B4-BE49-F238E27FC236}">
                  <a16:creationId xmlns:a16="http://schemas.microsoft.com/office/drawing/2014/main" id="{D18B9508-864A-4BB3-D579-C3D123714FEC}"/>
                </a:ext>
              </a:extLst>
            </p:cNvPr>
            <p:cNvSpPr/>
            <p:nvPr/>
          </p:nvSpPr>
          <p:spPr>
            <a:xfrm>
              <a:off x="9221439"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60" name="Freeform: Shape 4159">
              <a:extLst>
                <a:ext uri="{FF2B5EF4-FFF2-40B4-BE49-F238E27FC236}">
                  <a16:creationId xmlns:a16="http://schemas.microsoft.com/office/drawing/2014/main" id="{31AAE76F-044B-1D98-D796-A06B5BF7A886}"/>
                </a:ext>
              </a:extLst>
            </p:cNvPr>
            <p:cNvSpPr/>
            <p:nvPr/>
          </p:nvSpPr>
          <p:spPr>
            <a:xfrm>
              <a:off x="9335695" y="411723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61" name="Freeform: Shape 4160">
              <a:extLst>
                <a:ext uri="{FF2B5EF4-FFF2-40B4-BE49-F238E27FC236}">
                  <a16:creationId xmlns:a16="http://schemas.microsoft.com/office/drawing/2014/main" id="{F0739A7E-4F3A-76A8-6199-660E28BB16F8}"/>
                </a:ext>
              </a:extLst>
            </p:cNvPr>
            <p:cNvSpPr/>
            <p:nvPr/>
          </p:nvSpPr>
          <p:spPr>
            <a:xfrm>
              <a:off x="9449950"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62" name="Freeform: Shape 4161">
              <a:extLst>
                <a:ext uri="{FF2B5EF4-FFF2-40B4-BE49-F238E27FC236}">
                  <a16:creationId xmlns:a16="http://schemas.microsoft.com/office/drawing/2014/main" id="{EB4FE300-D738-E933-06BB-1DD39B020CA6}"/>
                </a:ext>
              </a:extLst>
            </p:cNvPr>
            <p:cNvSpPr/>
            <p:nvPr/>
          </p:nvSpPr>
          <p:spPr>
            <a:xfrm>
              <a:off x="9564206"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63" name="Freeform: Shape 4162">
              <a:extLst>
                <a:ext uri="{FF2B5EF4-FFF2-40B4-BE49-F238E27FC236}">
                  <a16:creationId xmlns:a16="http://schemas.microsoft.com/office/drawing/2014/main" id="{694EABF7-3297-2368-A6C8-9F21D80E1FD2}"/>
                </a:ext>
              </a:extLst>
            </p:cNvPr>
            <p:cNvSpPr/>
            <p:nvPr/>
          </p:nvSpPr>
          <p:spPr>
            <a:xfrm>
              <a:off x="9678418" y="411723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64" name="Freeform: Shape 4163">
              <a:extLst>
                <a:ext uri="{FF2B5EF4-FFF2-40B4-BE49-F238E27FC236}">
                  <a16:creationId xmlns:a16="http://schemas.microsoft.com/office/drawing/2014/main" id="{EDD200F2-A297-A4D8-E7E1-E3A8AB5C6B13}"/>
                </a:ext>
              </a:extLst>
            </p:cNvPr>
            <p:cNvSpPr/>
            <p:nvPr/>
          </p:nvSpPr>
          <p:spPr>
            <a:xfrm>
              <a:off x="9792674"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65" name="Freeform: Shape 4164">
              <a:extLst>
                <a:ext uri="{FF2B5EF4-FFF2-40B4-BE49-F238E27FC236}">
                  <a16:creationId xmlns:a16="http://schemas.microsoft.com/office/drawing/2014/main" id="{457CD299-7E90-A08A-94B9-73F933CBCC1F}"/>
                </a:ext>
              </a:extLst>
            </p:cNvPr>
            <p:cNvSpPr/>
            <p:nvPr/>
          </p:nvSpPr>
          <p:spPr>
            <a:xfrm>
              <a:off x="9906929"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66" name="Freeform: Shape 4165">
              <a:extLst>
                <a:ext uri="{FF2B5EF4-FFF2-40B4-BE49-F238E27FC236}">
                  <a16:creationId xmlns:a16="http://schemas.microsoft.com/office/drawing/2014/main" id="{FBDCB25E-B26C-9C17-F8F7-93056AA60C2B}"/>
                </a:ext>
              </a:extLst>
            </p:cNvPr>
            <p:cNvSpPr/>
            <p:nvPr/>
          </p:nvSpPr>
          <p:spPr>
            <a:xfrm>
              <a:off x="10021185"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67" name="Freeform: Shape 4166">
              <a:extLst>
                <a:ext uri="{FF2B5EF4-FFF2-40B4-BE49-F238E27FC236}">
                  <a16:creationId xmlns:a16="http://schemas.microsoft.com/office/drawing/2014/main" id="{678C28C6-E813-58BD-9BCC-F8D2CA5936DA}"/>
                </a:ext>
              </a:extLst>
            </p:cNvPr>
            <p:cNvSpPr/>
            <p:nvPr/>
          </p:nvSpPr>
          <p:spPr>
            <a:xfrm>
              <a:off x="10135441"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68" name="Freeform: Shape 4167">
              <a:extLst>
                <a:ext uri="{FF2B5EF4-FFF2-40B4-BE49-F238E27FC236}">
                  <a16:creationId xmlns:a16="http://schemas.microsoft.com/office/drawing/2014/main" id="{0F913059-D2EC-14D8-2834-7DD1E8F47833}"/>
                </a:ext>
              </a:extLst>
            </p:cNvPr>
            <p:cNvSpPr/>
            <p:nvPr/>
          </p:nvSpPr>
          <p:spPr>
            <a:xfrm>
              <a:off x="10249697"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69" name="Freeform: Shape 4168">
              <a:extLst>
                <a:ext uri="{FF2B5EF4-FFF2-40B4-BE49-F238E27FC236}">
                  <a16:creationId xmlns:a16="http://schemas.microsoft.com/office/drawing/2014/main" id="{D5EE37D1-C425-A7CF-A936-C787BE4735F8}"/>
                </a:ext>
              </a:extLst>
            </p:cNvPr>
            <p:cNvSpPr/>
            <p:nvPr/>
          </p:nvSpPr>
          <p:spPr>
            <a:xfrm>
              <a:off x="10363952"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70" name="Freeform: Shape 4169">
              <a:extLst>
                <a:ext uri="{FF2B5EF4-FFF2-40B4-BE49-F238E27FC236}">
                  <a16:creationId xmlns:a16="http://schemas.microsoft.com/office/drawing/2014/main" id="{50BF8B2A-3CF3-1F11-58BE-C7A2E9C9AAA9}"/>
                </a:ext>
              </a:extLst>
            </p:cNvPr>
            <p:cNvSpPr/>
            <p:nvPr/>
          </p:nvSpPr>
          <p:spPr>
            <a:xfrm>
              <a:off x="10478208" y="411723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71" name="Freeform: Shape 4170">
              <a:extLst>
                <a:ext uri="{FF2B5EF4-FFF2-40B4-BE49-F238E27FC236}">
                  <a16:creationId xmlns:a16="http://schemas.microsoft.com/office/drawing/2014/main" id="{77D26A7E-7877-52EC-B0DD-59D3CFAC7607}"/>
                </a:ext>
              </a:extLst>
            </p:cNvPr>
            <p:cNvSpPr/>
            <p:nvPr/>
          </p:nvSpPr>
          <p:spPr>
            <a:xfrm>
              <a:off x="10592464"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72" name="Freeform: Shape 4171">
              <a:extLst>
                <a:ext uri="{FF2B5EF4-FFF2-40B4-BE49-F238E27FC236}">
                  <a16:creationId xmlns:a16="http://schemas.microsoft.com/office/drawing/2014/main" id="{7A3EC16E-972F-A785-5668-888CC26B3054}"/>
                </a:ext>
              </a:extLst>
            </p:cNvPr>
            <p:cNvSpPr/>
            <p:nvPr/>
          </p:nvSpPr>
          <p:spPr>
            <a:xfrm>
              <a:off x="10706720"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73" name="Freeform: Shape 4172">
              <a:extLst>
                <a:ext uri="{FF2B5EF4-FFF2-40B4-BE49-F238E27FC236}">
                  <a16:creationId xmlns:a16="http://schemas.microsoft.com/office/drawing/2014/main" id="{99818665-DECE-C24A-AB6E-2DF33D4F9A11}"/>
                </a:ext>
              </a:extLst>
            </p:cNvPr>
            <p:cNvSpPr/>
            <p:nvPr/>
          </p:nvSpPr>
          <p:spPr>
            <a:xfrm>
              <a:off x="10820976" y="4117231"/>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74" name="Freeform: Shape 4173">
              <a:extLst>
                <a:ext uri="{FF2B5EF4-FFF2-40B4-BE49-F238E27FC236}">
                  <a16:creationId xmlns:a16="http://schemas.microsoft.com/office/drawing/2014/main" id="{36849468-5268-B9EA-76E7-BA62203289CC}"/>
                </a:ext>
              </a:extLst>
            </p:cNvPr>
            <p:cNvSpPr/>
            <p:nvPr/>
          </p:nvSpPr>
          <p:spPr>
            <a:xfrm>
              <a:off x="10935231"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75" name="Freeform: Shape 4174">
              <a:extLst>
                <a:ext uri="{FF2B5EF4-FFF2-40B4-BE49-F238E27FC236}">
                  <a16:creationId xmlns:a16="http://schemas.microsoft.com/office/drawing/2014/main" id="{A2994C29-310E-6466-0E6C-6BA2BBCB0354}"/>
                </a:ext>
              </a:extLst>
            </p:cNvPr>
            <p:cNvSpPr/>
            <p:nvPr/>
          </p:nvSpPr>
          <p:spPr>
            <a:xfrm>
              <a:off x="11049443"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76" name="Freeform: Shape 4175">
              <a:extLst>
                <a:ext uri="{FF2B5EF4-FFF2-40B4-BE49-F238E27FC236}">
                  <a16:creationId xmlns:a16="http://schemas.microsoft.com/office/drawing/2014/main" id="{51AE581D-00E4-6B25-FC4E-55380E8A2101}"/>
                </a:ext>
              </a:extLst>
            </p:cNvPr>
            <p:cNvSpPr/>
            <p:nvPr/>
          </p:nvSpPr>
          <p:spPr>
            <a:xfrm>
              <a:off x="11163699" y="4117231"/>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77" name="Freeform: Shape 4176">
              <a:extLst>
                <a:ext uri="{FF2B5EF4-FFF2-40B4-BE49-F238E27FC236}">
                  <a16:creationId xmlns:a16="http://schemas.microsoft.com/office/drawing/2014/main" id="{DACE320A-20D6-9144-6F18-42138E4777CB}"/>
                </a:ext>
              </a:extLst>
            </p:cNvPr>
            <p:cNvSpPr/>
            <p:nvPr/>
          </p:nvSpPr>
          <p:spPr>
            <a:xfrm>
              <a:off x="11277955"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78" name="Freeform: Shape 4177">
              <a:extLst>
                <a:ext uri="{FF2B5EF4-FFF2-40B4-BE49-F238E27FC236}">
                  <a16:creationId xmlns:a16="http://schemas.microsoft.com/office/drawing/2014/main" id="{CBC58C2E-BA6A-638C-12AE-0BFDE3948BBA}"/>
                </a:ext>
              </a:extLst>
            </p:cNvPr>
            <p:cNvSpPr/>
            <p:nvPr/>
          </p:nvSpPr>
          <p:spPr>
            <a:xfrm>
              <a:off x="11392210"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79" name="Freeform: Shape 4178">
              <a:extLst>
                <a:ext uri="{FF2B5EF4-FFF2-40B4-BE49-F238E27FC236}">
                  <a16:creationId xmlns:a16="http://schemas.microsoft.com/office/drawing/2014/main" id="{7886DB12-8BDF-E026-7B4D-82F9D483B88E}"/>
                </a:ext>
              </a:extLst>
            </p:cNvPr>
            <p:cNvSpPr/>
            <p:nvPr/>
          </p:nvSpPr>
          <p:spPr>
            <a:xfrm>
              <a:off x="11506466" y="4117231"/>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80" name="Freeform: Shape 4179">
              <a:extLst>
                <a:ext uri="{FF2B5EF4-FFF2-40B4-BE49-F238E27FC236}">
                  <a16:creationId xmlns:a16="http://schemas.microsoft.com/office/drawing/2014/main" id="{026627E6-D9F3-F866-DA94-5A08D8A62E9E}"/>
                </a:ext>
              </a:extLst>
            </p:cNvPr>
            <p:cNvSpPr/>
            <p:nvPr/>
          </p:nvSpPr>
          <p:spPr>
            <a:xfrm>
              <a:off x="11620722"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81" name="Freeform: Shape 4180">
              <a:extLst>
                <a:ext uri="{FF2B5EF4-FFF2-40B4-BE49-F238E27FC236}">
                  <a16:creationId xmlns:a16="http://schemas.microsoft.com/office/drawing/2014/main" id="{1C4658EB-996D-AC64-B8A1-E7AA9418D997}"/>
                </a:ext>
              </a:extLst>
            </p:cNvPr>
            <p:cNvSpPr/>
            <p:nvPr/>
          </p:nvSpPr>
          <p:spPr>
            <a:xfrm>
              <a:off x="11734978"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82" name="Freeform: Shape 4181">
              <a:extLst>
                <a:ext uri="{FF2B5EF4-FFF2-40B4-BE49-F238E27FC236}">
                  <a16:creationId xmlns:a16="http://schemas.microsoft.com/office/drawing/2014/main" id="{DAD66FD3-C7A1-776F-7782-E95603EDDDEF}"/>
                </a:ext>
              </a:extLst>
            </p:cNvPr>
            <p:cNvSpPr/>
            <p:nvPr/>
          </p:nvSpPr>
          <p:spPr>
            <a:xfrm>
              <a:off x="11849233"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83" name="Freeform: Shape 4182">
              <a:extLst>
                <a:ext uri="{FF2B5EF4-FFF2-40B4-BE49-F238E27FC236}">
                  <a16:creationId xmlns:a16="http://schemas.microsoft.com/office/drawing/2014/main" id="{4C1ACE4C-5353-EA47-2DEB-216A87C87950}"/>
                </a:ext>
              </a:extLst>
            </p:cNvPr>
            <p:cNvSpPr/>
            <p:nvPr/>
          </p:nvSpPr>
          <p:spPr>
            <a:xfrm>
              <a:off x="11963489"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84" name="Freeform: Shape 4183">
              <a:extLst>
                <a:ext uri="{FF2B5EF4-FFF2-40B4-BE49-F238E27FC236}">
                  <a16:creationId xmlns:a16="http://schemas.microsoft.com/office/drawing/2014/main" id="{9ADF520B-EF25-D587-CC8D-8B00BD418CD5}"/>
                </a:ext>
              </a:extLst>
            </p:cNvPr>
            <p:cNvSpPr/>
            <p:nvPr/>
          </p:nvSpPr>
          <p:spPr>
            <a:xfrm>
              <a:off x="12077745" y="4117231"/>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85" name="Freeform: Shape 4184">
              <a:extLst>
                <a:ext uri="{FF2B5EF4-FFF2-40B4-BE49-F238E27FC236}">
                  <a16:creationId xmlns:a16="http://schemas.microsoft.com/office/drawing/2014/main" id="{3AEE3443-9E66-29DF-3FFA-79FBA7AF1741}"/>
                </a:ext>
              </a:extLst>
            </p:cNvPr>
            <p:cNvSpPr/>
            <p:nvPr/>
          </p:nvSpPr>
          <p:spPr>
            <a:xfrm>
              <a:off x="7279135" y="423144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86" name="Freeform: Shape 4185">
              <a:extLst>
                <a:ext uri="{FF2B5EF4-FFF2-40B4-BE49-F238E27FC236}">
                  <a16:creationId xmlns:a16="http://schemas.microsoft.com/office/drawing/2014/main" id="{809ECA7D-3162-8F96-50F4-BF131A621F56}"/>
                </a:ext>
              </a:extLst>
            </p:cNvPr>
            <p:cNvSpPr/>
            <p:nvPr/>
          </p:nvSpPr>
          <p:spPr>
            <a:xfrm>
              <a:off x="7393391"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87" name="Freeform: Shape 4186">
              <a:extLst>
                <a:ext uri="{FF2B5EF4-FFF2-40B4-BE49-F238E27FC236}">
                  <a16:creationId xmlns:a16="http://schemas.microsoft.com/office/drawing/2014/main" id="{CF363CC7-C1D6-2332-2CFB-D1C63B1C4E11}"/>
                </a:ext>
              </a:extLst>
            </p:cNvPr>
            <p:cNvSpPr/>
            <p:nvPr/>
          </p:nvSpPr>
          <p:spPr>
            <a:xfrm>
              <a:off x="7507646"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88" name="Freeform: Shape 4187">
              <a:extLst>
                <a:ext uri="{FF2B5EF4-FFF2-40B4-BE49-F238E27FC236}">
                  <a16:creationId xmlns:a16="http://schemas.microsoft.com/office/drawing/2014/main" id="{F86441D8-5443-58CF-C720-24FEFCDBEA56}"/>
                </a:ext>
              </a:extLst>
            </p:cNvPr>
            <p:cNvSpPr/>
            <p:nvPr/>
          </p:nvSpPr>
          <p:spPr>
            <a:xfrm>
              <a:off x="7621902"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89" name="Freeform: Shape 4188">
              <a:extLst>
                <a:ext uri="{FF2B5EF4-FFF2-40B4-BE49-F238E27FC236}">
                  <a16:creationId xmlns:a16="http://schemas.microsoft.com/office/drawing/2014/main" id="{EB5B572F-4904-ED48-B86A-696F68BAB402}"/>
                </a:ext>
              </a:extLst>
            </p:cNvPr>
            <p:cNvSpPr/>
            <p:nvPr/>
          </p:nvSpPr>
          <p:spPr>
            <a:xfrm>
              <a:off x="7736158" y="423144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90" name="Freeform: Shape 4189">
              <a:extLst>
                <a:ext uri="{FF2B5EF4-FFF2-40B4-BE49-F238E27FC236}">
                  <a16:creationId xmlns:a16="http://schemas.microsoft.com/office/drawing/2014/main" id="{AC1D2D10-1D2E-74A8-6947-9DAE47C14696}"/>
                </a:ext>
              </a:extLst>
            </p:cNvPr>
            <p:cNvSpPr/>
            <p:nvPr/>
          </p:nvSpPr>
          <p:spPr>
            <a:xfrm>
              <a:off x="7850414"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91" name="Freeform: Shape 4190">
              <a:extLst>
                <a:ext uri="{FF2B5EF4-FFF2-40B4-BE49-F238E27FC236}">
                  <a16:creationId xmlns:a16="http://schemas.microsoft.com/office/drawing/2014/main" id="{C2AD4B70-B4BE-1B4B-BE0A-5B2B381F3EF1}"/>
                </a:ext>
              </a:extLst>
            </p:cNvPr>
            <p:cNvSpPr/>
            <p:nvPr/>
          </p:nvSpPr>
          <p:spPr>
            <a:xfrm>
              <a:off x="7964669"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92" name="Freeform: Shape 4191">
              <a:extLst>
                <a:ext uri="{FF2B5EF4-FFF2-40B4-BE49-F238E27FC236}">
                  <a16:creationId xmlns:a16="http://schemas.microsoft.com/office/drawing/2014/main" id="{D32A2055-9B6B-7B5C-69E4-F979AA4CD867}"/>
                </a:ext>
              </a:extLst>
            </p:cNvPr>
            <p:cNvSpPr/>
            <p:nvPr/>
          </p:nvSpPr>
          <p:spPr>
            <a:xfrm>
              <a:off x="8078925" y="423144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93" name="Freeform: Shape 4192">
              <a:extLst>
                <a:ext uri="{FF2B5EF4-FFF2-40B4-BE49-F238E27FC236}">
                  <a16:creationId xmlns:a16="http://schemas.microsoft.com/office/drawing/2014/main" id="{40A394C9-B99D-0706-919E-3BAE471F5638}"/>
                </a:ext>
              </a:extLst>
            </p:cNvPr>
            <p:cNvSpPr/>
            <p:nvPr/>
          </p:nvSpPr>
          <p:spPr>
            <a:xfrm>
              <a:off x="8193181"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94" name="Freeform: Shape 4193">
              <a:extLst>
                <a:ext uri="{FF2B5EF4-FFF2-40B4-BE49-F238E27FC236}">
                  <a16:creationId xmlns:a16="http://schemas.microsoft.com/office/drawing/2014/main" id="{58F67817-B7E5-8A36-8FE1-3242A432933C}"/>
                </a:ext>
              </a:extLst>
            </p:cNvPr>
            <p:cNvSpPr/>
            <p:nvPr/>
          </p:nvSpPr>
          <p:spPr>
            <a:xfrm>
              <a:off x="8307437"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95" name="Freeform: Shape 4194">
              <a:extLst>
                <a:ext uri="{FF2B5EF4-FFF2-40B4-BE49-F238E27FC236}">
                  <a16:creationId xmlns:a16="http://schemas.microsoft.com/office/drawing/2014/main" id="{FE4612E7-CEBB-9D7D-8513-5000B8FC1985}"/>
                </a:ext>
              </a:extLst>
            </p:cNvPr>
            <p:cNvSpPr/>
            <p:nvPr/>
          </p:nvSpPr>
          <p:spPr>
            <a:xfrm>
              <a:off x="8421648"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96" name="Freeform: Shape 4195">
              <a:extLst>
                <a:ext uri="{FF2B5EF4-FFF2-40B4-BE49-F238E27FC236}">
                  <a16:creationId xmlns:a16="http://schemas.microsoft.com/office/drawing/2014/main" id="{032A3F1D-B12E-0CE8-9FBB-AA273FEE2FF8}"/>
                </a:ext>
              </a:extLst>
            </p:cNvPr>
            <p:cNvSpPr/>
            <p:nvPr/>
          </p:nvSpPr>
          <p:spPr>
            <a:xfrm>
              <a:off x="8535904"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97" name="Freeform: Shape 4196">
              <a:extLst>
                <a:ext uri="{FF2B5EF4-FFF2-40B4-BE49-F238E27FC236}">
                  <a16:creationId xmlns:a16="http://schemas.microsoft.com/office/drawing/2014/main" id="{24F8832C-FD76-8B6B-9873-C4C1A31AEEAB}"/>
                </a:ext>
              </a:extLst>
            </p:cNvPr>
            <p:cNvSpPr/>
            <p:nvPr/>
          </p:nvSpPr>
          <p:spPr>
            <a:xfrm>
              <a:off x="8650160"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98" name="Freeform: Shape 4197">
              <a:extLst>
                <a:ext uri="{FF2B5EF4-FFF2-40B4-BE49-F238E27FC236}">
                  <a16:creationId xmlns:a16="http://schemas.microsoft.com/office/drawing/2014/main" id="{0D280017-DB5F-3046-116E-91CC688D2BC8}"/>
                </a:ext>
              </a:extLst>
            </p:cNvPr>
            <p:cNvSpPr/>
            <p:nvPr/>
          </p:nvSpPr>
          <p:spPr>
            <a:xfrm>
              <a:off x="8764416"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99" name="Freeform: Shape 4198">
              <a:extLst>
                <a:ext uri="{FF2B5EF4-FFF2-40B4-BE49-F238E27FC236}">
                  <a16:creationId xmlns:a16="http://schemas.microsoft.com/office/drawing/2014/main" id="{A19482B6-A8C6-1388-5859-B3B11F0D74C1}"/>
                </a:ext>
              </a:extLst>
            </p:cNvPr>
            <p:cNvSpPr/>
            <p:nvPr/>
          </p:nvSpPr>
          <p:spPr>
            <a:xfrm>
              <a:off x="8878671" y="423144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00" name="Freeform: Shape 4199">
              <a:extLst>
                <a:ext uri="{FF2B5EF4-FFF2-40B4-BE49-F238E27FC236}">
                  <a16:creationId xmlns:a16="http://schemas.microsoft.com/office/drawing/2014/main" id="{A4361368-F2F6-E20F-933A-54F47D8AE6E6}"/>
                </a:ext>
              </a:extLst>
            </p:cNvPr>
            <p:cNvSpPr/>
            <p:nvPr/>
          </p:nvSpPr>
          <p:spPr>
            <a:xfrm>
              <a:off x="8992927"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01" name="Freeform: Shape 4200">
              <a:extLst>
                <a:ext uri="{FF2B5EF4-FFF2-40B4-BE49-F238E27FC236}">
                  <a16:creationId xmlns:a16="http://schemas.microsoft.com/office/drawing/2014/main" id="{2031B01C-3A7B-600A-AB40-5E474434289C}"/>
                </a:ext>
              </a:extLst>
            </p:cNvPr>
            <p:cNvSpPr/>
            <p:nvPr/>
          </p:nvSpPr>
          <p:spPr>
            <a:xfrm>
              <a:off x="9107183"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02" name="Freeform: Shape 4201">
              <a:extLst>
                <a:ext uri="{FF2B5EF4-FFF2-40B4-BE49-F238E27FC236}">
                  <a16:creationId xmlns:a16="http://schemas.microsoft.com/office/drawing/2014/main" id="{3C6BB437-B94B-F51B-6902-C6F7E90AF752}"/>
                </a:ext>
              </a:extLst>
            </p:cNvPr>
            <p:cNvSpPr/>
            <p:nvPr/>
          </p:nvSpPr>
          <p:spPr>
            <a:xfrm>
              <a:off x="9221439"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03" name="Freeform: Shape 4202">
              <a:extLst>
                <a:ext uri="{FF2B5EF4-FFF2-40B4-BE49-F238E27FC236}">
                  <a16:creationId xmlns:a16="http://schemas.microsoft.com/office/drawing/2014/main" id="{3E1DEFC0-5BE1-7394-4C86-6E3FC8D1E2F5}"/>
                </a:ext>
              </a:extLst>
            </p:cNvPr>
            <p:cNvSpPr/>
            <p:nvPr/>
          </p:nvSpPr>
          <p:spPr>
            <a:xfrm>
              <a:off x="9335695" y="423144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04" name="Freeform: Shape 4203">
              <a:extLst>
                <a:ext uri="{FF2B5EF4-FFF2-40B4-BE49-F238E27FC236}">
                  <a16:creationId xmlns:a16="http://schemas.microsoft.com/office/drawing/2014/main" id="{DEA00E0B-07A8-DFD2-9E40-62E20724384C}"/>
                </a:ext>
              </a:extLst>
            </p:cNvPr>
            <p:cNvSpPr/>
            <p:nvPr/>
          </p:nvSpPr>
          <p:spPr>
            <a:xfrm>
              <a:off x="9449950"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05" name="Freeform: Shape 4204">
              <a:extLst>
                <a:ext uri="{FF2B5EF4-FFF2-40B4-BE49-F238E27FC236}">
                  <a16:creationId xmlns:a16="http://schemas.microsoft.com/office/drawing/2014/main" id="{D01D4EC3-6F11-E1FC-AD9D-352608919350}"/>
                </a:ext>
              </a:extLst>
            </p:cNvPr>
            <p:cNvSpPr/>
            <p:nvPr/>
          </p:nvSpPr>
          <p:spPr>
            <a:xfrm>
              <a:off x="9564206"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06" name="Freeform: Shape 4205">
              <a:extLst>
                <a:ext uri="{FF2B5EF4-FFF2-40B4-BE49-F238E27FC236}">
                  <a16:creationId xmlns:a16="http://schemas.microsoft.com/office/drawing/2014/main" id="{3B7040E7-7BBE-1A18-9276-02D7510EA6BA}"/>
                </a:ext>
              </a:extLst>
            </p:cNvPr>
            <p:cNvSpPr/>
            <p:nvPr/>
          </p:nvSpPr>
          <p:spPr>
            <a:xfrm>
              <a:off x="9678418" y="423144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07" name="Freeform: Shape 4206">
              <a:extLst>
                <a:ext uri="{FF2B5EF4-FFF2-40B4-BE49-F238E27FC236}">
                  <a16:creationId xmlns:a16="http://schemas.microsoft.com/office/drawing/2014/main" id="{5D68090B-CD5D-6E6C-8016-EB9AD62785F8}"/>
                </a:ext>
              </a:extLst>
            </p:cNvPr>
            <p:cNvSpPr/>
            <p:nvPr/>
          </p:nvSpPr>
          <p:spPr>
            <a:xfrm>
              <a:off x="9792674"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08" name="Freeform: Shape 4207">
              <a:extLst>
                <a:ext uri="{FF2B5EF4-FFF2-40B4-BE49-F238E27FC236}">
                  <a16:creationId xmlns:a16="http://schemas.microsoft.com/office/drawing/2014/main" id="{7BCAC7BB-69E0-8F0C-9494-447F73419CFF}"/>
                </a:ext>
              </a:extLst>
            </p:cNvPr>
            <p:cNvSpPr/>
            <p:nvPr/>
          </p:nvSpPr>
          <p:spPr>
            <a:xfrm>
              <a:off x="9906929"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09" name="Freeform: Shape 4208">
              <a:extLst>
                <a:ext uri="{FF2B5EF4-FFF2-40B4-BE49-F238E27FC236}">
                  <a16:creationId xmlns:a16="http://schemas.microsoft.com/office/drawing/2014/main" id="{9B18570F-138D-D4C5-10CF-FCD0B35EE0CD}"/>
                </a:ext>
              </a:extLst>
            </p:cNvPr>
            <p:cNvSpPr/>
            <p:nvPr/>
          </p:nvSpPr>
          <p:spPr>
            <a:xfrm>
              <a:off x="10021185"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10" name="Freeform: Shape 4209">
              <a:extLst>
                <a:ext uri="{FF2B5EF4-FFF2-40B4-BE49-F238E27FC236}">
                  <a16:creationId xmlns:a16="http://schemas.microsoft.com/office/drawing/2014/main" id="{0F8510CC-3165-25C2-AAB1-6D156792D2B6}"/>
                </a:ext>
              </a:extLst>
            </p:cNvPr>
            <p:cNvSpPr/>
            <p:nvPr/>
          </p:nvSpPr>
          <p:spPr>
            <a:xfrm>
              <a:off x="10135441"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11" name="Freeform: Shape 4210">
              <a:extLst>
                <a:ext uri="{FF2B5EF4-FFF2-40B4-BE49-F238E27FC236}">
                  <a16:creationId xmlns:a16="http://schemas.microsoft.com/office/drawing/2014/main" id="{A276C764-118A-CAC0-E0AD-F984127D14D8}"/>
                </a:ext>
              </a:extLst>
            </p:cNvPr>
            <p:cNvSpPr/>
            <p:nvPr/>
          </p:nvSpPr>
          <p:spPr>
            <a:xfrm>
              <a:off x="10249697"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12" name="Freeform: Shape 4211">
              <a:extLst>
                <a:ext uri="{FF2B5EF4-FFF2-40B4-BE49-F238E27FC236}">
                  <a16:creationId xmlns:a16="http://schemas.microsoft.com/office/drawing/2014/main" id="{AC9DC48C-1970-41C3-12AA-8A8D1430ADD8}"/>
                </a:ext>
              </a:extLst>
            </p:cNvPr>
            <p:cNvSpPr/>
            <p:nvPr/>
          </p:nvSpPr>
          <p:spPr>
            <a:xfrm>
              <a:off x="10363952"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13" name="Freeform: Shape 4212">
              <a:extLst>
                <a:ext uri="{FF2B5EF4-FFF2-40B4-BE49-F238E27FC236}">
                  <a16:creationId xmlns:a16="http://schemas.microsoft.com/office/drawing/2014/main" id="{61366C77-B77A-CFF7-D4D4-BDAB5359BF3D}"/>
                </a:ext>
              </a:extLst>
            </p:cNvPr>
            <p:cNvSpPr/>
            <p:nvPr/>
          </p:nvSpPr>
          <p:spPr>
            <a:xfrm>
              <a:off x="10478208" y="423144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14" name="Freeform: Shape 4213">
              <a:extLst>
                <a:ext uri="{FF2B5EF4-FFF2-40B4-BE49-F238E27FC236}">
                  <a16:creationId xmlns:a16="http://schemas.microsoft.com/office/drawing/2014/main" id="{BAB85C22-761C-4B67-25CE-132FDC9B168A}"/>
                </a:ext>
              </a:extLst>
            </p:cNvPr>
            <p:cNvSpPr/>
            <p:nvPr/>
          </p:nvSpPr>
          <p:spPr>
            <a:xfrm>
              <a:off x="10592464"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15" name="Freeform: Shape 4214">
              <a:extLst>
                <a:ext uri="{FF2B5EF4-FFF2-40B4-BE49-F238E27FC236}">
                  <a16:creationId xmlns:a16="http://schemas.microsoft.com/office/drawing/2014/main" id="{17BE5C03-5524-4773-6112-9AE2BC47F80A}"/>
                </a:ext>
              </a:extLst>
            </p:cNvPr>
            <p:cNvSpPr/>
            <p:nvPr/>
          </p:nvSpPr>
          <p:spPr>
            <a:xfrm>
              <a:off x="10706720"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16" name="Freeform: Shape 4215">
              <a:extLst>
                <a:ext uri="{FF2B5EF4-FFF2-40B4-BE49-F238E27FC236}">
                  <a16:creationId xmlns:a16="http://schemas.microsoft.com/office/drawing/2014/main" id="{C192E6BB-252F-2B13-7E46-57054A02B116}"/>
                </a:ext>
              </a:extLst>
            </p:cNvPr>
            <p:cNvSpPr/>
            <p:nvPr/>
          </p:nvSpPr>
          <p:spPr>
            <a:xfrm>
              <a:off x="10820976" y="4231443"/>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17" name="Freeform: Shape 4216">
              <a:extLst>
                <a:ext uri="{FF2B5EF4-FFF2-40B4-BE49-F238E27FC236}">
                  <a16:creationId xmlns:a16="http://schemas.microsoft.com/office/drawing/2014/main" id="{88F3D28B-3732-0E83-D800-F743CD518583}"/>
                </a:ext>
              </a:extLst>
            </p:cNvPr>
            <p:cNvSpPr/>
            <p:nvPr/>
          </p:nvSpPr>
          <p:spPr>
            <a:xfrm>
              <a:off x="10935231"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18" name="Freeform: Shape 4217">
              <a:extLst>
                <a:ext uri="{FF2B5EF4-FFF2-40B4-BE49-F238E27FC236}">
                  <a16:creationId xmlns:a16="http://schemas.microsoft.com/office/drawing/2014/main" id="{10068D38-F6EB-33F8-A18D-3B230EB35BA7}"/>
                </a:ext>
              </a:extLst>
            </p:cNvPr>
            <p:cNvSpPr/>
            <p:nvPr/>
          </p:nvSpPr>
          <p:spPr>
            <a:xfrm>
              <a:off x="11049443"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19" name="Freeform: Shape 4218">
              <a:extLst>
                <a:ext uri="{FF2B5EF4-FFF2-40B4-BE49-F238E27FC236}">
                  <a16:creationId xmlns:a16="http://schemas.microsoft.com/office/drawing/2014/main" id="{2040E4B2-4C3F-9049-62B4-32FB0ACA3CBB}"/>
                </a:ext>
              </a:extLst>
            </p:cNvPr>
            <p:cNvSpPr/>
            <p:nvPr/>
          </p:nvSpPr>
          <p:spPr>
            <a:xfrm>
              <a:off x="11163699" y="4231443"/>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20" name="Freeform: Shape 4219">
              <a:extLst>
                <a:ext uri="{FF2B5EF4-FFF2-40B4-BE49-F238E27FC236}">
                  <a16:creationId xmlns:a16="http://schemas.microsoft.com/office/drawing/2014/main" id="{16E63265-C877-7756-7C98-CF70CFF3C712}"/>
                </a:ext>
              </a:extLst>
            </p:cNvPr>
            <p:cNvSpPr/>
            <p:nvPr/>
          </p:nvSpPr>
          <p:spPr>
            <a:xfrm>
              <a:off x="11277955"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21" name="Freeform: Shape 4220">
              <a:extLst>
                <a:ext uri="{FF2B5EF4-FFF2-40B4-BE49-F238E27FC236}">
                  <a16:creationId xmlns:a16="http://schemas.microsoft.com/office/drawing/2014/main" id="{21CE5B08-A499-01E8-95A6-6CABA88E15C1}"/>
                </a:ext>
              </a:extLst>
            </p:cNvPr>
            <p:cNvSpPr/>
            <p:nvPr/>
          </p:nvSpPr>
          <p:spPr>
            <a:xfrm>
              <a:off x="11392210"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22" name="Freeform: Shape 4221">
              <a:extLst>
                <a:ext uri="{FF2B5EF4-FFF2-40B4-BE49-F238E27FC236}">
                  <a16:creationId xmlns:a16="http://schemas.microsoft.com/office/drawing/2014/main" id="{6676E7DA-0611-D486-E303-2524CF97A47D}"/>
                </a:ext>
              </a:extLst>
            </p:cNvPr>
            <p:cNvSpPr/>
            <p:nvPr/>
          </p:nvSpPr>
          <p:spPr>
            <a:xfrm>
              <a:off x="11506466" y="4231443"/>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23" name="Freeform: Shape 4222">
              <a:extLst>
                <a:ext uri="{FF2B5EF4-FFF2-40B4-BE49-F238E27FC236}">
                  <a16:creationId xmlns:a16="http://schemas.microsoft.com/office/drawing/2014/main" id="{6D647C05-D66D-7282-8964-14A3C0711E2E}"/>
                </a:ext>
              </a:extLst>
            </p:cNvPr>
            <p:cNvSpPr/>
            <p:nvPr/>
          </p:nvSpPr>
          <p:spPr>
            <a:xfrm>
              <a:off x="11620722"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24" name="Freeform: Shape 4223">
              <a:extLst>
                <a:ext uri="{FF2B5EF4-FFF2-40B4-BE49-F238E27FC236}">
                  <a16:creationId xmlns:a16="http://schemas.microsoft.com/office/drawing/2014/main" id="{2B5AD98A-2155-644F-96BB-AA386E58CEB0}"/>
                </a:ext>
              </a:extLst>
            </p:cNvPr>
            <p:cNvSpPr/>
            <p:nvPr/>
          </p:nvSpPr>
          <p:spPr>
            <a:xfrm>
              <a:off x="11734978"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25" name="Freeform: Shape 4224">
              <a:extLst>
                <a:ext uri="{FF2B5EF4-FFF2-40B4-BE49-F238E27FC236}">
                  <a16:creationId xmlns:a16="http://schemas.microsoft.com/office/drawing/2014/main" id="{2D9479C5-EA57-4782-8E75-359C0AD4F28E}"/>
                </a:ext>
              </a:extLst>
            </p:cNvPr>
            <p:cNvSpPr/>
            <p:nvPr/>
          </p:nvSpPr>
          <p:spPr>
            <a:xfrm>
              <a:off x="11849233"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26" name="Freeform: Shape 4225">
              <a:extLst>
                <a:ext uri="{FF2B5EF4-FFF2-40B4-BE49-F238E27FC236}">
                  <a16:creationId xmlns:a16="http://schemas.microsoft.com/office/drawing/2014/main" id="{1762B155-565E-025E-6D54-6EE840FECAC4}"/>
                </a:ext>
              </a:extLst>
            </p:cNvPr>
            <p:cNvSpPr/>
            <p:nvPr/>
          </p:nvSpPr>
          <p:spPr>
            <a:xfrm>
              <a:off x="11963489"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27" name="Freeform: Shape 4226">
              <a:extLst>
                <a:ext uri="{FF2B5EF4-FFF2-40B4-BE49-F238E27FC236}">
                  <a16:creationId xmlns:a16="http://schemas.microsoft.com/office/drawing/2014/main" id="{8FAC8775-208F-BAFE-21A2-E14FE18B47F1}"/>
                </a:ext>
              </a:extLst>
            </p:cNvPr>
            <p:cNvSpPr/>
            <p:nvPr/>
          </p:nvSpPr>
          <p:spPr>
            <a:xfrm>
              <a:off x="12077745" y="4231443"/>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28" name="Freeform: Shape 4227">
              <a:extLst>
                <a:ext uri="{FF2B5EF4-FFF2-40B4-BE49-F238E27FC236}">
                  <a16:creationId xmlns:a16="http://schemas.microsoft.com/office/drawing/2014/main" id="{AD2AE351-3405-7ABF-119F-0BDB18693B62}"/>
                </a:ext>
              </a:extLst>
            </p:cNvPr>
            <p:cNvSpPr/>
            <p:nvPr/>
          </p:nvSpPr>
          <p:spPr>
            <a:xfrm>
              <a:off x="7279135" y="434569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29" name="Freeform: Shape 4228">
              <a:extLst>
                <a:ext uri="{FF2B5EF4-FFF2-40B4-BE49-F238E27FC236}">
                  <a16:creationId xmlns:a16="http://schemas.microsoft.com/office/drawing/2014/main" id="{B244AC6F-B252-C5CD-017E-917F07070F78}"/>
                </a:ext>
              </a:extLst>
            </p:cNvPr>
            <p:cNvSpPr/>
            <p:nvPr/>
          </p:nvSpPr>
          <p:spPr>
            <a:xfrm>
              <a:off x="7393391"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30" name="Freeform: Shape 4229">
              <a:extLst>
                <a:ext uri="{FF2B5EF4-FFF2-40B4-BE49-F238E27FC236}">
                  <a16:creationId xmlns:a16="http://schemas.microsoft.com/office/drawing/2014/main" id="{19C7047B-3C58-267A-DA9F-4F3A74CD53F9}"/>
                </a:ext>
              </a:extLst>
            </p:cNvPr>
            <p:cNvSpPr/>
            <p:nvPr/>
          </p:nvSpPr>
          <p:spPr>
            <a:xfrm>
              <a:off x="7507646"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31" name="Freeform: Shape 4230">
              <a:extLst>
                <a:ext uri="{FF2B5EF4-FFF2-40B4-BE49-F238E27FC236}">
                  <a16:creationId xmlns:a16="http://schemas.microsoft.com/office/drawing/2014/main" id="{C6181709-E02B-5CE4-1B0B-1EDDC8BB84A1}"/>
                </a:ext>
              </a:extLst>
            </p:cNvPr>
            <p:cNvSpPr/>
            <p:nvPr/>
          </p:nvSpPr>
          <p:spPr>
            <a:xfrm>
              <a:off x="7621902"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32" name="Freeform: Shape 4231">
              <a:extLst>
                <a:ext uri="{FF2B5EF4-FFF2-40B4-BE49-F238E27FC236}">
                  <a16:creationId xmlns:a16="http://schemas.microsoft.com/office/drawing/2014/main" id="{0555D136-D25D-B25B-79BE-408459061DC5}"/>
                </a:ext>
              </a:extLst>
            </p:cNvPr>
            <p:cNvSpPr/>
            <p:nvPr/>
          </p:nvSpPr>
          <p:spPr>
            <a:xfrm>
              <a:off x="7736158" y="434569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33" name="Freeform: Shape 4232">
              <a:extLst>
                <a:ext uri="{FF2B5EF4-FFF2-40B4-BE49-F238E27FC236}">
                  <a16:creationId xmlns:a16="http://schemas.microsoft.com/office/drawing/2014/main" id="{3F620198-9A36-B31D-C155-894CB70F3F52}"/>
                </a:ext>
              </a:extLst>
            </p:cNvPr>
            <p:cNvSpPr/>
            <p:nvPr/>
          </p:nvSpPr>
          <p:spPr>
            <a:xfrm>
              <a:off x="7850414"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34" name="Freeform: Shape 4233">
              <a:extLst>
                <a:ext uri="{FF2B5EF4-FFF2-40B4-BE49-F238E27FC236}">
                  <a16:creationId xmlns:a16="http://schemas.microsoft.com/office/drawing/2014/main" id="{EDEC1E96-184C-8DDB-A534-4177C35A12D6}"/>
                </a:ext>
              </a:extLst>
            </p:cNvPr>
            <p:cNvSpPr/>
            <p:nvPr/>
          </p:nvSpPr>
          <p:spPr>
            <a:xfrm>
              <a:off x="7964669"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35" name="Freeform: Shape 4234">
              <a:extLst>
                <a:ext uri="{FF2B5EF4-FFF2-40B4-BE49-F238E27FC236}">
                  <a16:creationId xmlns:a16="http://schemas.microsoft.com/office/drawing/2014/main" id="{F9C82F07-D5DF-9AA9-474C-F746C71813AF}"/>
                </a:ext>
              </a:extLst>
            </p:cNvPr>
            <p:cNvSpPr/>
            <p:nvPr/>
          </p:nvSpPr>
          <p:spPr>
            <a:xfrm>
              <a:off x="8078925" y="434569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36" name="Freeform: Shape 4235">
              <a:extLst>
                <a:ext uri="{FF2B5EF4-FFF2-40B4-BE49-F238E27FC236}">
                  <a16:creationId xmlns:a16="http://schemas.microsoft.com/office/drawing/2014/main" id="{5E60E88B-C02B-D4A3-D75C-65F2846F674A}"/>
                </a:ext>
              </a:extLst>
            </p:cNvPr>
            <p:cNvSpPr/>
            <p:nvPr/>
          </p:nvSpPr>
          <p:spPr>
            <a:xfrm>
              <a:off x="8193181"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37" name="Freeform: Shape 4236">
              <a:extLst>
                <a:ext uri="{FF2B5EF4-FFF2-40B4-BE49-F238E27FC236}">
                  <a16:creationId xmlns:a16="http://schemas.microsoft.com/office/drawing/2014/main" id="{8BD98BAA-25B8-7F92-028D-C37E5484D6AF}"/>
                </a:ext>
              </a:extLst>
            </p:cNvPr>
            <p:cNvSpPr/>
            <p:nvPr/>
          </p:nvSpPr>
          <p:spPr>
            <a:xfrm>
              <a:off x="8307437"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38" name="Freeform: Shape 4237">
              <a:extLst>
                <a:ext uri="{FF2B5EF4-FFF2-40B4-BE49-F238E27FC236}">
                  <a16:creationId xmlns:a16="http://schemas.microsoft.com/office/drawing/2014/main" id="{F6437C42-D42C-181B-D3E5-4569652B1563}"/>
                </a:ext>
              </a:extLst>
            </p:cNvPr>
            <p:cNvSpPr/>
            <p:nvPr/>
          </p:nvSpPr>
          <p:spPr>
            <a:xfrm>
              <a:off x="8421648"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39" name="Freeform: Shape 4238">
              <a:extLst>
                <a:ext uri="{FF2B5EF4-FFF2-40B4-BE49-F238E27FC236}">
                  <a16:creationId xmlns:a16="http://schemas.microsoft.com/office/drawing/2014/main" id="{BA3744D4-48B7-8278-10DF-91E83FB6E3E9}"/>
                </a:ext>
              </a:extLst>
            </p:cNvPr>
            <p:cNvSpPr/>
            <p:nvPr/>
          </p:nvSpPr>
          <p:spPr>
            <a:xfrm>
              <a:off x="8535904"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40" name="Freeform: Shape 4239">
              <a:extLst>
                <a:ext uri="{FF2B5EF4-FFF2-40B4-BE49-F238E27FC236}">
                  <a16:creationId xmlns:a16="http://schemas.microsoft.com/office/drawing/2014/main" id="{F31A291B-8ED1-999B-2873-B1A482C97D32}"/>
                </a:ext>
              </a:extLst>
            </p:cNvPr>
            <p:cNvSpPr/>
            <p:nvPr/>
          </p:nvSpPr>
          <p:spPr>
            <a:xfrm>
              <a:off x="8650160"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41" name="Freeform: Shape 4240">
              <a:extLst>
                <a:ext uri="{FF2B5EF4-FFF2-40B4-BE49-F238E27FC236}">
                  <a16:creationId xmlns:a16="http://schemas.microsoft.com/office/drawing/2014/main" id="{FEB00DF0-4A9C-8F5B-8A98-8AFF45778755}"/>
                </a:ext>
              </a:extLst>
            </p:cNvPr>
            <p:cNvSpPr/>
            <p:nvPr/>
          </p:nvSpPr>
          <p:spPr>
            <a:xfrm>
              <a:off x="8764416"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42" name="Freeform: Shape 4241">
              <a:extLst>
                <a:ext uri="{FF2B5EF4-FFF2-40B4-BE49-F238E27FC236}">
                  <a16:creationId xmlns:a16="http://schemas.microsoft.com/office/drawing/2014/main" id="{79CA4755-C1A9-1AE3-0F27-34EBADB9E59B}"/>
                </a:ext>
              </a:extLst>
            </p:cNvPr>
            <p:cNvSpPr/>
            <p:nvPr/>
          </p:nvSpPr>
          <p:spPr>
            <a:xfrm>
              <a:off x="8878671" y="434569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43" name="Freeform: Shape 4242">
              <a:extLst>
                <a:ext uri="{FF2B5EF4-FFF2-40B4-BE49-F238E27FC236}">
                  <a16:creationId xmlns:a16="http://schemas.microsoft.com/office/drawing/2014/main" id="{268C999D-9519-050F-95A1-895E006C527F}"/>
                </a:ext>
              </a:extLst>
            </p:cNvPr>
            <p:cNvSpPr/>
            <p:nvPr/>
          </p:nvSpPr>
          <p:spPr>
            <a:xfrm>
              <a:off x="8992927"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44" name="Freeform: Shape 4243">
              <a:extLst>
                <a:ext uri="{FF2B5EF4-FFF2-40B4-BE49-F238E27FC236}">
                  <a16:creationId xmlns:a16="http://schemas.microsoft.com/office/drawing/2014/main" id="{B1621174-A9D3-B2AE-6225-C654DF607973}"/>
                </a:ext>
              </a:extLst>
            </p:cNvPr>
            <p:cNvSpPr/>
            <p:nvPr/>
          </p:nvSpPr>
          <p:spPr>
            <a:xfrm>
              <a:off x="9107183"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45" name="Freeform: Shape 4244">
              <a:extLst>
                <a:ext uri="{FF2B5EF4-FFF2-40B4-BE49-F238E27FC236}">
                  <a16:creationId xmlns:a16="http://schemas.microsoft.com/office/drawing/2014/main" id="{5B956AF8-DDFD-035C-3689-1F0F669A739E}"/>
                </a:ext>
              </a:extLst>
            </p:cNvPr>
            <p:cNvSpPr/>
            <p:nvPr/>
          </p:nvSpPr>
          <p:spPr>
            <a:xfrm>
              <a:off x="9221439"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46" name="Freeform: Shape 4245">
              <a:extLst>
                <a:ext uri="{FF2B5EF4-FFF2-40B4-BE49-F238E27FC236}">
                  <a16:creationId xmlns:a16="http://schemas.microsoft.com/office/drawing/2014/main" id="{66D2AD54-BAFE-7126-3725-EAE2ADA9CE89}"/>
                </a:ext>
              </a:extLst>
            </p:cNvPr>
            <p:cNvSpPr/>
            <p:nvPr/>
          </p:nvSpPr>
          <p:spPr>
            <a:xfrm>
              <a:off x="9335695" y="434569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47" name="Freeform: Shape 4246">
              <a:extLst>
                <a:ext uri="{FF2B5EF4-FFF2-40B4-BE49-F238E27FC236}">
                  <a16:creationId xmlns:a16="http://schemas.microsoft.com/office/drawing/2014/main" id="{86EBF36A-735B-E3B7-6D28-0C9C645AFCE6}"/>
                </a:ext>
              </a:extLst>
            </p:cNvPr>
            <p:cNvSpPr/>
            <p:nvPr/>
          </p:nvSpPr>
          <p:spPr>
            <a:xfrm>
              <a:off x="9449950"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48" name="Freeform: Shape 4247">
              <a:extLst>
                <a:ext uri="{FF2B5EF4-FFF2-40B4-BE49-F238E27FC236}">
                  <a16:creationId xmlns:a16="http://schemas.microsoft.com/office/drawing/2014/main" id="{008B47A5-75FF-64F5-288D-C4761A828CBB}"/>
                </a:ext>
              </a:extLst>
            </p:cNvPr>
            <p:cNvSpPr/>
            <p:nvPr/>
          </p:nvSpPr>
          <p:spPr>
            <a:xfrm>
              <a:off x="9564206"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49" name="Freeform: Shape 4248">
              <a:extLst>
                <a:ext uri="{FF2B5EF4-FFF2-40B4-BE49-F238E27FC236}">
                  <a16:creationId xmlns:a16="http://schemas.microsoft.com/office/drawing/2014/main" id="{865C7C31-DA7B-E054-9301-184DFEBA334A}"/>
                </a:ext>
              </a:extLst>
            </p:cNvPr>
            <p:cNvSpPr/>
            <p:nvPr/>
          </p:nvSpPr>
          <p:spPr>
            <a:xfrm>
              <a:off x="9678418" y="434569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50" name="Freeform: Shape 4249">
              <a:extLst>
                <a:ext uri="{FF2B5EF4-FFF2-40B4-BE49-F238E27FC236}">
                  <a16:creationId xmlns:a16="http://schemas.microsoft.com/office/drawing/2014/main" id="{124A4011-9F76-1910-389E-851E956B3141}"/>
                </a:ext>
              </a:extLst>
            </p:cNvPr>
            <p:cNvSpPr/>
            <p:nvPr/>
          </p:nvSpPr>
          <p:spPr>
            <a:xfrm>
              <a:off x="9792674"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51" name="Freeform: Shape 4250">
              <a:extLst>
                <a:ext uri="{FF2B5EF4-FFF2-40B4-BE49-F238E27FC236}">
                  <a16:creationId xmlns:a16="http://schemas.microsoft.com/office/drawing/2014/main" id="{ED68764E-818B-8CA1-526B-4AFF29F2096A}"/>
                </a:ext>
              </a:extLst>
            </p:cNvPr>
            <p:cNvSpPr/>
            <p:nvPr/>
          </p:nvSpPr>
          <p:spPr>
            <a:xfrm>
              <a:off x="9906929"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52" name="Freeform: Shape 4251">
              <a:extLst>
                <a:ext uri="{FF2B5EF4-FFF2-40B4-BE49-F238E27FC236}">
                  <a16:creationId xmlns:a16="http://schemas.microsoft.com/office/drawing/2014/main" id="{62D8B594-DD43-E57B-EA98-6A6E9532245D}"/>
                </a:ext>
              </a:extLst>
            </p:cNvPr>
            <p:cNvSpPr/>
            <p:nvPr/>
          </p:nvSpPr>
          <p:spPr>
            <a:xfrm>
              <a:off x="10021185"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53" name="Freeform: Shape 4252">
              <a:extLst>
                <a:ext uri="{FF2B5EF4-FFF2-40B4-BE49-F238E27FC236}">
                  <a16:creationId xmlns:a16="http://schemas.microsoft.com/office/drawing/2014/main" id="{0C418520-D858-E370-FE9C-86C7D60EA3D9}"/>
                </a:ext>
              </a:extLst>
            </p:cNvPr>
            <p:cNvSpPr/>
            <p:nvPr/>
          </p:nvSpPr>
          <p:spPr>
            <a:xfrm>
              <a:off x="10135441"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54" name="Freeform: Shape 4253">
              <a:extLst>
                <a:ext uri="{FF2B5EF4-FFF2-40B4-BE49-F238E27FC236}">
                  <a16:creationId xmlns:a16="http://schemas.microsoft.com/office/drawing/2014/main" id="{E04187D5-5C8D-B439-2675-DA0B8453236F}"/>
                </a:ext>
              </a:extLst>
            </p:cNvPr>
            <p:cNvSpPr/>
            <p:nvPr/>
          </p:nvSpPr>
          <p:spPr>
            <a:xfrm>
              <a:off x="10249697"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55" name="Freeform: Shape 4254">
              <a:extLst>
                <a:ext uri="{FF2B5EF4-FFF2-40B4-BE49-F238E27FC236}">
                  <a16:creationId xmlns:a16="http://schemas.microsoft.com/office/drawing/2014/main" id="{5450F581-18D7-8A68-E0B1-ADFAD7076B0D}"/>
                </a:ext>
              </a:extLst>
            </p:cNvPr>
            <p:cNvSpPr/>
            <p:nvPr/>
          </p:nvSpPr>
          <p:spPr>
            <a:xfrm>
              <a:off x="10363952"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56" name="Freeform: Shape 4255">
              <a:extLst>
                <a:ext uri="{FF2B5EF4-FFF2-40B4-BE49-F238E27FC236}">
                  <a16:creationId xmlns:a16="http://schemas.microsoft.com/office/drawing/2014/main" id="{8E44F265-2C10-8087-11F6-A11EE156D9CF}"/>
                </a:ext>
              </a:extLst>
            </p:cNvPr>
            <p:cNvSpPr/>
            <p:nvPr/>
          </p:nvSpPr>
          <p:spPr>
            <a:xfrm>
              <a:off x="10478208" y="434569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57" name="Freeform: Shape 4256">
              <a:extLst>
                <a:ext uri="{FF2B5EF4-FFF2-40B4-BE49-F238E27FC236}">
                  <a16:creationId xmlns:a16="http://schemas.microsoft.com/office/drawing/2014/main" id="{6A23BF20-0BE3-F945-368F-440FE34AC22F}"/>
                </a:ext>
              </a:extLst>
            </p:cNvPr>
            <p:cNvSpPr/>
            <p:nvPr/>
          </p:nvSpPr>
          <p:spPr>
            <a:xfrm>
              <a:off x="10592464"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58" name="Freeform: Shape 4257">
              <a:extLst>
                <a:ext uri="{FF2B5EF4-FFF2-40B4-BE49-F238E27FC236}">
                  <a16:creationId xmlns:a16="http://schemas.microsoft.com/office/drawing/2014/main" id="{B3A5F499-97DA-C4DD-42DF-ED2D4CBC805D}"/>
                </a:ext>
              </a:extLst>
            </p:cNvPr>
            <p:cNvSpPr/>
            <p:nvPr/>
          </p:nvSpPr>
          <p:spPr>
            <a:xfrm>
              <a:off x="10706720"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59" name="Freeform: Shape 4258">
              <a:extLst>
                <a:ext uri="{FF2B5EF4-FFF2-40B4-BE49-F238E27FC236}">
                  <a16:creationId xmlns:a16="http://schemas.microsoft.com/office/drawing/2014/main" id="{A797886D-C4F6-D2FD-D613-59B23ABE759A}"/>
                </a:ext>
              </a:extLst>
            </p:cNvPr>
            <p:cNvSpPr/>
            <p:nvPr/>
          </p:nvSpPr>
          <p:spPr>
            <a:xfrm>
              <a:off x="10820976" y="4345699"/>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60" name="Freeform: Shape 4259">
              <a:extLst>
                <a:ext uri="{FF2B5EF4-FFF2-40B4-BE49-F238E27FC236}">
                  <a16:creationId xmlns:a16="http://schemas.microsoft.com/office/drawing/2014/main" id="{99EC6A71-D476-B350-2D8D-2B6369FFFA88}"/>
                </a:ext>
              </a:extLst>
            </p:cNvPr>
            <p:cNvSpPr/>
            <p:nvPr/>
          </p:nvSpPr>
          <p:spPr>
            <a:xfrm>
              <a:off x="10935231"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61" name="Freeform: Shape 4260">
              <a:extLst>
                <a:ext uri="{FF2B5EF4-FFF2-40B4-BE49-F238E27FC236}">
                  <a16:creationId xmlns:a16="http://schemas.microsoft.com/office/drawing/2014/main" id="{442A1152-F659-2D54-1F1B-4A60328232AD}"/>
                </a:ext>
              </a:extLst>
            </p:cNvPr>
            <p:cNvSpPr/>
            <p:nvPr/>
          </p:nvSpPr>
          <p:spPr>
            <a:xfrm>
              <a:off x="11049443"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62" name="Freeform: Shape 4261">
              <a:extLst>
                <a:ext uri="{FF2B5EF4-FFF2-40B4-BE49-F238E27FC236}">
                  <a16:creationId xmlns:a16="http://schemas.microsoft.com/office/drawing/2014/main" id="{B426C5BD-E25A-A937-EAB8-15BB4ACAEADE}"/>
                </a:ext>
              </a:extLst>
            </p:cNvPr>
            <p:cNvSpPr/>
            <p:nvPr/>
          </p:nvSpPr>
          <p:spPr>
            <a:xfrm>
              <a:off x="11163699" y="4345699"/>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63" name="Freeform: Shape 4262">
              <a:extLst>
                <a:ext uri="{FF2B5EF4-FFF2-40B4-BE49-F238E27FC236}">
                  <a16:creationId xmlns:a16="http://schemas.microsoft.com/office/drawing/2014/main" id="{EDC6F4AE-C4EB-9DDF-2320-D3F54FA03800}"/>
                </a:ext>
              </a:extLst>
            </p:cNvPr>
            <p:cNvSpPr/>
            <p:nvPr/>
          </p:nvSpPr>
          <p:spPr>
            <a:xfrm>
              <a:off x="11277955"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64" name="Freeform: Shape 4263">
              <a:extLst>
                <a:ext uri="{FF2B5EF4-FFF2-40B4-BE49-F238E27FC236}">
                  <a16:creationId xmlns:a16="http://schemas.microsoft.com/office/drawing/2014/main" id="{A8155C02-C1AF-ED13-55DB-C6589A38AAF4}"/>
                </a:ext>
              </a:extLst>
            </p:cNvPr>
            <p:cNvSpPr/>
            <p:nvPr/>
          </p:nvSpPr>
          <p:spPr>
            <a:xfrm>
              <a:off x="11392210"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65" name="Freeform: Shape 4264">
              <a:extLst>
                <a:ext uri="{FF2B5EF4-FFF2-40B4-BE49-F238E27FC236}">
                  <a16:creationId xmlns:a16="http://schemas.microsoft.com/office/drawing/2014/main" id="{CE8C1292-BE6B-23C3-20D4-3E62F57B3105}"/>
                </a:ext>
              </a:extLst>
            </p:cNvPr>
            <p:cNvSpPr/>
            <p:nvPr/>
          </p:nvSpPr>
          <p:spPr>
            <a:xfrm>
              <a:off x="11506466" y="4345699"/>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66" name="Freeform: Shape 4265">
              <a:extLst>
                <a:ext uri="{FF2B5EF4-FFF2-40B4-BE49-F238E27FC236}">
                  <a16:creationId xmlns:a16="http://schemas.microsoft.com/office/drawing/2014/main" id="{A5CB2E61-3A29-DFCA-FA88-409D3E031107}"/>
                </a:ext>
              </a:extLst>
            </p:cNvPr>
            <p:cNvSpPr/>
            <p:nvPr/>
          </p:nvSpPr>
          <p:spPr>
            <a:xfrm>
              <a:off x="11620722"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67" name="Freeform: Shape 4266">
              <a:extLst>
                <a:ext uri="{FF2B5EF4-FFF2-40B4-BE49-F238E27FC236}">
                  <a16:creationId xmlns:a16="http://schemas.microsoft.com/office/drawing/2014/main" id="{F51C3696-6146-5F4E-4910-EC303BE72B5F}"/>
                </a:ext>
              </a:extLst>
            </p:cNvPr>
            <p:cNvSpPr/>
            <p:nvPr/>
          </p:nvSpPr>
          <p:spPr>
            <a:xfrm>
              <a:off x="11734978"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68" name="Freeform: Shape 4267">
              <a:extLst>
                <a:ext uri="{FF2B5EF4-FFF2-40B4-BE49-F238E27FC236}">
                  <a16:creationId xmlns:a16="http://schemas.microsoft.com/office/drawing/2014/main" id="{481E7536-B06D-4770-F450-79A79172259F}"/>
                </a:ext>
              </a:extLst>
            </p:cNvPr>
            <p:cNvSpPr/>
            <p:nvPr/>
          </p:nvSpPr>
          <p:spPr>
            <a:xfrm>
              <a:off x="11849233"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69" name="Freeform: Shape 4268">
              <a:extLst>
                <a:ext uri="{FF2B5EF4-FFF2-40B4-BE49-F238E27FC236}">
                  <a16:creationId xmlns:a16="http://schemas.microsoft.com/office/drawing/2014/main" id="{BD9C0B42-0F15-19F5-77A8-2D6E8D17C3E4}"/>
                </a:ext>
              </a:extLst>
            </p:cNvPr>
            <p:cNvSpPr/>
            <p:nvPr/>
          </p:nvSpPr>
          <p:spPr>
            <a:xfrm>
              <a:off x="11963489"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70" name="Freeform: Shape 4269">
              <a:extLst>
                <a:ext uri="{FF2B5EF4-FFF2-40B4-BE49-F238E27FC236}">
                  <a16:creationId xmlns:a16="http://schemas.microsoft.com/office/drawing/2014/main" id="{273778D9-B878-3CE5-AED1-866CAD2C0388}"/>
                </a:ext>
              </a:extLst>
            </p:cNvPr>
            <p:cNvSpPr/>
            <p:nvPr/>
          </p:nvSpPr>
          <p:spPr>
            <a:xfrm>
              <a:off x="12077745" y="4345699"/>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71" name="Freeform: Shape 4270">
              <a:extLst>
                <a:ext uri="{FF2B5EF4-FFF2-40B4-BE49-F238E27FC236}">
                  <a16:creationId xmlns:a16="http://schemas.microsoft.com/office/drawing/2014/main" id="{D7C3DA08-50FE-6F6D-15EE-EE29BC4F4E7E}"/>
                </a:ext>
              </a:extLst>
            </p:cNvPr>
            <p:cNvSpPr/>
            <p:nvPr/>
          </p:nvSpPr>
          <p:spPr>
            <a:xfrm>
              <a:off x="7279135" y="445995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72" name="Freeform: Shape 4271">
              <a:extLst>
                <a:ext uri="{FF2B5EF4-FFF2-40B4-BE49-F238E27FC236}">
                  <a16:creationId xmlns:a16="http://schemas.microsoft.com/office/drawing/2014/main" id="{36748C41-ACA0-A607-14A2-383C87362E80}"/>
                </a:ext>
              </a:extLst>
            </p:cNvPr>
            <p:cNvSpPr/>
            <p:nvPr/>
          </p:nvSpPr>
          <p:spPr>
            <a:xfrm>
              <a:off x="7393391"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73" name="Freeform: Shape 4272">
              <a:extLst>
                <a:ext uri="{FF2B5EF4-FFF2-40B4-BE49-F238E27FC236}">
                  <a16:creationId xmlns:a16="http://schemas.microsoft.com/office/drawing/2014/main" id="{5508954D-2CA8-0B80-5F6E-F5E64AE0B42B}"/>
                </a:ext>
              </a:extLst>
            </p:cNvPr>
            <p:cNvSpPr/>
            <p:nvPr/>
          </p:nvSpPr>
          <p:spPr>
            <a:xfrm>
              <a:off x="7507646"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74" name="Freeform: Shape 4273">
              <a:extLst>
                <a:ext uri="{FF2B5EF4-FFF2-40B4-BE49-F238E27FC236}">
                  <a16:creationId xmlns:a16="http://schemas.microsoft.com/office/drawing/2014/main" id="{483E0CE6-2D32-4A6E-5C65-3D49FD4F5AFD}"/>
                </a:ext>
              </a:extLst>
            </p:cNvPr>
            <p:cNvSpPr/>
            <p:nvPr/>
          </p:nvSpPr>
          <p:spPr>
            <a:xfrm>
              <a:off x="7621902"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75" name="Freeform: Shape 4274">
              <a:extLst>
                <a:ext uri="{FF2B5EF4-FFF2-40B4-BE49-F238E27FC236}">
                  <a16:creationId xmlns:a16="http://schemas.microsoft.com/office/drawing/2014/main" id="{FFF34CB7-C53E-C63B-46AD-A79F0BD0EBBB}"/>
                </a:ext>
              </a:extLst>
            </p:cNvPr>
            <p:cNvSpPr/>
            <p:nvPr/>
          </p:nvSpPr>
          <p:spPr>
            <a:xfrm>
              <a:off x="7736158" y="445995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76" name="Freeform: Shape 4275">
              <a:extLst>
                <a:ext uri="{FF2B5EF4-FFF2-40B4-BE49-F238E27FC236}">
                  <a16:creationId xmlns:a16="http://schemas.microsoft.com/office/drawing/2014/main" id="{AA2B4BF6-719E-19FD-EE94-D0D9333D191C}"/>
                </a:ext>
              </a:extLst>
            </p:cNvPr>
            <p:cNvSpPr/>
            <p:nvPr/>
          </p:nvSpPr>
          <p:spPr>
            <a:xfrm>
              <a:off x="7850414"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77" name="Freeform: Shape 4276">
              <a:extLst>
                <a:ext uri="{FF2B5EF4-FFF2-40B4-BE49-F238E27FC236}">
                  <a16:creationId xmlns:a16="http://schemas.microsoft.com/office/drawing/2014/main" id="{E1026738-2487-823A-A567-3879AC8EE3C9}"/>
                </a:ext>
              </a:extLst>
            </p:cNvPr>
            <p:cNvSpPr/>
            <p:nvPr/>
          </p:nvSpPr>
          <p:spPr>
            <a:xfrm>
              <a:off x="7964669"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78" name="Freeform: Shape 4277">
              <a:extLst>
                <a:ext uri="{FF2B5EF4-FFF2-40B4-BE49-F238E27FC236}">
                  <a16:creationId xmlns:a16="http://schemas.microsoft.com/office/drawing/2014/main" id="{11367553-057B-1798-92EE-FE34E0DC716B}"/>
                </a:ext>
              </a:extLst>
            </p:cNvPr>
            <p:cNvSpPr/>
            <p:nvPr/>
          </p:nvSpPr>
          <p:spPr>
            <a:xfrm>
              <a:off x="8078925" y="445995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79" name="Freeform: Shape 4278">
              <a:extLst>
                <a:ext uri="{FF2B5EF4-FFF2-40B4-BE49-F238E27FC236}">
                  <a16:creationId xmlns:a16="http://schemas.microsoft.com/office/drawing/2014/main" id="{0ECE414D-62D1-305A-DAFC-7018509495AC}"/>
                </a:ext>
              </a:extLst>
            </p:cNvPr>
            <p:cNvSpPr/>
            <p:nvPr/>
          </p:nvSpPr>
          <p:spPr>
            <a:xfrm>
              <a:off x="8193181"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80" name="Freeform: Shape 4279">
              <a:extLst>
                <a:ext uri="{FF2B5EF4-FFF2-40B4-BE49-F238E27FC236}">
                  <a16:creationId xmlns:a16="http://schemas.microsoft.com/office/drawing/2014/main" id="{1BA825DA-48C5-92FC-9078-362236429DE0}"/>
                </a:ext>
              </a:extLst>
            </p:cNvPr>
            <p:cNvSpPr/>
            <p:nvPr/>
          </p:nvSpPr>
          <p:spPr>
            <a:xfrm>
              <a:off x="8307437"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81" name="Freeform: Shape 4280">
              <a:extLst>
                <a:ext uri="{FF2B5EF4-FFF2-40B4-BE49-F238E27FC236}">
                  <a16:creationId xmlns:a16="http://schemas.microsoft.com/office/drawing/2014/main" id="{3BC67D7A-1513-0FDD-307A-CDC01B4C503E}"/>
                </a:ext>
              </a:extLst>
            </p:cNvPr>
            <p:cNvSpPr/>
            <p:nvPr/>
          </p:nvSpPr>
          <p:spPr>
            <a:xfrm>
              <a:off x="8421648"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82" name="Freeform: Shape 4281">
              <a:extLst>
                <a:ext uri="{FF2B5EF4-FFF2-40B4-BE49-F238E27FC236}">
                  <a16:creationId xmlns:a16="http://schemas.microsoft.com/office/drawing/2014/main" id="{B9D5FD16-5355-30E4-6E5B-CE3FC7E79B99}"/>
                </a:ext>
              </a:extLst>
            </p:cNvPr>
            <p:cNvSpPr/>
            <p:nvPr/>
          </p:nvSpPr>
          <p:spPr>
            <a:xfrm>
              <a:off x="8535904"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83" name="Freeform: Shape 4282">
              <a:extLst>
                <a:ext uri="{FF2B5EF4-FFF2-40B4-BE49-F238E27FC236}">
                  <a16:creationId xmlns:a16="http://schemas.microsoft.com/office/drawing/2014/main" id="{C4F518F1-C854-8820-7159-083C4608F742}"/>
                </a:ext>
              </a:extLst>
            </p:cNvPr>
            <p:cNvSpPr/>
            <p:nvPr/>
          </p:nvSpPr>
          <p:spPr>
            <a:xfrm>
              <a:off x="8650160"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84" name="Freeform: Shape 4283">
              <a:extLst>
                <a:ext uri="{FF2B5EF4-FFF2-40B4-BE49-F238E27FC236}">
                  <a16:creationId xmlns:a16="http://schemas.microsoft.com/office/drawing/2014/main" id="{8D879914-F347-29A5-6244-D033DDDD4F13}"/>
                </a:ext>
              </a:extLst>
            </p:cNvPr>
            <p:cNvSpPr/>
            <p:nvPr/>
          </p:nvSpPr>
          <p:spPr>
            <a:xfrm>
              <a:off x="8764416"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85" name="Freeform: Shape 4284">
              <a:extLst>
                <a:ext uri="{FF2B5EF4-FFF2-40B4-BE49-F238E27FC236}">
                  <a16:creationId xmlns:a16="http://schemas.microsoft.com/office/drawing/2014/main" id="{8744D4BB-7D02-77F7-A96E-EC43DFB8A82D}"/>
                </a:ext>
              </a:extLst>
            </p:cNvPr>
            <p:cNvSpPr/>
            <p:nvPr/>
          </p:nvSpPr>
          <p:spPr>
            <a:xfrm>
              <a:off x="8878671" y="445995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86" name="Freeform: Shape 4285">
              <a:extLst>
                <a:ext uri="{FF2B5EF4-FFF2-40B4-BE49-F238E27FC236}">
                  <a16:creationId xmlns:a16="http://schemas.microsoft.com/office/drawing/2014/main" id="{7F60A34F-FC22-878C-7158-0344C3B0FB31}"/>
                </a:ext>
              </a:extLst>
            </p:cNvPr>
            <p:cNvSpPr/>
            <p:nvPr/>
          </p:nvSpPr>
          <p:spPr>
            <a:xfrm>
              <a:off x="8992927"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87" name="Freeform: Shape 4286">
              <a:extLst>
                <a:ext uri="{FF2B5EF4-FFF2-40B4-BE49-F238E27FC236}">
                  <a16:creationId xmlns:a16="http://schemas.microsoft.com/office/drawing/2014/main" id="{C986257F-7D3C-2F59-89B2-4508BFD5F76F}"/>
                </a:ext>
              </a:extLst>
            </p:cNvPr>
            <p:cNvSpPr/>
            <p:nvPr/>
          </p:nvSpPr>
          <p:spPr>
            <a:xfrm>
              <a:off x="9107183"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88" name="Freeform: Shape 4287">
              <a:extLst>
                <a:ext uri="{FF2B5EF4-FFF2-40B4-BE49-F238E27FC236}">
                  <a16:creationId xmlns:a16="http://schemas.microsoft.com/office/drawing/2014/main" id="{6A528D1E-D768-C040-ADBF-A0C13C7DAC0E}"/>
                </a:ext>
              </a:extLst>
            </p:cNvPr>
            <p:cNvSpPr/>
            <p:nvPr/>
          </p:nvSpPr>
          <p:spPr>
            <a:xfrm>
              <a:off x="9221439"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89" name="Freeform: Shape 4288">
              <a:extLst>
                <a:ext uri="{FF2B5EF4-FFF2-40B4-BE49-F238E27FC236}">
                  <a16:creationId xmlns:a16="http://schemas.microsoft.com/office/drawing/2014/main" id="{5967240D-ABC6-8E3A-3E3C-EE37DEEAC39D}"/>
                </a:ext>
              </a:extLst>
            </p:cNvPr>
            <p:cNvSpPr/>
            <p:nvPr/>
          </p:nvSpPr>
          <p:spPr>
            <a:xfrm>
              <a:off x="9335695" y="445995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90" name="Freeform: Shape 4289">
              <a:extLst>
                <a:ext uri="{FF2B5EF4-FFF2-40B4-BE49-F238E27FC236}">
                  <a16:creationId xmlns:a16="http://schemas.microsoft.com/office/drawing/2014/main" id="{743AFC35-8C71-6EE3-0926-220363E7AA2B}"/>
                </a:ext>
              </a:extLst>
            </p:cNvPr>
            <p:cNvSpPr/>
            <p:nvPr/>
          </p:nvSpPr>
          <p:spPr>
            <a:xfrm>
              <a:off x="9449950"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91" name="Freeform: Shape 4290">
              <a:extLst>
                <a:ext uri="{FF2B5EF4-FFF2-40B4-BE49-F238E27FC236}">
                  <a16:creationId xmlns:a16="http://schemas.microsoft.com/office/drawing/2014/main" id="{7CF0E406-8BB9-2626-EECB-9DB7B78633E5}"/>
                </a:ext>
              </a:extLst>
            </p:cNvPr>
            <p:cNvSpPr/>
            <p:nvPr/>
          </p:nvSpPr>
          <p:spPr>
            <a:xfrm>
              <a:off x="9564206"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92" name="Freeform: Shape 4291">
              <a:extLst>
                <a:ext uri="{FF2B5EF4-FFF2-40B4-BE49-F238E27FC236}">
                  <a16:creationId xmlns:a16="http://schemas.microsoft.com/office/drawing/2014/main" id="{E9283400-DBCE-9567-2B3D-9EFAE5A77B98}"/>
                </a:ext>
              </a:extLst>
            </p:cNvPr>
            <p:cNvSpPr/>
            <p:nvPr/>
          </p:nvSpPr>
          <p:spPr>
            <a:xfrm>
              <a:off x="9678418" y="445995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93" name="Freeform: Shape 4292">
              <a:extLst>
                <a:ext uri="{FF2B5EF4-FFF2-40B4-BE49-F238E27FC236}">
                  <a16:creationId xmlns:a16="http://schemas.microsoft.com/office/drawing/2014/main" id="{C9CA1A7F-35B9-A900-F140-BD2B880CD8DD}"/>
                </a:ext>
              </a:extLst>
            </p:cNvPr>
            <p:cNvSpPr/>
            <p:nvPr/>
          </p:nvSpPr>
          <p:spPr>
            <a:xfrm>
              <a:off x="9792674"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94" name="Freeform: Shape 4293">
              <a:extLst>
                <a:ext uri="{FF2B5EF4-FFF2-40B4-BE49-F238E27FC236}">
                  <a16:creationId xmlns:a16="http://schemas.microsoft.com/office/drawing/2014/main" id="{A11E9548-A149-9F07-DFEE-49229558696E}"/>
                </a:ext>
              </a:extLst>
            </p:cNvPr>
            <p:cNvSpPr/>
            <p:nvPr/>
          </p:nvSpPr>
          <p:spPr>
            <a:xfrm>
              <a:off x="9906929"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95" name="Freeform: Shape 4294">
              <a:extLst>
                <a:ext uri="{FF2B5EF4-FFF2-40B4-BE49-F238E27FC236}">
                  <a16:creationId xmlns:a16="http://schemas.microsoft.com/office/drawing/2014/main" id="{EF3396D2-6047-2582-082B-EF7AA3B36EE8}"/>
                </a:ext>
              </a:extLst>
            </p:cNvPr>
            <p:cNvSpPr/>
            <p:nvPr/>
          </p:nvSpPr>
          <p:spPr>
            <a:xfrm>
              <a:off x="10021185"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96" name="Freeform: Shape 4295">
              <a:extLst>
                <a:ext uri="{FF2B5EF4-FFF2-40B4-BE49-F238E27FC236}">
                  <a16:creationId xmlns:a16="http://schemas.microsoft.com/office/drawing/2014/main" id="{3B0E8473-A6CB-3AC3-8DBE-38DC1CA18B2E}"/>
                </a:ext>
              </a:extLst>
            </p:cNvPr>
            <p:cNvSpPr/>
            <p:nvPr/>
          </p:nvSpPr>
          <p:spPr>
            <a:xfrm>
              <a:off x="10135441"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97" name="Freeform: Shape 4296">
              <a:extLst>
                <a:ext uri="{FF2B5EF4-FFF2-40B4-BE49-F238E27FC236}">
                  <a16:creationId xmlns:a16="http://schemas.microsoft.com/office/drawing/2014/main" id="{2011B257-8A3A-2F37-6C33-315EEC39B12D}"/>
                </a:ext>
              </a:extLst>
            </p:cNvPr>
            <p:cNvSpPr/>
            <p:nvPr/>
          </p:nvSpPr>
          <p:spPr>
            <a:xfrm>
              <a:off x="10249697"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98" name="Freeform: Shape 4297">
              <a:extLst>
                <a:ext uri="{FF2B5EF4-FFF2-40B4-BE49-F238E27FC236}">
                  <a16:creationId xmlns:a16="http://schemas.microsoft.com/office/drawing/2014/main" id="{240DD3AD-A9F2-F4B1-73A3-67C04734B639}"/>
                </a:ext>
              </a:extLst>
            </p:cNvPr>
            <p:cNvSpPr/>
            <p:nvPr/>
          </p:nvSpPr>
          <p:spPr>
            <a:xfrm>
              <a:off x="10363952"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99" name="Freeform: Shape 4298">
              <a:extLst>
                <a:ext uri="{FF2B5EF4-FFF2-40B4-BE49-F238E27FC236}">
                  <a16:creationId xmlns:a16="http://schemas.microsoft.com/office/drawing/2014/main" id="{61A80969-220C-7C71-08E4-93051558A6B0}"/>
                </a:ext>
              </a:extLst>
            </p:cNvPr>
            <p:cNvSpPr/>
            <p:nvPr/>
          </p:nvSpPr>
          <p:spPr>
            <a:xfrm>
              <a:off x="10478208" y="445995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00" name="Freeform: Shape 4299">
              <a:extLst>
                <a:ext uri="{FF2B5EF4-FFF2-40B4-BE49-F238E27FC236}">
                  <a16:creationId xmlns:a16="http://schemas.microsoft.com/office/drawing/2014/main" id="{96D2B290-59AC-A806-FEDF-6D666BC6E9A5}"/>
                </a:ext>
              </a:extLst>
            </p:cNvPr>
            <p:cNvSpPr/>
            <p:nvPr/>
          </p:nvSpPr>
          <p:spPr>
            <a:xfrm>
              <a:off x="10592464"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01" name="Freeform: Shape 4300">
              <a:extLst>
                <a:ext uri="{FF2B5EF4-FFF2-40B4-BE49-F238E27FC236}">
                  <a16:creationId xmlns:a16="http://schemas.microsoft.com/office/drawing/2014/main" id="{8418DB22-0494-0DDB-DA29-68E54A1CB7E4}"/>
                </a:ext>
              </a:extLst>
            </p:cNvPr>
            <p:cNvSpPr/>
            <p:nvPr/>
          </p:nvSpPr>
          <p:spPr>
            <a:xfrm>
              <a:off x="10706720"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02" name="Freeform: Shape 4301">
              <a:extLst>
                <a:ext uri="{FF2B5EF4-FFF2-40B4-BE49-F238E27FC236}">
                  <a16:creationId xmlns:a16="http://schemas.microsoft.com/office/drawing/2014/main" id="{2495E84A-D81B-8B57-2309-682E26D62301}"/>
                </a:ext>
              </a:extLst>
            </p:cNvPr>
            <p:cNvSpPr/>
            <p:nvPr/>
          </p:nvSpPr>
          <p:spPr>
            <a:xfrm>
              <a:off x="10820976" y="4459955"/>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03" name="Freeform: Shape 4302">
              <a:extLst>
                <a:ext uri="{FF2B5EF4-FFF2-40B4-BE49-F238E27FC236}">
                  <a16:creationId xmlns:a16="http://schemas.microsoft.com/office/drawing/2014/main" id="{671D069F-3FD2-790A-924C-2B1DF52326CB}"/>
                </a:ext>
              </a:extLst>
            </p:cNvPr>
            <p:cNvSpPr/>
            <p:nvPr/>
          </p:nvSpPr>
          <p:spPr>
            <a:xfrm>
              <a:off x="10935231"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04" name="Freeform: Shape 4303">
              <a:extLst>
                <a:ext uri="{FF2B5EF4-FFF2-40B4-BE49-F238E27FC236}">
                  <a16:creationId xmlns:a16="http://schemas.microsoft.com/office/drawing/2014/main" id="{AF9C45F8-6CA3-83A1-A318-BBBCBE81C0B2}"/>
                </a:ext>
              </a:extLst>
            </p:cNvPr>
            <p:cNvSpPr/>
            <p:nvPr/>
          </p:nvSpPr>
          <p:spPr>
            <a:xfrm>
              <a:off x="11049443"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05" name="Freeform: Shape 4304">
              <a:extLst>
                <a:ext uri="{FF2B5EF4-FFF2-40B4-BE49-F238E27FC236}">
                  <a16:creationId xmlns:a16="http://schemas.microsoft.com/office/drawing/2014/main" id="{7E9920A4-E8DE-D0C3-55C7-619C2E1852FC}"/>
                </a:ext>
              </a:extLst>
            </p:cNvPr>
            <p:cNvSpPr/>
            <p:nvPr/>
          </p:nvSpPr>
          <p:spPr>
            <a:xfrm>
              <a:off x="11163699" y="4459955"/>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06" name="Freeform: Shape 4305">
              <a:extLst>
                <a:ext uri="{FF2B5EF4-FFF2-40B4-BE49-F238E27FC236}">
                  <a16:creationId xmlns:a16="http://schemas.microsoft.com/office/drawing/2014/main" id="{B85DC943-8CB7-5822-7992-DE57FBFB818A}"/>
                </a:ext>
              </a:extLst>
            </p:cNvPr>
            <p:cNvSpPr/>
            <p:nvPr/>
          </p:nvSpPr>
          <p:spPr>
            <a:xfrm>
              <a:off x="11277955"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07" name="Freeform: Shape 4306">
              <a:extLst>
                <a:ext uri="{FF2B5EF4-FFF2-40B4-BE49-F238E27FC236}">
                  <a16:creationId xmlns:a16="http://schemas.microsoft.com/office/drawing/2014/main" id="{4177F235-EE85-1428-E968-5B7A21642E1C}"/>
                </a:ext>
              </a:extLst>
            </p:cNvPr>
            <p:cNvSpPr/>
            <p:nvPr/>
          </p:nvSpPr>
          <p:spPr>
            <a:xfrm>
              <a:off x="11392210"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08" name="Freeform: Shape 4307">
              <a:extLst>
                <a:ext uri="{FF2B5EF4-FFF2-40B4-BE49-F238E27FC236}">
                  <a16:creationId xmlns:a16="http://schemas.microsoft.com/office/drawing/2014/main" id="{0209237A-D2FF-A444-9DE3-BE89EEDF6711}"/>
                </a:ext>
              </a:extLst>
            </p:cNvPr>
            <p:cNvSpPr/>
            <p:nvPr/>
          </p:nvSpPr>
          <p:spPr>
            <a:xfrm>
              <a:off x="11506466" y="4459955"/>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09" name="Freeform: Shape 4308">
              <a:extLst>
                <a:ext uri="{FF2B5EF4-FFF2-40B4-BE49-F238E27FC236}">
                  <a16:creationId xmlns:a16="http://schemas.microsoft.com/office/drawing/2014/main" id="{925FF48C-9FD4-BAE1-34E6-135DD7D25D7B}"/>
                </a:ext>
              </a:extLst>
            </p:cNvPr>
            <p:cNvSpPr/>
            <p:nvPr/>
          </p:nvSpPr>
          <p:spPr>
            <a:xfrm>
              <a:off x="11620722"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10" name="Freeform: Shape 4309">
              <a:extLst>
                <a:ext uri="{FF2B5EF4-FFF2-40B4-BE49-F238E27FC236}">
                  <a16:creationId xmlns:a16="http://schemas.microsoft.com/office/drawing/2014/main" id="{7B1F02FC-91ED-2134-C6AD-523D19AB3397}"/>
                </a:ext>
              </a:extLst>
            </p:cNvPr>
            <p:cNvSpPr/>
            <p:nvPr/>
          </p:nvSpPr>
          <p:spPr>
            <a:xfrm>
              <a:off x="11734978"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11" name="Freeform: Shape 4310">
              <a:extLst>
                <a:ext uri="{FF2B5EF4-FFF2-40B4-BE49-F238E27FC236}">
                  <a16:creationId xmlns:a16="http://schemas.microsoft.com/office/drawing/2014/main" id="{467D1F51-2F8C-E713-370B-614C2341E4DE}"/>
                </a:ext>
              </a:extLst>
            </p:cNvPr>
            <p:cNvSpPr/>
            <p:nvPr/>
          </p:nvSpPr>
          <p:spPr>
            <a:xfrm>
              <a:off x="11849233"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12" name="Freeform: Shape 4311">
              <a:extLst>
                <a:ext uri="{FF2B5EF4-FFF2-40B4-BE49-F238E27FC236}">
                  <a16:creationId xmlns:a16="http://schemas.microsoft.com/office/drawing/2014/main" id="{C5B277CB-752A-6AAB-72DE-E109C858C9BA}"/>
                </a:ext>
              </a:extLst>
            </p:cNvPr>
            <p:cNvSpPr/>
            <p:nvPr/>
          </p:nvSpPr>
          <p:spPr>
            <a:xfrm>
              <a:off x="11963489"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13" name="Freeform: Shape 4312">
              <a:extLst>
                <a:ext uri="{FF2B5EF4-FFF2-40B4-BE49-F238E27FC236}">
                  <a16:creationId xmlns:a16="http://schemas.microsoft.com/office/drawing/2014/main" id="{5D96C34B-14EA-724A-01A4-F4E6A94389E2}"/>
                </a:ext>
              </a:extLst>
            </p:cNvPr>
            <p:cNvSpPr/>
            <p:nvPr/>
          </p:nvSpPr>
          <p:spPr>
            <a:xfrm>
              <a:off x="12077745" y="4459955"/>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14" name="Freeform: Shape 4313">
              <a:extLst>
                <a:ext uri="{FF2B5EF4-FFF2-40B4-BE49-F238E27FC236}">
                  <a16:creationId xmlns:a16="http://schemas.microsoft.com/office/drawing/2014/main" id="{9CF1E48C-F410-C2E6-2D3C-D65DE5D13EC6}"/>
                </a:ext>
              </a:extLst>
            </p:cNvPr>
            <p:cNvSpPr/>
            <p:nvPr/>
          </p:nvSpPr>
          <p:spPr>
            <a:xfrm>
              <a:off x="7279135" y="457421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15" name="Freeform: Shape 4314">
              <a:extLst>
                <a:ext uri="{FF2B5EF4-FFF2-40B4-BE49-F238E27FC236}">
                  <a16:creationId xmlns:a16="http://schemas.microsoft.com/office/drawing/2014/main" id="{5038852A-926A-5D30-81A9-5E8B10456CBC}"/>
                </a:ext>
              </a:extLst>
            </p:cNvPr>
            <p:cNvSpPr/>
            <p:nvPr/>
          </p:nvSpPr>
          <p:spPr>
            <a:xfrm>
              <a:off x="7393391"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16" name="Freeform: Shape 4315">
              <a:extLst>
                <a:ext uri="{FF2B5EF4-FFF2-40B4-BE49-F238E27FC236}">
                  <a16:creationId xmlns:a16="http://schemas.microsoft.com/office/drawing/2014/main" id="{F2F3B7E4-8B08-4D93-DAB9-285F30C6568E}"/>
                </a:ext>
              </a:extLst>
            </p:cNvPr>
            <p:cNvSpPr/>
            <p:nvPr/>
          </p:nvSpPr>
          <p:spPr>
            <a:xfrm>
              <a:off x="7507646"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17" name="Freeform: Shape 4316">
              <a:extLst>
                <a:ext uri="{FF2B5EF4-FFF2-40B4-BE49-F238E27FC236}">
                  <a16:creationId xmlns:a16="http://schemas.microsoft.com/office/drawing/2014/main" id="{457E9734-2F83-D925-87C8-F3554AD1A68C}"/>
                </a:ext>
              </a:extLst>
            </p:cNvPr>
            <p:cNvSpPr/>
            <p:nvPr/>
          </p:nvSpPr>
          <p:spPr>
            <a:xfrm>
              <a:off x="7621902"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18" name="Freeform: Shape 4317">
              <a:extLst>
                <a:ext uri="{FF2B5EF4-FFF2-40B4-BE49-F238E27FC236}">
                  <a16:creationId xmlns:a16="http://schemas.microsoft.com/office/drawing/2014/main" id="{6160E0E3-BDBE-D1B6-E40B-D355CA97478F}"/>
                </a:ext>
              </a:extLst>
            </p:cNvPr>
            <p:cNvSpPr/>
            <p:nvPr/>
          </p:nvSpPr>
          <p:spPr>
            <a:xfrm>
              <a:off x="7736158" y="457421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19" name="Freeform: Shape 4318">
              <a:extLst>
                <a:ext uri="{FF2B5EF4-FFF2-40B4-BE49-F238E27FC236}">
                  <a16:creationId xmlns:a16="http://schemas.microsoft.com/office/drawing/2014/main" id="{4CB94B14-140D-75A8-303F-9B8E430DBA62}"/>
                </a:ext>
              </a:extLst>
            </p:cNvPr>
            <p:cNvSpPr/>
            <p:nvPr/>
          </p:nvSpPr>
          <p:spPr>
            <a:xfrm>
              <a:off x="7850414"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20" name="Freeform: Shape 4319">
              <a:extLst>
                <a:ext uri="{FF2B5EF4-FFF2-40B4-BE49-F238E27FC236}">
                  <a16:creationId xmlns:a16="http://schemas.microsoft.com/office/drawing/2014/main" id="{91C4E000-4065-0149-1D44-F8B34F3FB0AD}"/>
                </a:ext>
              </a:extLst>
            </p:cNvPr>
            <p:cNvSpPr/>
            <p:nvPr/>
          </p:nvSpPr>
          <p:spPr>
            <a:xfrm>
              <a:off x="7964669"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21" name="Freeform: Shape 4320">
              <a:extLst>
                <a:ext uri="{FF2B5EF4-FFF2-40B4-BE49-F238E27FC236}">
                  <a16:creationId xmlns:a16="http://schemas.microsoft.com/office/drawing/2014/main" id="{90EAB088-FA1D-EA7B-97DF-01FAD17E9E8C}"/>
                </a:ext>
              </a:extLst>
            </p:cNvPr>
            <p:cNvSpPr/>
            <p:nvPr/>
          </p:nvSpPr>
          <p:spPr>
            <a:xfrm>
              <a:off x="8078925" y="457421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22" name="Freeform: Shape 4321">
              <a:extLst>
                <a:ext uri="{FF2B5EF4-FFF2-40B4-BE49-F238E27FC236}">
                  <a16:creationId xmlns:a16="http://schemas.microsoft.com/office/drawing/2014/main" id="{3EDF25FC-1C20-6A7A-5FBE-5886DE8DE5CA}"/>
                </a:ext>
              </a:extLst>
            </p:cNvPr>
            <p:cNvSpPr/>
            <p:nvPr/>
          </p:nvSpPr>
          <p:spPr>
            <a:xfrm>
              <a:off x="8193181"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23" name="Freeform: Shape 4322">
              <a:extLst>
                <a:ext uri="{FF2B5EF4-FFF2-40B4-BE49-F238E27FC236}">
                  <a16:creationId xmlns:a16="http://schemas.microsoft.com/office/drawing/2014/main" id="{99ABFBA4-E2B2-6CCC-FA22-5CFC4E26CCCA}"/>
                </a:ext>
              </a:extLst>
            </p:cNvPr>
            <p:cNvSpPr/>
            <p:nvPr/>
          </p:nvSpPr>
          <p:spPr>
            <a:xfrm>
              <a:off x="8307437"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24" name="Freeform: Shape 4323">
              <a:extLst>
                <a:ext uri="{FF2B5EF4-FFF2-40B4-BE49-F238E27FC236}">
                  <a16:creationId xmlns:a16="http://schemas.microsoft.com/office/drawing/2014/main" id="{EC0D729E-A2DF-9170-5275-01244B9CC28C}"/>
                </a:ext>
              </a:extLst>
            </p:cNvPr>
            <p:cNvSpPr/>
            <p:nvPr/>
          </p:nvSpPr>
          <p:spPr>
            <a:xfrm>
              <a:off x="8421648"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25" name="Freeform: Shape 4324">
              <a:extLst>
                <a:ext uri="{FF2B5EF4-FFF2-40B4-BE49-F238E27FC236}">
                  <a16:creationId xmlns:a16="http://schemas.microsoft.com/office/drawing/2014/main" id="{C301102B-A364-2D6A-261A-B708F3365192}"/>
                </a:ext>
              </a:extLst>
            </p:cNvPr>
            <p:cNvSpPr/>
            <p:nvPr/>
          </p:nvSpPr>
          <p:spPr>
            <a:xfrm>
              <a:off x="8535904"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26" name="Freeform: Shape 4325">
              <a:extLst>
                <a:ext uri="{FF2B5EF4-FFF2-40B4-BE49-F238E27FC236}">
                  <a16:creationId xmlns:a16="http://schemas.microsoft.com/office/drawing/2014/main" id="{646EF843-DCB6-8883-A699-382FF47F5F79}"/>
                </a:ext>
              </a:extLst>
            </p:cNvPr>
            <p:cNvSpPr/>
            <p:nvPr/>
          </p:nvSpPr>
          <p:spPr>
            <a:xfrm>
              <a:off x="8650160"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27" name="Freeform: Shape 4326">
              <a:extLst>
                <a:ext uri="{FF2B5EF4-FFF2-40B4-BE49-F238E27FC236}">
                  <a16:creationId xmlns:a16="http://schemas.microsoft.com/office/drawing/2014/main" id="{D136B47A-E981-62E4-5327-67259AB3AC8A}"/>
                </a:ext>
              </a:extLst>
            </p:cNvPr>
            <p:cNvSpPr/>
            <p:nvPr/>
          </p:nvSpPr>
          <p:spPr>
            <a:xfrm>
              <a:off x="8764416"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28" name="Freeform: Shape 4327">
              <a:extLst>
                <a:ext uri="{FF2B5EF4-FFF2-40B4-BE49-F238E27FC236}">
                  <a16:creationId xmlns:a16="http://schemas.microsoft.com/office/drawing/2014/main" id="{3425660B-5659-A925-B508-22D6AEBE02C6}"/>
                </a:ext>
              </a:extLst>
            </p:cNvPr>
            <p:cNvSpPr/>
            <p:nvPr/>
          </p:nvSpPr>
          <p:spPr>
            <a:xfrm>
              <a:off x="8878671" y="457421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29" name="Freeform: Shape 4328">
              <a:extLst>
                <a:ext uri="{FF2B5EF4-FFF2-40B4-BE49-F238E27FC236}">
                  <a16:creationId xmlns:a16="http://schemas.microsoft.com/office/drawing/2014/main" id="{41F1E1D9-61D1-5916-1CC0-FC4502C4BDFF}"/>
                </a:ext>
              </a:extLst>
            </p:cNvPr>
            <p:cNvSpPr/>
            <p:nvPr/>
          </p:nvSpPr>
          <p:spPr>
            <a:xfrm>
              <a:off x="8992927"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30" name="Freeform: Shape 4329">
              <a:extLst>
                <a:ext uri="{FF2B5EF4-FFF2-40B4-BE49-F238E27FC236}">
                  <a16:creationId xmlns:a16="http://schemas.microsoft.com/office/drawing/2014/main" id="{CB8F9477-9BE5-8E18-BE41-EC7A3C04D3A5}"/>
                </a:ext>
              </a:extLst>
            </p:cNvPr>
            <p:cNvSpPr/>
            <p:nvPr/>
          </p:nvSpPr>
          <p:spPr>
            <a:xfrm>
              <a:off x="9107183"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31" name="Freeform: Shape 4330">
              <a:extLst>
                <a:ext uri="{FF2B5EF4-FFF2-40B4-BE49-F238E27FC236}">
                  <a16:creationId xmlns:a16="http://schemas.microsoft.com/office/drawing/2014/main" id="{8C04C0C1-48BC-5D36-4690-6279F48236EE}"/>
                </a:ext>
              </a:extLst>
            </p:cNvPr>
            <p:cNvSpPr/>
            <p:nvPr/>
          </p:nvSpPr>
          <p:spPr>
            <a:xfrm>
              <a:off x="9221439"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32" name="Freeform: Shape 4331">
              <a:extLst>
                <a:ext uri="{FF2B5EF4-FFF2-40B4-BE49-F238E27FC236}">
                  <a16:creationId xmlns:a16="http://schemas.microsoft.com/office/drawing/2014/main" id="{028F6046-10E3-F936-74F3-8C232E88631D}"/>
                </a:ext>
              </a:extLst>
            </p:cNvPr>
            <p:cNvSpPr/>
            <p:nvPr/>
          </p:nvSpPr>
          <p:spPr>
            <a:xfrm>
              <a:off x="9335695" y="457421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33" name="Freeform: Shape 4332">
              <a:extLst>
                <a:ext uri="{FF2B5EF4-FFF2-40B4-BE49-F238E27FC236}">
                  <a16:creationId xmlns:a16="http://schemas.microsoft.com/office/drawing/2014/main" id="{4C996DFA-79F9-05AE-9BED-D3705EEA4C81}"/>
                </a:ext>
              </a:extLst>
            </p:cNvPr>
            <p:cNvSpPr/>
            <p:nvPr/>
          </p:nvSpPr>
          <p:spPr>
            <a:xfrm>
              <a:off x="9449950"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34" name="Freeform: Shape 4333">
              <a:extLst>
                <a:ext uri="{FF2B5EF4-FFF2-40B4-BE49-F238E27FC236}">
                  <a16:creationId xmlns:a16="http://schemas.microsoft.com/office/drawing/2014/main" id="{6528CCC8-38E3-BF38-021E-7A37241E8544}"/>
                </a:ext>
              </a:extLst>
            </p:cNvPr>
            <p:cNvSpPr/>
            <p:nvPr/>
          </p:nvSpPr>
          <p:spPr>
            <a:xfrm>
              <a:off x="9564206"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35" name="Freeform: Shape 4334">
              <a:extLst>
                <a:ext uri="{FF2B5EF4-FFF2-40B4-BE49-F238E27FC236}">
                  <a16:creationId xmlns:a16="http://schemas.microsoft.com/office/drawing/2014/main" id="{6DA0536E-81BD-45DB-C371-3572171107C7}"/>
                </a:ext>
              </a:extLst>
            </p:cNvPr>
            <p:cNvSpPr/>
            <p:nvPr/>
          </p:nvSpPr>
          <p:spPr>
            <a:xfrm>
              <a:off x="9678418" y="457421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36" name="Freeform: Shape 4335">
              <a:extLst>
                <a:ext uri="{FF2B5EF4-FFF2-40B4-BE49-F238E27FC236}">
                  <a16:creationId xmlns:a16="http://schemas.microsoft.com/office/drawing/2014/main" id="{DEF409DD-9E3E-F195-733A-5ED614D43504}"/>
                </a:ext>
              </a:extLst>
            </p:cNvPr>
            <p:cNvSpPr/>
            <p:nvPr/>
          </p:nvSpPr>
          <p:spPr>
            <a:xfrm>
              <a:off x="9792674"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37" name="Freeform: Shape 4336">
              <a:extLst>
                <a:ext uri="{FF2B5EF4-FFF2-40B4-BE49-F238E27FC236}">
                  <a16:creationId xmlns:a16="http://schemas.microsoft.com/office/drawing/2014/main" id="{B6A99EB3-2E54-B713-7C43-C1D1A214DDAA}"/>
                </a:ext>
              </a:extLst>
            </p:cNvPr>
            <p:cNvSpPr/>
            <p:nvPr/>
          </p:nvSpPr>
          <p:spPr>
            <a:xfrm>
              <a:off x="9906929"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38" name="Freeform: Shape 4337">
              <a:extLst>
                <a:ext uri="{FF2B5EF4-FFF2-40B4-BE49-F238E27FC236}">
                  <a16:creationId xmlns:a16="http://schemas.microsoft.com/office/drawing/2014/main" id="{DF7048CD-CDCB-EB6D-7157-6F83CEBE91EB}"/>
                </a:ext>
              </a:extLst>
            </p:cNvPr>
            <p:cNvSpPr/>
            <p:nvPr/>
          </p:nvSpPr>
          <p:spPr>
            <a:xfrm>
              <a:off x="10021185"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39" name="Freeform: Shape 4338">
              <a:extLst>
                <a:ext uri="{FF2B5EF4-FFF2-40B4-BE49-F238E27FC236}">
                  <a16:creationId xmlns:a16="http://schemas.microsoft.com/office/drawing/2014/main" id="{FB246918-274B-B60D-B996-23C062EA5B66}"/>
                </a:ext>
              </a:extLst>
            </p:cNvPr>
            <p:cNvSpPr/>
            <p:nvPr/>
          </p:nvSpPr>
          <p:spPr>
            <a:xfrm>
              <a:off x="10135441"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40" name="Freeform: Shape 4339">
              <a:extLst>
                <a:ext uri="{FF2B5EF4-FFF2-40B4-BE49-F238E27FC236}">
                  <a16:creationId xmlns:a16="http://schemas.microsoft.com/office/drawing/2014/main" id="{9E6034EF-19C1-BB8D-869C-A653C1F753E1}"/>
                </a:ext>
              </a:extLst>
            </p:cNvPr>
            <p:cNvSpPr/>
            <p:nvPr/>
          </p:nvSpPr>
          <p:spPr>
            <a:xfrm>
              <a:off x="10249697"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41" name="Freeform: Shape 4340">
              <a:extLst>
                <a:ext uri="{FF2B5EF4-FFF2-40B4-BE49-F238E27FC236}">
                  <a16:creationId xmlns:a16="http://schemas.microsoft.com/office/drawing/2014/main" id="{0DA1E7E9-46C8-475A-EBAE-F3D575E26F6B}"/>
                </a:ext>
              </a:extLst>
            </p:cNvPr>
            <p:cNvSpPr/>
            <p:nvPr/>
          </p:nvSpPr>
          <p:spPr>
            <a:xfrm>
              <a:off x="10363952"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42" name="Freeform: Shape 4341">
              <a:extLst>
                <a:ext uri="{FF2B5EF4-FFF2-40B4-BE49-F238E27FC236}">
                  <a16:creationId xmlns:a16="http://schemas.microsoft.com/office/drawing/2014/main" id="{458C6E31-A4C6-7F80-055F-3CB4383DFB28}"/>
                </a:ext>
              </a:extLst>
            </p:cNvPr>
            <p:cNvSpPr/>
            <p:nvPr/>
          </p:nvSpPr>
          <p:spPr>
            <a:xfrm>
              <a:off x="10478208" y="457421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43" name="Freeform: Shape 4342">
              <a:extLst>
                <a:ext uri="{FF2B5EF4-FFF2-40B4-BE49-F238E27FC236}">
                  <a16:creationId xmlns:a16="http://schemas.microsoft.com/office/drawing/2014/main" id="{2877DF3C-9FE6-931B-3C83-6AB40FAB7197}"/>
                </a:ext>
              </a:extLst>
            </p:cNvPr>
            <p:cNvSpPr/>
            <p:nvPr/>
          </p:nvSpPr>
          <p:spPr>
            <a:xfrm>
              <a:off x="10592464"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44" name="Freeform: Shape 4343">
              <a:extLst>
                <a:ext uri="{FF2B5EF4-FFF2-40B4-BE49-F238E27FC236}">
                  <a16:creationId xmlns:a16="http://schemas.microsoft.com/office/drawing/2014/main" id="{481EBEDA-B11D-B2B8-6DEA-946AFAB2CCAD}"/>
                </a:ext>
              </a:extLst>
            </p:cNvPr>
            <p:cNvSpPr/>
            <p:nvPr/>
          </p:nvSpPr>
          <p:spPr>
            <a:xfrm>
              <a:off x="10706720"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45" name="Freeform: Shape 4344">
              <a:extLst>
                <a:ext uri="{FF2B5EF4-FFF2-40B4-BE49-F238E27FC236}">
                  <a16:creationId xmlns:a16="http://schemas.microsoft.com/office/drawing/2014/main" id="{06F7FB6A-BE56-A325-5B73-4FEAE5444CE3}"/>
                </a:ext>
              </a:extLst>
            </p:cNvPr>
            <p:cNvSpPr/>
            <p:nvPr/>
          </p:nvSpPr>
          <p:spPr>
            <a:xfrm>
              <a:off x="10820976" y="4574210"/>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46" name="Freeform: Shape 4345">
              <a:extLst>
                <a:ext uri="{FF2B5EF4-FFF2-40B4-BE49-F238E27FC236}">
                  <a16:creationId xmlns:a16="http://schemas.microsoft.com/office/drawing/2014/main" id="{83E3A96E-B85A-44FD-2615-D92518DF89F5}"/>
                </a:ext>
              </a:extLst>
            </p:cNvPr>
            <p:cNvSpPr/>
            <p:nvPr/>
          </p:nvSpPr>
          <p:spPr>
            <a:xfrm>
              <a:off x="10935231"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47" name="Freeform: Shape 4346">
              <a:extLst>
                <a:ext uri="{FF2B5EF4-FFF2-40B4-BE49-F238E27FC236}">
                  <a16:creationId xmlns:a16="http://schemas.microsoft.com/office/drawing/2014/main" id="{C73D22C2-E7BF-9B31-4FAB-09EA0CE0A597}"/>
                </a:ext>
              </a:extLst>
            </p:cNvPr>
            <p:cNvSpPr/>
            <p:nvPr/>
          </p:nvSpPr>
          <p:spPr>
            <a:xfrm>
              <a:off x="11049443"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48" name="Freeform: Shape 4347">
              <a:extLst>
                <a:ext uri="{FF2B5EF4-FFF2-40B4-BE49-F238E27FC236}">
                  <a16:creationId xmlns:a16="http://schemas.microsoft.com/office/drawing/2014/main" id="{B54D7C96-4DD9-C382-71E6-EE670A9B343A}"/>
                </a:ext>
              </a:extLst>
            </p:cNvPr>
            <p:cNvSpPr/>
            <p:nvPr/>
          </p:nvSpPr>
          <p:spPr>
            <a:xfrm>
              <a:off x="11163699" y="4574210"/>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49" name="Freeform: Shape 4348">
              <a:extLst>
                <a:ext uri="{FF2B5EF4-FFF2-40B4-BE49-F238E27FC236}">
                  <a16:creationId xmlns:a16="http://schemas.microsoft.com/office/drawing/2014/main" id="{8621E78F-F951-2887-B975-198CFD18682A}"/>
                </a:ext>
              </a:extLst>
            </p:cNvPr>
            <p:cNvSpPr/>
            <p:nvPr/>
          </p:nvSpPr>
          <p:spPr>
            <a:xfrm>
              <a:off x="11277955"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50" name="Freeform: Shape 4349">
              <a:extLst>
                <a:ext uri="{FF2B5EF4-FFF2-40B4-BE49-F238E27FC236}">
                  <a16:creationId xmlns:a16="http://schemas.microsoft.com/office/drawing/2014/main" id="{C9BEEB09-4184-886F-BB14-8C78DEF953E8}"/>
                </a:ext>
              </a:extLst>
            </p:cNvPr>
            <p:cNvSpPr/>
            <p:nvPr/>
          </p:nvSpPr>
          <p:spPr>
            <a:xfrm>
              <a:off x="11392210"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51" name="Freeform: Shape 4350">
              <a:extLst>
                <a:ext uri="{FF2B5EF4-FFF2-40B4-BE49-F238E27FC236}">
                  <a16:creationId xmlns:a16="http://schemas.microsoft.com/office/drawing/2014/main" id="{69DEAFE0-5F94-4018-C2DE-0E6CC4B64B4E}"/>
                </a:ext>
              </a:extLst>
            </p:cNvPr>
            <p:cNvSpPr/>
            <p:nvPr/>
          </p:nvSpPr>
          <p:spPr>
            <a:xfrm>
              <a:off x="11506466" y="4574210"/>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52" name="Freeform: Shape 4351">
              <a:extLst>
                <a:ext uri="{FF2B5EF4-FFF2-40B4-BE49-F238E27FC236}">
                  <a16:creationId xmlns:a16="http://schemas.microsoft.com/office/drawing/2014/main" id="{5BF40184-1530-D536-C156-DA447965D395}"/>
                </a:ext>
              </a:extLst>
            </p:cNvPr>
            <p:cNvSpPr/>
            <p:nvPr/>
          </p:nvSpPr>
          <p:spPr>
            <a:xfrm>
              <a:off x="11620722"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53" name="Freeform: Shape 4352">
              <a:extLst>
                <a:ext uri="{FF2B5EF4-FFF2-40B4-BE49-F238E27FC236}">
                  <a16:creationId xmlns:a16="http://schemas.microsoft.com/office/drawing/2014/main" id="{95045732-A3C8-9FA1-AAE5-56200917361C}"/>
                </a:ext>
              </a:extLst>
            </p:cNvPr>
            <p:cNvSpPr/>
            <p:nvPr/>
          </p:nvSpPr>
          <p:spPr>
            <a:xfrm>
              <a:off x="11734978"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54" name="Freeform: Shape 4353">
              <a:extLst>
                <a:ext uri="{FF2B5EF4-FFF2-40B4-BE49-F238E27FC236}">
                  <a16:creationId xmlns:a16="http://schemas.microsoft.com/office/drawing/2014/main" id="{98569A8C-0B37-55EB-8902-CAC555FFFEB7}"/>
                </a:ext>
              </a:extLst>
            </p:cNvPr>
            <p:cNvSpPr/>
            <p:nvPr/>
          </p:nvSpPr>
          <p:spPr>
            <a:xfrm>
              <a:off x="11849233"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55" name="Freeform: Shape 4354">
              <a:extLst>
                <a:ext uri="{FF2B5EF4-FFF2-40B4-BE49-F238E27FC236}">
                  <a16:creationId xmlns:a16="http://schemas.microsoft.com/office/drawing/2014/main" id="{F8D8608E-C2A8-A767-C85D-EB4157911B86}"/>
                </a:ext>
              </a:extLst>
            </p:cNvPr>
            <p:cNvSpPr/>
            <p:nvPr/>
          </p:nvSpPr>
          <p:spPr>
            <a:xfrm>
              <a:off x="11963489"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56" name="Freeform: Shape 4355">
              <a:extLst>
                <a:ext uri="{FF2B5EF4-FFF2-40B4-BE49-F238E27FC236}">
                  <a16:creationId xmlns:a16="http://schemas.microsoft.com/office/drawing/2014/main" id="{29ADD3D5-1739-9172-4BAB-30A7175C8E02}"/>
                </a:ext>
              </a:extLst>
            </p:cNvPr>
            <p:cNvSpPr/>
            <p:nvPr/>
          </p:nvSpPr>
          <p:spPr>
            <a:xfrm>
              <a:off x="12077745" y="4574210"/>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57" name="Freeform: Shape 4356">
              <a:extLst>
                <a:ext uri="{FF2B5EF4-FFF2-40B4-BE49-F238E27FC236}">
                  <a16:creationId xmlns:a16="http://schemas.microsoft.com/office/drawing/2014/main" id="{DECED706-7198-344D-5200-D3B2AAAEED8C}"/>
                </a:ext>
              </a:extLst>
            </p:cNvPr>
            <p:cNvSpPr/>
            <p:nvPr/>
          </p:nvSpPr>
          <p:spPr>
            <a:xfrm>
              <a:off x="7279135" y="468846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58" name="Freeform: Shape 4357">
              <a:extLst>
                <a:ext uri="{FF2B5EF4-FFF2-40B4-BE49-F238E27FC236}">
                  <a16:creationId xmlns:a16="http://schemas.microsoft.com/office/drawing/2014/main" id="{622CD942-6FAF-4470-044F-83801F3D7C50}"/>
                </a:ext>
              </a:extLst>
            </p:cNvPr>
            <p:cNvSpPr/>
            <p:nvPr/>
          </p:nvSpPr>
          <p:spPr>
            <a:xfrm>
              <a:off x="7393391"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59" name="Freeform: Shape 4358">
              <a:extLst>
                <a:ext uri="{FF2B5EF4-FFF2-40B4-BE49-F238E27FC236}">
                  <a16:creationId xmlns:a16="http://schemas.microsoft.com/office/drawing/2014/main" id="{1C7A0C2D-9361-8B02-E6D0-AE2664DFECD5}"/>
                </a:ext>
              </a:extLst>
            </p:cNvPr>
            <p:cNvSpPr/>
            <p:nvPr/>
          </p:nvSpPr>
          <p:spPr>
            <a:xfrm>
              <a:off x="7507646"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60" name="Freeform: Shape 4359">
              <a:extLst>
                <a:ext uri="{FF2B5EF4-FFF2-40B4-BE49-F238E27FC236}">
                  <a16:creationId xmlns:a16="http://schemas.microsoft.com/office/drawing/2014/main" id="{C4F03A06-6ECF-A441-4940-AE41F83775A8}"/>
                </a:ext>
              </a:extLst>
            </p:cNvPr>
            <p:cNvSpPr/>
            <p:nvPr/>
          </p:nvSpPr>
          <p:spPr>
            <a:xfrm>
              <a:off x="7621902"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61" name="Freeform: Shape 4360">
              <a:extLst>
                <a:ext uri="{FF2B5EF4-FFF2-40B4-BE49-F238E27FC236}">
                  <a16:creationId xmlns:a16="http://schemas.microsoft.com/office/drawing/2014/main" id="{FB13F2D1-6A63-57D4-CBC9-E76FBB0C6290}"/>
                </a:ext>
              </a:extLst>
            </p:cNvPr>
            <p:cNvSpPr/>
            <p:nvPr/>
          </p:nvSpPr>
          <p:spPr>
            <a:xfrm>
              <a:off x="7736158" y="468846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62" name="Freeform: Shape 4361">
              <a:extLst>
                <a:ext uri="{FF2B5EF4-FFF2-40B4-BE49-F238E27FC236}">
                  <a16:creationId xmlns:a16="http://schemas.microsoft.com/office/drawing/2014/main" id="{255363AB-2F61-C651-804A-AD80FBA24365}"/>
                </a:ext>
              </a:extLst>
            </p:cNvPr>
            <p:cNvSpPr/>
            <p:nvPr/>
          </p:nvSpPr>
          <p:spPr>
            <a:xfrm>
              <a:off x="7850414"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63" name="Freeform: Shape 4362">
              <a:extLst>
                <a:ext uri="{FF2B5EF4-FFF2-40B4-BE49-F238E27FC236}">
                  <a16:creationId xmlns:a16="http://schemas.microsoft.com/office/drawing/2014/main" id="{5266B7C3-5808-8282-DCB8-F0E2E104B5B2}"/>
                </a:ext>
              </a:extLst>
            </p:cNvPr>
            <p:cNvSpPr/>
            <p:nvPr/>
          </p:nvSpPr>
          <p:spPr>
            <a:xfrm>
              <a:off x="7964669"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64" name="Freeform: Shape 4363">
              <a:extLst>
                <a:ext uri="{FF2B5EF4-FFF2-40B4-BE49-F238E27FC236}">
                  <a16:creationId xmlns:a16="http://schemas.microsoft.com/office/drawing/2014/main" id="{AD6139C0-3AF7-CD3D-DE68-8651D391CEC5}"/>
                </a:ext>
              </a:extLst>
            </p:cNvPr>
            <p:cNvSpPr/>
            <p:nvPr/>
          </p:nvSpPr>
          <p:spPr>
            <a:xfrm>
              <a:off x="8078925" y="468846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65" name="Freeform: Shape 4364">
              <a:extLst>
                <a:ext uri="{FF2B5EF4-FFF2-40B4-BE49-F238E27FC236}">
                  <a16:creationId xmlns:a16="http://schemas.microsoft.com/office/drawing/2014/main" id="{25D4DB5B-0DD0-0985-38BD-1FF72222F5D0}"/>
                </a:ext>
              </a:extLst>
            </p:cNvPr>
            <p:cNvSpPr/>
            <p:nvPr/>
          </p:nvSpPr>
          <p:spPr>
            <a:xfrm>
              <a:off x="8193181"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66" name="Freeform: Shape 4365">
              <a:extLst>
                <a:ext uri="{FF2B5EF4-FFF2-40B4-BE49-F238E27FC236}">
                  <a16:creationId xmlns:a16="http://schemas.microsoft.com/office/drawing/2014/main" id="{7EF79207-EABF-C4E9-5DEF-33FC12E65C50}"/>
                </a:ext>
              </a:extLst>
            </p:cNvPr>
            <p:cNvSpPr/>
            <p:nvPr/>
          </p:nvSpPr>
          <p:spPr>
            <a:xfrm>
              <a:off x="8307437"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67" name="Freeform: Shape 4366">
              <a:extLst>
                <a:ext uri="{FF2B5EF4-FFF2-40B4-BE49-F238E27FC236}">
                  <a16:creationId xmlns:a16="http://schemas.microsoft.com/office/drawing/2014/main" id="{5417D294-991F-D9E5-F249-95355E718E08}"/>
                </a:ext>
              </a:extLst>
            </p:cNvPr>
            <p:cNvSpPr/>
            <p:nvPr/>
          </p:nvSpPr>
          <p:spPr>
            <a:xfrm>
              <a:off x="8421648"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68" name="Freeform: Shape 4367">
              <a:extLst>
                <a:ext uri="{FF2B5EF4-FFF2-40B4-BE49-F238E27FC236}">
                  <a16:creationId xmlns:a16="http://schemas.microsoft.com/office/drawing/2014/main" id="{0068ECAC-49A3-2381-078E-A47FAC2BFEE0}"/>
                </a:ext>
              </a:extLst>
            </p:cNvPr>
            <p:cNvSpPr/>
            <p:nvPr/>
          </p:nvSpPr>
          <p:spPr>
            <a:xfrm>
              <a:off x="8535904"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69" name="Freeform: Shape 4368">
              <a:extLst>
                <a:ext uri="{FF2B5EF4-FFF2-40B4-BE49-F238E27FC236}">
                  <a16:creationId xmlns:a16="http://schemas.microsoft.com/office/drawing/2014/main" id="{89CC50D7-B6F3-602D-D18A-E4204347DBE4}"/>
                </a:ext>
              </a:extLst>
            </p:cNvPr>
            <p:cNvSpPr/>
            <p:nvPr/>
          </p:nvSpPr>
          <p:spPr>
            <a:xfrm>
              <a:off x="8650160"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70" name="Freeform: Shape 4369">
              <a:extLst>
                <a:ext uri="{FF2B5EF4-FFF2-40B4-BE49-F238E27FC236}">
                  <a16:creationId xmlns:a16="http://schemas.microsoft.com/office/drawing/2014/main" id="{0E11AF99-67ED-6234-E064-C5E390849692}"/>
                </a:ext>
              </a:extLst>
            </p:cNvPr>
            <p:cNvSpPr/>
            <p:nvPr/>
          </p:nvSpPr>
          <p:spPr>
            <a:xfrm>
              <a:off x="8764416"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71" name="Freeform: Shape 4370">
              <a:extLst>
                <a:ext uri="{FF2B5EF4-FFF2-40B4-BE49-F238E27FC236}">
                  <a16:creationId xmlns:a16="http://schemas.microsoft.com/office/drawing/2014/main" id="{AF616189-8FCE-E1A9-A7DF-973D37B01BC4}"/>
                </a:ext>
              </a:extLst>
            </p:cNvPr>
            <p:cNvSpPr/>
            <p:nvPr/>
          </p:nvSpPr>
          <p:spPr>
            <a:xfrm>
              <a:off x="8878671" y="468846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72" name="Freeform: Shape 4371">
              <a:extLst>
                <a:ext uri="{FF2B5EF4-FFF2-40B4-BE49-F238E27FC236}">
                  <a16:creationId xmlns:a16="http://schemas.microsoft.com/office/drawing/2014/main" id="{4824DE76-B643-2CB3-C3A0-BB560C2B6E9A}"/>
                </a:ext>
              </a:extLst>
            </p:cNvPr>
            <p:cNvSpPr/>
            <p:nvPr/>
          </p:nvSpPr>
          <p:spPr>
            <a:xfrm>
              <a:off x="8992927"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73" name="Freeform: Shape 4372">
              <a:extLst>
                <a:ext uri="{FF2B5EF4-FFF2-40B4-BE49-F238E27FC236}">
                  <a16:creationId xmlns:a16="http://schemas.microsoft.com/office/drawing/2014/main" id="{31F88740-EF53-C861-C131-43B58E5E95F3}"/>
                </a:ext>
              </a:extLst>
            </p:cNvPr>
            <p:cNvSpPr/>
            <p:nvPr/>
          </p:nvSpPr>
          <p:spPr>
            <a:xfrm>
              <a:off x="9107183"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74" name="Freeform: Shape 4373">
              <a:extLst>
                <a:ext uri="{FF2B5EF4-FFF2-40B4-BE49-F238E27FC236}">
                  <a16:creationId xmlns:a16="http://schemas.microsoft.com/office/drawing/2014/main" id="{A3C4267E-7A1E-D7F7-1878-FC78C735C566}"/>
                </a:ext>
              </a:extLst>
            </p:cNvPr>
            <p:cNvSpPr/>
            <p:nvPr/>
          </p:nvSpPr>
          <p:spPr>
            <a:xfrm>
              <a:off x="9221439"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75" name="Freeform: Shape 4374">
              <a:extLst>
                <a:ext uri="{FF2B5EF4-FFF2-40B4-BE49-F238E27FC236}">
                  <a16:creationId xmlns:a16="http://schemas.microsoft.com/office/drawing/2014/main" id="{EE46737C-6B5A-BF2F-E755-7DD4D2377705}"/>
                </a:ext>
              </a:extLst>
            </p:cNvPr>
            <p:cNvSpPr/>
            <p:nvPr/>
          </p:nvSpPr>
          <p:spPr>
            <a:xfrm>
              <a:off x="9335695" y="468846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76" name="Freeform: Shape 4375">
              <a:extLst>
                <a:ext uri="{FF2B5EF4-FFF2-40B4-BE49-F238E27FC236}">
                  <a16:creationId xmlns:a16="http://schemas.microsoft.com/office/drawing/2014/main" id="{3B164193-2D0A-0F6F-034B-62D7A75A1C48}"/>
                </a:ext>
              </a:extLst>
            </p:cNvPr>
            <p:cNvSpPr/>
            <p:nvPr/>
          </p:nvSpPr>
          <p:spPr>
            <a:xfrm>
              <a:off x="9449950"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77" name="Freeform: Shape 4376">
              <a:extLst>
                <a:ext uri="{FF2B5EF4-FFF2-40B4-BE49-F238E27FC236}">
                  <a16:creationId xmlns:a16="http://schemas.microsoft.com/office/drawing/2014/main" id="{A72C9075-757E-F804-9ABD-5118F5744E71}"/>
                </a:ext>
              </a:extLst>
            </p:cNvPr>
            <p:cNvSpPr/>
            <p:nvPr/>
          </p:nvSpPr>
          <p:spPr>
            <a:xfrm>
              <a:off x="9564206"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78" name="Freeform: Shape 4377">
              <a:extLst>
                <a:ext uri="{FF2B5EF4-FFF2-40B4-BE49-F238E27FC236}">
                  <a16:creationId xmlns:a16="http://schemas.microsoft.com/office/drawing/2014/main" id="{E0FA44A7-D762-B841-0795-9139170F496A}"/>
                </a:ext>
              </a:extLst>
            </p:cNvPr>
            <p:cNvSpPr/>
            <p:nvPr/>
          </p:nvSpPr>
          <p:spPr>
            <a:xfrm>
              <a:off x="9678418" y="468846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79" name="Freeform: Shape 4378">
              <a:extLst>
                <a:ext uri="{FF2B5EF4-FFF2-40B4-BE49-F238E27FC236}">
                  <a16:creationId xmlns:a16="http://schemas.microsoft.com/office/drawing/2014/main" id="{217EED68-5759-E20C-B6B4-8722F23C9234}"/>
                </a:ext>
              </a:extLst>
            </p:cNvPr>
            <p:cNvSpPr/>
            <p:nvPr/>
          </p:nvSpPr>
          <p:spPr>
            <a:xfrm>
              <a:off x="9792674"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80" name="Freeform: Shape 4379">
              <a:extLst>
                <a:ext uri="{FF2B5EF4-FFF2-40B4-BE49-F238E27FC236}">
                  <a16:creationId xmlns:a16="http://schemas.microsoft.com/office/drawing/2014/main" id="{7BBB29FA-28DD-B601-F7D1-555150E91378}"/>
                </a:ext>
              </a:extLst>
            </p:cNvPr>
            <p:cNvSpPr/>
            <p:nvPr/>
          </p:nvSpPr>
          <p:spPr>
            <a:xfrm>
              <a:off x="9906929"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81" name="Freeform: Shape 4380">
              <a:extLst>
                <a:ext uri="{FF2B5EF4-FFF2-40B4-BE49-F238E27FC236}">
                  <a16:creationId xmlns:a16="http://schemas.microsoft.com/office/drawing/2014/main" id="{A53BDB87-A08B-1CF1-837E-85910ED7C32D}"/>
                </a:ext>
              </a:extLst>
            </p:cNvPr>
            <p:cNvSpPr/>
            <p:nvPr/>
          </p:nvSpPr>
          <p:spPr>
            <a:xfrm>
              <a:off x="10021185"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82" name="Freeform: Shape 4381">
              <a:extLst>
                <a:ext uri="{FF2B5EF4-FFF2-40B4-BE49-F238E27FC236}">
                  <a16:creationId xmlns:a16="http://schemas.microsoft.com/office/drawing/2014/main" id="{54AF0504-A098-9639-4E4B-ACDA549E6F08}"/>
                </a:ext>
              </a:extLst>
            </p:cNvPr>
            <p:cNvSpPr/>
            <p:nvPr/>
          </p:nvSpPr>
          <p:spPr>
            <a:xfrm>
              <a:off x="10135441"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83" name="Freeform: Shape 4382">
              <a:extLst>
                <a:ext uri="{FF2B5EF4-FFF2-40B4-BE49-F238E27FC236}">
                  <a16:creationId xmlns:a16="http://schemas.microsoft.com/office/drawing/2014/main" id="{536BAF8A-2137-5D51-10A7-C278DA3869E5}"/>
                </a:ext>
              </a:extLst>
            </p:cNvPr>
            <p:cNvSpPr/>
            <p:nvPr/>
          </p:nvSpPr>
          <p:spPr>
            <a:xfrm>
              <a:off x="10249697"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84" name="Freeform: Shape 4383">
              <a:extLst>
                <a:ext uri="{FF2B5EF4-FFF2-40B4-BE49-F238E27FC236}">
                  <a16:creationId xmlns:a16="http://schemas.microsoft.com/office/drawing/2014/main" id="{8D6C3D99-83DF-0CD9-049F-DDD33840E709}"/>
                </a:ext>
              </a:extLst>
            </p:cNvPr>
            <p:cNvSpPr/>
            <p:nvPr/>
          </p:nvSpPr>
          <p:spPr>
            <a:xfrm>
              <a:off x="10363952"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85" name="Freeform: Shape 4384">
              <a:extLst>
                <a:ext uri="{FF2B5EF4-FFF2-40B4-BE49-F238E27FC236}">
                  <a16:creationId xmlns:a16="http://schemas.microsoft.com/office/drawing/2014/main" id="{B2B60AE1-CEEC-D82D-6A18-821F36A6E4CE}"/>
                </a:ext>
              </a:extLst>
            </p:cNvPr>
            <p:cNvSpPr/>
            <p:nvPr/>
          </p:nvSpPr>
          <p:spPr>
            <a:xfrm>
              <a:off x="10478208" y="468846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86" name="Freeform: Shape 4385">
              <a:extLst>
                <a:ext uri="{FF2B5EF4-FFF2-40B4-BE49-F238E27FC236}">
                  <a16:creationId xmlns:a16="http://schemas.microsoft.com/office/drawing/2014/main" id="{361BF70A-D92B-78DE-2F23-32A2413A1DBF}"/>
                </a:ext>
              </a:extLst>
            </p:cNvPr>
            <p:cNvSpPr/>
            <p:nvPr/>
          </p:nvSpPr>
          <p:spPr>
            <a:xfrm>
              <a:off x="10592464"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87" name="Freeform: Shape 4386">
              <a:extLst>
                <a:ext uri="{FF2B5EF4-FFF2-40B4-BE49-F238E27FC236}">
                  <a16:creationId xmlns:a16="http://schemas.microsoft.com/office/drawing/2014/main" id="{93909B62-114C-F494-44DE-90983704E407}"/>
                </a:ext>
              </a:extLst>
            </p:cNvPr>
            <p:cNvSpPr/>
            <p:nvPr/>
          </p:nvSpPr>
          <p:spPr>
            <a:xfrm>
              <a:off x="10706720"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1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1"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88" name="Freeform: Shape 4387">
              <a:extLst>
                <a:ext uri="{FF2B5EF4-FFF2-40B4-BE49-F238E27FC236}">
                  <a16:creationId xmlns:a16="http://schemas.microsoft.com/office/drawing/2014/main" id="{0AC5BAB5-52C0-09C6-091F-A595F92AB74A}"/>
                </a:ext>
              </a:extLst>
            </p:cNvPr>
            <p:cNvSpPr/>
            <p:nvPr/>
          </p:nvSpPr>
          <p:spPr>
            <a:xfrm>
              <a:off x="10820976" y="4688466"/>
              <a:ext cx="114255" cy="114255"/>
            </a:xfrm>
            <a:custGeom>
              <a:avLst/>
              <a:gdLst>
                <a:gd name="connsiteX0" fmla="*/ 0 w 114255"/>
                <a:gd name="connsiteY0" fmla="*/ 0 h 114255"/>
                <a:gd name="connsiteX1" fmla="*/ 114257 w 114255"/>
                <a:gd name="connsiteY1" fmla="*/ 0 h 114255"/>
                <a:gd name="connsiteX2" fmla="*/ 114257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89" name="Freeform: Shape 4388">
              <a:extLst>
                <a:ext uri="{FF2B5EF4-FFF2-40B4-BE49-F238E27FC236}">
                  <a16:creationId xmlns:a16="http://schemas.microsoft.com/office/drawing/2014/main" id="{CF6B305C-4358-A9B3-F006-F09C9E4185C6}"/>
                </a:ext>
              </a:extLst>
            </p:cNvPr>
            <p:cNvSpPr/>
            <p:nvPr/>
          </p:nvSpPr>
          <p:spPr>
            <a:xfrm>
              <a:off x="10935231"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90" name="Freeform: Shape 4389">
              <a:extLst>
                <a:ext uri="{FF2B5EF4-FFF2-40B4-BE49-F238E27FC236}">
                  <a16:creationId xmlns:a16="http://schemas.microsoft.com/office/drawing/2014/main" id="{3225724B-D9D5-5EB2-B98D-7560B699ED3A}"/>
                </a:ext>
              </a:extLst>
            </p:cNvPr>
            <p:cNvSpPr/>
            <p:nvPr/>
          </p:nvSpPr>
          <p:spPr>
            <a:xfrm>
              <a:off x="11049443"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91" name="Freeform: Shape 4390">
              <a:extLst>
                <a:ext uri="{FF2B5EF4-FFF2-40B4-BE49-F238E27FC236}">
                  <a16:creationId xmlns:a16="http://schemas.microsoft.com/office/drawing/2014/main" id="{EBD2A1BE-255F-CDE7-4136-407DF5CA7572}"/>
                </a:ext>
              </a:extLst>
            </p:cNvPr>
            <p:cNvSpPr/>
            <p:nvPr/>
          </p:nvSpPr>
          <p:spPr>
            <a:xfrm>
              <a:off x="11163699" y="4688466"/>
              <a:ext cx="114255" cy="114255"/>
            </a:xfrm>
            <a:custGeom>
              <a:avLst/>
              <a:gdLst>
                <a:gd name="connsiteX0" fmla="*/ 0 w 114255"/>
                <a:gd name="connsiteY0" fmla="*/ 0 h 114255"/>
                <a:gd name="connsiteX1" fmla="*/ 114257 w 114255"/>
                <a:gd name="connsiteY1" fmla="*/ 0 h 114255"/>
                <a:gd name="connsiteX2" fmla="*/ 114257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92" name="Freeform: Shape 4391">
              <a:extLst>
                <a:ext uri="{FF2B5EF4-FFF2-40B4-BE49-F238E27FC236}">
                  <a16:creationId xmlns:a16="http://schemas.microsoft.com/office/drawing/2014/main" id="{836D4511-F3FD-A8C3-6B49-BA84F89758DA}"/>
                </a:ext>
              </a:extLst>
            </p:cNvPr>
            <p:cNvSpPr/>
            <p:nvPr/>
          </p:nvSpPr>
          <p:spPr>
            <a:xfrm>
              <a:off x="11277955"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93" name="Freeform: Shape 4392">
              <a:extLst>
                <a:ext uri="{FF2B5EF4-FFF2-40B4-BE49-F238E27FC236}">
                  <a16:creationId xmlns:a16="http://schemas.microsoft.com/office/drawing/2014/main" id="{20785B60-FEFA-4FDD-F063-84545B632FC4}"/>
                </a:ext>
              </a:extLst>
            </p:cNvPr>
            <p:cNvSpPr/>
            <p:nvPr/>
          </p:nvSpPr>
          <p:spPr>
            <a:xfrm>
              <a:off x="11392210"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94" name="Freeform: Shape 4393">
              <a:extLst>
                <a:ext uri="{FF2B5EF4-FFF2-40B4-BE49-F238E27FC236}">
                  <a16:creationId xmlns:a16="http://schemas.microsoft.com/office/drawing/2014/main" id="{F5989A40-104B-F294-B2A6-AA4F14770CC7}"/>
                </a:ext>
              </a:extLst>
            </p:cNvPr>
            <p:cNvSpPr/>
            <p:nvPr/>
          </p:nvSpPr>
          <p:spPr>
            <a:xfrm>
              <a:off x="11506466" y="4688466"/>
              <a:ext cx="114255" cy="114255"/>
            </a:xfrm>
            <a:custGeom>
              <a:avLst/>
              <a:gdLst>
                <a:gd name="connsiteX0" fmla="*/ -1 w 114255"/>
                <a:gd name="connsiteY0" fmla="*/ 0 h 114255"/>
                <a:gd name="connsiteX1" fmla="*/ 114256 w 114255"/>
                <a:gd name="connsiteY1" fmla="*/ 0 h 114255"/>
                <a:gd name="connsiteX2" fmla="*/ 114256 w 114255"/>
                <a:gd name="connsiteY2" fmla="*/ 114255 h 114255"/>
                <a:gd name="connsiteX3" fmla="*/ -1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5"/>
                  </a:lnTo>
                  <a:lnTo>
                    <a:pt x="-1"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95" name="Freeform: Shape 4394">
              <a:extLst>
                <a:ext uri="{FF2B5EF4-FFF2-40B4-BE49-F238E27FC236}">
                  <a16:creationId xmlns:a16="http://schemas.microsoft.com/office/drawing/2014/main" id="{C1BD618D-AF06-AB27-8F4B-4B3EE91BB982}"/>
                </a:ext>
              </a:extLst>
            </p:cNvPr>
            <p:cNvSpPr/>
            <p:nvPr/>
          </p:nvSpPr>
          <p:spPr>
            <a:xfrm>
              <a:off x="11620722"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96" name="Freeform: Shape 4395">
              <a:extLst>
                <a:ext uri="{FF2B5EF4-FFF2-40B4-BE49-F238E27FC236}">
                  <a16:creationId xmlns:a16="http://schemas.microsoft.com/office/drawing/2014/main" id="{9CEF4BB0-AEA4-91BF-9E03-D8F6B036771E}"/>
                </a:ext>
              </a:extLst>
            </p:cNvPr>
            <p:cNvSpPr/>
            <p:nvPr/>
          </p:nvSpPr>
          <p:spPr>
            <a:xfrm>
              <a:off x="11734978"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97" name="Freeform: Shape 4396">
              <a:extLst>
                <a:ext uri="{FF2B5EF4-FFF2-40B4-BE49-F238E27FC236}">
                  <a16:creationId xmlns:a16="http://schemas.microsoft.com/office/drawing/2014/main" id="{FADCB57D-91DF-D5EC-CA31-228AB8811748}"/>
                </a:ext>
              </a:extLst>
            </p:cNvPr>
            <p:cNvSpPr/>
            <p:nvPr/>
          </p:nvSpPr>
          <p:spPr>
            <a:xfrm>
              <a:off x="11849233"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98" name="Freeform: Shape 4397">
              <a:extLst>
                <a:ext uri="{FF2B5EF4-FFF2-40B4-BE49-F238E27FC236}">
                  <a16:creationId xmlns:a16="http://schemas.microsoft.com/office/drawing/2014/main" id="{031B0FDA-724B-BE2A-F773-95C8C54CE205}"/>
                </a:ext>
              </a:extLst>
            </p:cNvPr>
            <p:cNvSpPr/>
            <p:nvPr/>
          </p:nvSpPr>
          <p:spPr>
            <a:xfrm>
              <a:off x="11963489"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99" name="Freeform: Shape 4398">
              <a:extLst>
                <a:ext uri="{FF2B5EF4-FFF2-40B4-BE49-F238E27FC236}">
                  <a16:creationId xmlns:a16="http://schemas.microsoft.com/office/drawing/2014/main" id="{A4B2CD82-E44C-23D6-29EE-607DB9D2CCD4}"/>
                </a:ext>
              </a:extLst>
            </p:cNvPr>
            <p:cNvSpPr/>
            <p:nvPr/>
          </p:nvSpPr>
          <p:spPr>
            <a:xfrm>
              <a:off x="12077745" y="4688466"/>
              <a:ext cx="114255" cy="114255"/>
            </a:xfrm>
            <a:custGeom>
              <a:avLst/>
              <a:gdLst>
                <a:gd name="connsiteX0" fmla="*/ 0 w 114255"/>
                <a:gd name="connsiteY0" fmla="*/ 0 h 114255"/>
                <a:gd name="connsiteX1" fmla="*/ 114257 w 114255"/>
                <a:gd name="connsiteY1" fmla="*/ 0 h 114255"/>
                <a:gd name="connsiteX2" fmla="*/ 114257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400" name="Freeform: Shape 4399">
              <a:extLst>
                <a:ext uri="{FF2B5EF4-FFF2-40B4-BE49-F238E27FC236}">
                  <a16:creationId xmlns:a16="http://schemas.microsoft.com/office/drawing/2014/main" id="{8D83E20E-B593-1E21-F185-8CE3174C9A83}"/>
                </a:ext>
              </a:extLst>
            </p:cNvPr>
            <p:cNvSpPr/>
            <p:nvPr/>
          </p:nvSpPr>
          <p:spPr>
            <a:xfrm>
              <a:off x="7279135" y="480272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01" name="Freeform: Shape 4400">
              <a:extLst>
                <a:ext uri="{FF2B5EF4-FFF2-40B4-BE49-F238E27FC236}">
                  <a16:creationId xmlns:a16="http://schemas.microsoft.com/office/drawing/2014/main" id="{A2AE4303-BF5D-4364-E4D6-EA39548099A6}"/>
                </a:ext>
              </a:extLst>
            </p:cNvPr>
            <p:cNvSpPr/>
            <p:nvPr/>
          </p:nvSpPr>
          <p:spPr>
            <a:xfrm>
              <a:off x="7393391"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02" name="Freeform: Shape 4401">
              <a:extLst>
                <a:ext uri="{FF2B5EF4-FFF2-40B4-BE49-F238E27FC236}">
                  <a16:creationId xmlns:a16="http://schemas.microsoft.com/office/drawing/2014/main" id="{9A78BE4D-206C-3F3E-C299-F1FD33989DEF}"/>
                </a:ext>
              </a:extLst>
            </p:cNvPr>
            <p:cNvSpPr/>
            <p:nvPr/>
          </p:nvSpPr>
          <p:spPr>
            <a:xfrm>
              <a:off x="7507646"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03" name="Freeform: Shape 4402">
              <a:extLst>
                <a:ext uri="{FF2B5EF4-FFF2-40B4-BE49-F238E27FC236}">
                  <a16:creationId xmlns:a16="http://schemas.microsoft.com/office/drawing/2014/main" id="{D256BF55-9AB5-44B0-C27E-43AB89DB82B4}"/>
                </a:ext>
              </a:extLst>
            </p:cNvPr>
            <p:cNvSpPr/>
            <p:nvPr/>
          </p:nvSpPr>
          <p:spPr>
            <a:xfrm>
              <a:off x="7621902"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04" name="Freeform: Shape 4403">
              <a:extLst>
                <a:ext uri="{FF2B5EF4-FFF2-40B4-BE49-F238E27FC236}">
                  <a16:creationId xmlns:a16="http://schemas.microsoft.com/office/drawing/2014/main" id="{8D743AAA-EF33-7E8F-64EE-04F636B20C84}"/>
                </a:ext>
              </a:extLst>
            </p:cNvPr>
            <p:cNvSpPr/>
            <p:nvPr/>
          </p:nvSpPr>
          <p:spPr>
            <a:xfrm>
              <a:off x="7736158" y="480272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05" name="Freeform: Shape 4404">
              <a:extLst>
                <a:ext uri="{FF2B5EF4-FFF2-40B4-BE49-F238E27FC236}">
                  <a16:creationId xmlns:a16="http://schemas.microsoft.com/office/drawing/2014/main" id="{514077DC-6F15-EB1C-65BC-F3D9BF9829EC}"/>
                </a:ext>
              </a:extLst>
            </p:cNvPr>
            <p:cNvSpPr/>
            <p:nvPr/>
          </p:nvSpPr>
          <p:spPr>
            <a:xfrm>
              <a:off x="7850414"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06" name="Freeform: Shape 4405">
              <a:extLst>
                <a:ext uri="{FF2B5EF4-FFF2-40B4-BE49-F238E27FC236}">
                  <a16:creationId xmlns:a16="http://schemas.microsoft.com/office/drawing/2014/main" id="{8FCA12DD-1A18-7EEB-A111-C08D09F1304C}"/>
                </a:ext>
              </a:extLst>
            </p:cNvPr>
            <p:cNvSpPr/>
            <p:nvPr/>
          </p:nvSpPr>
          <p:spPr>
            <a:xfrm>
              <a:off x="7964669"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07" name="Freeform: Shape 4406">
              <a:extLst>
                <a:ext uri="{FF2B5EF4-FFF2-40B4-BE49-F238E27FC236}">
                  <a16:creationId xmlns:a16="http://schemas.microsoft.com/office/drawing/2014/main" id="{B1B63A4C-2F9B-D55A-EB19-6F7F75F5B914}"/>
                </a:ext>
              </a:extLst>
            </p:cNvPr>
            <p:cNvSpPr/>
            <p:nvPr/>
          </p:nvSpPr>
          <p:spPr>
            <a:xfrm>
              <a:off x="8078925" y="480272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08" name="Freeform: Shape 4407">
              <a:extLst>
                <a:ext uri="{FF2B5EF4-FFF2-40B4-BE49-F238E27FC236}">
                  <a16:creationId xmlns:a16="http://schemas.microsoft.com/office/drawing/2014/main" id="{6D282BEA-450C-14DF-196A-A43D879C0036}"/>
                </a:ext>
              </a:extLst>
            </p:cNvPr>
            <p:cNvSpPr/>
            <p:nvPr/>
          </p:nvSpPr>
          <p:spPr>
            <a:xfrm>
              <a:off x="8193181"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09" name="Freeform: Shape 4408">
              <a:extLst>
                <a:ext uri="{FF2B5EF4-FFF2-40B4-BE49-F238E27FC236}">
                  <a16:creationId xmlns:a16="http://schemas.microsoft.com/office/drawing/2014/main" id="{0BE36B5D-AFB2-8F4A-3574-55C5F7142D97}"/>
                </a:ext>
              </a:extLst>
            </p:cNvPr>
            <p:cNvSpPr/>
            <p:nvPr/>
          </p:nvSpPr>
          <p:spPr>
            <a:xfrm>
              <a:off x="8307437"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10" name="Freeform: Shape 4409">
              <a:extLst>
                <a:ext uri="{FF2B5EF4-FFF2-40B4-BE49-F238E27FC236}">
                  <a16:creationId xmlns:a16="http://schemas.microsoft.com/office/drawing/2014/main" id="{FB908350-BA31-0BE4-AF91-5DBBECBFBAB0}"/>
                </a:ext>
              </a:extLst>
            </p:cNvPr>
            <p:cNvSpPr/>
            <p:nvPr/>
          </p:nvSpPr>
          <p:spPr>
            <a:xfrm>
              <a:off x="8421648"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11" name="Freeform: Shape 4410">
              <a:extLst>
                <a:ext uri="{FF2B5EF4-FFF2-40B4-BE49-F238E27FC236}">
                  <a16:creationId xmlns:a16="http://schemas.microsoft.com/office/drawing/2014/main" id="{C73C11CC-80A0-7043-BC7F-699090D3BB8A}"/>
                </a:ext>
              </a:extLst>
            </p:cNvPr>
            <p:cNvSpPr/>
            <p:nvPr/>
          </p:nvSpPr>
          <p:spPr>
            <a:xfrm>
              <a:off x="8535904"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12" name="Freeform: Shape 4411">
              <a:extLst>
                <a:ext uri="{FF2B5EF4-FFF2-40B4-BE49-F238E27FC236}">
                  <a16:creationId xmlns:a16="http://schemas.microsoft.com/office/drawing/2014/main" id="{167ED271-0387-1C3C-DED5-015A4FDD2145}"/>
                </a:ext>
              </a:extLst>
            </p:cNvPr>
            <p:cNvSpPr/>
            <p:nvPr/>
          </p:nvSpPr>
          <p:spPr>
            <a:xfrm>
              <a:off x="8650160"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13" name="Freeform: Shape 4412">
              <a:extLst>
                <a:ext uri="{FF2B5EF4-FFF2-40B4-BE49-F238E27FC236}">
                  <a16:creationId xmlns:a16="http://schemas.microsoft.com/office/drawing/2014/main" id="{E8D8C2A2-AE07-F98B-2F5D-A5A7784C923B}"/>
                </a:ext>
              </a:extLst>
            </p:cNvPr>
            <p:cNvSpPr/>
            <p:nvPr/>
          </p:nvSpPr>
          <p:spPr>
            <a:xfrm>
              <a:off x="8764416"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14" name="Freeform: Shape 4413">
              <a:extLst>
                <a:ext uri="{FF2B5EF4-FFF2-40B4-BE49-F238E27FC236}">
                  <a16:creationId xmlns:a16="http://schemas.microsoft.com/office/drawing/2014/main" id="{1872EE55-DCCA-0C73-E3AD-94210594FF9B}"/>
                </a:ext>
              </a:extLst>
            </p:cNvPr>
            <p:cNvSpPr/>
            <p:nvPr/>
          </p:nvSpPr>
          <p:spPr>
            <a:xfrm>
              <a:off x="8878671" y="480272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15" name="Freeform: Shape 4414">
              <a:extLst>
                <a:ext uri="{FF2B5EF4-FFF2-40B4-BE49-F238E27FC236}">
                  <a16:creationId xmlns:a16="http://schemas.microsoft.com/office/drawing/2014/main" id="{BC8A0969-A1E1-18BF-B956-10CA9653FBBD}"/>
                </a:ext>
              </a:extLst>
            </p:cNvPr>
            <p:cNvSpPr/>
            <p:nvPr/>
          </p:nvSpPr>
          <p:spPr>
            <a:xfrm>
              <a:off x="8992927"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16" name="Freeform: Shape 4415">
              <a:extLst>
                <a:ext uri="{FF2B5EF4-FFF2-40B4-BE49-F238E27FC236}">
                  <a16:creationId xmlns:a16="http://schemas.microsoft.com/office/drawing/2014/main" id="{483F7682-3875-CFA0-510E-52826B60136C}"/>
                </a:ext>
              </a:extLst>
            </p:cNvPr>
            <p:cNvSpPr/>
            <p:nvPr/>
          </p:nvSpPr>
          <p:spPr>
            <a:xfrm>
              <a:off x="9107183"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17" name="Freeform: Shape 4416">
              <a:extLst>
                <a:ext uri="{FF2B5EF4-FFF2-40B4-BE49-F238E27FC236}">
                  <a16:creationId xmlns:a16="http://schemas.microsoft.com/office/drawing/2014/main" id="{4F9663E1-0167-BE99-3B6B-F4F6E5F10E63}"/>
                </a:ext>
              </a:extLst>
            </p:cNvPr>
            <p:cNvSpPr/>
            <p:nvPr/>
          </p:nvSpPr>
          <p:spPr>
            <a:xfrm>
              <a:off x="9221439"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18" name="Freeform: Shape 4417">
              <a:extLst>
                <a:ext uri="{FF2B5EF4-FFF2-40B4-BE49-F238E27FC236}">
                  <a16:creationId xmlns:a16="http://schemas.microsoft.com/office/drawing/2014/main" id="{48776A34-B663-0B7D-0EBF-95F19B5D4B3E}"/>
                </a:ext>
              </a:extLst>
            </p:cNvPr>
            <p:cNvSpPr/>
            <p:nvPr/>
          </p:nvSpPr>
          <p:spPr>
            <a:xfrm>
              <a:off x="9335695" y="480272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19" name="Freeform: Shape 4418">
              <a:extLst>
                <a:ext uri="{FF2B5EF4-FFF2-40B4-BE49-F238E27FC236}">
                  <a16:creationId xmlns:a16="http://schemas.microsoft.com/office/drawing/2014/main" id="{648E0913-0B77-E19A-B350-92C30D6428A7}"/>
                </a:ext>
              </a:extLst>
            </p:cNvPr>
            <p:cNvSpPr/>
            <p:nvPr/>
          </p:nvSpPr>
          <p:spPr>
            <a:xfrm>
              <a:off x="9449950"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20" name="Freeform: Shape 4419">
              <a:extLst>
                <a:ext uri="{FF2B5EF4-FFF2-40B4-BE49-F238E27FC236}">
                  <a16:creationId xmlns:a16="http://schemas.microsoft.com/office/drawing/2014/main" id="{FBEF017B-A60F-C461-CFDB-A0487DB3F9CE}"/>
                </a:ext>
              </a:extLst>
            </p:cNvPr>
            <p:cNvSpPr/>
            <p:nvPr/>
          </p:nvSpPr>
          <p:spPr>
            <a:xfrm>
              <a:off x="9564206"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21" name="Freeform: Shape 4420">
              <a:extLst>
                <a:ext uri="{FF2B5EF4-FFF2-40B4-BE49-F238E27FC236}">
                  <a16:creationId xmlns:a16="http://schemas.microsoft.com/office/drawing/2014/main" id="{2443012A-6623-3F2B-A2CB-0A1DF4A936BD}"/>
                </a:ext>
              </a:extLst>
            </p:cNvPr>
            <p:cNvSpPr/>
            <p:nvPr/>
          </p:nvSpPr>
          <p:spPr>
            <a:xfrm>
              <a:off x="9678418" y="480272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22" name="Freeform: Shape 4421">
              <a:extLst>
                <a:ext uri="{FF2B5EF4-FFF2-40B4-BE49-F238E27FC236}">
                  <a16:creationId xmlns:a16="http://schemas.microsoft.com/office/drawing/2014/main" id="{803DF05E-235E-6209-DCB5-F273CE398F64}"/>
                </a:ext>
              </a:extLst>
            </p:cNvPr>
            <p:cNvSpPr/>
            <p:nvPr/>
          </p:nvSpPr>
          <p:spPr>
            <a:xfrm>
              <a:off x="9792674"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23" name="Freeform: Shape 4422">
              <a:extLst>
                <a:ext uri="{FF2B5EF4-FFF2-40B4-BE49-F238E27FC236}">
                  <a16:creationId xmlns:a16="http://schemas.microsoft.com/office/drawing/2014/main" id="{EB7F09C0-9CE0-7FCF-5FD1-FEC128888D62}"/>
                </a:ext>
              </a:extLst>
            </p:cNvPr>
            <p:cNvSpPr/>
            <p:nvPr/>
          </p:nvSpPr>
          <p:spPr>
            <a:xfrm>
              <a:off x="9906929"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24" name="Freeform: Shape 4423">
              <a:extLst>
                <a:ext uri="{FF2B5EF4-FFF2-40B4-BE49-F238E27FC236}">
                  <a16:creationId xmlns:a16="http://schemas.microsoft.com/office/drawing/2014/main" id="{FD4D2EBA-C781-FAE0-06CD-D61872F5BE07}"/>
                </a:ext>
              </a:extLst>
            </p:cNvPr>
            <p:cNvSpPr/>
            <p:nvPr/>
          </p:nvSpPr>
          <p:spPr>
            <a:xfrm>
              <a:off x="10021185"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25" name="Freeform: Shape 4424">
              <a:extLst>
                <a:ext uri="{FF2B5EF4-FFF2-40B4-BE49-F238E27FC236}">
                  <a16:creationId xmlns:a16="http://schemas.microsoft.com/office/drawing/2014/main" id="{2CBFDE40-2592-FEE6-4700-2CC6EF975390}"/>
                </a:ext>
              </a:extLst>
            </p:cNvPr>
            <p:cNvSpPr/>
            <p:nvPr/>
          </p:nvSpPr>
          <p:spPr>
            <a:xfrm>
              <a:off x="10135441"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26" name="Freeform: Shape 4425">
              <a:extLst>
                <a:ext uri="{FF2B5EF4-FFF2-40B4-BE49-F238E27FC236}">
                  <a16:creationId xmlns:a16="http://schemas.microsoft.com/office/drawing/2014/main" id="{7C6A5818-1776-2D95-591F-E1D9BD303B87}"/>
                </a:ext>
              </a:extLst>
            </p:cNvPr>
            <p:cNvSpPr/>
            <p:nvPr/>
          </p:nvSpPr>
          <p:spPr>
            <a:xfrm>
              <a:off x="10249697"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27" name="Freeform: Shape 4426">
              <a:extLst>
                <a:ext uri="{FF2B5EF4-FFF2-40B4-BE49-F238E27FC236}">
                  <a16:creationId xmlns:a16="http://schemas.microsoft.com/office/drawing/2014/main" id="{B6713E31-6FCB-9F07-5F91-676FB021B21D}"/>
                </a:ext>
              </a:extLst>
            </p:cNvPr>
            <p:cNvSpPr/>
            <p:nvPr/>
          </p:nvSpPr>
          <p:spPr>
            <a:xfrm>
              <a:off x="10363952"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28" name="Freeform: Shape 4427">
              <a:extLst>
                <a:ext uri="{FF2B5EF4-FFF2-40B4-BE49-F238E27FC236}">
                  <a16:creationId xmlns:a16="http://schemas.microsoft.com/office/drawing/2014/main" id="{1710B8B5-DB9B-D0B9-538A-FE1CAB50907A}"/>
                </a:ext>
              </a:extLst>
            </p:cNvPr>
            <p:cNvSpPr/>
            <p:nvPr/>
          </p:nvSpPr>
          <p:spPr>
            <a:xfrm>
              <a:off x="10478208" y="480272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29" name="Freeform: Shape 4428">
              <a:extLst>
                <a:ext uri="{FF2B5EF4-FFF2-40B4-BE49-F238E27FC236}">
                  <a16:creationId xmlns:a16="http://schemas.microsoft.com/office/drawing/2014/main" id="{87903F6F-2C15-74F9-42D9-E7E34CE838EA}"/>
                </a:ext>
              </a:extLst>
            </p:cNvPr>
            <p:cNvSpPr/>
            <p:nvPr/>
          </p:nvSpPr>
          <p:spPr>
            <a:xfrm>
              <a:off x="10592464"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30" name="Freeform: Shape 4429">
              <a:extLst>
                <a:ext uri="{FF2B5EF4-FFF2-40B4-BE49-F238E27FC236}">
                  <a16:creationId xmlns:a16="http://schemas.microsoft.com/office/drawing/2014/main" id="{D98840D3-6170-0D79-A927-EEE2F007F78D}"/>
                </a:ext>
              </a:extLst>
            </p:cNvPr>
            <p:cNvSpPr/>
            <p:nvPr/>
          </p:nvSpPr>
          <p:spPr>
            <a:xfrm>
              <a:off x="10706720"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31" name="Freeform: Shape 4430">
              <a:extLst>
                <a:ext uri="{FF2B5EF4-FFF2-40B4-BE49-F238E27FC236}">
                  <a16:creationId xmlns:a16="http://schemas.microsoft.com/office/drawing/2014/main" id="{5A6BF291-64F5-F2BB-E3B0-31A0C21C4850}"/>
                </a:ext>
              </a:extLst>
            </p:cNvPr>
            <p:cNvSpPr/>
            <p:nvPr/>
          </p:nvSpPr>
          <p:spPr>
            <a:xfrm>
              <a:off x="10820976" y="4802722"/>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32" name="Freeform: Shape 4431">
              <a:extLst>
                <a:ext uri="{FF2B5EF4-FFF2-40B4-BE49-F238E27FC236}">
                  <a16:creationId xmlns:a16="http://schemas.microsoft.com/office/drawing/2014/main" id="{6EF5B3D0-7FB9-854C-42A0-269B5E773B0C}"/>
                </a:ext>
              </a:extLst>
            </p:cNvPr>
            <p:cNvSpPr/>
            <p:nvPr/>
          </p:nvSpPr>
          <p:spPr>
            <a:xfrm>
              <a:off x="10935231"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33" name="Freeform: Shape 4432">
              <a:extLst>
                <a:ext uri="{FF2B5EF4-FFF2-40B4-BE49-F238E27FC236}">
                  <a16:creationId xmlns:a16="http://schemas.microsoft.com/office/drawing/2014/main" id="{A9B450F8-C120-AB02-0E2C-77B57AA2BBD3}"/>
                </a:ext>
              </a:extLst>
            </p:cNvPr>
            <p:cNvSpPr/>
            <p:nvPr/>
          </p:nvSpPr>
          <p:spPr>
            <a:xfrm>
              <a:off x="11049443"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34" name="Freeform: Shape 4433">
              <a:extLst>
                <a:ext uri="{FF2B5EF4-FFF2-40B4-BE49-F238E27FC236}">
                  <a16:creationId xmlns:a16="http://schemas.microsoft.com/office/drawing/2014/main" id="{442C9D81-F062-402B-C6D3-C910A27D25FA}"/>
                </a:ext>
              </a:extLst>
            </p:cNvPr>
            <p:cNvSpPr/>
            <p:nvPr/>
          </p:nvSpPr>
          <p:spPr>
            <a:xfrm>
              <a:off x="11163699" y="4802722"/>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35" name="Freeform: Shape 4434">
              <a:extLst>
                <a:ext uri="{FF2B5EF4-FFF2-40B4-BE49-F238E27FC236}">
                  <a16:creationId xmlns:a16="http://schemas.microsoft.com/office/drawing/2014/main" id="{237BA4A1-4859-2070-1317-ABD518234B74}"/>
                </a:ext>
              </a:extLst>
            </p:cNvPr>
            <p:cNvSpPr/>
            <p:nvPr/>
          </p:nvSpPr>
          <p:spPr>
            <a:xfrm>
              <a:off x="11277955"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36" name="Freeform: Shape 4435">
              <a:extLst>
                <a:ext uri="{FF2B5EF4-FFF2-40B4-BE49-F238E27FC236}">
                  <a16:creationId xmlns:a16="http://schemas.microsoft.com/office/drawing/2014/main" id="{0D4832DB-AB35-A4C7-5450-A80C0BE1E44E}"/>
                </a:ext>
              </a:extLst>
            </p:cNvPr>
            <p:cNvSpPr/>
            <p:nvPr/>
          </p:nvSpPr>
          <p:spPr>
            <a:xfrm>
              <a:off x="11392210"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37" name="Freeform: Shape 4436">
              <a:extLst>
                <a:ext uri="{FF2B5EF4-FFF2-40B4-BE49-F238E27FC236}">
                  <a16:creationId xmlns:a16="http://schemas.microsoft.com/office/drawing/2014/main" id="{941B8715-F783-EBF4-896C-BB46BEE098C9}"/>
                </a:ext>
              </a:extLst>
            </p:cNvPr>
            <p:cNvSpPr/>
            <p:nvPr/>
          </p:nvSpPr>
          <p:spPr>
            <a:xfrm>
              <a:off x="11506466" y="4802722"/>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38" name="Freeform: Shape 4437">
              <a:extLst>
                <a:ext uri="{FF2B5EF4-FFF2-40B4-BE49-F238E27FC236}">
                  <a16:creationId xmlns:a16="http://schemas.microsoft.com/office/drawing/2014/main" id="{EFECE072-88AF-FB16-BACE-AD17E7A24E3A}"/>
                </a:ext>
              </a:extLst>
            </p:cNvPr>
            <p:cNvSpPr/>
            <p:nvPr/>
          </p:nvSpPr>
          <p:spPr>
            <a:xfrm>
              <a:off x="11620722"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39" name="Freeform: Shape 4438">
              <a:extLst>
                <a:ext uri="{FF2B5EF4-FFF2-40B4-BE49-F238E27FC236}">
                  <a16:creationId xmlns:a16="http://schemas.microsoft.com/office/drawing/2014/main" id="{FEEC823B-778C-025B-7123-CA61854D8FE1}"/>
                </a:ext>
              </a:extLst>
            </p:cNvPr>
            <p:cNvSpPr/>
            <p:nvPr/>
          </p:nvSpPr>
          <p:spPr>
            <a:xfrm>
              <a:off x="11734978"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40" name="Freeform: Shape 4439">
              <a:extLst>
                <a:ext uri="{FF2B5EF4-FFF2-40B4-BE49-F238E27FC236}">
                  <a16:creationId xmlns:a16="http://schemas.microsoft.com/office/drawing/2014/main" id="{B254346D-C8B4-A1EB-277D-9D1C4EE36250}"/>
                </a:ext>
              </a:extLst>
            </p:cNvPr>
            <p:cNvSpPr/>
            <p:nvPr/>
          </p:nvSpPr>
          <p:spPr>
            <a:xfrm>
              <a:off x="11849233"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41" name="Freeform: Shape 4440">
              <a:extLst>
                <a:ext uri="{FF2B5EF4-FFF2-40B4-BE49-F238E27FC236}">
                  <a16:creationId xmlns:a16="http://schemas.microsoft.com/office/drawing/2014/main" id="{81F1D2BF-9063-EE3F-5B21-46DF90410CD8}"/>
                </a:ext>
              </a:extLst>
            </p:cNvPr>
            <p:cNvSpPr/>
            <p:nvPr/>
          </p:nvSpPr>
          <p:spPr>
            <a:xfrm>
              <a:off x="11963489"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42" name="Freeform: Shape 4441">
              <a:extLst>
                <a:ext uri="{FF2B5EF4-FFF2-40B4-BE49-F238E27FC236}">
                  <a16:creationId xmlns:a16="http://schemas.microsoft.com/office/drawing/2014/main" id="{42CA1D85-07B1-0F6A-EFC7-0D6F63D50464}"/>
                </a:ext>
              </a:extLst>
            </p:cNvPr>
            <p:cNvSpPr/>
            <p:nvPr/>
          </p:nvSpPr>
          <p:spPr>
            <a:xfrm>
              <a:off x="12077745" y="4802722"/>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43" name="Freeform: Shape 4442">
              <a:extLst>
                <a:ext uri="{FF2B5EF4-FFF2-40B4-BE49-F238E27FC236}">
                  <a16:creationId xmlns:a16="http://schemas.microsoft.com/office/drawing/2014/main" id="{13AE7042-2C5B-70F1-B46F-CE1C17A061C4}"/>
                </a:ext>
              </a:extLst>
            </p:cNvPr>
            <p:cNvSpPr/>
            <p:nvPr/>
          </p:nvSpPr>
          <p:spPr>
            <a:xfrm>
              <a:off x="7279135" y="491697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44" name="Freeform: Shape 4443">
              <a:extLst>
                <a:ext uri="{FF2B5EF4-FFF2-40B4-BE49-F238E27FC236}">
                  <a16:creationId xmlns:a16="http://schemas.microsoft.com/office/drawing/2014/main" id="{55C90D4A-B003-983E-F7D9-94D8536D4099}"/>
                </a:ext>
              </a:extLst>
            </p:cNvPr>
            <p:cNvSpPr/>
            <p:nvPr/>
          </p:nvSpPr>
          <p:spPr>
            <a:xfrm>
              <a:off x="7393391"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45" name="Freeform: Shape 4444">
              <a:extLst>
                <a:ext uri="{FF2B5EF4-FFF2-40B4-BE49-F238E27FC236}">
                  <a16:creationId xmlns:a16="http://schemas.microsoft.com/office/drawing/2014/main" id="{82182171-D724-3EFA-A823-050A63936D21}"/>
                </a:ext>
              </a:extLst>
            </p:cNvPr>
            <p:cNvSpPr/>
            <p:nvPr/>
          </p:nvSpPr>
          <p:spPr>
            <a:xfrm>
              <a:off x="7507646"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46" name="Freeform: Shape 4445">
              <a:extLst>
                <a:ext uri="{FF2B5EF4-FFF2-40B4-BE49-F238E27FC236}">
                  <a16:creationId xmlns:a16="http://schemas.microsoft.com/office/drawing/2014/main" id="{599ED417-644B-E64B-6B94-016E6A39F850}"/>
                </a:ext>
              </a:extLst>
            </p:cNvPr>
            <p:cNvSpPr/>
            <p:nvPr/>
          </p:nvSpPr>
          <p:spPr>
            <a:xfrm>
              <a:off x="7621902"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47" name="Freeform: Shape 4446">
              <a:extLst>
                <a:ext uri="{FF2B5EF4-FFF2-40B4-BE49-F238E27FC236}">
                  <a16:creationId xmlns:a16="http://schemas.microsoft.com/office/drawing/2014/main" id="{7BD8FE33-F8A9-B916-7521-A6DABF9CA7B3}"/>
                </a:ext>
              </a:extLst>
            </p:cNvPr>
            <p:cNvSpPr/>
            <p:nvPr/>
          </p:nvSpPr>
          <p:spPr>
            <a:xfrm>
              <a:off x="7736158" y="491697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48" name="Freeform: Shape 4447">
              <a:extLst>
                <a:ext uri="{FF2B5EF4-FFF2-40B4-BE49-F238E27FC236}">
                  <a16:creationId xmlns:a16="http://schemas.microsoft.com/office/drawing/2014/main" id="{24119FDE-BAFA-5D17-B128-6B80371033EA}"/>
                </a:ext>
              </a:extLst>
            </p:cNvPr>
            <p:cNvSpPr/>
            <p:nvPr/>
          </p:nvSpPr>
          <p:spPr>
            <a:xfrm>
              <a:off x="7850414"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49" name="Freeform: Shape 4448">
              <a:extLst>
                <a:ext uri="{FF2B5EF4-FFF2-40B4-BE49-F238E27FC236}">
                  <a16:creationId xmlns:a16="http://schemas.microsoft.com/office/drawing/2014/main" id="{2C39ADC2-9DE6-3B5F-9D18-A768FACFB09E}"/>
                </a:ext>
              </a:extLst>
            </p:cNvPr>
            <p:cNvSpPr/>
            <p:nvPr/>
          </p:nvSpPr>
          <p:spPr>
            <a:xfrm>
              <a:off x="7964669"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50" name="Freeform: Shape 4449">
              <a:extLst>
                <a:ext uri="{FF2B5EF4-FFF2-40B4-BE49-F238E27FC236}">
                  <a16:creationId xmlns:a16="http://schemas.microsoft.com/office/drawing/2014/main" id="{552A92C9-B18F-C3FD-EC9A-17021BA3A161}"/>
                </a:ext>
              </a:extLst>
            </p:cNvPr>
            <p:cNvSpPr/>
            <p:nvPr/>
          </p:nvSpPr>
          <p:spPr>
            <a:xfrm>
              <a:off x="8078925" y="491697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51" name="Freeform: Shape 4450">
              <a:extLst>
                <a:ext uri="{FF2B5EF4-FFF2-40B4-BE49-F238E27FC236}">
                  <a16:creationId xmlns:a16="http://schemas.microsoft.com/office/drawing/2014/main" id="{C1F5E2B0-9715-6224-6929-3B6ADB687DF8}"/>
                </a:ext>
              </a:extLst>
            </p:cNvPr>
            <p:cNvSpPr/>
            <p:nvPr/>
          </p:nvSpPr>
          <p:spPr>
            <a:xfrm>
              <a:off x="8193181"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52" name="Freeform: Shape 4451">
              <a:extLst>
                <a:ext uri="{FF2B5EF4-FFF2-40B4-BE49-F238E27FC236}">
                  <a16:creationId xmlns:a16="http://schemas.microsoft.com/office/drawing/2014/main" id="{93CC831E-F8EB-906B-00C6-BEA25A15BA10}"/>
                </a:ext>
              </a:extLst>
            </p:cNvPr>
            <p:cNvSpPr/>
            <p:nvPr/>
          </p:nvSpPr>
          <p:spPr>
            <a:xfrm>
              <a:off x="8307437"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53" name="Freeform: Shape 4452">
              <a:extLst>
                <a:ext uri="{FF2B5EF4-FFF2-40B4-BE49-F238E27FC236}">
                  <a16:creationId xmlns:a16="http://schemas.microsoft.com/office/drawing/2014/main" id="{F01765EC-A648-E96D-2FE8-D77A95298FDA}"/>
                </a:ext>
              </a:extLst>
            </p:cNvPr>
            <p:cNvSpPr/>
            <p:nvPr/>
          </p:nvSpPr>
          <p:spPr>
            <a:xfrm>
              <a:off x="8421648"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54" name="Freeform: Shape 4453">
              <a:extLst>
                <a:ext uri="{FF2B5EF4-FFF2-40B4-BE49-F238E27FC236}">
                  <a16:creationId xmlns:a16="http://schemas.microsoft.com/office/drawing/2014/main" id="{68BFB695-6A21-DCE2-D460-FE552DDA784C}"/>
                </a:ext>
              </a:extLst>
            </p:cNvPr>
            <p:cNvSpPr/>
            <p:nvPr/>
          </p:nvSpPr>
          <p:spPr>
            <a:xfrm>
              <a:off x="8535904"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55" name="Freeform: Shape 4454">
              <a:extLst>
                <a:ext uri="{FF2B5EF4-FFF2-40B4-BE49-F238E27FC236}">
                  <a16:creationId xmlns:a16="http://schemas.microsoft.com/office/drawing/2014/main" id="{F21148C1-1ACF-52E9-0AEE-2C71EA046FAC}"/>
                </a:ext>
              </a:extLst>
            </p:cNvPr>
            <p:cNvSpPr/>
            <p:nvPr/>
          </p:nvSpPr>
          <p:spPr>
            <a:xfrm>
              <a:off x="8650160"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56" name="Freeform: Shape 4455">
              <a:extLst>
                <a:ext uri="{FF2B5EF4-FFF2-40B4-BE49-F238E27FC236}">
                  <a16:creationId xmlns:a16="http://schemas.microsoft.com/office/drawing/2014/main" id="{E332657B-AB1A-D639-2D9A-0827DD21259C}"/>
                </a:ext>
              </a:extLst>
            </p:cNvPr>
            <p:cNvSpPr/>
            <p:nvPr/>
          </p:nvSpPr>
          <p:spPr>
            <a:xfrm>
              <a:off x="8764416"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57" name="Freeform: Shape 4456">
              <a:extLst>
                <a:ext uri="{FF2B5EF4-FFF2-40B4-BE49-F238E27FC236}">
                  <a16:creationId xmlns:a16="http://schemas.microsoft.com/office/drawing/2014/main" id="{0E75FB33-17B3-1857-65A1-127FEC0F4A72}"/>
                </a:ext>
              </a:extLst>
            </p:cNvPr>
            <p:cNvSpPr/>
            <p:nvPr/>
          </p:nvSpPr>
          <p:spPr>
            <a:xfrm>
              <a:off x="8878671" y="491697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58" name="Freeform: Shape 4457">
              <a:extLst>
                <a:ext uri="{FF2B5EF4-FFF2-40B4-BE49-F238E27FC236}">
                  <a16:creationId xmlns:a16="http://schemas.microsoft.com/office/drawing/2014/main" id="{E72820FF-45C5-69C4-4FE8-2587B7B03D5C}"/>
                </a:ext>
              </a:extLst>
            </p:cNvPr>
            <p:cNvSpPr/>
            <p:nvPr/>
          </p:nvSpPr>
          <p:spPr>
            <a:xfrm>
              <a:off x="8992927"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59" name="Freeform: Shape 4458">
              <a:extLst>
                <a:ext uri="{FF2B5EF4-FFF2-40B4-BE49-F238E27FC236}">
                  <a16:creationId xmlns:a16="http://schemas.microsoft.com/office/drawing/2014/main" id="{FDEED3A4-3EC7-A917-CDA8-0A77AD9D03DD}"/>
                </a:ext>
              </a:extLst>
            </p:cNvPr>
            <p:cNvSpPr/>
            <p:nvPr/>
          </p:nvSpPr>
          <p:spPr>
            <a:xfrm>
              <a:off x="9107183"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60" name="Freeform: Shape 4459">
              <a:extLst>
                <a:ext uri="{FF2B5EF4-FFF2-40B4-BE49-F238E27FC236}">
                  <a16:creationId xmlns:a16="http://schemas.microsoft.com/office/drawing/2014/main" id="{43E2CCF2-F042-447D-05C6-B2B8C75B23B4}"/>
                </a:ext>
              </a:extLst>
            </p:cNvPr>
            <p:cNvSpPr/>
            <p:nvPr/>
          </p:nvSpPr>
          <p:spPr>
            <a:xfrm>
              <a:off x="9221439"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61" name="Freeform: Shape 4460">
              <a:extLst>
                <a:ext uri="{FF2B5EF4-FFF2-40B4-BE49-F238E27FC236}">
                  <a16:creationId xmlns:a16="http://schemas.microsoft.com/office/drawing/2014/main" id="{C00ABF8E-EBEC-3F13-E005-9DC4662637C3}"/>
                </a:ext>
              </a:extLst>
            </p:cNvPr>
            <p:cNvSpPr/>
            <p:nvPr/>
          </p:nvSpPr>
          <p:spPr>
            <a:xfrm>
              <a:off x="9335695" y="491697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62" name="Freeform: Shape 4461">
              <a:extLst>
                <a:ext uri="{FF2B5EF4-FFF2-40B4-BE49-F238E27FC236}">
                  <a16:creationId xmlns:a16="http://schemas.microsoft.com/office/drawing/2014/main" id="{975EBD13-AD96-BADC-E3E2-55089943AD25}"/>
                </a:ext>
              </a:extLst>
            </p:cNvPr>
            <p:cNvSpPr/>
            <p:nvPr/>
          </p:nvSpPr>
          <p:spPr>
            <a:xfrm>
              <a:off x="9449950"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63" name="Freeform: Shape 4462">
              <a:extLst>
                <a:ext uri="{FF2B5EF4-FFF2-40B4-BE49-F238E27FC236}">
                  <a16:creationId xmlns:a16="http://schemas.microsoft.com/office/drawing/2014/main" id="{707ACE28-D1AF-A3F5-F3DE-F51D483B9CE3}"/>
                </a:ext>
              </a:extLst>
            </p:cNvPr>
            <p:cNvSpPr/>
            <p:nvPr/>
          </p:nvSpPr>
          <p:spPr>
            <a:xfrm>
              <a:off x="9564206"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64" name="Freeform: Shape 4463">
              <a:extLst>
                <a:ext uri="{FF2B5EF4-FFF2-40B4-BE49-F238E27FC236}">
                  <a16:creationId xmlns:a16="http://schemas.microsoft.com/office/drawing/2014/main" id="{4F4891D9-F401-530D-0C89-0A5168D5ABDE}"/>
                </a:ext>
              </a:extLst>
            </p:cNvPr>
            <p:cNvSpPr/>
            <p:nvPr/>
          </p:nvSpPr>
          <p:spPr>
            <a:xfrm>
              <a:off x="9678418" y="491697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65" name="Freeform: Shape 4464">
              <a:extLst>
                <a:ext uri="{FF2B5EF4-FFF2-40B4-BE49-F238E27FC236}">
                  <a16:creationId xmlns:a16="http://schemas.microsoft.com/office/drawing/2014/main" id="{E7D9E068-7729-FA11-490A-B25D03354D9F}"/>
                </a:ext>
              </a:extLst>
            </p:cNvPr>
            <p:cNvSpPr/>
            <p:nvPr/>
          </p:nvSpPr>
          <p:spPr>
            <a:xfrm>
              <a:off x="9792674"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66" name="Freeform: Shape 4465">
              <a:extLst>
                <a:ext uri="{FF2B5EF4-FFF2-40B4-BE49-F238E27FC236}">
                  <a16:creationId xmlns:a16="http://schemas.microsoft.com/office/drawing/2014/main" id="{05E08DB4-4A1A-B0DC-2429-14F58C5901F0}"/>
                </a:ext>
              </a:extLst>
            </p:cNvPr>
            <p:cNvSpPr/>
            <p:nvPr/>
          </p:nvSpPr>
          <p:spPr>
            <a:xfrm>
              <a:off x="9906929"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67" name="Freeform: Shape 4466">
              <a:extLst>
                <a:ext uri="{FF2B5EF4-FFF2-40B4-BE49-F238E27FC236}">
                  <a16:creationId xmlns:a16="http://schemas.microsoft.com/office/drawing/2014/main" id="{827CC57E-CFB1-65AE-BEA4-FEE02FFC0ABF}"/>
                </a:ext>
              </a:extLst>
            </p:cNvPr>
            <p:cNvSpPr/>
            <p:nvPr/>
          </p:nvSpPr>
          <p:spPr>
            <a:xfrm>
              <a:off x="10021185"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68" name="Freeform: Shape 4467">
              <a:extLst>
                <a:ext uri="{FF2B5EF4-FFF2-40B4-BE49-F238E27FC236}">
                  <a16:creationId xmlns:a16="http://schemas.microsoft.com/office/drawing/2014/main" id="{917AA293-6C8D-1DA1-BF57-970682482C8E}"/>
                </a:ext>
              </a:extLst>
            </p:cNvPr>
            <p:cNvSpPr/>
            <p:nvPr/>
          </p:nvSpPr>
          <p:spPr>
            <a:xfrm>
              <a:off x="10135441"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69" name="Freeform: Shape 4468">
              <a:extLst>
                <a:ext uri="{FF2B5EF4-FFF2-40B4-BE49-F238E27FC236}">
                  <a16:creationId xmlns:a16="http://schemas.microsoft.com/office/drawing/2014/main" id="{B4C05CED-5B3E-5819-AC1B-E1E8E4AEE19B}"/>
                </a:ext>
              </a:extLst>
            </p:cNvPr>
            <p:cNvSpPr/>
            <p:nvPr/>
          </p:nvSpPr>
          <p:spPr>
            <a:xfrm>
              <a:off x="10249697"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70" name="Freeform: Shape 4469">
              <a:extLst>
                <a:ext uri="{FF2B5EF4-FFF2-40B4-BE49-F238E27FC236}">
                  <a16:creationId xmlns:a16="http://schemas.microsoft.com/office/drawing/2014/main" id="{22E0E1F6-E08F-1501-6715-B4E8D912F910}"/>
                </a:ext>
              </a:extLst>
            </p:cNvPr>
            <p:cNvSpPr/>
            <p:nvPr/>
          </p:nvSpPr>
          <p:spPr>
            <a:xfrm>
              <a:off x="10363952"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71" name="Freeform: Shape 4470">
              <a:extLst>
                <a:ext uri="{FF2B5EF4-FFF2-40B4-BE49-F238E27FC236}">
                  <a16:creationId xmlns:a16="http://schemas.microsoft.com/office/drawing/2014/main" id="{36B49BC2-AD91-CFBE-72A6-D2DAF3D74F67}"/>
                </a:ext>
              </a:extLst>
            </p:cNvPr>
            <p:cNvSpPr/>
            <p:nvPr/>
          </p:nvSpPr>
          <p:spPr>
            <a:xfrm>
              <a:off x="10478208" y="491697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72" name="Freeform: Shape 4471">
              <a:extLst>
                <a:ext uri="{FF2B5EF4-FFF2-40B4-BE49-F238E27FC236}">
                  <a16:creationId xmlns:a16="http://schemas.microsoft.com/office/drawing/2014/main" id="{E045434F-4DF9-0CE8-777D-FBBC96F41406}"/>
                </a:ext>
              </a:extLst>
            </p:cNvPr>
            <p:cNvSpPr/>
            <p:nvPr/>
          </p:nvSpPr>
          <p:spPr>
            <a:xfrm>
              <a:off x="10592464"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73" name="Freeform: Shape 4472">
              <a:extLst>
                <a:ext uri="{FF2B5EF4-FFF2-40B4-BE49-F238E27FC236}">
                  <a16:creationId xmlns:a16="http://schemas.microsoft.com/office/drawing/2014/main" id="{C73EA97F-018A-6058-50A8-4B563F5902D6}"/>
                </a:ext>
              </a:extLst>
            </p:cNvPr>
            <p:cNvSpPr/>
            <p:nvPr/>
          </p:nvSpPr>
          <p:spPr>
            <a:xfrm>
              <a:off x="10706720"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74" name="Freeform: Shape 4473">
              <a:extLst>
                <a:ext uri="{FF2B5EF4-FFF2-40B4-BE49-F238E27FC236}">
                  <a16:creationId xmlns:a16="http://schemas.microsoft.com/office/drawing/2014/main" id="{5C250EB4-8A92-9DD3-0EAE-C86A246279C9}"/>
                </a:ext>
              </a:extLst>
            </p:cNvPr>
            <p:cNvSpPr/>
            <p:nvPr/>
          </p:nvSpPr>
          <p:spPr>
            <a:xfrm>
              <a:off x="10820976" y="4916978"/>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75" name="Freeform: Shape 4474">
              <a:extLst>
                <a:ext uri="{FF2B5EF4-FFF2-40B4-BE49-F238E27FC236}">
                  <a16:creationId xmlns:a16="http://schemas.microsoft.com/office/drawing/2014/main" id="{B3596BFF-4960-97B5-5F48-9E5BEE42C54A}"/>
                </a:ext>
              </a:extLst>
            </p:cNvPr>
            <p:cNvSpPr/>
            <p:nvPr/>
          </p:nvSpPr>
          <p:spPr>
            <a:xfrm>
              <a:off x="10935231"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76" name="Freeform: Shape 4475">
              <a:extLst>
                <a:ext uri="{FF2B5EF4-FFF2-40B4-BE49-F238E27FC236}">
                  <a16:creationId xmlns:a16="http://schemas.microsoft.com/office/drawing/2014/main" id="{81DE2044-54BA-471B-9524-241EF7A9E7D4}"/>
                </a:ext>
              </a:extLst>
            </p:cNvPr>
            <p:cNvSpPr/>
            <p:nvPr/>
          </p:nvSpPr>
          <p:spPr>
            <a:xfrm>
              <a:off x="11049443"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77" name="Freeform: Shape 4476">
              <a:extLst>
                <a:ext uri="{FF2B5EF4-FFF2-40B4-BE49-F238E27FC236}">
                  <a16:creationId xmlns:a16="http://schemas.microsoft.com/office/drawing/2014/main" id="{B7321FED-A88C-C4E3-32CC-E966FB66913A}"/>
                </a:ext>
              </a:extLst>
            </p:cNvPr>
            <p:cNvSpPr/>
            <p:nvPr/>
          </p:nvSpPr>
          <p:spPr>
            <a:xfrm>
              <a:off x="11163699" y="4916978"/>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78" name="Freeform: Shape 4477">
              <a:extLst>
                <a:ext uri="{FF2B5EF4-FFF2-40B4-BE49-F238E27FC236}">
                  <a16:creationId xmlns:a16="http://schemas.microsoft.com/office/drawing/2014/main" id="{AC880329-8769-1B6B-1407-C4E556D8AC9B}"/>
                </a:ext>
              </a:extLst>
            </p:cNvPr>
            <p:cNvSpPr/>
            <p:nvPr/>
          </p:nvSpPr>
          <p:spPr>
            <a:xfrm>
              <a:off x="11277955"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79" name="Freeform: Shape 4478">
              <a:extLst>
                <a:ext uri="{FF2B5EF4-FFF2-40B4-BE49-F238E27FC236}">
                  <a16:creationId xmlns:a16="http://schemas.microsoft.com/office/drawing/2014/main" id="{7353D2AE-4F85-805A-44B4-125056C2FF71}"/>
                </a:ext>
              </a:extLst>
            </p:cNvPr>
            <p:cNvSpPr/>
            <p:nvPr/>
          </p:nvSpPr>
          <p:spPr>
            <a:xfrm>
              <a:off x="11392210"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80" name="Freeform: Shape 4479">
              <a:extLst>
                <a:ext uri="{FF2B5EF4-FFF2-40B4-BE49-F238E27FC236}">
                  <a16:creationId xmlns:a16="http://schemas.microsoft.com/office/drawing/2014/main" id="{59BD3A3A-8A8B-9365-16B1-7AB7C3995B34}"/>
                </a:ext>
              </a:extLst>
            </p:cNvPr>
            <p:cNvSpPr/>
            <p:nvPr/>
          </p:nvSpPr>
          <p:spPr>
            <a:xfrm>
              <a:off x="11506466" y="4916978"/>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81" name="Freeform: Shape 4480">
              <a:extLst>
                <a:ext uri="{FF2B5EF4-FFF2-40B4-BE49-F238E27FC236}">
                  <a16:creationId xmlns:a16="http://schemas.microsoft.com/office/drawing/2014/main" id="{D6BDBE71-FED8-2A7F-758C-051338F749CD}"/>
                </a:ext>
              </a:extLst>
            </p:cNvPr>
            <p:cNvSpPr/>
            <p:nvPr/>
          </p:nvSpPr>
          <p:spPr>
            <a:xfrm>
              <a:off x="11620722"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82" name="Freeform: Shape 4481">
              <a:extLst>
                <a:ext uri="{FF2B5EF4-FFF2-40B4-BE49-F238E27FC236}">
                  <a16:creationId xmlns:a16="http://schemas.microsoft.com/office/drawing/2014/main" id="{8E7A77AE-9FC6-E607-68FB-2B777FB830A6}"/>
                </a:ext>
              </a:extLst>
            </p:cNvPr>
            <p:cNvSpPr/>
            <p:nvPr/>
          </p:nvSpPr>
          <p:spPr>
            <a:xfrm>
              <a:off x="11734978"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83" name="Freeform: Shape 4482">
              <a:extLst>
                <a:ext uri="{FF2B5EF4-FFF2-40B4-BE49-F238E27FC236}">
                  <a16:creationId xmlns:a16="http://schemas.microsoft.com/office/drawing/2014/main" id="{3E67171A-F8C5-5AD4-D70B-930C3757841E}"/>
                </a:ext>
              </a:extLst>
            </p:cNvPr>
            <p:cNvSpPr/>
            <p:nvPr/>
          </p:nvSpPr>
          <p:spPr>
            <a:xfrm>
              <a:off x="11849233"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84" name="Freeform: Shape 4483">
              <a:extLst>
                <a:ext uri="{FF2B5EF4-FFF2-40B4-BE49-F238E27FC236}">
                  <a16:creationId xmlns:a16="http://schemas.microsoft.com/office/drawing/2014/main" id="{E9FED9E9-465A-9D0C-1BC0-C0CD9F77FF39}"/>
                </a:ext>
              </a:extLst>
            </p:cNvPr>
            <p:cNvSpPr/>
            <p:nvPr/>
          </p:nvSpPr>
          <p:spPr>
            <a:xfrm>
              <a:off x="11963489"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85" name="Freeform: Shape 4484">
              <a:extLst>
                <a:ext uri="{FF2B5EF4-FFF2-40B4-BE49-F238E27FC236}">
                  <a16:creationId xmlns:a16="http://schemas.microsoft.com/office/drawing/2014/main" id="{7D98CD7C-84C6-197D-5FE3-B7009624AB34}"/>
                </a:ext>
              </a:extLst>
            </p:cNvPr>
            <p:cNvSpPr/>
            <p:nvPr/>
          </p:nvSpPr>
          <p:spPr>
            <a:xfrm>
              <a:off x="12077745" y="4916978"/>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86" name="Freeform: Shape 4485">
              <a:extLst>
                <a:ext uri="{FF2B5EF4-FFF2-40B4-BE49-F238E27FC236}">
                  <a16:creationId xmlns:a16="http://schemas.microsoft.com/office/drawing/2014/main" id="{74E8E4B7-9F3B-B37C-A659-BFF9BBDFAC50}"/>
                </a:ext>
              </a:extLst>
            </p:cNvPr>
            <p:cNvSpPr/>
            <p:nvPr/>
          </p:nvSpPr>
          <p:spPr>
            <a:xfrm>
              <a:off x="7279135" y="503123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87" name="Freeform: Shape 4486">
              <a:extLst>
                <a:ext uri="{FF2B5EF4-FFF2-40B4-BE49-F238E27FC236}">
                  <a16:creationId xmlns:a16="http://schemas.microsoft.com/office/drawing/2014/main" id="{EA1237B9-0F05-217A-6197-BE2120E59DA7}"/>
                </a:ext>
              </a:extLst>
            </p:cNvPr>
            <p:cNvSpPr/>
            <p:nvPr/>
          </p:nvSpPr>
          <p:spPr>
            <a:xfrm>
              <a:off x="7393391"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88" name="Freeform: Shape 4487">
              <a:extLst>
                <a:ext uri="{FF2B5EF4-FFF2-40B4-BE49-F238E27FC236}">
                  <a16:creationId xmlns:a16="http://schemas.microsoft.com/office/drawing/2014/main" id="{EE50D7C4-3E12-E4D2-06A2-C506405E7084}"/>
                </a:ext>
              </a:extLst>
            </p:cNvPr>
            <p:cNvSpPr/>
            <p:nvPr/>
          </p:nvSpPr>
          <p:spPr>
            <a:xfrm>
              <a:off x="7507646"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89" name="Freeform: Shape 4488">
              <a:extLst>
                <a:ext uri="{FF2B5EF4-FFF2-40B4-BE49-F238E27FC236}">
                  <a16:creationId xmlns:a16="http://schemas.microsoft.com/office/drawing/2014/main" id="{B0AE7D60-48DB-6DDF-38FD-AA378908BF7F}"/>
                </a:ext>
              </a:extLst>
            </p:cNvPr>
            <p:cNvSpPr/>
            <p:nvPr/>
          </p:nvSpPr>
          <p:spPr>
            <a:xfrm>
              <a:off x="7621902"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90" name="Freeform: Shape 4489">
              <a:extLst>
                <a:ext uri="{FF2B5EF4-FFF2-40B4-BE49-F238E27FC236}">
                  <a16:creationId xmlns:a16="http://schemas.microsoft.com/office/drawing/2014/main" id="{94E2A8BD-FE08-ED76-5069-699CC3754FDB}"/>
                </a:ext>
              </a:extLst>
            </p:cNvPr>
            <p:cNvSpPr/>
            <p:nvPr/>
          </p:nvSpPr>
          <p:spPr>
            <a:xfrm>
              <a:off x="7736158" y="503123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91" name="Freeform: Shape 4490">
              <a:extLst>
                <a:ext uri="{FF2B5EF4-FFF2-40B4-BE49-F238E27FC236}">
                  <a16:creationId xmlns:a16="http://schemas.microsoft.com/office/drawing/2014/main" id="{42927B81-4040-9EF6-3831-82B717BF5CD1}"/>
                </a:ext>
              </a:extLst>
            </p:cNvPr>
            <p:cNvSpPr/>
            <p:nvPr/>
          </p:nvSpPr>
          <p:spPr>
            <a:xfrm>
              <a:off x="7850414"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92" name="Freeform: Shape 4491">
              <a:extLst>
                <a:ext uri="{FF2B5EF4-FFF2-40B4-BE49-F238E27FC236}">
                  <a16:creationId xmlns:a16="http://schemas.microsoft.com/office/drawing/2014/main" id="{90FC623C-8D35-3E27-DC75-F90B218A6824}"/>
                </a:ext>
              </a:extLst>
            </p:cNvPr>
            <p:cNvSpPr/>
            <p:nvPr/>
          </p:nvSpPr>
          <p:spPr>
            <a:xfrm>
              <a:off x="7964669"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93" name="Freeform: Shape 4492">
              <a:extLst>
                <a:ext uri="{FF2B5EF4-FFF2-40B4-BE49-F238E27FC236}">
                  <a16:creationId xmlns:a16="http://schemas.microsoft.com/office/drawing/2014/main" id="{53D4F083-1995-A8D2-96F0-9831701FD5D8}"/>
                </a:ext>
              </a:extLst>
            </p:cNvPr>
            <p:cNvSpPr/>
            <p:nvPr/>
          </p:nvSpPr>
          <p:spPr>
            <a:xfrm>
              <a:off x="8078925" y="503123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94" name="Freeform: Shape 4493">
              <a:extLst>
                <a:ext uri="{FF2B5EF4-FFF2-40B4-BE49-F238E27FC236}">
                  <a16:creationId xmlns:a16="http://schemas.microsoft.com/office/drawing/2014/main" id="{1372C9E5-DE64-87D1-3FFA-AB5E5F4F51C6}"/>
                </a:ext>
              </a:extLst>
            </p:cNvPr>
            <p:cNvSpPr/>
            <p:nvPr/>
          </p:nvSpPr>
          <p:spPr>
            <a:xfrm>
              <a:off x="8193181"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95" name="Freeform: Shape 4494">
              <a:extLst>
                <a:ext uri="{FF2B5EF4-FFF2-40B4-BE49-F238E27FC236}">
                  <a16:creationId xmlns:a16="http://schemas.microsoft.com/office/drawing/2014/main" id="{32841461-0AF2-D881-132F-E0675F0E936E}"/>
                </a:ext>
              </a:extLst>
            </p:cNvPr>
            <p:cNvSpPr/>
            <p:nvPr/>
          </p:nvSpPr>
          <p:spPr>
            <a:xfrm>
              <a:off x="8307437"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96" name="Freeform: Shape 4495">
              <a:extLst>
                <a:ext uri="{FF2B5EF4-FFF2-40B4-BE49-F238E27FC236}">
                  <a16:creationId xmlns:a16="http://schemas.microsoft.com/office/drawing/2014/main" id="{ACCD053F-AFB8-D379-24D0-02E56C79B1CA}"/>
                </a:ext>
              </a:extLst>
            </p:cNvPr>
            <p:cNvSpPr/>
            <p:nvPr/>
          </p:nvSpPr>
          <p:spPr>
            <a:xfrm>
              <a:off x="8421648"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97" name="Freeform: Shape 4496">
              <a:extLst>
                <a:ext uri="{FF2B5EF4-FFF2-40B4-BE49-F238E27FC236}">
                  <a16:creationId xmlns:a16="http://schemas.microsoft.com/office/drawing/2014/main" id="{6B5296F7-2733-6A1C-F70E-37201A47A0A2}"/>
                </a:ext>
              </a:extLst>
            </p:cNvPr>
            <p:cNvSpPr/>
            <p:nvPr/>
          </p:nvSpPr>
          <p:spPr>
            <a:xfrm>
              <a:off x="8535904"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98" name="Freeform: Shape 4497">
              <a:extLst>
                <a:ext uri="{FF2B5EF4-FFF2-40B4-BE49-F238E27FC236}">
                  <a16:creationId xmlns:a16="http://schemas.microsoft.com/office/drawing/2014/main" id="{788F6F75-8430-FC0D-4C72-DB2FF33F5C5D}"/>
                </a:ext>
              </a:extLst>
            </p:cNvPr>
            <p:cNvSpPr/>
            <p:nvPr/>
          </p:nvSpPr>
          <p:spPr>
            <a:xfrm>
              <a:off x="8650160"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99" name="Freeform: Shape 4498">
              <a:extLst>
                <a:ext uri="{FF2B5EF4-FFF2-40B4-BE49-F238E27FC236}">
                  <a16:creationId xmlns:a16="http://schemas.microsoft.com/office/drawing/2014/main" id="{15E15A40-B677-40F7-5B4A-CA30CC5A2AD6}"/>
                </a:ext>
              </a:extLst>
            </p:cNvPr>
            <p:cNvSpPr/>
            <p:nvPr/>
          </p:nvSpPr>
          <p:spPr>
            <a:xfrm>
              <a:off x="8764416"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00" name="Freeform: Shape 4499">
              <a:extLst>
                <a:ext uri="{FF2B5EF4-FFF2-40B4-BE49-F238E27FC236}">
                  <a16:creationId xmlns:a16="http://schemas.microsoft.com/office/drawing/2014/main" id="{3D6BBC4F-3060-3290-4B93-A461FDBB6433}"/>
                </a:ext>
              </a:extLst>
            </p:cNvPr>
            <p:cNvSpPr/>
            <p:nvPr/>
          </p:nvSpPr>
          <p:spPr>
            <a:xfrm>
              <a:off x="8878671" y="503123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01" name="Freeform: Shape 4500">
              <a:extLst>
                <a:ext uri="{FF2B5EF4-FFF2-40B4-BE49-F238E27FC236}">
                  <a16:creationId xmlns:a16="http://schemas.microsoft.com/office/drawing/2014/main" id="{A33D88ED-CCF3-A40A-4571-23870C9D4B0D}"/>
                </a:ext>
              </a:extLst>
            </p:cNvPr>
            <p:cNvSpPr/>
            <p:nvPr/>
          </p:nvSpPr>
          <p:spPr>
            <a:xfrm>
              <a:off x="8992927"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02" name="Freeform: Shape 4501">
              <a:extLst>
                <a:ext uri="{FF2B5EF4-FFF2-40B4-BE49-F238E27FC236}">
                  <a16:creationId xmlns:a16="http://schemas.microsoft.com/office/drawing/2014/main" id="{8511D0E2-A961-0E5A-7584-B4B99F0E3147}"/>
                </a:ext>
              </a:extLst>
            </p:cNvPr>
            <p:cNvSpPr/>
            <p:nvPr/>
          </p:nvSpPr>
          <p:spPr>
            <a:xfrm>
              <a:off x="9107183"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03" name="Freeform: Shape 4502">
              <a:extLst>
                <a:ext uri="{FF2B5EF4-FFF2-40B4-BE49-F238E27FC236}">
                  <a16:creationId xmlns:a16="http://schemas.microsoft.com/office/drawing/2014/main" id="{03B7F041-CBB4-BEDF-E852-8E62FA401192}"/>
                </a:ext>
              </a:extLst>
            </p:cNvPr>
            <p:cNvSpPr/>
            <p:nvPr/>
          </p:nvSpPr>
          <p:spPr>
            <a:xfrm>
              <a:off x="9221439"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04" name="Freeform: Shape 4503">
              <a:extLst>
                <a:ext uri="{FF2B5EF4-FFF2-40B4-BE49-F238E27FC236}">
                  <a16:creationId xmlns:a16="http://schemas.microsoft.com/office/drawing/2014/main" id="{86B60297-8346-7E4F-79CC-F55483027AD8}"/>
                </a:ext>
              </a:extLst>
            </p:cNvPr>
            <p:cNvSpPr/>
            <p:nvPr/>
          </p:nvSpPr>
          <p:spPr>
            <a:xfrm>
              <a:off x="9335695" y="503123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05" name="Freeform: Shape 4504">
              <a:extLst>
                <a:ext uri="{FF2B5EF4-FFF2-40B4-BE49-F238E27FC236}">
                  <a16:creationId xmlns:a16="http://schemas.microsoft.com/office/drawing/2014/main" id="{1C613FC4-1ED5-F4C9-A33D-192CEC116B4A}"/>
                </a:ext>
              </a:extLst>
            </p:cNvPr>
            <p:cNvSpPr/>
            <p:nvPr/>
          </p:nvSpPr>
          <p:spPr>
            <a:xfrm>
              <a:off x="9449950"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06" name="Freeform: Shape 4505">
              <a:extLst>
                <a:ext uri="{FF2B5EF4-FFF2-40B4-BE49-F238E27FC236}">
                  <a16:creationId xmlns:a16="http://schemas.microsoft.com/office/drawing/2014/main" id="{51664819-1E70-4105-28D8-6DB22AC354F0}"/>
                </a:ext>
              </a:extLst>
            </p:cNvPr>
            <p:cNvSpPr/>
            <p:nvPr/>
          </p:nvSpPr>
          <p:spPr>
            <a:xfrm>
              <a:off x="9564206"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07" name="Freeform: Shape 4506">
              <a:extLst>
                <a:ext uri="{FF2B5EF4-FFF2-40B4-BE49-F238E27FC236}">
                  <a16:creationId xmlns:a16="http://schemas.microsoft.com/office/drawing/2014/main" id="{6EF863B3-BADA-BA6C-8006-A878757B2628}"/>
                </a:ext>
              </a:extLst>
            </p:cNvPr>
            <p:cNvSpPr/>
            <p:nvPr/>
          </p:nvSpPr>
          <p:spPr>
            <a:xfrm>
              <a:off x="9678418" y="503123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08" name="Freeform: Shape 4507">
              <a:extLst>
                <a:ext uri="{FF2B5EF4-FFF2-40B4-BE49-F238E27FC236}">
                  <a16:creationId xmlns:a16="http://schemas.microsoft.com/office/drawing/2014/main" id="{AA29014A-C19A-43B4-C26A-AE47EC6A29E3}"/>
                </a:ext>
              </a:extLst>
            </p:cNvPr>
            <p:cNvSpPr/>
            <p:nvPr/>
          </p:nvSpPr>
          <p:spPr>
            <a:xfrm>
              <a:off x="9792674"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09" name="Freeform: Shape 4508">
              <a:extLst>
                <a:ext uri="{FF2B5EF4-FFF2-40B4-BE49-F238E27FC236}">
                  <a16:creationId xmlns:a16="http://schemas.microsoft.com/office/drawing/2014/main" id="{34B00D37-C1A8-8DA0-641A-B191BD717274}"/>
                </a:ext>
              </a:extLst>
            </p:cNvPr>
            <p:cNvSpPr/>
            <p:nvPr/>
          </p:nvSpPr>
          <p:spPr>
            <a:xfrm>
              <a:off x="9906929"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10" name="Freeform: Shape 4509">
              <a:extLst>
                <a:ext uri="{FF2B5EF4-FFF2-40B4-BE49-F238E27FC236}">
                  <a16:creationId xmlns:a16="http://schemas.microsoft.com/office/drawing/2014/main" id="{E5405B17-BA89-5694-EE02-F899318F47AA}"/>
                </a:ext>
              </a:extLst>
            </p:cNvPr>
            <p:cNvSpPr/>
            <p:nvPr/>
          </p:nvSpPr>
          <p:spPr>
            <a:xfrm>
              <a:off x="10021185"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11" name="Freeform: Shape 4510">
              <a:extLst>
                <a:ext uri="{FF2B5EF4-FFF2-40B4-BE49-F238E27FC236}">
                  <a16:creationId xmlns:a16="http://schemas.microsoft.com/office/drawing/2014/main" id="{6DE6BE3E-83CF-73B9-2BBB-0B1212275940}"/>
                </a:ext>
              </a:extLst>
            </p:cNvPr>
            <p:cNvSpPr/>
            <p:nvPr/>
          </p:nvSpPr>
          <p:spPr>
            <a:xfrm>
              <a:off x="10135441"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12" name="Freeform: Shape 4511">
              <a:extLst>
                <a:ext uri="{FF2B5EF4-FFF2-40B4-BE49-F238E27FC236}">
                  <a16:creationId xmlns:a16="http://schemas.microsoft.com/office/drawing/2014/main" id="{95B42361-EC53-BAF6-038C-CA1281587F5F}"/>
                </a:ext>
              </a:extLst>
            </p:cNvPr>
            <p:cNvSpPr/>
            <p:nvPr/>
          </p:nvSpPr>
          <p:spPr>
            <a:xfrm>
              <a:off x="10249697"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13" name="Freeform: Shape 4512">
              <a:extLst>
                <a:ext uri="{FF2B5EF4-FFF2-40B4-BE49-F238E27FC236}">
                  <a16:creationId xmlns:a16="http://schemas.microsoft.com/office/drawing/2014/main" id="{4CAD5C61-038B-4BE6-BAC2-1FB8A7562B58}"/>
                </a:ext>
              </a:extLst>
            </p:cNvPr>
            <p:cNvSpPr/>
            <p:nvPr/>
          </p:nvSpPr>
          <p:spPr>
            <a:xfrm>
              <a:off x="10363952"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14" name="Freeform: Shape 4513">
              <a:extLst>
                <a:ext uri="{FF2B5EF4-FFF2-40B4-BE49-F238E27FC236}">
                  <a16:creationId xmlns:a16="http://schemas.microsoft.com/office/drawing/2014/main" id="{8FB9BC3E-EB7F-F64B-A04E-D639C2B40397}"/>
                </a:ext>
              </a:extLst>
            </p:cNvPr>
            <p:cNvSpPr/>
            <p:nvPr/>
          </p:nvSpPr>
          <p:spPr>
            <a:xfrm>
              <a:off x="10478208" y="503123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15" name="Freeform: Shape 4514">
              <a:extLst>
                <a:ext uri="{FF2B5EF4-FFF2-40B4-BE49-F238E27FC236}">
                  <a16:creationId xmlns:a16="http://schemas.microsoft.com/office/drawing/2014/main" id="{81E61EA3-9F15-EC00-4519-C2A4A2648031}"/>
                </a:ext>
              </a:extLst>
            </p:cNvPr>
            <p:cNvSpPr/>
            <p:nvPr/>
          </p:nvSpPr>
          <p:spPr>
            <a:xfrm>
              <a:off x="10592464"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16" name="Freeform: Shape 4515">
              <a:extLst>
                <a:ext uri="{FF2B5EF4-FFF2-40B4-BE49-F238E27FC236}">
                  <a16:creationId xmlns:a16="http://schemas.microsoft.com/office/drawing/2014/main" id="{05E3026E-BA64-9374-002A-B0F64E03CCB3}"/>
                </a:ext>
              </a:extLst>
            </p:cNvPr>
            <p:cNvSpPr/>
            <p:nvPr/>
          </p:nvSpPr>
          <p:spPr>
            <a:xfrm>
              <a:off x="10706720"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17" name="Freeform: Shape 4516">
              <a:extLst>
                <a:ext uri="{FF2B5EF4-FFF2-40B4-BE49-F238E27FC236}">
                  <a16:creationId xmlns:a16="http://schemas.microsoft.com/office/drawing/2014/main" id="{811D725A-7E2C-9061-85BC-57F3CEFFC2A1}"/>
                </a:ext>
              </a:extLst>
            </p:cNvPr>
            <p:cNvSpPr/>
            <p:nvPr/>
          </p:nvSpPr>
          <p:spPr>
            <a:xfrm>
              <a:off x="10820976" y="5031233"/>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18" name="Freeform: Shape 4517">
              <a:extLst>
                <a:ext uri="{FF2B5EF4-FFF2-40B4-BE49-F238E27FC236}">
                  <a16:creationId xmlns:a16="http://schemas.microsoft.com/office/drawing/2014/main" id="{42CA89AB-C0D0-0731-7CFB-A3B742AC964D}"/>
                </a:ext>
              </a:extLst>
            </p:cNvPr>
            <p:cNvSpPr/>
            <p:nvPr/>
          </p:nvSpPr>
          <p:spPr>
            <a:xfrm>
              <a:off x="10935231"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19" name="Freeform: Shape 4518">
              <a:extLst>
                <a:ext uri="{FF2B5EF4-FFF2-40B4-BE49-F238E27FC236}">
                  <a16:creationId xmlns:a16="http://schemas.microsoft.com/office/drawing/2014/main" id="{FD787926-0AC3-5401-3B89-13C1755D952E}"/>
                </a:ext>
              </a:extLst>
            </p:cNvPr>
            <p:cNvSpPr/>
            <p:nvPr/>
          </p:nvSpPr>
          <p:spPr>
            <a:xfrm>
              <a:off x="11049443"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20" name="Freeform: Shape 4519">
              <a:extLst>
                <a:ext uri="{FF2B5EF4-FFF2-40B4-BE49-F238E27FC236}">
                  <a16:creationId xmlns:a16="http://schemas.microsoft.com/office/drawing/2014/main" id="{A2DD7F2C-F08B-36F7-B14E-9E6069192BEF}"/>
                </a:ext>
              </a:extLst>
            </p:cNvPr>
            <p:cNvSpPr/>
            <p:nvPr/>
          </p:nvSpPr>
          <p:spPr>
            <a:xfrm>
              <a:off x="11163699" y="5031233"/>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21" name="Freeform: Shape 4520">
              <a:extLst>
                <a:ext uri="{FF2B5EF4-FFF2-40B4-BE49-F238E27FC236}">
                  <a16:creationId xmlns:a16="http://schemas.microsoft.com/office/drawing/2014/main" id="{7A67B0D1-2518-65E8-32AE-E8536B57E73C}"/>
                </a:ext>
              </a:extLst>
            </p:cNvPr>
            <p:cNvSpPr/>
            <p:nvPr/>
          </p:nvSpPr>
          <p:spPr>
            <a:xfrm>
              <a:off x="11277955"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22" name="Freeform: Shape 4521">
              <a:extLst>
                <a:ext uri="{FF2B5EF4-FFF2-40B4-BE49-F238E27FC236}">
                  <a16:creationId xmlns:a16="http://schemas.microsoft.com/office/drawing/2014/main" id="{7B81F591-0B0A-2AFC-083F-CF544CEF96E6}"/>
                </a:ext>
              </a:extLst>
            </p:cNvPr>
            <p:cNvSpPr/>
            <p:nvPr/>
          </p:nvSpPr>
          <p:spPr>
            <a:xfrm>
              <a:off x="11392210"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23" name="Freeform: Shape 4522">
              <a:extLst>
                <a:ext uri="{FF2B5EF4-FFF2-40B4-BE49-F238E27FC236}">
                  <a16:creationId xmlns:a16="http://schemas.microsoft.com/office/drawing/2014/main" id="{DF1734C6-D52E-5FF5-BCE2-3FF015BABD90}"/>
                </a:ext>
              </a:extLst>
            </p:cNvPr>
            <p:cNvSpPr/>
            <p:nvPr/>
          </p:nvSpPr>
          <p:spPr>
            <a:xfrm>
              <a:off x="11506466" y="5031233"/>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24" name="Freeform: Shape 4523">
              <a:extLst>
                <a:ext uri="{FF2B5EF4-FFF2-40B4-BE49-F238E27FC236}">
                  <a16:creationId xmlns:a16="http://schemas.microsoft.com/office/drawing/2014/main" id="{87227731-F2E7-3FDA-87AF-5A79675AD793}"/>
                </a:ext>
              </a:extLst>
            </p:cNvPr>
            <p:cNvSpPr/>
            <p:nvPr/>
          </p:nvSpPr>
          <p:spPr>
            <a:xfrm>
              <a:off x="11620722"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25" name="Freeform: Shape 4524">
              <a:extLst>
                <a:ext uri="{FF2B5EF4-FFF2-40B4-BE49-F238E27FC236}">
                  <a16:creationId xmlns:a16="http://schemas.microsoft.com/office/drawing/2014/main" id="{A86F3D13-28DF-D0C7-DE32-D6BEFC7A1FB0}"/>
                </a:ext>
              </a:extLst>
            </p:cNvPr>
            <p:cNvSpPr/>
            <p:nvPr/>
          </p:nvSpPr>
          <p:spPr>
            <a:xfrm>
              <a:off x="11734978"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26" name="Freeform: Shape 4525">
              <a:extLst>
                <a:ext uri="{FF2B5EF4-FFF2-40B4-BE49-F238E27FC236}">
                  <a16:creationId xmlns:a16="http://schemas.microsoft.com/office/drawing/2014/main" id="{CCEB33FC-CE13-75B9-7559-0BA3E07B22DF}"/>
                </a:ext>
              </a:extLst>
            </p:cNvPr>
            <p:cNvSpPr/>
            <p:nvPr/>
          </p:nvSpPr>
          <p:spPr>
            <a:xfrm>
              <a:off x="11849233"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27" name="Freeform: Shape 4526">
              <a:extLst>
                <a:ext uri="{FF2B5EF4-FFF2-40B4-BE49-F238E27FC236}">
                  <a16:creationId xmlns:a16="http://schemas.microsoft.com/office/drawing/2014/main" id="{523D4D07-96B7-A431-E4F9-5413828BAE63}"/>
                </a:ext>
              </a:extLst>
            </p:cNvPr>
            <p:cNvSpPr/>
            <p:nvPr/>
          </p:nvSpPr>
          <p:spPr>
            <a:xfrm>
              <a:off x="11963489"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28" name="Freeform: Shape 4527">
              <a:extLst>
                <a:ext uri="{FF2B5EF4-FFF2-40B4-BE49-F238E27FC236}">
                  <a16:creationId xmlns:a16="http://schemas.microsoft.com/office/drawing/2014/main" id="{060F38B5-9455-E48E-8449-63A33B08B1B9}"/>
                </a:ext>
              </a:extLst>
            </p:cNvPr>
            <p:cNvSpPr/>
            <p:nvPr/>
          </p:nvSpPr>
          <p:spPr>
            <a:xfrm>
              <a:off x="12077745" y="5031233"/>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29" name="Freeform: Shape 4528">
              <a:extLst>
                <a:ext uri="{FF2B5EF4-FFF2-40B4-BE49-F238E27FC236}">
                  <a16:creationId xmlns:a16="http://schemas.microsoft.com/office/drawing/2014/main" id="{0DA767D9-AF42-1633-D72D-A644834BE1AB}"/>
                </a:ext>
              </a:extLst>
            </p:cNvPr>
            <p:cNvSpPr/>
            <p:nvPr/>
          </p:nvSpPr>
          <p:spPr>
            <a:xfrm>
              <a:off x="7279135" y="5145489"/>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30" name="Freeform: Shape 4529">
              <a:extLst>
                <a:ext uri="{FF2B5EF4-FFF2-40B4-BE49-F238E27FC236}">
                  <a16:creationId xmlns:a16="http://schemas.microsoft.com/office/drawing/2014/main" id="{0D5B3020-895A-10A0-196C-808E73D18E67}"/>
                </a:ext>
              </a:extLst>
            </p:cNvPr>
            <p:cNvSpPr/>
            <p:nvPr/>
          </p:nvSpPr>
          <p:spPr>
            <a:xfrm>
              <a:off x="7393391"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31" name="Freeform: Shape 4530">
              <a:extLst>
                <a:ext uri="{FF2B5EF4-FFF2-40B4-BE49-F238E27FC236}">
                  <a16:creationId xmlns:a16="http://schemas.microsoft.com/office/drawing/2014/main" id="{C53E08F7-03C3-9B57-8877-23D8ED77ECC5}"/>
                </a:ext>
              </a:extLst>
            </p:cNvPr>
            <p:cNvSpPr/>
            <p:nvPr/>
          </p:nvSpPr>
          <p:spPr>
            <a:xfrm>
              <a:off x="7507646"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32" name="Freeform: Shape 4531">
              <a:extLst>
                <a:ext uri="{FF2B5EF4-FFF2-40B4-BE49-F238E27FC236}">
                  <a16:creationId xmlns:a16="http://schemas.microsoft.com/office/drawing/2014/main" id="{A6C2E65E-A933-9CB1-F323-1F8CF45186BD}"/>
                </a:ext>
              </a:extLst>
            </p:cNvPr>
            <p:cNvSpPr/>
            <p:nvPr/>
          </p:nvSpPr>
          <p:spPr>
            <a:xfrm>
              <a:off x="7621902"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33" name="Freeform: Shape 4532">
              <a:extLst>
                <a:ext uri="{FF2B5EF4-FFF2-40B4-BE49-F238E27FC236}">
                  <a16:creationId xmlns:a16="http://schemas.microsoft.com/office/drawing/2014/main" id="{15C64E27-6CD2-D650-10ED-642CEB9870AE}"/>
                </a:ext>
              </a:extLst>
            </p:cNvPr>
            <p:cNvSpPr/>
            <p:nvPr/>
          </p:nvSpPr>
          <p:spPr>
            <a:xfrm>
              <a:off x="7736158" y="5145489"/>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34" name="Freeform: Shape 4533">
              <a:extLst>
                <a:ext uri="{FF2B5EF4-FFF2-40B4-BE49-F238E27FC236}">
                  <a16:creationId xmlns:a16="http://schemas.microsoft.com/office/drawing/2014/main" id="{C5DDD184-B917-167A-71FA-1E41E6C40F62}"/>
                </a:ext>
              </a:extLst>
            </p:cNvPr>
            <p:cNvSpPr/>
            <p:nvPr/>
          </p:nvSpPr>
          <p:spPr>
            <a:xfrm>
              <a:off x="7850414"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35" name="Freeform: Shape 4534">
              <a:extLst>
                <a:ext uri="{FF2B5EF4-FFF2-40B4-BE49-F238E27FC236}">
                  <a16:creationId xmlns:a16="http://schemas.microsoft.com/office/drawing/2014/main" id="{4D67C2C5-AA68-78A7-0839-EF116D4074D7}"/>
                </a:ext>
              </a:extLst>
            </p:cNvPr>
            <p:cNvSpPr/>
            <p:nvPr/>
          </p:nvSpPr>
          <p:spPr>
            <a:xfrm>
              <a:off x="7964669"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36" name="Freeform: Shape 4535">
              <a:extLst>
                <a:ext uri="{FF2B5EF4-FFF2-40B4-BE49-F238E27FC236}">
                  <a16:creationId xmlns:a16="http://schemas.microsoft.com/office/drawing/2014/main" id="{6F97EE7C-6BC8-2545-99BF-9D3C4D9F36AF}"/>
                </a:ext>
              </a:extLst>
            </p:cNvPr>
            <p:cNvSpPr/>
            <p:nvPr/>
          </p:nvSpPr>
          <p:spPr>
            <a:xfrm>
              <a:off x="8078925" y="5145489"/>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37" name="Freeform: Shape 4536">
              <a:extLst>
                <a:ext uri="{FF2B5EF4-FFF2-40B4-BE49-F238E27FC236}">
                  <a16:creationId xmlns:a16="http://schemas.microsoft.com/office/drawing/2014/main" id="{341C8C4C-868F-4396-EE6C-F9E271643586}"/>
                </a:ext>
              </a:extLst>
            </p:cNvPr>
            <p:cNvSpPr/>
            <p:nvPr/>
          </p:nvSpPr>
          <p:spPr>
            <a:xfrm>
              <a:off x="8193181"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38" name="Freeform: Shape 4537">
              <a:extLst>
                <a:ext uri="{FF2B5EF4-FFF2-40B4-BE49-F238E27FC236}">
                  <a16:creationId xmlns:a16="http://schemas.microsoft.com/office/drawing/2014/main" id="{2980EBDA-D941-31C1-2AF6-D940014A2AB3}"/>
                </a:ext>
              </a:extLst>
            </p:cNvPr>
            <p:cNvSpPr/>
            <p:nvPr/>
          </p:nvSpPr>
          <p:spPr>
            <a:xfrm>
              <a:off x="8307437"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39" name="Freeform: Shape 4538">
              <a:extLst>
                <a:ext uri="{FF2B5EF4-FFF2-40B4-BE49-F238E27FC236}">
                  <a16:creationId xmlns:a16="http://schemas.microsoft.com/office/drawing/2014/main" id="{2DF6A83F-67F5-C893-C5B2-3451049EC82F}"/>
                </a:ext>
              </a:extLst>
            </p:cNvPr>
            <p:cNvSpPr/>
            <p:nvPr/>
          </p:nvSpPr>
          <p:spPr>
            <a:xfrm>
              <a:off x="8421648"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40" name="Freeform: Shape 4539">
              <a:extLst>
                <a:ext uri="{FF2B5EF4-FFF2-40B4-BE49-F238E27FC236}">
                  <a16:creationId xmlns:a16="http://schemas.microsoft.com/office/drawing/2014/main" id="{82383F7A-ED86-737B-DD72-12CD1D273B7B}"/>
                </a:ext>
              </a:extLst>
            </p:cNvPr>
            <p:cNvSpPr/>
            <p:nvPr/>
          </p:nvSpPr>
          <p:spPr>
            <a:xfrm>
              <a:off x="8535904"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41" name="Freeform: Shape 4540">
              <a:extLst>
                <a:ext uri="{FF2B5EF4-FFF2-40B4-BE49-F238E27FC236}">
                  <a16:creationId xmlns:a16="http://schemas.microsoft.com/office/drawing/2014/main" id="{5523E41C-2A38-9EE0-C443-CB3F239A3EF5}"/>
                </a:ext>
              </a:extLst>
            </p:cNvPr>
            <p:cNvSpPr/>
            <p:nvPr/>
          </p:nvSpPr>
          <p:spPr>
            <a:xfrm>
              <a:off x="8650160"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42" name="Freeform: Shape 4541">
              <a:extLst>
                <a:ext uri="{FF2B5EF4-FFF2-40B4-BE49-F238E27FC236}">
                  <a16:creationId xmlns:a16="http://schemas.microsoft.com/office/drawing/2014/main" id="{3B42BFB7-6DCB-CE7B-B5A6-4E5897EA3951}"/>
                </a:ext>
              </a:extLst>
            </p:cNvPr>
            <p:cNvSpPr/>
            <p:nvPr/>
          </p:nvSpPr>
          <p:spPr>
            <a:xfrm>
              <a:off x="8764416"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43" name="Freeform: Shape 4542">
              <a:extLst>
                <a:ext uri="{FF2B5EF4-FFF2-40B4-BE49-F238E27FC236}">
                  <a16:creationId xmlns:a16="http://schemas.microsoft.com/office/drawing/2014/main" id="{782A9012-F504-701A-6185-34DD10345FCC}"/>
                </a:ext>
              </a:extLst>
            </p:cNvPr>
            <p:cNvSpPr/>
            <p:nvPr/>
          </p:nvSpPr>
          <p:spPr>
            <a:xfrm>
              <a:off x="8878671" y="5145489"/>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44" name="Freeform: Shape 4543">
              <a:extLst>
                <a:ext uri="{FF2B5EF4-FFF2-40B4-BE49-F238E27FC236}">
                  <a16:creationId xmlns:a16="http://schemas.microsoft.com/office/drawing/2014/main" id="{05B2505E-F244-658C-D276-1DF39963E528}"/>
                </a:ext>
              </a:extLst>
            </p:cNvPr>
            <p:cNvSpPr/>
            <p:nvPr/>
          </p:nvSpPr>
          <p:spPr>
            <a:xfrm>
              <a:off x="8992927"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45" name="Freeform: Shape 4544">
              <a:extLst>
                <a:ext uri="{FF2B5EF4-FFF2-40B4-BE49-F238E27FC236}">
                  <a16:creationId xmlns:a16="http://schemas.microsoft.com/office/drawing/2014/main" id="{DBAA5596-8D2D-A770-988B-48329F83A6D8}"/>
                </a:ext>
              </a:extLst>
            </p:cNvPr>
            <p:cNvSpPr/>
            <p:nvPr/>
          </p:nvSpPr>
          <p:spPr>
            <a:xfrm>
              <a:off x="9107183"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46" name="Freeform: Shape 4545">
              <a:extLst>
                <a:ext uri="{FF2B5EF4-FFF2-40B4-BE49-F238E27FC236}">
                  <a16:creationId xmlns:a16="http://schemas.microsoft.com/office/drawing/2014/main" id="{3A537D12-4343-51C8-BC98-06F3A7ED2B49}"/>
                </a:ext>
              </a:extLst>
            </p:cNvPr>
            <p:cNvSpPr/>
            <p:nvPr/>
          </p:nvSpPr>
          <p:spPr>
            <a:xfrm>
              <a:off x="9221439"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47" name="Freeform: Shape 4546">
              <a:extLst>
                <a:ext uri="{FF2B5EF4-FFF2-40B4-BE49-F238E27FC236}">
                  <a16:creationId xmlns:a16="http://schemas.microsoft.com/office/drawing/2014/main" id="{11881AA1-9D54-F223-7F60-F71316A1839A}"/>
                </a:ext>
              </a:extLst>
            </p:cNvPr>
            <p:cNvSpPr/>
            <p:nvPr/>
          </p:nvSpPr>
          <p:spPr>
            <a:xfrm>
              <a:off x="9335695" y="5145489"/>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48" name="Freeform: Shape 4547">
              <a:extLst>
                <a:ext uri="{FF2B5EF4-FFF2-40B4-BE49-F238E27FC236}">
                  <a16:creationId xmlns:a16="http://schemas.microsoft.com/office/drawing/2014/main" id="{176A9EA9-64AF-3D77-BEBE-FD44FB9DD90D}"/>
                </a:ext>
              </a:extLst>
            </p:cNvPr>
            <p:cNvSpPr/>
            <p:nvPr/>
          </p:nvSpPr>
          <p:spPr>
            <a:xfrm>
              <a:off x="9449950"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49" name="Freeform: Shape 4548">
              <a:extLst>
                <a:ext uri="{FF2B5EF4-FFF2-40B4-BE49-F238E27FC236}">
                  <a16:creationId xmlns:a16="http://schemas.microsoft.com/office/drawing/2014/main" id="{9D63F132-B3D8-9125-B020-51B2CABC82FB}"/>
                </a:ext>
              </a:extLst>
            </p:cNvPr>
            <p:cNvSpPr/>
            <p:nvPr/>
          </p:nvSpPr>
          <p:spPr>
            <a:xfrm>
              <a:off x="9564206"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50" name="Freeform: Shape 4549">
              <a:extLst>
                <a:ext uri="{FF2B5EF4-FFF2-40B4-BE49-F238E27FC236}">
                  <a16:creationId xmlns:a16="http://schemas.microsoft.com/office/drawing/2014/main" id="{0A019245-0DA0-3282-5D83-A29ED55096DD}"/>
                </a:ext>
              </a:extLst>
            </p:cNvPr>
            <p:cNvSpPr/>
            <p:nvPr/>
          </p:nvSpPr>
          <p:spPr>
            <a:xfrm>
              <a:off x="9678418" y="5145489"/>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51" name="Freeform: Shape 4550">
              <a:extLst>
                <a:ext uri="{FF2B5EF4-FFF2-40B4-BE49-F238E27FC236}">
                  <a16:creationId xmlns:a16="http://schemas.microsoft.com/office/drawing/2014/main" id="{0DEAFE79-3145-9961-333D-393009B1BD72}"/>
                </a:ext>
              </a:extLst>
            </p:cNvPr>
            <p:cNvSpPr/>
            <p:nvPr/>
          </p:nvSpPr>
          <p:spPr>
            <a:xfrm>
              <a:off x="9792674"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52" name="Freeform: Shape 4551">
              <a:extLst>
                <a:ext uri="{FF2B5EF4-FFF2-40B4-BE49-F238E27FC236}">
                  <a16:creationId xmlns:a16="http://schemas.microsoft.com/office/drawing/2014/main" id="{E0DB1B32-738D-9B2E-DF54-4254348224E2}"/>
                </a:ext>
              </a:extLst>
            </p:cNvPr>
            <p:cNvSpPr/>
            <p:nvPr/>
          </p:nvSpPr>
          <p:spPr>
            <a:xfrm>
              <a:off x="9906929"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53" name="Freeform: Shape 4552">
              <a:extLst>
                <a:ext uri="{FF2B5EF4-FFF2-40B4-BE49-F238E27FC236}">
                  <a16:creationId xmlns:a16="http://schemas.microsoft.com/office/drawing/2014/main" id="{7A81CFF5-4238-DA6F-05D0-1147D3EE422D}"/>
                </a:ext>
              </a:extLst>
            </p:cNvPr>
            <p:cNvSpPr/>
            <p:nvPr/>
          </p:nvSpPr>
          <p:spPr>
            <a:xfrm>
              <a:off x="10021185"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54" name="Freeform: Shape 4553">
              <a:extLst>
                <a:ext uri="{FF2B5EF4-FFF2-40B4-BE49-F238E27FC236}">
                  <a16:creationId xmlns:a16="http://schemas.microsoft.com/office/drawing/2014/main" id="{91005FB3-6918-DD31-81FC-E2066765874A}"/>
                </a:ext>
              </a:extLst>
            </p:cNvPr>
            <p:cNvSpPr/>
            <p:nvPr/>
          </p:nvSpPr>
          <p:spPr>
            <a:xfrm>
              <a:off x="10135441"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55" name="Freeform: Shape 4554">
              <a:extLst>
                <a:ext uri="{FF2B5EF4-FFF2-40B4-BE49-F238E27FC236}">
                  <a16:creationId xmlns:a16="http://schemas.microsoft.com/office/drawing/2014/main" id="{BDBC28E8-33A1-15A4-E5E3-44522DC773AC}"/>
                </a:ext>
              </a:extLst>
            </p:cNvPr>
            <p:cNvSpPr/>
            <p:nvPr/>
          </p:nvSpPr>
          <p:spPr>
            <a:xfrm>
              <a:off x="10249697"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56" name="Freeform: Shape 4555">
              <a:extLst>
                <a:ext uri="{FF2B5EF4-FFF2-40B4-BE49-F238E27FC236}">
                  <a16:creationId xmlns:a16="http://schemas.microsoft.com/office/drawing/2014/main" id="{6A30DD31-579D-7227-031F-3F8ADA7D02EE}"/>
                </a:ext>
              </a:extLst>
            </p:cNvPr>
            <p:cNvSpPr/>
            <p:nvPr/>
          </p:nvSpPr>
          <p:spPr>
            <a:xfrm>
              <a:off x="10363952"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57" name="Freeform: Shape 4556">
              <a:extLst>
                <a:ext uri="{FF2B5EF4-FFF2-40B4-BE49-F238E27FC236}">
                  <a16:creationId xmlns:a16="http://schemas.microsoft.com/office/drawing/2014/main" id="{0F8A4BE2-5E00-B4F3-073C-265E3BCBDF0C}"/>
                </a:ext>
              </a:extLst>
            </p:cNvPr>
            <p:cNvSpPr/>
            <p:nvPr/>
          </p:nvSpPr>
          <p:spPr>
            <a:xfrm>
              <a:off x="10478208" y="5145489"/>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58" name="Freeform: Shape 4557">
              <a:extLst>
                <a:ext uri="{FF2B5EF4-FFF2-40B4-BE49-F238E27FC236}">
                  <a16:creationId xmlns:a16="http://schemas.microsoft.com/office/drawing/2014/main" id="{DD30226F-39CE-D740-A6AD-40BECE1F1549}"/>
                </a:ext>
              </a:extLst>
            </p:cNvPr>
            <p:cNvSpPr/>
            <p:nvPr/>
          </p:nvSpPr>
          <p:spPr>
            <a:xfrm>
              <a:off x="10592464"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59" name="Freeform: Shape 4558">
              <a:extLst>
                <a:ext uri="{FF2B5EF4-FFF2-40B4-BE49-F238E27FC236}">
                  <a16:creationId xmlns:a16="http://schemas.microsoft.com/office/drawing/2014/main" id="{7511C77D-5451-F392-A12C-390EFDCFE631}"/>
                </a:ext>
              </a:extLst>
            </p:cNvPr>
            <p:cNvSpPr/>
            <p:nvPr/>
          </p:nvSpPr>
          <p:spPr>
            <a:xfrm>
              <a:off x="10706720"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1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1"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60" name="Freeform: Shape 4559">
              <a:extLst>
                <a:ext uri="{FF2B5EF4-FFF2-40B4-BE49-F238E27FC236}">
                  <a16:creationId xmlns:a16="http://schemas.microsoft.com/office/drawing/2014/main" id="{3889D001-6B8B-A955-3E94-F38ECCE63DF5}"/>
                </a:ext>
              </a:extLst>
            </p:cNvPr>
            <p:cNvSpPr/>
            <p:nvPr/>
          </p:nvSpPr>
          <p:spPr>
            <a:xfrm>
              <a:off x="10820976" y="5145489"/>
              <a:ext cx="114255" cy="114255"/>
            </a:xfrm>
            <a:custGeom>
              <a:avLst/>
              <a:gdLst>
                <a:gd name="connsiteX0" fmla="*/ 0 w 114255"/>
                <a:gd name="connsiteY0" fmla="*/ 0 h 114255"/>
                <a:gd name="connsiteX1" fmla="*/ 114257 w 114255"/>
                <a:gd name="connsiteY1" fmla="*/ 0 h 114255"/>
                <a:gd name="connsiteX2" fmla="*/ 114257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61" name="Freeform: Shape 4560">
              <a:extLst>
                <a:ext uri="{FF2B5EF4-FFF2-40B4-BE49-F238E27FC236}">
                  <a16:creationId xmlns:a16="http://schemas.microsoft.com/office/drawing/2014/main" id="{C3C85181-B5AF-814F-99B3-6D31E4957AE8}"/>
                </a:ext>
              </a:extLst>
            </p:cNvPr>
            <p:cNvSpPr/>
            <p:nvPr/>
          </p:nvSpPr>
          <p:spPr>
            <a:xfrm>
              <a:off x="10935231"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62" name="Freeform: Shape 4561">
              <a:extLst>
                <a:ext uri="{FF2B5EF4-FFF2-40B4-BE49-F238E27FC236}">
                  <a16:creationId xmlns:a16="http://schemas.microsoft.com/office/drawing/2014/main" id="{83FC71D6-3256-A2BA-9378-2CF47B3485AB}"/>
                </a:ext>
              </a:extLst>
            </p:cNvPr>
            <p:cNvSpPr/>
            <p:nvPr/>
          </p:nvSpPr>
          <p:spPr>
            <a:xfrm>
              <a:off x="11049443"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63" name="Freeform: Shape 4562">
              <a:extLst>
                <a:ext uri="{FF2B5EF4-FFF2-40B4-BE49-F238E27FC236}">
                  <a16:creationId xmlns:a16="http://schemas.microsoft.com/office/drawing/2014/main" id="{19BDC875-B2EC-58A6-C1D3-0DA2BFA63FA0}"/>
                </a:ext>
              </a:extLst>
            </p:cNvPr>
            <p:cNvSpPr/>
            <p:nvPr/>
          </p:nvSpPr>
          <p:spPr>
            <a:xfrm>
              <a:off x="11163699" y="5145489"/>
              <a:ext cx="114255" cy="114255"/>
            </a:xfrm>
            <a:custGeom>
              <a:avLst/>
              <a:gdLst>
                <a:gd name="connsiteX0" fmla="*/ 0 w 114255"/>
                <a:gd name="connsiteY0" fmla="*/ 0 h 114255"/>
                <a:gd name="connsiteX1" fmla="*/ 114257 w 114255"/>
                <a:gd name="connsiteY1" fmla="*/ 0 h 114255"/>
                <a:gd name="connsiteX2" fmla="*/ 114257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64" name="Freeform: Shape 4563">
              <a:extLst>
                <a:ext uri="{FF2B5EF4-FFF2-40B4-BE49-F238E27FC236}">
                  <a16:creationId xmlns:a16="http://schemas.microsoft.com/office/drawing/2014/main" id="{3CF37B0F-462F-5120-ED6D-EE6AEA29079D}"/>
                </a:ext>
              </a:extLst>
            </p:cNvPr>
            <p:cNvSpPr/>
            <p:nvPr/>
          </p:nvSpPr>
          <p:spPr>
            <a:xfrm>
              <a:off x="11277955"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65" name="Freeform: Shape 4564">
              <a:extLst>
                <a:ext uri="{FF2B5EF4-FFF2-40B4-BE49-F238E27FC236}">
                  <a16:creationId xmlns:a16="http://schemas.microsoft.com/office/drawing/2014/main" id="{DAD1A931-695A-9839-4E55-E637E29D60C0}"/>
                </a:ext>
              </a:extLst>
            </p:cNvPr>
            <p:cNvSpPr/>
            <p:nvPr/>
          </p:nvSpPr>
          <p:spPr>
            <a:xfrm>
              <a:off x="11392210"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66" name="Freeform: Shape 4565">
              <a:extLst>
                <a:ext uri="{FF2B5EF4-FFF2-40B4-BE49-F238E27FC236}">
                  <a16:creationId xmlns:a16="http://schemas.microsoft.com/office/drawing/2014/main" id="{BE8BE847-8181-94A0-100F-93B36030105C}"/>
                </a:ext>
              </a:extLst>
            </p:cNvPr>
            <p:cNvSpPr/>
            <p:nvPr/>
          </p:nvSpPr>
          <p:spPr>
            <a:xfrm>
              <a:off x="11506466" y="5145489"/>
              <a:ext cx="114255" cy="114255"/>
            </a:xfrm>
            <a:custGeom>
              <a:avLst/>
              <a:gdLst>
                <a:gd name="connsiteX0" fmla="*/ -1 w 114255"/>
                <a:gd name="connsiteY0" fmla="*/ 0 h 114255"/>
                <a:gd name="connsiteX1" fmla="*/ 114256 w 114255"/>
                <a:gd name="connsiteY1" fmla="*/ 0 h 114255"/>
                <a:gd name="connsiteX2" fmla="*/ 114256 w 114255"/>
                <a:gd name="connsiteY2" fmla="*/ 114255 h 114255"/>
                <a:gd name="connsiteX3" fmla="*/ -1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5"/>
                  </a:lnTo>
                  <a:lnTo>
                    <a:pt x="-1"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67" name="Freeform: Shape 4566">
              <a:extLst>
                <a:ext uri="{FF2B5EF4-FFF2-40B4-BE49-F238E27FC236}">
                  <a16:creationId xmlns:a16="http://schemas.microsoft.com/office/drawing/2014/main" id="{46B980B0-68DF-95A3-FFAC-0257F21A522F}"/>
                </a:ext>
              </a:extLst>
            </p:cNvPr>
            <p:cNvSpPr/>
            <p:nvPr/>
          </p:nvSpPr>
          <p:spPr>
            <a:xfrm>
              <a:off x="11620722"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68" name="Freeform: Shape 4567">
              <a:extLst>
                <a:ext uri="{FF2B5EF4-FFF2-40B4-BE49-F238E27FC236}">
                  <a16:creationId xmlns:a16="http://schemas.microsoft.com/office/drawing/2014/main" id="{CD8A88DE-D79C-BA32-325B-2C1CEBE02A99}"/>
                </a:ext>
              </a:extLst>
            </p:cNvPr>
            <p:cNvSpPr/>
            <p:nvPr/>
          </p:nvSpPr>
          <p:spPr>
            <a:xfrm>
              <a:off x="11734978"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69" name="Freeform: Shape 4568">
              <a:extLst>
                <a:ext uri="{FF2B5EF4-FFF2-40B4-BE49-F238E27FC236}">
                  <a16:creationId xmlns:a16="http://schemas.microsoft.com/office/drawing/2014/main" id="{1299C7F3-D879-6042-06C5-C4BB5DFD0423}"/>
                </a:ext>
              </a:extLst>
            </p:cNvPr>
            <p:cNvSpPr/>
            <p:nvPr/>
          </p:nvSpPr>
          <p:spPr>
            <a:xfrm>
              <a:off x="11849233"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70" name="Freeform: Shape 4569">
              <a:extLst>
                <a:ext uri="{FF2B5EF4-FFF2-40B4-BE49-F238E27FC236}">
                  <a16:creationId xmlns:a16="http://schemas.microsoft.com/office/drawing/2014/main" id="{A378F33A-93EA-B271-D67F-BFA466D0504E}"/>
                </a:ext>
              </a:extLst>
            </p:cNvPr>
            <p:cNvSpPr/>
            <p:nvPr/>
          </p:nvSpPr>
          <p:spPr>
            <a:xfrm>
              <a:off x="11963489"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71" name="Freeform: Shape 4570">
              <a:extLst>
                <a:ext uri="{FF2B5EF4-FFF2-40B4-BE49-F238E27FC236}">
                  <a16:creationId xmlns:a16="http://schemas.microsoft.com/office/drawing/2014/main" id="{DE82EBC9-FA7C-CBDB-6AC4-7710380675F8}"/>
                </a:ext>
              </a:extLst>
            </p:cNvPr>
            <p:cNvSpPr/>
            <p:nvPr/>
          </p:nvSpPr>
          <p:spPr>
            <a:xfrm>
              <a:off x="12077745" y="5145489"/>
              <a:ext cx="114255" cy="114255"/>
            </a:xfrm>
            <a:custGeom>
              <a:avLst/>
              <a:gdLst>
                <a:gd name="connsiteX0" fmla="*/ 0 w 114255"/>
                <a:gd name="connsiteY0" fmla="*/ 0 h 114255"/>
                <a:gd name="connsiteX1" fmla="*/ 114257 w 114255"/>
                <a:gd name="connsiteY1" fmla="*/ 0 h 114255"/>
                <a:gd name="connsiteX2" fmla="*/ 114257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72" name="Freeform: Shape 4571">
              <a:extLst>
                <a:ext uri="{FF2B5EF4-FFF2-40B4-BE49-F238E27FC236}">
                  <a16:creationId xmlns:a16="http://schemas.microsoft.com/office/drawing/2014/main" id="{E4E712EE-38E7-5349-970E-0217391AB154}"/>
                </a:ext>
              </a:extLst>
            </p:cNvPr>
            <p:cNvSpPr/>
            <p:nvPr/>
          </p:nvSpPr>
          <p:spPr>
            <a:xfrm>
              <a:off x="7279135" y="525974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73" name="Freeform: Shape 4572">
              <a:extLst>
                <a:ext uri="{FF2B5EF4-FFF2-40B4-BE49-F238E27FC236}">
                  <a16:creationId xmlns:a16="http://schemas.microsoft.com/office/drawing/2014/main" id="{AE3811D8-BAB8-33B2-02A3-C56642EF34A0}"/>
                </a:ext>
              </a:extLst>
            </p:cNvPr>
            <p:cNvSpPr/>
            <p:nvPr/>
          </p:nvSpPr>
          <p:spPr>
            <a:xfrm>
              <a:off x="7393391"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74" name="Freeform: Shape 4573">
              <a:extLst>
                <a:ext uri="{FF2B5EF4-FFF2-40B4-BE49-F238E27FC236}">
                  <a16:creationId xmlns:a16="http://schemas.microsoft.com/office/drawing/2014/main" id="{7D863549-614C-1B75-E3F8-3B3D3261871C}"/>
                </a:ext>
              </a:extLst>
            </p:cNvPr>
            <p:cNvSpPr/>
            <p:nvPr/>
          </p:nvSpPr>
          <p:spPr>
            <a:xfrm>
              <a:off x="7507646"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75" name="Freeform: Shape 4574">
              <a:extLst>
                <a:ext uri="{FF2B5EF4-FFF2-40B4-BE49-F238E27FC236}">
                  <a16:creationId xmlns:a16="http://schemas.microsoft.com/office/drawing/2014/main" id="{B28D4C71-04A7-9B61-C0C6-E18BAA906ECD}"/>
                </a:ext>
              </a:extLst>
            </p:cNvPr>
            <p:cNvSpPr/>
            <p:nvPr/>
          </p:nvSpPr>
          <p:spPr>
            <a:xfrm>
              <a:off x="7621902"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76" name="Freeform: Shape 4575">
              <a:extLst>
                <a:ext uri="{FF2B5EF4-FFF2-40B4-BE49-F238E27FC236}">
                  <a16:creationId xmlns:a16="http://schemas.microsoft.com/office/drawing/2014/main" id="{DA49854E-9CA4-9029-CE21-3E0F12D62D57}"/>
                </a:ext>
              </a:extLst>
            </p:cNvPr>
            <p:cNvSpPr/>
            <p:nvPr/>
          </p:nvSpPr>
          <p:spPr>
            <a:xfrm>
              <a:off x="7736158" y="525974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77" name="Freeform: Shape 4576">
              <a:extLst>
                <a:ext uri="{FF2B5EF4-FFF2-40B4-BE49-F238E27FC236}">
                  <a16:creationId xmlns:a16="http://schemas.microsoft.com/office/drawing/2014/main" id="{0685FD21-0B8E-BB31-9C21-E677E18CBE8D}"/>
                </a:ext>
              </a:extLst>
            </p:cNvPr>
            <p:cNvSpPr/>
            <p:nvPr/>
          </p:nvSpPr>
          <p:spPr>
            <a:xfrm>
              <a:off x="7850414"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78" name="Freeform: Shape 4577">
              <a:extLst>
                <a:ext uri="{FF2B5EF4-FFF2-40B4-BE49-F238E27FC236}">
                  <a16:creationId xmlns:a16="http://schemas.microsoft.com/office/drawing/2014/main" id="{6E44ED86-BCC1-DC19-68B2-7D38BA8A693C}"/>
                </a:ext>
              </a:extLst>
            </p:cNvPr>
            <p:cNvSpPr/>
            <p:nvPr/>
          </p:nvSpPr>
          <p:spPr>
            <a:xfrm>
              <a:off x="7964669"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79" name="Freeform: Shape 4578">
              <a:extLst>
                <a:ext uri="{FF2B5EF4-FFF2-40B4-BE49-F238E27FC236}">
                  <a16:creationId xmlns:a16="http://schemas.microsoft.com/office/drawing/2014/main" id="{A645EFB7-AD9D-5F10-8E74-F9E6EAB9E5D9}"/>
                </a:ext>
              </a:extLst>
            </p:cNvPr>
            <p:cNvSpPr/>
            <p:nvPr/>
          </p:nvSpPr>
          <p:spPr>
            <a:xfrm>
              <a:off x="8078925" y="525974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80" name="Freeform: Shape 4579">
              <a:extLst>
                <a:ext uri="{FF2B5EF4-FFF2-40B4-BE49-F238E27FC236}">
                  <a16:creationId xmlns:a16="http://schemas.microsoft.com/office/drawing/2014/main" id="{7774327C-D1EA-0685-3119-C85BCE0CF56F}"/>
                </a:ext>
              </a:extLst>
            </p:cNvPr>
            <p:cNvSpPr/>
            <p:nvPr/>
          </p:nvSpPr>
          <p:spPr>
            <a:xfrm>
              <a:off x="8193181"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81" name="Freeform: Shape 4580">
              <a:extLst>
                <a:ext uri="{FF2B5EF4-FFF2-40B4-BE49-F238E27FC236}">
                  <a16:creationId xmlns:a16="http://schemas.microsoft.com/office/drawing/2014/main" id="{822ABA6D-F6FD-50D4-B4F8-E62C71700133}"/>
                </a:ext>
              </a:extLst>
            </p:cNvPr>
            <p:cNvSpPr/>
            <p:nvPr/>
          </p:nvSpPr>
          <p:spPr>
            <a:xfrm>
              <a:off x="8307437"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82" name="Freeform: Shape 4581">
              <a:extLst>
                <a:ext uri="{FF2B5EF4-FFF2-40B4-BE49-F238E27FC236}">
                  <a16:creationId xmlns:a16="http://schemas.microsoft.com/office/drawing/2014/main" id="{A31BC14E-7B19-9D12-F358-38FE094944AD}"/>
                </a:ext>
              </a:extLst>
            </p:cNvPr>
            <p:cNvSpPr/>
            <p:nvPr/>
          </p:nvSpPr>
          <p:spPr>
            <a:xfrm>
              <a:off x="8421648"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83" name="Freeform: Shape 4582">
              <a:extLst>
                <a:ext uri="{FF2B5EF4-FFF2-40B4-BE49-F238E27FC236}">
                  <a16:creationId xmlns:a16="http://schemas.microsoft.com/office/drawing/2014/main" id="{13A48E32-0CCE-2E8E-D9A6-2475CE41049A}"/>
                </a:ext>
              </a:extLst>
            </p:cNvPr>
            <p:cNvSpPr/>
            <p:nvPr/>
          </p:nvSpPr>
          <p:spPr>
            <a:xfrm>
              <a:off x="8535904"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84" name="Freeform: Shape 4583">
              <a:extLst>
                <a:ext uri="{FF2B5EF4-FFF2-40B4-BE49-F238E27FC236}">
                  <a16:creationId xmlns:a16="http://schemas.microsoft.com/office/drawing/2014/main" id="{6F46BC58-73E4-45E0-FBEB-826053327CD0}"/>
                </a:ext>
              </a:extLst>
            </p:cNvPr>
            <p:cNvSpPr/>
            <p:nvPr/>
          </p:nvSpPr>
          <p:spPr>
            <a:xfrm>
              <a:off x="8650160"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85" name="Freeform: Shape 4584">
              <a:extLst>
                <a:ext uri="{FF2B5EF4-FFF2-40B4-BE49-F238E27FC236}">
                  <a16:creationId xmlns:a16="http://schemas.microsoft.com/office/drawing/2014/main" id="{1EABB23C-EAC0-0A8F-51EB-6552B128AF70}"/>
                </a:ext>
              </a:extLst>
            </p:cNvPr>
            <p:cNvSpPr/>
            <p:nvPr/>
          </p:nvSpPr>
          <p:spPr>
            <a:xfrm>
              <a:off x="8764416"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86" name="Freeform: Shape 4585">
              <a:extLst>
                <a:ext uri="{FF2B5EF4-FFF2-40B4-BE49-F238E27FC236}">
                  <a16:creationId xmlns:a16="http://schemas.microsoft.com/office/drawing/2014/main" id="{7C8985F1-E8DF-6CD1-0CCF-EF6AE8373406}"/>
                </a:ext>
              </a:extLst>
            </p:cNvPr>
            <p:cNvSpPr/>
            <p:nvPr/>
          </p:nvSpPr>
          <p:spPr>
            <a:xfrm>
              <a:off x="8878671" y="525974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87" name="Freeform: Shape 4586">
              <a:extLst>
                <a:ext uri="{FF2B5EF4-FFF2-40B4-BE49-F238E27FC236}">
                  <a16:creationId xmlns:a16="http://schemas.microsoft.com/office/drawing/2014/main" id="{64F4B8C6-A59B-38AA-8A18-A7CC2D2DC35D}"/>
                </a:ext>
              </a:extLst>
            </p:cNvPr>
            <p:cNvSpPr/>
            <p:nvPr/>
          </p:nvSpPr>
          <p:spPr>
            <a:xfrm>
              <a:off x="8992927"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88" name="Freeform: Shape 4587">
              <a:extLst>
                <a:ext uri="{FF2B5EF4-FFF2-40B4-BE49-F238E27FC236}">
                  <a16:creationId xmlns:a16="http://schemas.microsoft.com/office/drawing/2014/main" id="{EBF55F2E-94E3-2E29-20C6-D9A7F234C56F}"/>
                </a:ext>
              </a:extLst>
            </p:cNvPr>
            <p:cNvSpPr/>
            <p:nvPr/>
          </p:nvSpPr>
          <p:spPr>
            <a:xfrm>
              <a:off x="9107183"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89" name="Freeform: Shape 4588">
              <a:extLst>
                <a:ext uri="{FF2B5EF4-FFF2-40B4-BE49-F238E27FC236}">
                  <a16:creationId xmlns:a16="http://schemas.microsoft.com/office/drawing/2014/main" id="{204E5CE0-C41F-810D-1AD0-24BBD7F8BEC4}"/>
                </a:ext>
              </a:extLst>
            </p:cNvPr>
            <p:cNvSpPr/>
            <p:nvPr/>
          </p:nvSpPr>
          <p:spPr>
            <a:xfrm>
              <a:off x="9221439"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90" name="Freeform: Shape 4589">
              <a:extLst>
                <a:ext uri="{FF2B5EF4-FFF2-40B4-BE49-F238E27FC236}">
                  <a16:creationId xmlns:a16="http://schemas.microsoft.com/office/drawing/2014/main" id="{D2938243-832B-B066-6AD0-0B2650999596}"/>
                </a:ext>
              </a:extLst>
            </p:cNvPr>
            <p:cNvSpPr/>
            <p:nvPr/>
          </p:nvSpPr>
          <p:spPr>
            <a:xfrm>
              <a:off x="9335695" y="525974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91" name="Freeform: Shape 4590">
              <a:extLst>
                <a:ext uri="{FF2B5EF4-FFF2-40B4-BE49-F238E27FC236}">
                  <a16:creationId xmlns:a16="http://schemas.microsoft.com/office/drawing/2014/main" id="{671CACAC-BB60-D7A8-5757-5F60312B42DE}"/>
                </a:ext>
              </a:extLst>
            </p:cNvPr>
            <p:cNvSpPr/>
            <p:nvPr/>
          </p:nvSpPr>
          <p:spPr>
            <a:xfrm>
              <a:off x="9449950"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92" name="Freeform: Shape 4591">
              <a:extLst>
                <a:ext uri="{FF2B5EF4-FFF2-40B4-BE49-F238E27FC236}">
                  <a16:creationId xmlns:a16="http://schemas.microsoft.com/office/drawing/2014/main" id="{97602C0F-C2E4-5CD4-08A9-EC666998D98D}"/>
                </a:ext>
              </a:extLst>
            </p:cNvPr>
            <p:cNvSpPr/>
            <p:nvPr/>
          </p:nvSpPr>
          <p:spPr>
            <a:xfrm>
              <a:off x="9564206"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93" name="Freeform: Shape 4592">
              <a:extLst>
                <a:ext uri="{FF2B5EF4-FFF2-40B4-BE49-F238E27FC236}">
                  <a16:creationId xmlns:a16="http://schemas.microsoft.com/office/drawing/2014/main" id="{E70AFB83-6DC9-5D33-FE71-F9FF67FF2CB3}"/>
                </a:ext>
              </a:extLst>
            </p:cNvPr>
            <p:cNvSpPr/>
            <p:nvPr/>
          </p:nvSpPr>
          <p:spPr>
            <a:xfrm>
              <a:off x="9678418" y="525974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94" name="Freeform: Shape 4593">
              <a:extLst>
                <a:ext uri="{FF2B5EF4-FFF2-40B4-BE49-F238E27FC236}">
                  <a16:creationId xmlns:a16="http://schemas.microsoft.com/office/drawing/2014/main" id="{54C55902-2CE8-5863-FB36-338F068BD4A5}"/>
                </a:ext>
              </a:extLst>
            </p:cNvPr>
            <p:cNvSpPr/>
            <p:nvPr/>
          </p:nvSpPr>
          <p:spPr>
            <a:xfrm>
              <a:off x="9792674"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95" name="Freeform: Shape 4594">
              <a:extLst>
                <a:ext uri="{FF2B5EF4-FFF2-40B4-BE49-F238E27FC236}">
                  <a16:creationId xmlns:a16="http://schemas.microsoft.com/office/drawing/2014/main" id="{67880B21-A47D-64BC-9E3A-FF7FD2B81AE7}"/>
                </a:ext>
              </a:extLst>
            </p:cNvPr>
            <p:cNvSpPr/>
            <p:nvPr/>
          </p:nvSpPr>
          <p:spPr>
            <a:xfrm>
              <a:off x="9906929"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96" name="Freeform: Shape 4595">
              <a:extLst>
                <a:ext uri="{FF2B5EF4-FFF2-40B4-BE49-F238E27FC236}">
                  <a16:creationId xmlns:a16="http://schemas.microsoft.com/office/drawing/2014/main" id="{7142EC38-1761-1453-33B7-52C72ACDAEDE}"/>
                </a:ext>
              </a:extLst>
            </p:cNvPr>
            <p:cNvSpPr/>
            <p:nvPr/>
          </p:nvSpPr>
          <p:spPr>
            <a:xfrm>
              <a:off x="10021185"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97" name="Freeform: Shape 4596">
              <a:extLst>
                <a:ext uri="{FF2B5EF4-FFF2-40B4-BE49-F238E27FC236}">
                  <a16:creationId xmlns:a16="http://schemas.microsoft.com/office/drawing/2014/main" id="{B4B3A5C8-0F8B-56B2-1003-60CB7A117689}"/>
                </a:ext>
              </a:extLst>
            </p:cNvPr>
            <p:cNvSpPr/>
            <p:nvPr/>
          </p:nvSpPr>
          <p:spPr>
            <a:xfrm>
              <a:off x="10135441"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98" name="Freeform: Shape 4597">
              <a:extLst>
                <a:ext uri="{FF2B5EF4-FFF2-40B4-BE49-F238E27FC236}">
                  <a16:creationId xmlns:a16="http://schemas.microsoft.com/office/drawing/2014/main" id="{2DDCE658-AF16-14CC-2B00-D889EBF8113E}"/>
                </a:ext>
              </a:extLst>
            </p:cNvPr>
            <p:cNvSpPr/>
            <p:nvPr/>
          </p:nvSpPr>
          <p:spPr>
            <a:xfrm>
              <a:off x="10249697"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99" name="Freeform: Shape 4598">
              <a:extLst>
                <a:ext uri="{FF2B5EF4-FFF2-40B4-BE49-F238E27FC236}">
                  <a16:creationId xmlns:a16="http://schemas.microsoft.com/office/drawing/2014/main" id="{176CBD39-CF65-4BBB-71F7-F61D222CB128}"/>
                </a:ext>
              </a:extLst>
            </p:cNvPr>
            <p:cNvSpPr/>
            <p:nvPr/>
          </p:nvSpPr>
          <p:spPr>
            <a:xfrm>
              <a:off x="10363952"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00" name="Freeform: Shape 4599">
              <a:extLst>
                <a:ext uri="{FF2B5EF4-FFF2-40B4-BE49-F238E27FC236}">
                  <a16:creationId xmlns:a16="http://schemas.microsoft.com/office/drawing/2014/main" id="{E368CF47-27F8-E36C-DD23-CAD1BF673883}"/>
                </a:ext>
              </a:extLst>
            </p:cNvPr>
            <p:cNvSpPr/>
            <p:nvPr/>
          </p:nvSpPr>
          <p:spPr>
            <a:xfrm>
              <a:off x="10478208" y="525974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01" name="Freeform: Shape 4600">
              <a:extLst>
                <a:ext uri="{FF2B5EF4-FFF2-40B4-BE49-F238E27FC236}">
                  <a16:creationId xmlns:a16="http://schemas.microsoft.com/office/drawing/2014/main" id="{67907212-562A-1AFA-D2A7-17C108BC13C9}"/>
                </a:ext>
              </a:extLst>
            </p:cNvPr>
            <p:cNvSpPr/>
            <p:nvPr/>
          </p:nvSpPr>
          <p:spPr>
            <a:xfrm>
              <a:off x="10592464"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02" name="Freeform: Shape 4601">
              <a:extLst>
                <a:ext uri="{FF2B5EF4-FFF2-40B4-BE49-F238E27FC236}">
                  <a16:creationId xmlns:a16="http://schemas.microsoft.com/office/drawing/2014/main" id="{FC3988A7-DC08-4621-1A3C-70EB005162C9}"/>
                </a:ext>
              </a:extLst>
            </p:cNvPr>
            <p:cNvSpPr/>
            <p:nvPr/>
          </p:nvSpPr>
          <p:spPr>
            <a:xfrm>
              <a:off x="10706720"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03" name="Freeform: Shape 4602">
              <a:extLst>
                <a:ext uri="{FF2B5EF4-FFF2-40B4-BE49-F238E27FC236}">
                  <a16:creationId xmlns:a16="http://schemas.microsoft.com/office/drawing/2014/main" id="{7C73A363-E5FE-E2E5-F739-BD600D848ED4}"/>
                </a:ext>
              </a:extLst>
            </p:cNvPr>
            <p:cNvSpPr/>
            <p:nvPr/>
          </p:nvSpPr>
          <p:spPr>
            <a:xfrm>
              <a:off x="10820976" y="5259745"/>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04" name="Freeform: Shape 4603">
              <a:extLst>
                <a:ext uri="{FF2B5EF4-FFF2-40B4-BE49-F238E27FC236}">
                  <a16:creationId xmlns:a16="http://schemas.microsoft.com/office/drawing/2014/main" id="{969DFCB3-67AF-CDF5-8AEA-CB9F8AB82138}"/>
                </a:ext>
              </a:extLst>
            </p:cNvPr>
            <p:cNvSpPr/>
            <p:nvPr/>
          </p:nvSpPr>
          <p:spPr>
            <a:xfrm>
              <a:off x="10935231"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05" name="Freeform: Shape 4604">
              <a:extLst>
                <a:ext uri="{FF2B5EF4-FFF2-40B4-BE49-F238E27FC236}">
                  <a16:creationId xmlns:a16="http://schemas.microsoft.com/office/drawing/2014/main" id="{9A46F145-E4F4-B575-B682-D217FEB29519}"/>
                </a:ext>
              </a:extLst>
            </p:cNvPr>
            <p:cNvSpPr/>
            <p:nvPr/>
          </p:nvSpPr>
          <p:spPr>
            <a:xfrm>
              <a:off x="11049443"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06" name="Freeform: Shape 4605">
              <a:extLst>
                <a:ext uri="{FF2B5EF4-FFF2-40B4-BE49-F238E27FC236}">
                  <a16:creationId xmlns:a16="http://schemas.microsoft.com/office/drawing/2014/main" id="{D3B6DE3E-209B-37D6-A25C-A3F15EAC2A60}"/>
                </a:ext>
              </a:extLst>
            </p:cNvPr>
            <p:cNvSpPr/>
            <p:nvPr/>
          </p:nvSpPr>
          <p:spPr>
            <a:xfrm>
              <a:off x="11163699" y="5259745"/>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07" name="Freeform: Shape 4606">
              <a:extLst>
                <a:ext uri="{FF2B5EF4-FFF2-40B4-BE49-F238E27FC236}">
                  <a16:creationId xmlns:a16="http://schemas.microsoft.com/office/drawing/2014/main" id="{83DA0D8F-C73E-66C7-2066-7847256E6668}"/>
                </a:ext>
              </a:extLst>
            </p:cNvPr>
            <p:cNvSpPr/>
            <p:nvPr/>
          </p:nvSpPr>
          <p:spPr>
            <a:xfrm>
              <a:off x="11277955"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08" name="Freeform: Shape 4607">
              <a:extLst>
                <a:ext uri="{FF2B5EF4-FFF2-40B4-BE49-F238E27FC236}">
                  <a16:creationId xmlns:a16="http://schemas.microsoft.com/office/drawing/2014/main" id="{055E4397-C11C-7D8C-BF05-A8E4DD38FBBC}"/>
                </a:ext>
              </a:extLst>
            </p:cNvPr>
            <p:cNvSpPr/>
            <p:nvPr/>
          </p:nvSpPr>
          <p:spPr>
            <a:xfrm>
              <a:off x="11392210"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09" name="Freeform: Shape 4608">
              <a:extLst>
                <a:ext uri="{FF2B5EF4-FFF2-40B4-BE49-F238E27FC236}">
                  <a16:creationId xmlns:a16="http://schemas.microsoft.com/office/drawing/2014/main" id="{1FBF70B3-BD4A-B556-68F8-0E63D82E0979}"/>
                </a:ext>
              </a:extLst>
            </p:cNvPr>
            <p:cNvSpPr/>
            <p:nvPr/>
          </p:nvSpPr>
          <p:spPr>
            <a:xfrm>
              <a:off x="11506466" y="5259745"/>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10" name="Freeform: Shape 4609">
              <a:extLst>
                <a:ext uri="{FF2B5EF4-FFF2-40B4-BE49-F238E27FC236}">
                  <a16:creationId xmlns:a16="http://schemas.microsoft.com/office/drawing/2014/main" id="{6865ACDA-A38D-C233-245E-3371CA50F2E8}"/>
                </a:ext>
              </a:extLst>
            </p:cNvPr>
            <p:cNvSpPr/>
            <p:nvPr/>
          </p:nvSpPr>
          <p:spPr>
            <a:xfrm>
              <a:off x="11620722"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11" name="Freeform: Shape 4610">
              <a:extLst>
                <a:ext uri="{FF2B5EF4-FFF2-40B4-BE49-F238E27FC236}">
                  <a16:creationId xmlns:a16="http://schemas.microsoft.com/office/drawing/2014/main" id="{7735AFDE-B636-2EF0-5464-60FC170EB361}"/>
                </a:ext>
              </a:extLst>
            </p:cNvPr>
            <p:cNvSpPr/>
            <p:nvPr/>
          </p:nvSpPr>
          <p:spPr>
            <a:xfrm>
              <a:off x="11734978"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12" name="Freeform: Shape 4611">
              <a:extLst>
                <a:ext uri="{FF2B5EF4-FFF2-40B4-BE49-F238E27FC236}">
                  <a16:creationId xmlns:a16="http://schemas.microsoft.com/office/drawing/2014/main" id="{4CB90292-F892-40B6-5730-6966995AB2E4}"/>
                </a:ext>
              </a:extLst>
            </p:cNvPr>
            <p:cNvSpPr/>
            <p:nvPr/>
          </p:nvSpPr>
          <p:spPr>
            <a:xfrm>
              <a:off x="11849233"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13" name="Freeform: Shape 4612">
              <a:extLst>
                <a:ext uri="{FF2B5EF4-FFF2-40B4-BE49-F238E27FC236}">
                  <a16:creationId xmlns:a16="http://schemas.microsoft.com/office/drawing/2014/main" id="{3F75614A-3811-0275-E8E2-7AE32CC5C174}"/>
                </a:ext>
              </a:extLst>
            </p:cNvPr>
            <p:cNvSpPr/>
            <p:nvPr/>
          </p:nvSpPr>
          <p:spPr>
            <a:xfrm>
              <a:off x="11963489"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14" name="Freeform: Shape 4613">
              <a:extLst>
                <a:ext uri="{FF2B5EF4-FFF2-40B4-BE49-F238E27FC236}">
                  <a16:creationId xmlns:a16="http://schemas.microsoft.com/office/drawing/2014/main" id="{13A50AE1-7F0E-34A3-C31C-DAAAF47BDA60}"/>
                </a:ext>
              </a:extLst>
            </p:cNvPr>
            <p:cNvSpPr/>
            <p:nvPr/>
          </p:nvSpPr>
          <p:spPr>
            <a:xfrm>
              <a:off x="12077745" y="5259745"/>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15" name="Freeform: Shape 4614">
              <a:extLst>
                <a:ext uri="{FF2B5EF4-FFF2-40B4-BE49-F238E27FC236}">
                  <a16:creationId xmlns:a16="http://schemas.microsoft.com/office/drawing/2014/main" id="{B3408A9B-7CAB-73F6-D289-78FB169850C3}"/>
                </a:ext>
              </a:extLst>
            </p:cNvPr>
            <p:cNvSpPr/>
            <p:nvPr/>
          </p:nvSpPr>
          <p:spPr>
            <a:xfrm>
              <a:off x="7279135" y="537400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16" name="Freeform: Shape 4615">
              <a:extLst>
                <a:ext uri="{FF2B5EF4-FFF2-40B4-BE49-F238E27FC236}">
                  <a16:creationId xmlns:a16="http://schemas.microsoft.com/office/drawing/2014/main" id="{9CB8BA6D-87B9-BD7F-20D3-F961B6A8BBDF}"/>
                </a:ext>
              </a:extLst>
            </p:cNvPr>
            <p:cNvSpPr/>
            <p:nvPr/>
          </p:nvSpPr>
          <p:spPr>
            <a:xfrm>
              <a:off x="7393391"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17" name="Freeform: Shape 4616">
              <a:extLst>
                <a:ext uri="{FF2B5EF4-FFF2-40B4-BE49-F238E27FC236}">
                  <a16:creationId xmlns:a16="http://schemas.microsoft.com/office/drawing/2014/main" id="{613AC1E7-E661-7FA0-C273-21D17D371116}"/>
                </a:ext>
              </a:extLst>
            </p:cNvPr>
            <p:cNvSpPr/>
            <p:nvPr/>
          </p:nvSpPr>
          <p:spPr>
            <a:xfrm>
              <a:off x="7507646"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18" name="Freeform: Shape 4617">
              <a:extLst>
                <a:ext uri="{FF2B5EF4-FFF2-40B4-BE49-F238E27FC236}">
                  <a16:creationId xmlns:a16="http://schemas.microsoft.com/office/drawing/2014/main" id="{ABA620C2-FC60-7A00-6AAE-9EAE5926FD45}"/>
                </a:ext>
              </a:extLst>
            </p:cNvPr>
            <p:cNvSpPr/>
            <p:nvPr/>
          </p:nvSpPr>
          <p:spPr>
            <a:xfrm>
              <a:off x="7621902"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19" name="Freeform: Shape 4618">
              <a:extLst>
                <a:ext uri="{FF2B5EF4-FFF2-40B4-BE49-F238E27FC236}">
                  <a16:creationId xmlns:a16="http://schemas.microsoft.com/office/drawing/2014/main" id="{EE62C825-8B60-8C38-7C77-E11225F4A298}"/>
                </a:ext>
              </a:extLst>
            </p:cNvPr>
            <p:cNvSpPr/>
            <p:nvPr/>
          </p:nvSpPr>
          <p:spPr>
            <a:xfrm>
              <a:off x="7736158" y="537400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20" name="Freeform: Shape 4619">
              <a:extLst>
                <a:ext uri="{FF2B5EF4-FFF2-40B4-BE49-F238E27FC236}">
                  <a16:creationId xmlns:a16="http://schemas.microsoft.com/office/drawing/2014/main" id="{1ED0206D-8B5A-9CA5-B186-6E7869E79EEF}"/>
                </a:ext>
              </a:extLst>
            </p:cNvPr>
            <p:cNvSpPr/>
            <p:nvPr/>
          </p:nvSpPr>
          <p:spPr>
            <a:xfrm>
              <a:off x="7850414"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21" name="Freeform: Shape 4620">
              <a:extLst>
                <a:ext uri="{FF2B5EF4-FFF2-40B4-BE49-F238E27FC236}">
                  <a16:creationId xmlns:a16="http://schemas.microsoft.com/office/drawing/2014/main" id="{886C143F-EC6D-94EC-81E2-387B8B581B98}"/>
                </a:ext>
              </a:extLst>
            </p:cNvPr>
            <p:cNvSpPr/>
            <p:nvPr/>
          </p:nvSpPr>
          <p:spPr>
            <a:xfrm>
              <a:off x="7964669"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22" name="Freeform: Shape 4621">
              <a:extLst>
                <a:ext uri="{FF2B5EF4-FFF2-40B4-BE49-F238E27FC236}">
                  <a16:creationId xmlns:a16="http://schemas.microsoft.com/office/drawing/2014/main" id="{3FCC5DC1-3BFC-9AE7-617F-8D0A829BF6FD}"/>
                </a:ext>
              </a:extLst>
            </p:cNvPr>
            <p:cNvSpPr/>
            <p:nvPr/>
          </p:nvSpPr>
          <p:spPr>
            <a:xfrm>
              <a:off x="8078925" y="537400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23" name="Freeform: Shape 4622">
              <a:extLst>
                <a:ext uri="{FF2B5EF4-FFF2-40B4-BE49-F238E27FC236}">
                  <a16:creationId xmlns:a16="http://schemas.microsoft.com/office/drawing/2014/main" id="{C46C08D9-8354-9D65-8E6D-8C70145FB33F}"/>
                </a:ext>
              </a:extLst>
            </p:cNvPr>
            <p:cNvSpPr/>
            <p:nvPr/>
          </p:nvSpPr>
          <p:spPr>
            <a:xfrm>
              <a:off x="8193181"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24" name="Freeform: Shape 4623">
              <a:extLst>
                <a:ext uri="{FF2B5EF4-FFF2-40B4-BE49-F238E27FC236}">
                  <a16:creationId xmlns:a16="http://schemas.microsoft.com/office/drawing/2014/main" id="{19BD2859-5E78-DA07-5F71-7EFAC43F07C3}"/>
                </a:ext>
              </a:extLst>
            </p:cNvPr>
            <p:cNvSpPr/>
            <p:nvPr/>
          </p:nvSpPr>
          <p:spPr>
            <a:xfrm>
              <a:off x="8307437"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25" name="Freeform: Shape 4624">
              <a:extLst>
                <a:ext uri="{FF2B5EF4-FFF2-40B4-BE49-F238E27FC236}">
                  <a16:creationId xmlns:a16="http://schemas.microsoft.com/office/drawing/2014/main" id="{317848FA-CAC8-C1C4-2464-B0A51165AC1F}"/>
                </a:ext>
              </a:extLst>
            </p:cNvPr>
            <p:cNvSpPr/>
            <p:nvPr/>
          </p:nvSpPr>
          <p:spPr>
            <a:xfrm>
              <a:off x="8421648"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26" name="Freeform: Shape 4625">
              <a:extLst>
                <a:ext uri="{FF2B5EF4-FFF2-40B4-BE49-F238E27FC236}">
                  <a16:creationId xmlns:a16="http://schemas.microsoft.com/office/drawing/2014/main" id="{9F1DCD32-8180-7AF9-607D-43F1E9355A52}"/>
                </a:ext>
              </a:extLst>
            </p:cNvPr>
            <p:cNvSpPr/>
            <p:nvPr/>
          </p:nvSpPr>
          <p:spPr>
            <a:xfrm>
              <a:off x="8535904"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27" name="Freeform: Shape 4626">
              <a:extLst>
                <a:ext uri="{FF2B5EF4-FFF2-40B4-BE49-F238E27FC236}">
                  <a16:creationId xmlns:a16="http://schemas.microsoft.com/office/drawing/2014/main" id="{B48BB54E-554B-37B4-6FE1-B66D49839225}"/>
                </a:ext>
              </a:extLst>
            </p:cNvPr>
            <p:cNvSpPr/>
            <p:nvPr/>
          </p:nvSpPr>
          <p:spPr>
            <a:xfrm>
              <a:off x="8650160"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28" name="Freeform: Shape 4627">
              <a:extLst>
                <a:ext uri="{FF2B5EF4-FFF2-40B4-BE49-F238E27FC236}">
                  <a16:creationId xmlns:a16="http://schemas.microsoft.com/office/drawing/2014/main" id="{46791C5E-B529-3156-C04B-DB6B09F11175}"/>
                </a:ext>
              </a:extLst>
            </p:cNvPr>
            <p:cNvSpPr/>
            <p:nvPr/>
          </p:nvSpPr>
          <p:spPr>
            <a:xfrm>
              <a:off x="8764416"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29" name="Freeform: Shape 4628">
              <a:extLst>
                <a:ext uri="{FF2B5EF4-FFF2-40B4-BE49-F238E27FC236}">
                  <a16:creationId xmlns:a16="http://schemas.microsoft.com/office/drawing/2014/main" id="{35780F09-DF4C-F5EC-D198-15B9BEA17260}"/>
                </a:ext>
              </a:extLst>
            </p:cNvPr>
            <p:cNvSpPr/>
            <p:nvPr/>
          </p:nvSpPr>
          <p:spPr>
            <a:xfrm>
              <a:off x="8878671" y="537400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30" name="Freeform: Shape 4629">
              <a:extLst>
                <a:ext uri="{FF2B5EF4-FFF2-40B4-BE49-F238E27FC236}">
                  <a16:creationId xmlns:a16="http://schemas.microsoft.com/office/drawing/2014/main" id="{3CEF5423-A29B-B864-7EEE-1403612C5059}"/>
                </a:ext>
              </a:extLst>
            </p:cNvPr>
            <p:cNvSpPr/>
            <p:nvPr/>
          </p:nvSpPr>
          <p:spPr>
            <a:xfrm>
              <a:off x="8992927"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31" name="Freeform: Shape 4630">
              <a:extLst>
                <a:ext uri="{FF2B5EF4-FFF2-40B4-BE49-F238E27FC236}">
                  <a16:creationId xmlns:a16="http://schemas.microsoft.com/office/drawing/2014/main" id="{C5354886-7398-E3FD-1710-F885EB859B2C}"/>
                </a:ext>
              </a:extLst>
            </p:cNvPr>
            <p:cNvSpPr/>
            <p:nvPr/>
          </p:nvSpPr>
          <p:spPr>
            <a:xfrm>
              <a:off x="9107183"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32" name="Freeform: Shape 4631">
              <a:extLst>
                <a:ext uri="{FF2B5EF4-FFF2-40B4-BE49-F238E27FC236}">
                  <a16:creationId xmlns:a16="http://schemas.microsoft.com/office/drawing/2014/main" id="{CC4DA728-FC99-6D77-105B-760D1A8C6CB2}"/>
                </a:ext>
              </a:extLst>
            </p:cNvPr>
            <p:cNvSpPr/>
            <p:nvPr/>
          </p:nvSpPr>
          <p:spPr>
            <a:xfrm>
              <a:off x="9221439"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33" name="Freeform: Shape 4632">
              <a:extLst>
                <a:ext uri="{FF2B5EF4-FFF2-40B4-BE49-F238E27FC236}">
                  <a16:creationId xmlns:a16="http://schemas.microsoft.com/office/drawing/2014/main" id="{078EA583-4BCF-079B-E101-B99BE9F6928F}"/>
                </a:ext>
              </a:extLst>
            </p:cNvPr>
            <p:cNvSpPr/>
            <p:nvPr/>
          </p:nvSpPr>
          <p:spPr>
            <a:xfrm>
              <a:off x="9335695" y="537400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34" name="Freeform: Shape 4633">
              <a:extLst>
                <a:ext uri="{FF2B5EF4-FFF2-40B4-BE49-F238E27FC236}">
                  <a16:creationId xmlns:a16="http://schemas.microsoft.com/office/drawing/2014/main" id="{B155137C-F490-0ECA-5DF0-9BE2232C67EC}"/>
                </a:ext>
              </a:extLst>
            </p:cNvPr>
            <p:cNvSpPr/>
            <p:nvPr/>
          </p:nvSpPr>
          <p:spPr>
            <a:xfrm>
              <a:off x="9449950"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35" name="Freeform: Shape 4634">
              <a:extLst>
                <a:ext uri="{FF2B5EF4-FFF2-40B4-BE49-F238E27FC236}">
                  <a16:creationId xmlns:a16="http://schemas.microsoft.com/office/drawing/2014/main" id="{7E8C6596-48AF-B565-DDB8-55BB74494159}"/>
                </a:ext>
              </a:extLst>
            </p:cNvPr>
            <p:cNvSpPr/>
            <p:nvPr/>
          </p:nvSpPr>
          <p:spPr>
            <a:xfrm>
              <a:off x="9564206"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36" name="Freeform: Shape 4635">
              <a:extLst>
                <a:ext uri="{FF2B5EF4-FFF2-40B4-BE49-F238E27FC236}">
                  <a16:creationId xmlns:a16="http://schemas.microsoft.com/office/drawing/2014/main" id="{CA367A65-7FD5-2DD9-C7AC-6E9BD1BEB71A}"/>
                </a:ext>
              </a:extLst>
            </p:cNvPr>
            <p:cNvSpPr/>
            <p:nvPr/>
          </p:nvSpPr>
          <p:spPr>
            <a:xfrm>
              <a:off x="9678418" y="537400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37" name="Freeform: Shape 4636">
              <a:extLst>
                <a:ext uri="{FF2B5EF4-FFF2-40B4-BE49-F238E27FC236}">
                  <a16:creationId xmlns:a16="http://schemas.microsoft.com/office/drawing/2014/main" id="{DABA9197-7A9D-5FFB-B70A-3DF96F173FC5}"/>
                </a:ext>
              </a:extLst>
            </p:cNvPr>
            <p:cNvSpPr/>
            <p:nvPr/>
          </p:nvSpPr>
          <p:spPr>
            <a:xfrm>
              <a:off x="9792674"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38" name="Freeform: Shape 4637">
              <a:extLst>
                <a:ext uri="{FF2B5EF4-FFF2-40B4-BE49-F238E27FC236}">
                  <a16:creationId xmlns:a16="http://schemas.microsoft.com/office/drawing/2014/main" id="{A98664BD-E0BD-D2F6-7EC1-F380B529B27D}"/>
                </a:ext>
              </a:extLst>
            </p:cNvPr>
            <p:cNvSpPr/>
            <p:nvPr/>
          </p:nvSpPr>
          <p:spPr>
            <a:xfrm>
              <a:off x="9906929"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39" name="Freeform: Shape 4638">
              <a:extLst>
                <a:ext uri="{FF2B5EF4-FFF2-40B4-BE49-F238E27FC236}">
                  <a16:creationId xmlns:a16="http://schemas.microsoft.com/office/drawing/2014/main" id="{92F0606A-2135-2449-6D15-1FD9328570E1}"/>
                </a:ext>
              </a:extLst>
            </p:cNvPr>
            <p:cNvSpPr/>
            <p:nvPr/>
          </p:nvSpPr>
          <p:spPr>
            <a:xfrm>
              <a:off x="10021185"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40" name="Freeform: Shape 4639">
              <a:extLst>
                <a:ext uri="{FF2B5EF4-FFF2-40B4-BE49-F238E27FC236}">
                  <a16:creationId xmlns:a16="http://schemas.microsoft.com/office/drawing/2014/main" id="{6FA65D5A-E56F-A814-6F24-CE7243D47E33}"/>
                </a:ext>
              </a:extLst>
            </p:cNvPr>
            <p:cNvSpPr/>
            <p:nvPr/>
          </p:nvSpPr>
          <p:spPr>
            <a:xfrm>
              <a:off x="10135441"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41" name="Freeform: Shape 4640">
              <a:extLst>
                <a:ext uri="{FF2B5EF4-FFF2-40B4-BE49-F238E27FC236}">
                  <a16:creationId xmlns:a16="http://schemas.microsoft.com/office/drawing/2014/main" id="{DC0F436A-BD7D-50B7-07C5-C33A2A32FB4D}"/>
                </a:ext>
              </a:extLst>
            </p:cNvPr>
            <p:cNvSpPr/>
            <p:nvPr/>
          </p:nvSpPr>
          <p:spPr>
            <a:xfrm>
              <a:off x="10249697"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42" name="Freeform: Shape 4641">
              <a:extLst>
                <a:ext uri="{FF2B5EF4-FFF2-40B4-BE49-F238E27FC236}">
                  <a16:creationId xmlns:a16="http://schemas.microsoft.com/office/drawing/2014/main" id="{1150DFBC-B640-A04C-35C3-764A61C6A6EF}"/>
                </a:ext>
              </a:extLst>
            </p:cNvPr>
            <p:cNvSpPr/>
            <p:nvPr/>
          </p:nvSpPr>
          <p:spPr>
            <a:xfrm>
              <a:off x="10363952"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43" name="Freeform: Shape 4642">
              <a:extLst>
                <a:ext uri="{FF2B5EF4-FFF2-40B4-BE49-F238E27FC236}">
                  <a16:creationId xmlns:a16="http://schemas.microsoft.com/office/drawing/2014/main" id="{13CBA8EA-895F-87E9-3704-BA4D0648A31A}"/>
                </a:ext>
              </a:extLst>
            </p:cNvPr>
            <p:cNvSpPr/>
            <p:nvPr/>
          </p:nvSpPr>
          <p:spPr>
            <a:xfrm>
              <a:off x="10478208" y="537400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44" name="Freeform: Shape 4643">
              <a:extLst>
                <a:ext uri="{FF2B5EF4-FFF2-40B4-BE49-F238E27FC236}">
                  <a16:creationId xmlns:a16="http://schemas.microsoft.com/office/drawing/2014/main" id="{EF58B2A0-D00F-5C1D-A798-248F33F6344A}"/>
                </a:ext>
              </a:extLst>
            </p:cNvPr>
            <p:cNvSpPr/>
            <p:nvPr/>
          </p:nvSpPr>
          <p:spPr>
            <a:xfrm>
              <a:off x="10592464"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45" name="Freeform: Shape 4644">
              <a:extLst>
                <a:ext uri="{FF2B5EF4-FFF2-40B4-BE49-F238E27FC236}">
                  <a16:creationId xmlns:a16="http://schemas.microsoft.com/office/drawing/2014/main" id="{0DF6A32B-FC71-9885-D88F-7062A0903686}"/>
                </a:ext>
              </a:extLst>
            </p:cNvPr>
            <p:cNvSpPr/>
            <p:nvPr/>
          </p:nvSpPr>
          <p:spPr>
            <a:xfrm>
              <a:off x="10706720"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46" name="Freeform: Shape 4645">
              <a:extLst>
                <a:ext uri="{FF2B5EF4-FFF2-40B4-BE49-F238E27FC236}">
                  <a16:creationId xmlns:a16="http://schemas.microsoft.com/office/drawing/2014/main" id="{947C2749-2B08-6CD7-851B-1F44C20AA941}"/>
                </a:ext>
              </a:extLst>
            </p:cNvPr>
            <p:cNvSpPr/>
            <p:nvPr/>
          </p:nvSpPr>
          <p:spPr>
            <a:xfrm>
              <a:off x="10820976" y="5374001"/>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47" name="Freeform: Shape 4646">
              <a:extLst>
                <a:ext uri="{FF2B5EF4-FFF2-40B4-BE49-F238E27FC236}">
                  <a16:creationId xmlns:a16="http://schemas.microsoft.com/office/drawing/2014/main" id="{281E3E2C-75CD-B810-CA4E-4917B51AF85C}"/>
                </a:ext>
              </a:extLst>
            </p:cNvPr>
            <p:cNvSpPr/>
            <p:nvPr/>
          </p:nvSpPr>
          <p:spPr>
            <a:xfrm>
              <a:off x="10935231"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48" name="Freeform: Shape 4647">
              <a:extLst>
                <a:ext uri="{FF2B5EF4-FFF2-40B4-BE49-F238E27FC236}">
                  <a16:creationId xmlns:a16="http://schemas.microsoft.com/office/drawing/2014/main" id="{EEDC4529-FE9A-6DB6-B7F9-44B4F26162D4}"/>
                </a:ext>
              </a:extLst>
            </p:cNvPr>
            <p:cNvSpPr/>
            <p:nvPr/>
          </p:nvSpPr>
          <p:spPr>
            <a:xfrm>
              <a:off x="11049443"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49" name="Freeform: Shape 4648">
              <a:extLst>
                <a:ext uri="{FF2B5EF4-FFF2-40B4-BE49-F238E27FC236}">
                  <a16:creationId xmlns:a16="http://schemas.microsoft.com/office/drawing/2014/main" id="{DA04F934-B359-55BE-0400-313503620202}"/>
                </a:ext>
              </a:extLst>
            </p:cNvPr>
            <p:cNvSpPr/>
            <p:nvPr/>
          </p:nvSpPr>
          <p:spPr>
            <a:xfrm>
              <a:off x="11163699" y="5374001"/>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50" name="Freeform: Shape 4649">
              <a:extLst>
                <a:ext uri="{FF2B5EF4-FFF2-40B4-BE49-F238E27FC236}">
                  <a16:creationId xmlns:a16="http://schemas.microsoft.com/office/drawing/2014/main" id="{9BD8723B-9A22-A90B-7C1E-2C4B0888B286}"/>
                </a:ext>
              </a:extLst>
            </p:cNvPr>
            <p:cNvSpPr/>
            <p:nvPr/>
          </p:nvSpPr>
          <p:spPr>
            <a:xfrm>
              <a:off x="11277955"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51" name="Freeform: Shape 4650">
              <a:extLst>
                <a:ext uri="{FF2B5EF4-FFF2-40B4-BE49-F238E27FC236}">
                  <a16:creationId xmlns:a16="http://schemas.microsoft.com/office/drawing/2014/main" id="{E740806B-CC8A-2CBF-60F8-4131F9B11ACE}"/>
                </a:ext>
              </a:extLst>
            </p:cNvPr>
            <p:cNvSpPr/>
            <p:nvPr/>
          </p:nvSpPr>
          <p:spPr>
            <a:xfrm>
              <a:off x="11392210"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52" name="Freeform: Shape 4651">
              <a:extLst>
                <a:ext uri="{FF2B5EF4-FFF2-40B4-BE49-F238E27FC236}">
                  <a16:creationId xmlns:a16="http://schemas.microsoft.com/office/drawing/2014/main" id="{CEDD3BCE-BCED-B1ED-D302-A245E53C8B7A}"/>
                </a:ext>
              </a:extLst>
            </p:cNvPr>
            <p:cNvSpPr/>
            <p:nvPr/>
          </p:nvSpPr>
          <p:spPr>
            <a:xfrm>
              <a:off x="11506466" y="5374001"/>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53" name="Freeform: Shape 4652">
              <a:extLst>
                <a:ext uri="{FF2B5EF4-FFF2-40B4-BE49-F238E27FC236}">
                  <a16:creationId xmlns:a16="http://schemas.microsoft.com/office/drawing/2014/main" id="{C6260466-6D4A-B9E3-83B6-361698941274}"/>
                </a:ext>
              </a:extLst>
            </p:cNvPr>
            <p:cNvSpPr/>
            <p:nvPr/>
          </p:nvSpPr>
          <p:spPr>
            <a:xfrm>
              <a:off x="11620722"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54" name="Freeform: Shape 4653">
              <a:extLst>
                <a:ext uri="{FF2B5EF4-FFF2-40B4-BE49-F238E27FC236}">
                  <a16:creationId xmlns:a16="http://schemas.microsoft.com/office/drawing/2014/main" id="{F2335396-354B-CE23-2B7C-5999D6CC1C6B}"/>
                </a:ext>
              </a:extLst>
            </p:cNvPr>
            <p:cNvSpPr/>
            <p:nvPr/>
          </p:nvSpPr>
          <p:spPr>
            <a:xfrm>
              <a:off x="11734978"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55" name="Freeform: Shape 4654">
              <a:extLst>
                <a:ext uri="{FF2B5EF4-FFF2-40B4-BE49-F238E27FC236}">
                  <a16:creationId xmlns:a16="http://schemas.microsoft.com/office/drawing/2014/main" id="{CAF49A39-6C24-3F6F-B084-070AEC6C0193}"/>
                </a:ext>
              </a:extLst>
            </p:cNvPr>
            <p:cNvSpPr/>
            <p:nvPr/>
          </p:nvSpPr>
          <p:spPr>
            <a:xfrm>
              <a:off x="11849233"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56" name="Freeform: Shape 4655">
              <a:extLst>
                <a:ext uri="{FF2B5EF4-FFF2-40B4-BE49-F238E27FC236}">
                  <a16:creationId xmlns:a16="http://schemas.microsoft.com/office/drawing/2014/main" id="{DFC1E4F2-A201-77EA-31E1-728FD16700B7}"/>
                </a:ext>
              </a:extLst>
            </p:cNvPr>
            <p:cNvSpPr/>
            <p:nvPr/>
          </p:nvSpPr>
          <p:spPr>
            <a:xfrm>
              <a:off x="11963489"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57" name="Freeform: Shape 4656">
              <a:extLst>
                <a:ext uri="{FF2B5EF4-FFF2-40B4-BE49-F238E27FC236}">
                  <a16:creationId xmlns:a16="http://schemas.microsoft.com/office/drawing/2014/main" id="{0785BC27-DC6A-D606-8583-2634B7DCD354}"/>
                </a:ext>
              </a:extLst>
            </p:cNvPr>
            <p:cNvSpPr/>
            <p:nvPr/>
          </p:nvSpPr>
          <p:spPr>
            <a:xfrm>
              <a:off x="12077745" y="5374001"/>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58" name="Freeform: Shape 4657">
              <a:extLst>
                <a:ext uri="{FF2B5EF4-FFF2-40B4-BE49-F238E27FC236}">
                  <a16:creationId xmlns:a16="http://schemas.microsoft.com/office/drawing/2014/main" id="{3770690C-B3CC-92E5-6BFD-0ACB7B303B3F}"/>
                </a:ext>
              </a:extLst>
            </p:cNvPr>
            <p:cNvSpPr/>
            <p:nvPr/>
          </p:nvSpPr>
          <p:spPr>
            <a:xfrm>
              <a:off x="7279135" y="548825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59" name="Freeform: Shape 4658">
              <a:extLst>
                <a:ext uri="{FF2B5EF4-FFF2-40B4-BE49-F238E27FC236}">
                  <a16:creationId xmlns:a16="http://schemas.microsoft.com/office/drawing/2014/main" id="{5CCBB884-0BFA-B273-1E9C-EF1F74F2EEBB}"/>
                </a:ext>
              </a:extLst>
            </p:cNvPr>
            <p:cNvSpPr/>
            <p:nvPr/>
          </p:nvSpPr>
          <p:spPr>
            <a:xfrm>
              <a:off x="7393391"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60" name="Freeform: Shape 4659">
              <a:extLst>
                <a:ext uri="{FF2B5EF4-FFF2-40B4-BE49-F238E27FC236}">
                  <a16:creationId xmlns:a16="http://schemas.microsoft.com/office/drawing/2014/main" id="{25C300D6-2815-DDB2-7040-0967EA8F1C53}"/>
                </a:ext>
              </a:extLst>
            </p:cNvPr>
            <p:cNvSpPr/>
            <p:nvPr/>
          </p:nvSpPr>
          <p:spPr>
            <a:xfrm>
              <a:off x="7507646"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61" name="Freeform: Shape 4660">
              <a:extLst>
                <a:ext uri="{FF2B5EF4-FFF2-40B4-BE49-F238E27FC236}">
                  <a16:creationId xmlns:a16="http://schemas.microsoft.com/office/drawing/2014/main" id="{FE63A45D-87D8-4CB2-2F4F-90105614280A}"/>
                </a:ext>
              </a:extLst>
            </p:cNvPr>
            <p:cNvSpPr/>
            <p:nvPr/>
          </p:nvSpPr>
          <p:spPr>
            <a:xfrm>
              <a:off x="7621902"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62" name="Freeform: Shape 4661">
              <a:extLst>
                <a:ext uri="{FF2B5EF4-FFF2-40B4-BE49-F238E27FC236}">
                  <a16:creationId xmlns:a16="http://schemas.microsoft.com/office/drawing/2014/main" id="{9705C811-BA96-1560-F95F-CAD15B616B59}"/>
                </a:ext>
              </a:extLst>
            </p:cNvPr>
            <p:cNvSpPr/>
            <p:nvPr/>
          </p:nvSpPr>
          <p:spPr>
            <a:xfrm>
              <a:off x="7736158" y="548825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63" name="Freeform: Shape 4662">
              <a:extLst>
                <a:ext uri="{FF2B5EF4-FFF2-40B4-BE49-F238E27FC236}">
                  <a16:creationId xmlns:a16="http://schemas.microsoft.com/office/drawing/2014/main" id="{640569F6-A565-70CB-A27C-5C96FA8EABD8}"/>
                </a:ext>
              </a:extLst>
            </p:cNvPr>
            <p:cNvSpPr/>
            <p:nvPr/>
          </p:nvSpPr>
          <p:spPr>
            <a:xfrm>
              <a:off x="7850414"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64" name="Freeform: Shape 4663">
              <a:extLst>
                <a:ext uri="{FF2B5EF4-FFF2-40B4-BE49-F238E27FC236}">
                  <a16:creationId xmlns:a16="http://schemas.microsoft.com/office/drawing/2014/main" id="{B6D3003C-AF04-61AC-94DB-7091C19E5C9D}"/>
                </a:ext>
              </a:extLst>
            </p:cNvPr>
            <p:cNvSpPr/>
            <p:nvPr/>
          </p:nvSpPr>
          <p:spPr>
            <a:xfrm>
              <a:off x="7964669"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65" name="Freeform: Shape 4664">
              <a:extLst>
                <a:ext uri="{FF2B5EF4-FFF2-40B4-BE49-F238E27FC236}">
                  <a16:creationId xmlns:a16="http://schemas.microsoft.com/office/drawing/2014/main" id="{C6BF9932-F6E3-F368-4FEA-19BF8B65CDC4}"/>
                </a:ext>
              </a:extLst>
            </p:cNvPr>
            <p:cNvSpPr/>
            <p:nvPr/>
          </p:nvSpPr>
          <p:spPr>
            <a:xfrm>
              <a:off x="8078925" y="548825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66" name="Freeform: Shape 4665">
              <a:extLst>
                <a:ext uri="{FF2B5EF4-FFF2-40B4-BE49-F238E27FC236}">
                  <a16:creationId xmlns:a16="http://schemas.microsoft.com/office/drawing/2014/main" id="{AC8E9E44-6BBE-71A2-5BCB-0904289F7F1B}"/>
                </a:ext>
              </a:extLst>
            </p:cNvPr>
            <p:cNvSpPr/>
            <p:nvPr/>
          </p:nvSpPr>
          <p:spPr>
            <a:xfrm>
              <a:off x="8193181"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67" name="Freeform: Shape 4666">
              <a:extLst>
                <a:ext uri="{FF2B5EF4-FFF2-40B4-BE49-F238E27FC236}">
                  <a16:creationId xmlns:a16="http://schemas.microsoft.com/office/drawing/2014/main" id="{96A3C36B-A530-2869-9A06-F2F3956ABC12}"/>
                </a:ext>
              </a:extLst>
            </p:cNvPr>
            <p:cNvSpPr/>
            <p:nvPr/>
          </p:nvSpPr>
          <p:spPr>
            <a:xfrm>
              <a:off x="8307437"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68" name="Freeform: Shape 4667">
              <a:extLst>
                <a:ext uri="{FF2B5EF4-FFF2-40B4-BE49-F238E27FC236}">
                  <a16:creationId xmlns:a16="http://schemas.microsoft.com/office/drawing/2014/main" id="{CA32B7B9-CB05-BD25-15AD-CC76EB58C468}"/>
                </a:ext>
              </a:extLst>
            </p:cNvPr>
            <p:cNvSpPr/>
            <p:nvPr/>
          </p:nvSpPr>
          <p:spPr>
            <a:xfrm>
              <a:off x="8421648"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69" name="Freeform: Shape 4668">
              <a:extLst>
                <a:ext uri="{FF2B5EF4-FFF2-40B4-BE49-F238E27FC236}">
                  <a16:creationId xmlns:a16="http://schemas.microsoft.com/office/drawing/2014/main" id="{70B83F57-9F07-4CE2-AE4A-6D6A2C2E270B}"/>
                </a:ext>
              </a:extLst>
            </p:cNvPr>
            <p:cNvSpPr/>
            <p:nvPr/>
          </p:nvSpPr>
          <p:spPr>
            <a:xfrm>
              <a:off x="8535904"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70" name="Freeform: Shape 4669">
              <a:extLst>
                <a:ext uri="{FF2B5EF4-FFF2-40B4-BE49-F238E27FC236}">
                  <a16:creationId xmlns:a16="http://schemas.microsoft.com/office/drawing/2014/main" id="{328ACE88-F266-A205-F28C-00D686D26203}"/>
                </a:ext>
              </a:extLst>
            </p:cNvPr>
            <p:cNvSpPr/>
            <p:nvPr/>
          </p:nvSpPr>
          <p:spPr>
            <a:xfrm>
              <a:off x="8650160"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71" name="Freeform: Shape 4670">
              <a:extLst>
                <a:ext uri="{FF2B5EF4-FFF2-40B4-BE49-F238E27FC236}">
                  <a16:creationId xmlns:a16="http://schemas.microsoft.com/office/drawing/2014/main" id="{4B3C692B-A2D6-130C-B077-452F122F12F5}"/>
                </a:ext>
              </a:extLst>
            </p:cNvPr>
            <p:cNvSpPr/>
            <p:nvPr/>
          </p:nvSpPr>
          <p:spPr>
            <a:xfrm>
              <a:off x="8764416"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72" name="Freeform: Shape 4671">
              <a:extLst>
                <a:ext uri="{FF2B5EF4-FFF2-40B4-BE49-F238E27FC236}">
                  <a16:creationId xmlns:a16="http://schemas.microsoft.com/office/drawing/2014/main" id="{BE24F43E-6E2F-750E-CC36-E5775B3CD8D2}"/>
                </a:ext>
              </a:extLst>
            </p:cNvPr>
            <p:cNvSpPr/>
            <p:nvPr/>
          </p:nvSpPr>
          <p:spPr>
            <a:xfrm>
              <a:off x="8878671" y="548825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73" name="Freeform: Shape 4672">
              <a:extLst>
                <a:ext uri="{FF2B5EF4-FFF2-40B4-BE49-F238E27FC236}">
                  <a16:creationId xmlns:a16="http://schemas.microsoft.com/office/drawing/2014/main" id="{C154B494-A1EE-D411-C67F-D1F4157C860E}"/>
                </a:ext>
              </a:extLst>
            </p:cNvPr>
            <p:cNvSpPr/>
            <p:nvPr/>
          </p:nvSpPr>
          <p:spPr>
            <a:xfrm>
              <a:off x="8992927"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74" name="Freeform: Shape 4673">
              <a:extLst>
                <a:ext uri="{FF2B5EF4-FFF2-40B4-BE49-F238E27FC236}">
                  <a16:creationId xmlns:a16="http://schemas.microsoft.com/office/drawing/2014/main" id="{928A1D3F-D422-528B-CCD4-84FE8C925477}"/>
                </a:ext>
              </a:extLst>
            </p:cNvPr>
            <p:cNvSpPr/>
            <p:nvPr/>
          </p:nvSpPr>
          <p:spPr>
            <a:xfrm>
              <a:off x="9107183"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75" name="Freeform: Shape 4674">
              <a:extLst>
                <a:ext uri="{FF2B5EF4-FFF2-40B4-BE49-F238E27FC236}">
                  <a16:creationId xmlns:a16="http://schemas.microsoft.com/office/drawing/2014/main" id="{85FBE5AA-C285-5424-24B6-B4EA3A86DD5B}"/>
                </a:ext>
              </a:extLst>
            </p:cNvPr>
            <p:cNvSpPr/>
            <p:nvPr/>
          </p:nvSpPr>
          <p:spPr>
            <a:xfrm>
              <a:off x="9221439"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76" name="Freeform: Shape 4675">
              <a:extLst>
                <a:ext uri="{FF2B5EF4-FFF2-40B4-BE49-F238E27FC236}">
                  <a16:creationId xmlns:a16="http://schemas.microsoft.com/office/drawing/2014/main" id="{08C5A728-86DC-5300-A280-338820BAD598}"/>
                </a:ext>
              </a:extLst>
            </p:cNvPr>
            <p:cNvSpPr/>
            <p:nvPr/>
          </p:nvSpPr>
          <p:spPr>
            <a:xfrm>
              <a:off x="9335695" y="548825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77" name="Freeform: Shape 4676">
              <a:extLst>
                <a:ext uri="{FF2B5EF4-FFF2-40B4-BE49-F238E27FC236}">
                  <a16:creationId xmlns:a16="http://schemas.microsoft.com/office/drawing/2014/main" id="{7777C6E1-2B11-7EA9-CC1A-361EB33892D2}"/>
                </a:ext>
              </a:extLst>
            </p:cNvPr>
            <p:cNvSpPr/>
            <p:nvPr/>
          </p:nvSpPr>
          <p:spPr>
            <a:xfrm>
              <a:off x="9449950"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78" name="Freeform: Shape 4677">
              <a:extLst>
                <a:ext uri="{FF2B5EF4-FFF2-40B4-BE49-F238E27FC236}">
                  <a16:creationId xmlns:a16="http://schemas.microsoft.com/office/drawing/2014/main" id="{EEC12A6B-27E4-5205-6643-B60D07C19F54}"/>
                </a:ext>
              </a:extLst>
            </p:cNvPr>
            <p:cNvSpPr/>
            <p:nvPr/>
          </p:nvSpPr>
          <p:spPr>
            <a:xfrm>
              <a:off x="9564206"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79" name="Freeform: Shape 4678">
              <a:extLst>
                <a:ext uri="{FF2B5EF4-FFF2-40B4-BE49-F238E27FC236}">
                  <a16:creationId xmlns:a16="http://schemas.microsoft.com/office/drawing/2014/main" id="{02E7B73E-7181-B6C2-2C4C-625C62930E1A}"/>
                </a:ext>
              </a:extLst>
            </p:cNvPr>
            <p:cNvSpPr/>
            <p:nvPr/>
          </p:nvSpPr>
          <p:spPr>
            <a:xfrm>
              <a:off x="9678418" y="548825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80" name="Freeform: Shape 4679">
              <a:extLst>
                <a:ext uri="{FF2B5EF4-FFF2-40B4-BE49-F238E27FC236}">
                  <a16:creationId xmlns:a16="http://schemas.microsoft.com/office/drawing/2014/main" id="{CBBFBA1B-299D-843B-B4BE-F19CC183E3AC}"/>
                </a:ext>
              </a:extLst>
            </p:cNvPr>
            <p:cNvSpPr/>
            <p:nvPr/>
          </p:nvSpPr>
          <p:spPr>
            <a:xfrm>
              <a:off x="9792674"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81" name="Freeform: Shape 4680">
              <a:extLst>
                <a:ext uri="{FF2B5EF4-FFF2-40B4-BE49-F238E27FC236}">
                  <a16:creationId xmlns:a16="http://schemas.microsoft.com/office/drawing/2014/main" id="{B1B58646-7B70-E31B-8650-44FBFEDF6772}"/>
                </a:ext>
              </a:extLst>
            </p:cNvPr>
            <p:cNvSpPr/>
            <p:nvPr/>
          </p:nvSpPr>
          <p:spPr>
            <a:xfrm>
              <a:off x="9906929"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82" name="Freeform: Shape 4681">
              <a:extLst>
                <a:ext uri="{FF2B5EF4-FFF2-40B4-BE49-F238E27FC236}">
                  <a16:creationId xmlns:a16="http://schemas.microsoft.com/office/drawing/2014/main" id="{B6ABCADF-5264-A01A-FAB6-EB110935536D}"/>
                </a:ext>
              </a:extLst>
            </p:cNvPr>
            <p:cNvSpPr/>
            <p:nvPr/>
          </p:nvSpPr>
          <p:spPr>
            <a:xfrm>
              <a:off x="10021185"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83" name="Freeform: Shape 4682">
              <a:extLst>
                <a:ext uri="{FF2B5EF4-FFF2-40B4-BE49-F238E27FC236}">
                  <a16:creationId xmlns:a16="http://schemas.microsoft.com/office/drawing/2014/main" id="{8FFD4E8D-C4E3-11D8-3AC9-D7186776161C}"/>
                </a:ext>
              </a:extLst>
            </p:cNvPr>
            <p:cNvSpPr/>
            <p:nvPr/>
          </p:nvSpPr>
          <p:spPr>
            <a:xfrm>
              <a:off x="10135441"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84" name="Freeform: Shape 4683">
              <a:extLst>
                <a:ext uri="{FF2B5EF4-FFF2-40B4-BE49-F238E27FC236}">
                  <a16:creationId xmlns:a16="http://schemas.microsoft.com/office/drawing/2014/main" id="{38274872-C6F5-CED0-D9F6-E60C1539C8F1}"/>
                </a:ext>
              </a:extLst>
            </p:cNvPr>
            <p:cNvSpPr/>
            <p:nvPr/>
          </p:nvSpPr>
          <p:spPr>
            <a:xfrm>
              <a:off x="10249697"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85" name="Freeform: Shape 4684">
              <a:extLst>
                <a:ext uri="{FF2B5EF4-FFF2-40B4-BE49-F238E27FC236}">
                  <a16:creationId xmlns:a16="http://schemas.microsoft.com/office/drawing/2014/main" id="{84022543-1821-D0E7-0CF8-7E8CCAA5C9C4}"/>
                </a:ext>
              </a:extLst>
            </p:cNvPr>
            <p:cNvSpPr/>
            <p:nvPr/>
          </p:nvSpPr>
          <p:spPr>
            <a:xfrm>
              <a:off x="10363952"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86" name="Freeform: Shape 4685">
              <a:extLst>
                <a:ext uri="{FF2B5EF4-FFF2-40B4-BE49-F238E27FC236}">
                  <a16:creationId xmlns:a16="http://schemas.microsoft.com/office/drawing/2014/main" id="{0FA8C8E7-4D60-138A-763E-B98D9AE35B3C}"/>
                </a:ext>
              </a:extLst>
            </p:cNvPr>
            <p:cNvSpPr/>
            <p:nvPr/>
          </p:nvSpPr>
          <p:spPr>
            <a:xfrm>
              <a:off x="10478208" y="548825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87" name="Freeform: Shape 4686">
              <a:extLst>
                <a:ext uri="{FF2B5EF4-FFF2-40B4-BE49-F238E27FC236}">
                  <a16:creationId xmlns:a16="http://schemas.microsoft.com/office/drawing/2014/main" id="{3339923D-F84C-12DF-A10C-6D7B16D99F08}"/>
                </a:ext>
              </a:extLst>
            </p:cNvPr>
            <p:cNvSpPr/>
            <p:nvPr/>
          </p:nvSpPr>
          <p:spPr>
            <a:xfrm>
              <a:off x="10592464"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88" name="Freeform: Shape 4687">
              <a:extLst>
                <a:ext uri="{FF2B5EF4-FFF2-40B4-BE49-F238E27FC236}">
                  <a16:creationId xmlns:a16="http://schemas.microsoft.com/office/drawing/2014/main" id="{2E2FF821-BBE4-97B4-FFE1-C360ED0F560C}"/>
                </a:ext>
              </a:extLst>
            </p:cNvPr>
            <p:cNvSpPr/>
            <p:nvPr/>
          </p:nvSpPr>
          <p:spPr>
            <a:xfrm>
              <a:off x="10706720"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89" name="Freeform: Shape 4688">
              <a:extLst>
                <a:ext uri="{FF2B5EF4-FFF2-40B4-BE49-F238E27FC236}">
                  <a16:creationId xmlns:a16="http://schemas.microsoft.com/office/drawing/2014/main" id="{D205A81B-2BA4-8702-56FC-86D43D7CBDEB}"/>
                </a:ext>
              </a:extLst>
            </p:cNvPr>
            <p:cNvSpPr/>
            <p:nvPr/>
          </p:nvSpPr>
          <p:spPr>
            <a:xfrm>
              <a:off x="10820976" y="5488257"/>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90" name="Freeform: Shape 4689">
              <a:extLst>
                <a:ext uri="{FF2B5EF4-FFF2-40B4-BE49-F238E27FC236}">
                  <a16:creationId xmlns:a16="http://schemas.microsoft.com/office/drawing/2014/main" id="{E2E4DD7F-D4A3-BE25-1188-39908C754BE3}"/>
                </a:ext>
              </a:extLst>
            </p:cNvPr>
            <p:cNvSpPr/>
            <p:nvPr/>
          </p:nvSpPr>
          <p:spPr>
            <a:xfrm>
              <a:off x="10935231"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91" name="Freeform: Shape 4690">
              <a:extLst>
                <a:ext uri="{FF2B5EF4-FFF2-40B4-BE49-F238E27FC236}">
                  <a16:creationId xmlns:a16="http://schemas.microsoft.com/office/drawing/2014/main" id="{0E623574-8B6E-B135-084D-7CD85664107A}"/>
                </a:ext>
              </a:extLst>
            </p:cNvPr>
            <p:cNvSpPr/>
            <p:nvPr/>
          </p:nvSpPr>
          <p:spPr>
            <a:xfrm>
              <a:off x="11049443"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92" name="Freeform: Shape 4691">
              <a:extLst>
                <a:ext uri="{FF2B5EF4-FFF2-40B4-BE49-F238E27FC236}">
                  <a16:creationId xmlns:a16="http://schemas.microsoft.com/office/drawing/2014/main" id="{44D48BEC-F3EA-18C9-1D91-E31666A08215}"/>
                </a:ext>
              </a:extLst>
            </p:cNvPr>
            <p:cNvSpPr/>
            <p:nvPr/>
          </p:nvSpPr>
          <p:spPr>
            <a:xfrm>
              <a:off x="11163699" y="5488257"/>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93" name="Freeform: Shape 4692">
              <a:extLst>
                <a:ext uri="{FF2B5EF4-FFF2-40B4-BE49-F238E27FC236}">
                  <a16:creationId xmlns:a16="http://schemas.microsoft.com/office/drawing/2014/main" id="{FD6B13EB-74D6-B1B4-8B09-02BF2036B618}"/>
                </a:ext>
              </a:extLst>
            </p:cNvPr>
            <p:cNvSpPr/>
            <p:nvPr/>
          </p:nvSpPr>
          <p:spPr>
            <a:xfrm>
              <a:off x="11277955"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94" name="Freeform: Shape 4693">
              <a:extLst>
                <a:ext uri="{FF2B5EF4-FFF2-40B4-BE49-F238E27FC236}">
                  <a16:creationId xmlns:a16="http://schemas.microsoft.com/office/drawing/2014/main" id="{D1C5C01F-8136-074F-661F-3F495DF38DD9}"/>
                </a:ext>
              </a:extLst>
            </p:cNvPr>
            <p:cNvSpPr/>
            <p:nvPr/>
          </p:nvSpPr>
          <p:spPr>
            <a:xfrm>
              <a:off x="11392210"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95" name="Freeform: Shape 4694">
              <a:extLst>
                <a:ext uri="{FF2B5EF4-FFF2-40B4-BE49-F238E27FC236}">
                  <a16:creationId xmlns:a16="http://schemas.microsoft.com/office/drawing/2014/main" id="{95D49075-81C2-857F-8FD5-12AB184173D7}"/>
                </a:ext>
              </a:extLst>
            </p:cNvPr>
            <p:cNvSpPr/>
            <p:nvPr/>
          </p:nvSpPr>
          <p:spPr>
            <a:xfrm>
              <a:off x="11506466" y="5488257"/>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96" name="Freeform: Shape 4695">
              <a:extLst>
                <a:ext uri="{FF2B5EF4-FFF2-40B4-BE49-F238E27FC236}">
                  <a16:creationId xmlns:a16="http://schemas.microsoft.com/office/drawing/2014/main" id="{293B3342-EF16-1E11-4A4B-BF586F3E4BD5}"/>
                </a:ext>
              </a:extLst>
            </p:cNvPr>
            <p:cNvSpPr/>
            <p:nvPr/>
          </p:nvSpPr>
          <p:spPr>
            <a:xfrm>
              <a:off x="11620722"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97" name="Freeform: Shape 4696">
              <a:extLst>
                <a:ext uri="{FF2B5EF4-FFF2-40B4-BE49-F238E27FC236}">
                  <a16:creationId xmlns:a16="http://schemas.microsoft.com/office/drawing/2014/main" id="{0746B92A-90C1-0225-9550-5E7991CDFB56}"/>
                </a:ext>
              </a:extLst>
            </p:cNvPr>
            <p:cNvSpPr/>
            <p:nvPr/>
          </p:nvSpPr>
          <p:spPr>
            <a:xfrm>
              <a:off x="11734978"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98" name="Freeform: Shape 4697">
              <a:extLst>
                <a:ext uri="{FF2B5EF4-FFF2-40B4-BE49-F238E27FC236}">
                  <a16:creationId xmlns:a16="http://schemas.microsoft.com/office/drawing/2014/main" id="{EDE6A5DA-AB76-8643-045C-8468808F58E0}"/>
                </a:ext>
              </a:extLst>
            </p:cNvPr>
            <p:cNvSpPr/>
            <p:nvPr/>
          </p:nvSpPr>
          <p:spPr>
            <a:xfrm>
              <a:off x="11849233"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99" name="Freeform: Shape 4698">
              <a:extLst>
                <a:ext uri="{FF2B5EF4-FFF2-40B4-BE49-F238E27FC236}">
                  <a16:creationId xmlns:a16="http://schemas.microsoft.com/office/drawing/2014/main" id="{984D0E59-9E4D-2B2E-3DFC-19BCD5657FC6}"/>
                </a:ext>
              </a:extLst>
            </p:cNvPr>
            <p:cNvSpPr/>
            <p:nvPr/>
          </p:nvSpPr>
          <p:spPr>
            <a:xfrm>
              <a:off x="11963489"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00" name="Freeform: Shape 4699">
              <a:extLst>
                <a:ext uri="{FF2B5EF4-FFF2-40B4-BE49-F238E27FC236}">
                  <a16:creationId xmlns:a16="http://schemas.microsoft.com/office/drawing/2014/main" id="{512DCCA1-2650-5F0C-4F7E-1DC6F763DFD9}"/>
                </a:ext>
              </a:extLst>
            </p:cNvPr>
            <p:cNvSpPr/>
            <p:nvPr/>
          </p:nvSpPr>
          <p:spPr>
            <a:xfrm>
              <a:off x="12077745" y="5488257"/>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01" name="Freeform: Shape 4700">
              <a:extLst>
                <a:ext uri="{FF2B5EF4-FFF2-40B4-BE49-F238E27FC236}">
                  <a16:creationId xmlns:a16="http://schemas.microsoft.com/office/drawing/2014/main" id="{B6DB8C07-B488-0AC2-269C-9447E6BFD012}"/>
                </a:ext>
              </a:extLst>
            </p:cNvPr>
            <p:cNvSpPr/>
            <p:nvPr/>
          </p:nvSpPr>
          <p:spPr>
            <a:xfrm>
              <a:off x="7279135" y="560246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02" name="Freeform: Shape 4701">
              <a:extLst>
                <a:ext uri="{FF2B5EF4-FFF2-40B4-BE49-F238E27FC236}">
                  <a16:creationId xmlns:a16="http://schemas.microsoft.com/office/drawing/2014/main" id="{56442D30-F504-1052-CBD7-E1A97D40E35A}"/>
                </a:ext>
              </a:extLst>
            </p:cNvPr>
            <p:cNvSpPr/>
            <p:nvPr/>
          </p:nvSpPr>
          <p:spPr>
            <a:xfrm>
              <a:off x="7393391"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03" name="Freeform: Shape 4702">
              <a:extLst>
                <a:ext uri="{FF2B5EF4-FFF2-40B4-BE49-F238E27FC236}">
                  <a16:creationId xmlns:a16="http://schemas.microsoft.com/office/drawing/2014/main" id="{8FB5179A-A6AA-FB56-67C3-9868EE6ADA42}"/>
                </a:ext>
              </a:extLst>
            </p:cNvPr>
            <p:cNvSpPr/>
            <p:nvPr/>
          </p:nvSpPr>
          <p:spPr>
            <a:xfrm>
              <a:off x="7507646"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04" name="Freeform: Shape 4703">
              <a:extLst>
                <a:ext uri="{FF2B5EF4-FFF2-40B4-BE49-F238E27FC236}">
                  <a16:creationId xmlns:a16="http://schemas.microsoft.com/office/drawing/2014/main" id="{5A615843-CBA5-407F-5636-FE10176AFF56}"/>
                </a:ext>
              </a:extLst>
            </p:cNvPr>
            <p:cNvSpPr/>
            <p:nvPr/>
          </p:nvSpPr>
          <p:spPr>
            <a:xfrm>
              <a:off x="7621902"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05" name="Freeform: Shape 4704">
              <a:extLst>
                <a:ext uri="{FF2B5EF4-FFF2-40B4-BE49-F238E27FC236}">
                  <a16:creationId xmlns:a16="http://schemas.microsoft.com/office/drawing/2014/main" id="{85DA7BDD-9D52-4959-B11F-14E7527D9810}"/>
                </a:ext>
              </a:extLst>
            </p:cNvPr>
            <p:cNvSpPr/>
            <p:nvPr/>
          </p:nvSpPr>
          <p:spPr>
            <a:xfrm>
              <a:off x="7736158" y="560246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06" name="Freeform: Shape 4705">
              <a:extLst>
                <a:ext uri="{FF2B5EF4-FFF2-40B4-BE49-F238E27FC236}">
                  <a16:creationId xmlns:a16="http://schemas.microsoft.com/office/drawing/2014/main" id="{99030D73-1099-9EA8-DEB7-10628CB85691}"/>
                </a:ext>
              </a:extLst>
            </p:cNvPr>
            <p:cNvSpPr/>
            <p:nvPr/>
          </p:nvSpPr>
          <p:spPr>
            <a:xfrm>
              <a:off x="7850414"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07" name="Freeform: Shape 4706">
              <a:extLst>
                <a:ext uri="{FF2B5EF4-FFF2-40B4-BE49-F238E27FC236}">
                  <a16:creationId xmlns:a16="http://schemas.microsoft.com/office/drawing/2014/main" id="{6052403F-5501-65E3-E41D-95F5F84F875F}"/>
                </a:ext>
              </a:extLst>
            </p:cNvPr>
            <p:cNvSpPr/>
            <p:nvPr/>
          </p:nvSpPr>
          <p:spPr>
            <a:xfrm>
              <a:off x="7964669"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08" name="Freeform: Shape 4707">
              <a:extLst>
                <a:ext uri="{FF2B5EF4-FFF2-40B4-BE49-F238E27FC236}">
                  <a16:creationId xmlns:a16="http://schemas.microsoft.com/office/drawing/2014/main" id="{6714C021-E6E8-B2E2-C97B-BE5784F12B94}"/>
                </a:ext>
              </a:extLst>
            </p:cNvPr>
            <p:cNvSpPr/>
            <p:nvPr/>
          </p:nvSpPr>
          <p:spPr>
            <a:xfrm>
              <a:off x="8078925" y="560246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09" name="Freeform: Shape 4708">
              <a:extLst>
                <a:ext uri="{FF2B5EF4-FFF2-40B4-BE49-F238E27FC236}">
                  <a16:creationId xmlns:a16="http://schemas.microsoft.com/office/drawing/2014/main" id="{F2327556-FCD6-EF93-FFCB-D4D20DA57E84}"/>
                </a:ext>
              </a:extLst>
            </p:cNvPr>
            <p:cNvSpPr/>
            <p:nvPr/>
          </p:nvSpPr>
          <p:spPr>
            <a:xfrm>
              <a:off x="8193181"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10" name="Freeform: Shape 4709">
              <a:extLst>
                <a:ext uri="{FF2B5EF4-FFF2-40B4-BE49-F238E27FC236}">
                  <a16:creationId xmlns:a16="http://schemas.microsoft.com/office/drawing/2014/main" id="{0C9C1596-0A89-F513-4604-BAF1D40E26D3}"/>
                </a:ext>
              </a:extLst>
            </p:cNvPr>
            <p:cNvSpPr/>
            <p:nvPr/>
          </p:nvSpPr>
          <p:spPr>
            <a:xfrm>
              <a:off x="8307437"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11" name="Freeform: Shape 4710">
              <a:extLst>
                <a:ext uri="{FF2B5EF4-FFF2-40B4-BE49-F238E27FC236}">
                  <a16:creationId xmlns:a16="http://schemas.microsoft.com/office/drawing/2014/main" id="{3562FEDE-03DA-E247-1678-9F7275747B65}"/>
                </a:ext>
              </a:extLst>
            </p:cNvPr>
            <p:cNvSpPr/>
            <p:nvPr/>
          </p:nvSpPr>
          <p:spPr>
            <a:xfrm>
              <a:off x="8421648"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12" name="Freeform: Shape 4711">
              <a:extLst>
                <a:ext uri="{FF2B5EF4-FFF2-40B4-BE49-F238E27FC236}">
                  <a16:creationId xmlns:a16="http://schemas.microsoft.com/office/drawing/2014/main" id="{495B5831-19FC-F571-CD1B-4DB307B7FC34}"/>
                </a:ext>
              </a:extLst>
            </p:cNvPr>
            <p:cNvSpPr/>
            <p:nvPr/>
          </p:nvSpPr>
          <p:spPr>
            <a:xfrm>
              <a:off x="8535904"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13" name="Freeform: Shape 4712">
              <a:extLst>
                <a:ext uri="{FF2B5EF4-FFF2-40B4-BE49-F238E27FC236}">
                  <a16:creationId xmlns:a16="http://schemas.microsoft.com/office/drawing/2014/main" id="{215A39C5-167F-AE3C-FAF1-DD9C460778E0}"/>
                </a:ext>
              </a:extLst>
            </p:cNvPr>
            <p:cNvSpPr/>
            <p:nvPr/>
          </p:nvSpPr>
          <p:spPr>
            <a:xfrm>
              <a:off x="8650160"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14" name="Freeform: Shape 4713">
              <a:extLst>
                <a:ext uri="{FF2B5EF4-FFF2-40B4-BE49-F238E27FC236}">
                  <a16:creationId xmlns:a16="http://schemas.microsoft.com/office/drawing/2014/main" id="{C14E7B38-73A6-D478-312E-E9FF2E98D91E}"/>
                </a:ext>
              </a:extLst>
            </p:cNvPr>
            <p:cNvSpPr/>
            <p:nvPr/>
          </p:nvSpPr>
          <p:spPr>
            <a:xfrm>
              <a:off x="8764416"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15" name="Freeform: Shape 4714">
              <a:extLst>
                <a:ext uri="{FF2B5EF4-FFF2-40B4-BE49-F238E27FC236}">
                  <a16:creationId xmlns:a16="http://schemas.microsoft.com/office/drawing/2014/main" id="{7A7E6084-6435-1185-A95F-5B6540F49593}"/>
                </a:ext>
              </a:extLst>
            </p:cNvPr>
            <p:cNvSpPr/>
            <p:nvPr/>
          </p:nvSpPr>
          <p:spPr>
            <a:xfrm>
              <a:off x="8878671" y="560246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16" name="Freeform: Shape 4715">
              <a:extLst>
                <a:ext uri="{FF2B5EF4-FFF2-40B4-BE49-F238E27FC236}">
                  <a16:creationId xmlns:a16="http://schemas.microsoft.com/office/drawing/2014/main" id="{3C40CFAD-030A-E2AA-54B6-969951FE3D0C}"/>
                </a:ext>
              </a:extLst>
            </p:cNvPr>
            <p:cNvSpPr/>
            <p:nvPr/>
          </p:nvSpPr>
          <p:spPr>
            <a:xfrm>
              <a:off x="8992927"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17" name="Freeform: Shape 4716">
              <a:extLst>
                <a:ext uri="{FF2B5EF4-FFF2-40B4-BE49-F238E27FC236}">
                  <a16:creationId xmlns:a16="http://schemas.microsoft.com/office/drawing/2014/main" id="{FE459991-9109-272F-E564-3BB0E7360E9F}"/>
                </a:ext>
              </a:extLst>
            </p:cNvPr>
            <p:cNvSpPr/>
            <p:nvPr/>
          </p:nvSpPr>
          <p:spPr>
            <a:xfrm>
              <a:off x="9107183"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18" name="Freeform: Shape 4717">
              <a:extLst>
                <a:ext uri="{FF2B5EF4-FFF2-40B4-BE49-F238E27FC236}">
                  <a16:creationId xmlns:a16="http://schemas.microsoft.com/office/drawing/2014/main" id="{E0330772-BB09-F64E-CB5F-CF99870D3B7C}"/>
                </a:ext>
              </a:extLst>
            </p:cNvPr>
            <p:cNvSpPr/>
            <p:nvPr/>
          </p:nvSpPr>
          <p:spPr>
            <a:xfrm>
              <a:off x="9221439"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19" name="Freeform: Shape 4718">
              <a:extLst>
                <a:ext uri="{FF2B5EF4-FFF2-40B4-BE49-F238E27FC236}">
                  <a16:creationId xmlns:a16="http://schemas.microsoft.com/office/drawing/2014/main" id="{A07335DF-5B7B-24BD-6716-EABD06CADD18}"/>
                </a:ext>
              </a:extLst>
            </p:cNvPr>
            <p:cNvSpPr/>
            <p:nvPr/>
          </p:nvSpPr>
          <p:spPr>
            <a:xfrm>
              <a:off x="9335695" y="560246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20" name="Freeform: Shape 4719">
              <a:extLst>
                <a:ext uri="{FF2B5EF4-FFF2-40B4-BE49-F238E27FC236}">
                  <a16:creationId xmlns:a16="http://schemas.microsoft.com/office/drawing/2014/main" id="{80AABE2B-5620-63BD-02BF-BA3A1D9D2B7A}"/>
                </a:ext>
              </a:extLst>
            </p:cNvPr>
            <p:cNvSpPr/>
            <p:nvPr/>
          </p:nvSpPr>
          <p:spPr>
            <a:xfrm>
              <a:off x="9449950"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21" name="Freeform: Shape 4720">
              <a:extLst>
                <a:ext uri="{FF2B5EF4-FFF2-40B4-BE49-F238E27FC236}">
                  <a16:creationId xmlns:a16="http://schemas.microsoft.com/office/drawing/2014/main" id="{29AFC8DE-C8BC-4C0F-093A-94A7B3709A46}"/>
                </a:ext>
              </a:extLst>
            </p:cNvPr>
            <p:cNvSpPr/>
            <p:nvPr/>
          </p:nvSpPr>
          <p:spPr>
            <a:xfrm>
              <a:off x="9564206"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22" name="Freeform: Shape 4721">
              <a:extLst>
                <a:ext uri="{FF2B5EF4-FFF2-40B4-BE49-F238E27FC236}">
                  <a16:creationId xmlns:a16="http://schemas.microsoft.com/office/drawing/2014/main" id="{88326FEE-3B1D-CD6E-FBE3-383C54A6DA6B}"/>
                </a:ext>
              </a:extLst>
            </p:cNvPr>
            <p:cNvSpPr/>
            <p:nvPr/>
          </p:nvSpPr>
          <p:spPr>
            <a:xfrm>
              <a:off x="9678418" y="560246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23" name="Freeform: Shape 4722">
              <a:extLst>
                <a:ext uri="{FF2B5EF4-FFF2-40B4-BE49-F238E27FC236}">
                  <a16:creationId xmlns:a16="http://schemas.microsoft.com/office/drawing/2014/main" id="{E9C238F8-F7B4-757C-084D-5B544194434D}"/>
                </a:ext>
              </a:extLst>
            </p:cNvPr>
            <p:cNvSpPr/>
            <p:nvPr/>
          </p:nvSpPr>
          <p:spPr>
            <a:xfrm>
              <a:off x="9792674"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24" name="Freeform: Shape 4723">
              <a:extLst>
                <a:ext uri="{FF2B5EF4-FFF2-40B4-BE49-F238E27FC236}">
                  <a16:creationId xmlns:a16="http://schemas.microsoft.com/office/drawing/2014/main" id="{6104D83A-DFA6-EAAB-F37E-C69C88A6A7D6}"/>
                </a:ext>
              </a:extLst>
            </p:cNvPr>
            <p:cNvSpPr/>
            <p:nvPr/>
          </p:nvSpPr>
          <p:spPr>
            <a:xfrm>
              <a:off x="9906929"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25" name="Freeform: Shape 4724">
              <a:extLst>
                <a:ext uri="{FF2B5EF4-FFF2-40B4-BE49-F238E27FC236}">
                  <a16:creationId xmlns:a16="http://schemas.microsoft.com/office/drawing/2014/main" id="{E126B8D2-4570-159A-961D-7A486B5C4D7F}"/>
                </a:ext>
              </a:extLst>
            </p:cNvPr>
            <p:cNvSpPr/>
            <p:nvPr/>
          </p:nvSpPr>
          <p:spPr>
            <a:xfrm>
              <a:off x="10021185"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26" name="Freeform: Shape 4725">
              <a:extLst>
                <a:ext uri="{FF2B5EF4-FFF2-40B4-BE49-F238E27FC236}">
                  <a16:creationId xmlns:a16="http://schemas.microsoft.com/office/drawing/2014/main" id="{FEC06E08-F947-72A9-CFEE-AA24326A5979}"/>
                </a:ext>
              </a:extLst>
            </p:cNvPr>
            <p:cNvSpPr/>
            <p:nvPr/>
          </p:nvSpPr>
          <p:spPr>
            <a:xfrm>
              <a:off x="10135441"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27" name="Freeform: Shape 4726">
              <a:extLst>
                <a:ext uri="{FF2B5EF4-FFF2-40B4-BE49-F238E27FC236}">
                  <a16:creationId xmlns:a16="http://schemas.microsoft.com/office/drawing/2014/main" id="{42EE3DF3-CB00-D6B4-6D65-9EDD7ABE0AAE}"/>
                </a:ext>
              </a:extLst>
            </p:cNvPr>
            <p:cNvSpPr/>
            <p:nvPr/>
          </p:nvSpPr>
          <p:spPr>
            <a:xfrm>
              <a:off x="10249697"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28" name="Freeform: Shape 4727">
              <a:extLst>
                <a:ext uri="{FF2B5EF4-FFF2-40B4-BE49-F238E27FC236}">
                  <a16:creationId xmlns:a16="http://schemas.microsoft.com/office/drawing/2014/main" id="{E0960AF6-85C3-483A-4C82-0CD4029182A4}"/>
                </a:ext>
              </a:extLst>
            </p:cNvPr>
            <p:cNvSpPr/>
            <p:nvPr/>
          </p:nvSpPr>
          <p:spPr>
            <a:xfrm>
              <a:off x="10363952"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29" name="Freeform: Shape 4728">
              <a:extLst>
                <a:ext uri="{FF2B5EF4-FFF2-40B4-BE49-F238E27FC236}">
                  <a16:creationId xmlns:a16="http://schemas.microsoft.com/office/drawing/2014/main" id="{AE005B6B-9E9F-8427-82A6-F62F80B2E21A}"/>
                </a:ext>
              </a:extLst>
            </p:cNvPr>
            <p:cNvSpPr/>
            <p:nvPr/>
          </p:nvSpPr>
          <p:spPr>
            <a:xfrm>
              <a:off x="10478208" y="560246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30" name="Freeform: Shape 4729">
              <a:extLst>
                <a:ext uri="{FF2B5EF4-FFF2-40B4-BE49-F238E27FC236}">
                  <a16:creationId xmlns:a16="http://schemas.microsoft.com/office/drawing/2014/main" id="{8CE726BE-0416-CC09-2AB1-E341458043C8}"/>
                </a:ext>
              </a:extLst>
            </p:cNvPr>
            <p:cNvSpPr/>
            <p:nvPr/>
          </p:nvSpPr>
          <p:spPr>
            <a:xfrm>
              <a:off x="10592464"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31" name="Freeform: Shape 4730">
              <a:extLst>
                <a:ext uri="{FF2B5EF4-FFF2-40B4-BE49-F238E27FC236}">
                  <a16:creationId xmlns:a16="http://schemas.microsoft.com/office/drawing/2014/main" id="{8BE34A50-0945-F07F-F7AF-D96465D42FC8}"/>
                </a:ext>
              </a:extLst>
            </p:cNvPr>
            <p:cNvSpPr/>
            <p:nvPr/>
          </p:nvSpPr>
          <p:spPr>
            <a:xfrm>
              <a:off x="10706720"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32" name="Freeform: Shape 4731">
              <a:extLst>
                <a:ext uri="{FF2B5EF4-FFF2-40B4-BE49-F238E27FC236}">
                  <a16:creationId xmlns:a16="http://schemas.microsoft.com/office/drawing/2014/main" id="{66CD7B17-0B34-0478-36F4-538710128B70}"/>
                </a:ext>
              </a:extLst>
            </p:cNvPr>
            <p:cNvSpPr/>
            <p:nvPr/>
          </p:nvSpPr>
          <p:spPr>
            <a:xfrm>
              <a:off x="10820976" y="5602468"/>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33" name="Freeform: Shape 4732">
              <a:extLst>
                <a:ext uri="{FF2B5EF4-FFF2-40B4-BE49-F238E27FC236}">
                  <a16:creationId xmlns:a16="http://schemas.microsoft.com/office/drawing/2014/main" id="{9CDB1960-DDA9-77DC-7DF4-E0D52EA962EE}"/>
                </a:ext>
              </a:extLst>
            </p:cNvPr>
            <p:cNvSpPr/>
            <p:nvPr/>
          </p:nvSpPr>
          <p:spPr>
            <a:xfrm>
              <a:off x="10935231"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34" name="Freeform: Shape 4733">
              <a:extLst>
                <a:ext uri="{FF2B5EF4-FFF2-40B4-BE49-F238E27FC236}">
                  <a16:creationId xmlns:a16="http://schemas.microsoft.com/office/drawing/2014/main" id="{D817EB13-962C-68B5-7E35-3679DD49D8FE}"/>
                </a:ext>
              </a:extLst>
            </p:cNvPr>
            <p:cNvSpPr/>
            <p:nvPr/>
          </p:nvSpPr>
          <p:spPr>
            <a:xfrm>
              <a:off x="11049443"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35" name="Freeform: Shape 4734">
              <a:extLst>
                <a:ext uri="{FF2B5EF4-FFF2-40B4-BE49-F238E27FC236}">
                  <a16:creationId xmlns:a16="http://schemas.microsoft.com/office/drawing/2014/main" id="{5B850103-D29F-6876-FBC7-F6338276FA83}"/>
                </a:ext>
              </a:extLst>
            </p:cNvPr>
            <p:cNvSpPr/>
            <p:nvPr/>
          </p:nvSpPr>
          <p:spPr>
            <a:xfrm>
              <a:off x="11163699" y="5602468"/>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36" name="Freeform: Shape 4735">
              <a:extLst>
                <a:ext uri="{FF2B5EF4-FFF2-40B4-BE49-F238E27FC236}">
                  <a16:creationId xmlns:a16="http://schemas.microsoft.com/office/drawing/2014/main" id="{EFBE3BC6-2815-1BF3-F1D1-562B29E6F241}"/>
                </a:ext>
              </a:extLst>
            </p:cNvPr>
            <p:cNvSpPr/>
            <p:nvPr/>
          </p:nvSpPr>
          <p:spPr>
            <a:xfrm>
              <a:off x="11277955"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37" name="Freeform: Shape 4736">
              <a:extLst>
                <a:ext uri="{FF2B5EF4-FFF2-40B4-BE49-F238E27FC236}">
                  <a16:creationId xmlns:a16="http://schemas.microsoft.com/office/drawing/2014/main" id="{26ACD058-2FDA-97CF-977E-397267AD3A77}"/>
                </a:ext>
              </a:extLst>
            </p:cNvPr>
            <p:cNvSpPr/>
            <p:nvPr/>
          </p:nvSpPr>
          <p:spPr>
            <a:xfrm>
              <a:off x="11392210"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38" name="Freeform: Shape 4737">
              <a:extLst>
                <a:ext uri="{FF2B5EF4-FFF2-40B4-BE49-F238E27FC236}">
                  <a16:creationId xmlns:a16="http://schemas.microsoft.com/office/drawing/2014/main" id="{56C03D66-419A-E0E9-F05D-83ED29C066E3}"/>
                </a:ext>
              </a:extLst>
            </p:cNvPr>
            <p:cNvSpPr/>
            <p:nvPr/>
          </p:nvSpPr>
          <p:spPr>
            <a:xfrm>
              <a:off x="11506466" y="5602468"/>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39" name="Freeform: Shape 4738">
              <a:extLst>
                <a:ext uri="{FF2B5EF4-FFF2-40B4-BE49-F238E27FC236}">
                  <a16:creationId xmlns:a16="http://schemas.microsoft.com/office/drawing/2014/main" id="{E6F15D90-E664-E4B5-1545-FCCB254A27EB}"/>
                </a:ext>
              </a:extLst>
            </p:cNvPr>
            <p:cNvSpPr/>
            <p:nvPr/>
          </p:nvSpPr>
          <p:spPr>
            <a:xfrm>
              <a:off x="11620722"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40" name="Freeform: Shape 4739">
              <a:extLst>
                <a:ext uri="{FF2B5EF4-FFF2-40B4-BE49-F238E27FC236}">
                  <a16:creationId xmlns:a16="http://schemas.microsoft.com/office/drawing/2014/main" id="{04A1A370-8952-96E7-448F-01DC6CBD4B91}"/>
                </a:ext>
              </a:extLst>
            </p:cNvPr>
            <p:cNvSpPr/>
            <p:nvPr/>
          </p:nvSpPr>
          <p:spPr>
            <a:xfrm>
              <a:off x="11734978"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41" name="Freeform: Shape 4740">
              <a:extLst>
                <a:ext uri="{FF2B5EF4-FFF2-40B4-BE49-F238E27FC236}">
                  <a16:creationId xmlns:a16="http://schemas.microsoft.com/office/drawing/2014/main" id="{C0A0F39B-43EA-C625-82A5-5ADDEAD9C40F}"/>
                </a:ext>
              </a:extLst>
            </p:cNvPr>
            <p:cNvSpPr/>
            <p:nvPr/>
          </p:nvSpPr>
          <p:spPr>
            <a:xfrm>
              <a:off x="11849233"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42" name="Freeform: Shape 4741">
              <a:extLst>
                <a:ext uri="{FF2B5EF4-FFF2-40B4-BE49-F238E27FC236}">
                  <a16:creationId xmlns:a16="http://schemas.microsoft.com/office/drawing/2014/main" id="{80D16019-AE75-0DF2-D830-08E3A0991176}"/>
                </a:ext>
              </a:extLst>
            </p:cNvPr>
            <p:cNvSpPr/>
            <p:nvPr/>
          </p:nvSpPr>
          <p:spPr>
            <a:xfrm>
              <a:off x="11963489"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43" name="Freeform: Shape 4742">
              <a:extLst>
                <a:ext uri="{FF2B5EF4-FFF2-40B4-BE49-F238E27FC236}">
                  <a16:creationId xmlns:a16="http://schemas.microsoft.com/office/drawing/2014/main" id="{844DD86C-2E7F-38CB-B8CC-ABCCFA0E2685}"/>
                </a:ext>
              </a:extLst>
            </p:cNvPr>
            <p:cNvSpPr/>
            <p:nvPr/>
          </p:nvSpPr>
          <p:spPr>
            <a:xfrm>
              <a:off x="12077745" y="5602468"/>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44" name="Freeform: Shape 4743">
              <a:extLst>
                <a:ext uri="{FF2B5EF4-FFF2-40B4-BE49-F238E27FC236}">
                  <a16:creationId xmlns:a16="http://schemas.microsoft.com/office/drawing/2014/main" id="{3F25BB14-4150-8DF9-16FA-47505DDACE88}"/>
                </a:ext>
              </a:extLst>
            </p:cNvPr>
            <p:cNvSpPr/>
            <p:nvPr/>
          </p:nvSpPr>
          <p:spPr>
            <a:xfrm>
              <a:off x="7279135" y="571672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45" name="Freeform: Shape 4744">
              <a:extLst>
                <a:ext uri="{FF2B5EF4-FFF2-40B4-BE49-F238E27FC236}">
                  <a16:creationId xmlns:a16="http://schemas.microsoft.com/office/drawing/2014/main" id="{73E33820-65D1-D073-5CD2-D1EB22F189DB}"/>
                </a:ext>
              </a:extLst>
            </p:cNvPr>
            <p:cNvSpPr/>
            <p:nvPr/>
          </p:nvSpPr>
          <p:spPr>
            <a:xfrm>
              <a:off x="7393391"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46" name="Freeform: Shape 4745">
              <a:extLst>
                <a:ext uri="{FF2B5EF4-FFF2-40B4-BE49-F238E27FC236}">
                  <a16:creationId xmlns:a16="http://schemas.microsoft.com/office/drawing/2014/main" id="{5ED058DD-5072-D536-04F8-4C90522ABDA5}"/>
                </a:ext>
              </a:extLst>
            </p:cNvPr>
            <p:cNvSpPr/>
            <p:nvPr/>
          </p:nvSpPr>
          <p:spPr>
            <a:xfrm>
              <a:off x="7507646"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47" name="Freeform: Shape 4746">
              <a:extLst>
                <a:ext uri="{FF2B5EF4-FFF2-40B4-BE49-F238E27FC236}">
                  <a16:creationId xmlns:a16="http://schemas.microsoft.com/office/drawing/2014/main" id="{6E58CE74-0E08-7074-34E0-3B34B73C5E79}"/>
                </a:ext>
              </a:extLst>
            </p:cNvPr>
            <p:cNvSpPr/>
            <p:nvPr/>
          </p:nvSpPr>
          <p:spPr>
            <a:xfrm>
              <a:off x="7621902"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48" name="Freeform: Shape 4747">
              <a:extLst>
                <a:ext uri="{FF2B5EF4-FFF2-40B4-BE49-F238E27FC236}">
                  <a16:creationId xmlns:a16="http://schemas.microsoft.com/office/drawing/2014/main" id="{71996A2C-1E56-D119-D4B6-A40CFFC6E74A}"/>
                </a:ext>
              </a:extLst>
            </p:cNvPr>
            <p:cNvSpPr/>
            <p:nvPr/>
          </p:nvSpPr>
          <p:spPr>
            <a:xfrm>
              <a:off x="7736158" y="571672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49" name="Freeform: Shape 4748">
              <a:extLst>
                <a:ext uri="{FF2B5EF4-FFF2-40B4-BE49-F238E27FC236}">
                  <a16:creationId xmlns:a16="http://schemas.microsoft.com/office/drawing/2014/main" id="{20AB9FD8-2963-8E08-8E61-AC61D492EAE7}"/>
                </a:ext>
              </a:extLst>
            </p:cNvPr>
            <p:cNvSpPr/>
            <p:nvPr/>
          </p:nvSpPr>
          <p:spPr>
            <a:xfrm>
              <a:off x="7850414"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50" name="Freeform: Shape 4749">
              <a:extLst>
                <a:ext uri="{FF2B5EF4-FFF2-40B4-BE49-F238E27FC236}">
                  <a16:creationId xmlns:a16="http://schemas.microsoft.com/office/drawing/2014/main" id="{6CE22E10-556A-4EC0-E1FA-C66393C0E0E1}"/>
                </a:ext>
              </a:extLst>
            </p:cNvPr>
            <p:cNvSpPr/>
            <p:nvPr/>
          </p:nvSpPr>
          <p:spPr>
            <a:xfrm>
              <a:off x="7964669"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51" name="Freeform: Shape 4750">
              <a:extLst>
                <a:ext uri="{FF2B5EF4-FFF2-40B4-BE49-F238E27FC236}">
                  <a16:creationId xmlns:a16="http://schemas.microsoft.com/office/drawing/2014/main" id="{9D128094-1069-C44A-5951-BFC14F0594EB}"/>
                </a:ext>
              </a:extLst>
            </p:cNvPr>
            <p:cNvSpPr/>
            <p:nvPr/>
          </p:nvSpPr>
          <p:spPr>
            <a:xfrm>
              <a:off x="8078925" y="571672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52" name="Freeform: Shape 4751">
              <a:extLst>
                <a:ext uri="{FF2B5EF4-FFF2-40B4-BE49-F238E27FC236}">
                  <a16:creationId xmlns:a16="http://schemas.microsoft.com/office/drawing/2014/main" id="{B60FF888-6B51-66CD-7FD3-7209A1EA1FF8}"/>
                </a:ext>
              </a:extLst>
            </p:cNvPr>
            <p:cNvSpPr/>
            <p:nvPr/>
          </p:nvSpPr>
          <p:spPr>
            <a:xfrm>
              <a:off x="8193181"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53" name="Freeform: Shape 4752">
              <a:extLst>
                <a:ext uri="{FF2B5EF4-FFF2-40B4-BE49-F238E27FC236}">
                  <a16:creationId xmlns:a16="http://schemas.microsoft.com/office/drawing/2014/main" id="{3D771106-7A80-35AC-104C-2A22A1AD0930}"/>
                </a:ext>
              </a:extLst>
            </p:cNvPr>
            <p:cNvSpPr/>
            <p:nvPr/>
          </p:nvSpPr>
          <p:spPr>
            <a:xfrm>
              <a:off x="8307437"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54" name="Freeform: Shape 4753">
              <a:extLst>
                <a:ext uri="{FF2B5EF4-FFF2-40B4-BE49-F238E27FC236}">
                  <a16:creationId xmlns:a16="http://schemas.microsoft.com/office/drawing/2014/main" id="{843969B4-71B3-094C-073C-46DCE2987561}"/>
                </a:ext>
              </a:extLst>
            </p:cNvPr>
            <p:cNvSpPr/>
            <p:nvPr/>
          </p:nvSpPr>
          <p:spPr>
            <a:xfrm>
              <a:off x="8421648"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55" name="Freeform: Shape 4754">
              <a:extLst>
                <a:ext uri="{FF2B5EF4-FFF2-40B4-BE49-F238E27FC236}">
                  <a16:creationId xmlns:a16="http://schemas.microsoft.com/office/drawing/2014/main" id="{070E5054-F087-89C5-EBCE-BF707F349C53}"/>
                </a:ext>
              </a:extLst>
            </p:cNvPr>
            <p:cNvSpPr/>
            <p:nvPr/>
          </p:nvSpPr>
          <p:spPr>
            <a:xfrm>
              <a:off x="8535904"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56" name="Freeform: Shape 4755">
              <a:extLst>
                <a:ext uri="{FF2B5EF4-FFF2-40B4-BE49-F238E27FC236}">
                  <a16:creationId xmlns:a16="http://schemas.microsoft.com/office/drawing/2014/main" id="{C47A517A-A52E-573B-3A3A-A371E2A689AA}"/>
                </a:ext>
              </a:extLst>
            </p:cNvPr>
            <p:cNvSpPr/>
            <p:nvPr/>
          </p:nvSpPr>
          <p:spPr>
            <a:xfrm>
              <a:off x="8650160"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57" name="Freeform: Shape 4756">
              <a:extLst>
                <a:ext uri="{FF2B5EF4-FFF2-40B4-BE49-F238E27FC236}">
                  <a16:creationId xmlns:a16="http://schemas.microsoft.com/office/drawing/2014/main" id="{C8F7CE00-04FF-505C-BF8D-FE8FA7AE8F9F}"/>
                </a:ext>
              </a:extLst>
            </p:cNvPr>
            <p:cNvSpPr/>
            <p:nvPr/>
          </p:nvSpPr>
          <p:spPr>
            <a:xfrm>
              <a:off x="8764416"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58" name="Freeform: Shape 4757">
              <a:extLst>
                <a:ext uri="{FF2B5EF4-FFF2-40B4-BE49-F238E27FC236}">
                  <a16:creationId xmlns:a16="http://schemas.microsoft.com/office/drawing/2014/main" id="{DEAF219B-4CFC-1A9F-C518-8B2DB102B35F}"/>
                </a:ext>
              </a:extLst>
            </p:cNvPr>
            <p:cNvSpPr/>
            <p:nvPr/>
          </p:nvSpPr>
          <p:spPr>
            <a:xfrm>
              <a:off x="8878671" y="571672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59" name="Freeform: Shape 4758">
              <a:extLst>
                <a:ext uri="{FF2B5EF4-FFF2-40B4-BE49-F238E27FC236}">
                  <a16:creationId xmlns:a16="http://schemas.microsoft.com/office/drawing/2014/main" id="{666552B8-885F-0079-EFB7-ABA947619158}"/>
                </a:ext>
              </a:extLst>
            </p:cNvPr>
            <p:cNvSpPr/>
            <p:nvPr/>
          </p:nvSpPr>
          <p:spPr>
            <a:xfrm>
              <a:off x="8992927"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60" name="Freeform: Shape 4759">
              <a:extLst>
                <a:ext uri="{FF2B5EF4-FFF2-40B4-BE49-F238E27FC236}">
                  <a16:creationId xmlns:a16="http://schemas.microsoft.com/office/drawing/2014/main" id="{616D027B-4283-9C7F-63AE-2746EA040CA3}"/>
                </a:ext>
              </a:extLst>
            </p:cNvPr>
            <p:cNvSpPr/>
            <p:nvPr/>
          </p:nvSpPr>
          <p:spPr>
            <a:xfrm>
              <a:off x="9107183"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61" name="Freeform: Shape 4760">
              <a:extLst>
                <a:ext uri="{FF2B5EF4-FFF2-40B4-BE49-F238E27FC236}">
                  <a16:creationId xmlns:a16="http://schemas.microsoft.com/office/drawing/2014/main" id="{FBC16300-2EB0-F238-7075-2A9B06D0821C}"/>
                </a:ext>
              </a:extLst>
            </p:cNvPr>
            <p:cNvSpPr/>
            <p:nvPr/>
          </p:nvSpPr>
          <p:spPr>
            <a:xfrm>
              <a:off x="9221439"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62" name="Freeform: Shape 4761">
              <a:extLst>
                <a:ext uri="{FF2B5EF4-FFF2-40B4-BE49-F238E27FC236}">
                  <a16:creationId xmlns:a16="http://schemas.microsoft.com/office/drawing/2014/main" id="{729FAAE4-AB61-57B6-E1AB-69619778C24F}"/>
                </a:ext>
              </a:extLst>
            </p:cNvPr>
            <p:cNvSpPr/>
            <p:nvPr/>
          </p:nvSpPr>
          <p:spPr>
            <a:xfrm>
              <a:off x="9335695" y="571672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63" name="Freeform: Shape 4762">
              <a:extLst>
                <a:ext uri="{FF2B5EF4-FFF2-40B4-BE49-F238E27FC236}">
                  <a16:creationId xmlns:a16="http://schemas.microsoft.com/office/drawing/2014/main" id="{3459E455-6CD1-8C41-43E7-F6D1CD7D6BC3}"/>
                </a:ext>
              </a:extLst>
            </p:cNvPr>
            <p:cNvSpPr/>
            <p:nvPr/>
          </p:nvSpPr>
          <p:spPr>
            <a:xfrm>
              <a:off x="9449950"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64" name="Freeform: Shape 4763">
              <a:extLst>
                <a:ext uri="{FF2B5EF4-FFF2-40B4-BE49-F238E27FC236}">
                  <a16:creationId xmlns:a16="http://schemas.microsoft.com/office/drawing/2014/main" id="{3BC5FCDD-5D6D-D844-C63E-CA0A9A3801D4}"/>
                </a:ext>
              </a:extLst>
            </p:cNvPr>
            <p:cNvSpPr/>
            <p:nvPr/>
          </p:nvSpPr>
          <p:spPr>
            <a:xfrm>
              <a:off x="9564206"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65" name="Freeform: Shape 4764">
              <a:extLst>
                <a:ext uri="{FF2B5EF4-FFF2-40B4-BE49-F238E27FC236}">
                  <a16:creationId xmlns:a16="http://schemas.microsoft.com/office/drawing/2014/main" id="{294E81AF-3A9E-2899-D912-40D8C0A9E8A3}"/>
                </a:ext>
              </a:extLst>
            </p:cNvPr>
            <p:cNvSpPr/>
            <p:nvPr/>
          </p:nvSpPr>
          <p:spPr>
            <a:xfrm>
              <a:off x="9678418" y="571672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66" name="Freeform: Shape 4765">
              <a:extLst>
                <a:ext uri="{FF2B5EF4-FFF2-40B4-BE49-F238E27FC236}">
                  <a16:creationId xmlns:a16="http://schemas.microsoft.com/office/drawing/2014/main" id="{C791C251-80A9-2620-8BC6-8BB6F6BF2CE6}"/>
                </a:ext>
              </a:extLst>
            </p:cNvPr>
            <p:cNvSpPr/>
            <p:nvPr/>
          </p:nvSpPr>
          <p:spPr>
            <a:xfrm>
              <a:off x="9792674"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67" name="Freeform: Shape 4766">
              <a:extLst>
                <a:ext uri="{FF2B5EF4-FFF2-40B4-BE49-F238E27FC236}">
                  <a16:creationId xmlns:a16="http://schemas.microsoft.com/office/drawing/2014/main" id="{8902128A-75D8-9EBC-933A-3A22595A6788}"/>
                </a:ext>
              </a:extLst>
            </p:cNvPr>
            <p:cNvSpPr/>
            <p:nvPr/>
          </p:nvSpPr>
          <p:spPr>
            <a:xfrm>
              <a:off x="9906929"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68" name="Freeform: Shape 4767">
              <a:extLst>
                <a:ext uri="{FF2B5EF4-FFF2-40B4-BE49-F238E27FC236}">
                  <a16:creationId xmlns:a16="http://schemas.microsoft.com/office/drawing/2014/main" id="{D76F09DF-3FE1-5BC9-D228-82E120C80579}"/>
                </a:ext>
              </a:extLst>
            </p:cNvPr>
            <p:cNvSpPr/>
            <p:nvPr/>
          </p:nvSpPr>
          <p:spPr>
            <a:xfrm>
              <a:off x="10021185"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69" name="Freeform: Shape 4768">
              <a:extLst>
                <a:ext uri="{FF2B5EF4-FFF2-40B4-BE49-F238E27FC236}">
                  <a16:creationId xmlns:a16="http://schemas.microsoft.com/office/drawing/2014/main" id="{1934E7AD-4C43-2F21-5DC1-648462251EBD}"/>
                </a:ext>
              </a:extLst>
            </p:cNvPr>
            <p:cNvSpPr/>
            <p:nvPr/>
          </p:nvSpPr>
          <p:spPr>
            <a:xfrm>
              <a:off x="10135441"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70" name="Freeform: Shape 4769">
              <a:extLst>
                <a:ext uri="{FF2B5EF4-FFF2-40B4-BE49-F238E27FC236}">
                  <a16:creationId xmlns:a16="http://schemas.microsoft.com/office/drawing/2014/main" id="{AF88BFFB-AFFF-5D4E-C25D-41E745DF1A1B}"/>
                </a:ext>
              </a:extLst>
            </p:cNvPr>
            <p:cNvSpPr/>
            <p:nvPr/>
          </p:nvSpPr>
          <p:spPr>
            <a:xfrm>
              <a:off x="10249697"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71" name="Freeform: Shape 4770">
              <a:extLst>
                <a:ext uri="{FF2B5EF4-FFF2-40B4-BE49-F238E27FC236}">
                  <a16:creationId xmlns:a16="http://schemas.microsoft.com/office/drawing/2014/main" id="{83632506-3B97-F608-EB33-649886416DAF}"/>
                </a:ext>
              </a:extLst>
            </p:cNvPr>
            <p:cNvSpPr/>
            <p:nvPr/>
          </p:nvSpPr>
          <p:spPr>
            <a:xfrm>
              <a:off x="10363952"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72" name="Freeform: Shape 4771">
              <a:extLst>
                <a:ext uri="{FF2B5EF4-FFF2-40B4-BE49-F238E27FC236}">
                  <a16:creationId xmlns:a16="http://schemas.microsoft.com/office/drawing/2014/main" id="{081BDAC1-9028-F8B8-00CC-7AAA9313F794}"/>
                </a:ext>
              </a:extLst>
            </p:cNvPr>
            <p:cNvSpPr/>
            <p:nvPr/>
          </p:nvSpPr>
          <p:spPr>
            <a:xfrm>
              <a:off x="10478208" y="571672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73" name="Freeform: Shape 4772">
              <a:extLst>
                <a:ext uri="{FF2B5EF4-FFF2-40B4-BE49-F238E27FC236}">
                  <a16:creationId xmlns:a16="http://schemas.microsoft.com/office/drawing/2014/main" id="{35B6E78F-21EF-EF39-F818-6F8FDFE415EB}"/>
                </a:ext>
              </a:extLst>
            </p:cNvPr>
            <p:cNvSpPr/>
            <p:nvPr/>
          </p:nvSpPr>
          <p:spPr>
            <a:xfrm>
              <a:off x="10592464"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74" name="Freeform: Shape 4773">
              <a:extLst>
                <a:ext uri="{FF2B5EF4-FFF2-40B4-BE49-F238E27FC236}">
                  <a16:creationId xmlns:a16="http://schemas.microsoft.com/office/drawing/2014/main" id="{E7AAE76D-3A9B-DE1D-61EB-D9BE4CB1DF83}"/>
                </a:ext>
              </a:extLst>
            </p:cNvPr>
            <p:cNvSpPr/>
            <p:nvPr/>
          </p:nvSpPr>
          <p:spPr>
            <a:xfrm>
              <a:off x="10706720"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75" name="Freeform: Shape 4774">
              <a:extLst>
                <a:ext uri="{FF2B5EF4-FFF2-40B4-BE49-F238E27FC236}">
                  <a16:creationId xmlns:a16="http://schemas.microsoft.com/office/drawing/2014/main" id="{CAD0D718-B5FA-6F6C-B5E7-B984E3F76342}"/>
                </a:ext>
              </a:extLst>
            </p:cNvPr>
            <p:cNvSpPr/>
            <p:nvPr/>
          </p:nvSpPr>
          <p:spPr>
            <a:xfrm>
              <a:off x="10820976" y="5716724"/>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76" name="Freeform: Shape 4775">
              <a:extLst>
                <a:ext uri="{FF2B5EF4-FFF2-40B4-BE49-F238E27FC236}">
                  <a16:creationId xmlns:a16="http://schemas.microsoft.com/office/drawing/2014/main" id="{28131A8D-4062-857A-3D72-11173E2F9898}"/>
                </a:ext>
              </a:extLst>
            </p:cNvPr>
            <p:cNvSpPr/>
            <p:nvPr/>
          </p:nvSpPr>
          <p:spPr>
            <a:xfrm>
              <a:off x="10935231"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77" name="Freeform: Shape 4776">
              <a:extLst>
                <a:ext uri="{FF2B5EF4-FFF2-40B4-BE49-F238E27FC236}">
                  <a16:creationId xmlns:a16="http://schemas.microsoft.com/office/drawing/2014/main" id="{E4807BB3-3760-9E74-6C2F-B09FEFDBA02F}"/>
                </a:ext>
              </a:extLst>
            </p:cNvPr>
            <p:cNvSpPr/>
            <p:nvPr/>
          </p:nvSpPr>
          <p:spPr>
            <a:xfrm>
              <a:off x="11049443"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78" name="Freeform: Shape 4777">
              <a:extLst>
                <a:ext uri="{FF2B5EF4-FFF2-40B4-BE49-F238E27FC236}">
                  <a16:creationId xmlns:a16="http://schemas.microsoft.com/office/drawing/2014/main" id="{9E3E2B10-7B09-9D8E-A4C1-54E391310B1F}"/>
                </a:ext>
              </a:extLst>
            </p:cNvPr>
            <p:cNvSpPr/>
            <p:nvPr/>
          </p:nvSpPr>
          <p:spPr>
            <a:xfrm>
              <a:off x="11163699" y="5716724"/>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79" name="Freeform: Shape 4778">
              <a:extLst>
                <a:ext uri="{FF2B5EF4-FFF2-40B4-BE49-F238E27FC236}">
                  <a16:creationId xmlns:a16="http://schemas.microsoft.com/office/drawing/2014/main" id="{1C86949C-9EE4-455F-FA83-97B6361141D9}"/>
                </a:ext>
              </a:extLst>
            </p:cNvPr>
            <p:cNvSpPr/>
            <p:nvPr/>
          </p:nvSpPr>
          <p:spPr>
            <a:xfrm>
              <a:off x="11277955"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80" name="Freeform: Shape 4779">
              <a:extLst>
                <a:ext uri="{FF2B5EF4-FFF2-40B4-BE49-F238E27FC236}">
                  <a16:creationId xmlns:a16="http://schemas.microsoft.com/office/drawing/2014/main" id="{B650D3DC-57D5-A35C-9B65-6A6662D8ADD4}"/>
                </a:ext>
              </a:extLst>
            </p:cNvPr>
            <p:cNvSpPr/>
            <p:nvPr/>
          </p:nvSpPr>
          <p:spPr>
            <a:xfrm>
              <a:off x="11392210"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81" name="Freeform: Shape 4780">
              <a:extLst>
                <a:ext uri="{FF2B5EF4-FFF2-40B4-BE49-F238E27FC236}">
                  <a16:creationId xmlns:a16="http://schemas.microsoft.com/office/drawing/2014/main" id="{2601093C-DAEC-5A21-90DE-FECF0243482B}"/>
                </a:ext>
              </a:extLst>
            </p:cNvPr>
            <p:cNvSpPr/>
            <p:nvPr/>
          </p:nvSpPr>
          <p:spPr>
            <a:xfrm>
              <a:off x="11506466" y="5716724"/>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82" name="Freeform: Shape 4781">
              <a:extLst>
                <a:ext uri="{FF2B5EF4-FFF2-40B4-BE49-F238E27FC236}">
                  <a16:creationId xmlns:a16="http://schemas.microsoft.com/office/drawing/2014/main" id="{F1950C0C-9C41-9B13-CBDD-A987BDE5E786}"/>
                </a:ext>
              </a:extLst>
            </p:cNvPr>
            <p:cNvSpPr/>
            <p:nvPr/>
          </p:nvSpPr>
          <p:spPr>
            <a:xfrm>
              <a:off x="11620722"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83" name="Freeform: Shape 4782">
              <a:extLst>
                <a:ext uri="{FF2B5EF4-FFF2-40B4-BE49-F238E27FC236}">
                  <a16:creationId xmlns:a16="http://schemas.microsoft.com/office/drawing/2014/main" id="{3B13A054-13FE-BD53-4C53-A5AE77728A45}"/>
                </a:ext>
              </a:extLst>
            </p:cNvPr>
            <p:cNvSpPr/>
            <p:nvPr/>
          </p:nvSpPr>
          <p:spPr>
            <a:xfrm>
              <a:off x="11734978"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84" name="Freeform: Shape 4783">
              <a:extLst>
                <a:ext uri="{FF2B5EF4-FFF2-40B4-BE49-F238E27FC236}">
                  <a16:creationId xmlns:a16="http://schemas.microsoft.com/office/drawing/2014/main" id="{AB27FA68-6762-0B71-0114-4417DC19B085}"/>
                </a:ext>
              </a:extLst>
            </p:cNvPr>
            <p:cNvSpPr/>
            <p:nvPr/>
          </p:nvSpPr>
          <p:spPr>
            <a:xfrm>
              <a:off x="11849233"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85" name="Freeform: Shape 4784">
              <a:extLst>
                <a:ext uri="{FF2B5EF4-FFF2-40B4-BE49-F238E27FC236}">
                  <a16:creationId xmlns:a16="http://schemas.microsoft.com/office/drawing/2014/main" id="{5DD2048B-0D11-0D15-F23B-08AD679993E3}"/>
                </a:ext>
              </a:extLst>
            </p:cNvPr>
            <p:cNvSpPr/>
            <p:nvPr/>
          </p:nvSpPr>
          <p:spPr>
            <a:xfrm>
              <a:off x="11963489"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86" name="Freeform: Shape 4785">
              <a:extLst>
                <a:ext uri="{FF2B5EF4-FFF2-40B4-BE49-F238E27FC236}">
                  <a16:creationId xmlns:a16="http://schemas.microsoft.com/office/drawing/2014/main" id="{DB40F80F-315A-4EEE-8392-7B3DE0EEB3D6}"/>
                </a:ext>
              </a:extLst>
            </p:cNvPr>
            <p:cNvSpPr/>
            <p:nvPr/>
          </p:nvSpPr>
          <p:spPr>
            <a:xfrm>
              <a:off x="12077745" y="5716724"/>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87" name="Freeform: Shape 4786">
              <a:extLst>
                <a:ext uri="{FF2B5EF4-FFF2-40B4-BE49-F238E27FC236}">
                  <a16:creationId xmlns:a16="http://schemas.microsoft.com/office/drawing/2014/main" id="{B064639D-C251-86F6-101E-E7A795136EDD}"/>
                </a:ext>
              </a:extLst>
            </p:cNvPr>
            <p:cNvSpPr/>
            <p:nvPr/>
          </p:nvSpPr>
          <p:spPr>
            <a:xfrm>
              <a:off x="7279135" y="583098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88" name="Freeform: Shape 4787">
              <a:extLst>
                <a:ext uri="{FF2B5EF4-FFF2-40B4-BE49-F238E27FC236}">
                  <a16:creationId xmlns:a16="http://schemas.microsoft.com/office/drawing/2014/main" id="{33A5F08A-7338-0CFE-03B0-008B12D4DAF2}"/>
                </a:ext>
              </a:extLst>
            </p:cNvPr>
            <p:cNvSpPr/>
            <p:nvPr/>
          </p:nvSpPr>
          <p:spPr>
            <a:xfrm>
              <a:off x="7393391"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89" name="Freeform: Shape 4788">
              <a:extLst>
                <a:ext uri="{FF2B5EF4-FFF2-40B4-BE49-F238E27FC236}">
                  <a16:creationId xmlns:a16="http://schemas.microsoft.com/office/drawing/2014/main" id="{AD65E676-AD7C-ABC5-78F3-8B30B09B9EE6}"/>
                </a:ext>
              </a:extLst>
            </p:cNvPr>
            <p:cNvSpPr/>
            <p:nvPr/>
          </p:nvSpPr>
          <p:spPr>
            <a:xfrm>
              <a:off x="7507646"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90" name="Freeform: Shape 4789">
              <a:extLst>
                <a:ext uri="{FF2B5EF4-FFF2-40B4-BE49-F238E27FC236}">
                  <a16:creationId xmlns:a16="http://schemas.microsoft.com/office/drawing/2014/main" id="{27E08D38-3932-D00C-AB8E-9D650E978BA6}"/>
                </a:ext>
              </a:extLst>
            </p:cNvPr>
            <p:cNvSpPr/>
            <p:nvPr/>
          </p:nvSpPr>
          <p:spPr>
            <a:xfrm>
              <a:off x="7621902"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91" name="Freeform: Shape 4790">
              <a:extLst>
                <a:ext uri="{FF2B5EF4-FFF2-40B4-BE49-F238E27FC236}">
                  <a16:creationId xmlns:a16="http://schemas.microsoft.com/office/drawing/2014/main" id="{0DE1EF55-DDEF-4DF0-8B23-4C59332BD932}"/>
                </a:ext>
              </a:extLst>
            </p:cNvPr>
            <p:cNvSpPr/>
            <p:nvPr/>
          </p:nvSpPr>
          <p:spPr>
            <a:xfrm>
              <a:off x="7736158" y="583098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92" name="Freeform: Shape 4791">
              <a:extLst>
                <a:ext uri="{FF2B5EF4-FFF2-40B4-BE49-F238E27FC236}">
                  <a16:creationId xmlns:a16="http://schemas.microsoft.com/office/drawing/2014/main" id="{265E2B05-ED90-61F3-B68E-F92821E51182}"/>
                </a:ext>
              </a:extLst>
            </p:cNvPr>
            <p:cNvSpPr/>
            <p:nvPr/>
          </p:nvSpPr>
          <p:spPr>
            <a:xfrm>
              <a:off x="7850414"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93" name="Freeform: Shape 4792">
              <a:extLst>
                <a:ext uri="{FF2B5EF4-FFF2-40B4-BE49-F238E27FC236}">
                  <a16:creationId xmlns:a16="http://schemas.microsoft.com/office/drawing/2014/main" id="{70D3E864-B268-DED4-CD93-AECFF1F9EC0A}"/>
                </a:ext>
              </a:extLst>
            </p:cNvPr>
            <p:cNvSpPr/>
            <p:nvPr/>
          </p:nvSpPr>
          <p:spPr>
            <a:xfrm>
              <a:off x="7964669"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94" name="Freeform: Shape 4793">
              <a:extLst>
                <a:ext uri="{FF2B5EF4-FFF2-40B4-BE49-F238E27FC236}">
                  <a16:creationId xmlns:a16="http://schemas.microsoft.com/office/drawing/2014/main" id="{F4FEC8A1-DC7D-FAE5-0A1E-5C27AFAF2FB4}"/>
                </a:ext>
              </a:extLst>
            </p:cNvPr>
            <p:cNvSpPr/>
            <p:nvPr/>
          </p:nvSpPr>
          <p:spPr>
            <a:xfrm>
              <a:off x="8078925" y="583098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95" name="Freeform: Shape 4794">
              <a:extLst>
                <a:ext uri="{FF2B5EF4-FFF2-40B4-BE49-F238E27FC236}">
                  <a16:creationId xmlns:a16="http://schemas.microsoft.com/office/drawing/2014/main" id="{BCC3BE1A-58D9-C6CC-52DB-FB669BC5F1FE}"/>
                </a:ext>
              </a:extLst>
            </p:cNvPr>
            <p:cNvSpPr/>
            <p:nvPr/>
          </p:nvSpPr>
          <p:spPr>
            <a:xfrm>
              <a:off x="8193181"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96" name="Freeform: Shape 4795">
              <a:extLst>
                <a:ext uri="{FF2B5EF4-FFF2-40B4-BE49-F238E27FC236}">
                  <a16:creationId xmlns:a16="http://schemas.microsoft.com/office/drawing/2014/main" id="{AF43430B-8899-0EED-6B08-11032C690516}"/>
                </a:ext>
              </a:extLst>
            </p:cNvPr>
            <p:cNvSpPr/>
            <p:nvPr/>
          </p:nvSpPr>
          <p:spPr>
            <a:xfrm>
              <a:off x="8307437"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97" name="Freeform: Shape 4796">
              <a:extLst>
                <a:ext uri="{FF2B5EF4-FFF2-40B4-BE49-F238E27FC236}">
                  <a16:creationId xmlns:a16="http://schemas.microsoft.com/office/drawing/2014/main" id="{DD1A033E-1EC8-E4A9-1EA3-0556E27FFFA5}"/>
                </a:ext>
              </a:extLst>
            </p:cNvPr>
            <p:cNvSpPr/>
            <p:nvPr/>
          </p:nvSpPr>
          <p:spPr>
            <a:xfrm>
              <a:off x="8421648"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98" name="Freeform: Shape 4797">
              <a:extLst>
                <a:ext uri="{FF2B5EF4-FFF2-40B4-BE49-F238E27FC236}">
                  <a16:creationId xmlns:a16="http://schemas.microsoft.com/office/drawing/2014/main" id="{A1C4109C-F9A4-1E59-DB8D-ACE5CA778C8E}"/>
                </a:ext>
              </a:extLst>
            </p:cNvPr>
            <p:cNvSpPr/>
            <p:nvPr/>
          </p:nvSpPr>
          <p:spPr>
            <a:xfrm>
              <a:off x="8535904"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99" name="Freeform: Shape 4798">
              <a:extLst>
                <a:ext uri="{FF2B5EF4-FFF2-40B4-BE49-F238E27FC236}">
                  <a16:creationId xmlns:a16="http://schemas.microsoft.com/office/drawing/2014/main" id="{3913A54B-A4DA-4E6F-3845-9E5D62364CDC}"/>
                </a:ext>
              </a:extLst>
            </p:cNvPr>
            <p:cNvSpPr/>
            <p:nvPr/>
          </p:nvSpPr>
          <p:spPr>
            <a:xfrm>
              <a:off x="8650160"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00" name="Freeform: Shape 4799">
              <a:extLst>
                <a:ext uri="{FF2B5EF4-FFF2-40B4-BE49-F238E27FC236}">
                  <a16:creationId xmlns:a16="http://schemas.microsoft.com/office/drawing/2014/main" id="{31678974-A407-46BF-A052-EE371775029F}"/>
                </a:ext>
              </a:extLst>
            </p:cNvPr>
            <p:cNvSpPr/>
            <p:nvPr/>
          </p:nvSpPr>
          <p:spPr>
            <a:xfrm>
              <a:off x="8764416"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01" name="Freeform: Shape 4800">
              <a:extLst>
                <a:ext uri="{FF2B5EF4-FFF2-40B4-BE49-F238E27FC236}">
                  <a16:creationId xmlns:a16="http://schemas.microsoft.com/office/drawing/2014/main" id="{3E7D6667-B3C8-7450-278A-638350E0776B}"/>
                </a:ext>
              </a:extLst>
            </p:cNvPr>
            <p:cNvSpPr/>
            <p:nvPr/>
          </p:nvSpPr>
          <p:spPr>
            <a:xfrm>
              <a:off x="8878671" y="583098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02" name="Freeform: Shape 4801">
              <a:extLst>
                <a:ext uri="{FF2B5EF4-FFF2-40B4-BE49-F238E27FC236}">
                  <a16:creationId xmlns:a16="http://schemas.microsoft.com/office/drawing/2014/main" id="{8DF27956-03DE-CEEB-317D-4DDF1E71FF74}"/>
                </a:ext>
              </a:extLst>
            </p:cNvPr>
            <p:cNvSpPr/>
            <p:nvPr/>
          </p:nvSpPr>
          <p:spPr>
            <a:xfrm>
              <a:off x="8992927"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03" name="Freeform: Shape 4802">
              <a:extLst>
                <a:ext uri="{FF2B5EF4-FFF2-40B4-BE49-F238E27FC236}">
                  <a16:creationId xmlns:a16="http://schemas.microsoft.com/office/drawing/2014/main" id="{7A406FBB-07A7-1AC3-5607-67F594C9F157}"/>
                </a:ext>
              </a:extLst>
            </p:cNvPr>
            <p:cNvSpPr/>
            <p:nvPr/>
          </p:nvSpPr>
          <p:spPr>
            <a:xfrm>
              <a:off x="9107183"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04" name="Freeform: Shape 4803">
              <a:extLst>
                <a:ext uri="{FF2B5EF4-FFF2-40B4-BE49-F238E27FC236}">
                  <a16:creationId xmlns:a16="http://schemas.microsoft.com/office/drawing/2014/main" id="{753C1552-1736-47A8-A2D2-1862F8519A79}"/>
                </a:ext>
              </a:extLst>
            </p:cNvPr>
            <p:cNvSpPr/>
            <p:nvPr/>
          </p:nvSpPr>
          <p:spPr>
            <a:xfrm>
              <a:off x="9221439"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05" name="Freeform: Shape 4804">
              <a:extLst>
                <a:ext uri="{FF2B5EF4-FFF2-40B4-BE49-F238E27FC236}">
                  <a16:creationId xmlns:a16="http://schemas.microsoft.com/office/drawing/2014/main" id="{4020F0BA-3EED-EDD0-53E7-698AA02585AE}"/>
                </a:ext>
              </a:extLst>
            </p:cNvPr>
            <p:cNvSpPr/>
            <p:nvPr/>
          </p:nvSpPr>
          <p:spPr>
            <a:xfrm>
              <a:off x="9335695" y="583098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06" name="Freeform: Shape 4805">
              <a:extLst>
                <a:ext uri="{FF2B5EF4-FFF2-40B4-BE49-F238E27FC236}">
                  <a16:creationId xmlns:a16="http://schemas.microsoft.com/office/drawing/2014/main" id="{89F21E7F-ACF0-CCAA-1FA1-E5F1B88FD57D}"/>
                </a:ext>
              </a:extLst>
            </p:cNvPr>
            <p:cNvSpPr/>
            <p:nvPr/>
          </p:nvSpPr>
          <p:spPr>
            <a:xfrm>
              <a:off x="9449950"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07" name="Freeform: Shape 4806">
              <a:extLst>
                <a:ext uri="{FF2B5EF4-FFF2-40B4-BE49-F238E27FC236}">
                  <a16:creationId xmlns:a16="http://schemas.microsoft.com/office/drawing/2014/main" id="{C3B4DADC-8D62-E876-ADF0-FD6120ACB612}"/>
                </a:ext>
              </a:extLst>
            </p:cNvPr>
            <p:cNvSpPr/>
            <p:nvPr/>
          </p:nvSpPr>
          <p:spPr>
            <a:xfrm>
              <a:off x="9564206"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08" name="Freeform: Shape 4807">
              <a:extLst>
                <a:ext uri="{FF2B5EF4-FFF2-40B4-BE49-F238E27FC236}">
                  <a16:creationId xmlns:a16="http://schemas.microsoft.com/office/drawing/2014/main" id="{47965A20-8088-0D6C-1ED9-116882496D9D}"/>
                </a:ext>
              </a:extLst>
            </p:cNvPr>
            <p:cNvSpPr/>
            <p:nvPr/>
          </p:nvSpPr>
          <p:spPr>
            <a:xfrm>
              <a:off x="9678418" y="583098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09" name="Freeform: Shape 4808">
              <a:extLst>
                <a:ext uri="{FF2B5EF4-FFF2-40B4-BE49-F238E27FC236}">
                  <a16:creationId xmlns:a16="http://schemas.microsoft.com/office/drawing/2014/main" id="{F1425748-4AF4-3552-990A-12091B62AC28}"/>
                </a:ext>
              </a:extLst>
            </p:cNvPr>
            <p:cNvSpPr/>
            <p:nvPr/>
          </p:nvSpPr>
          <p:spPr>
            <a:xfrm>
              <a:off x="9792674"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10" name="Freeform: Shape 4809">
              <a:extLst>
                <a:ext uri="{FF2B5EF4-FFF2-40B4-BE49-F238E27FC236}">
                  <a16:creationId xmlns:a16="http://schemas.microsoft.com/office/drawing/2014/main" id="{8295BECC-6935-D666-26DC-1505E8EB489F}"/>
                </a:ext>
              </a:extLst>
            </p:cNvPr>
            <p:cNvSpPr/>
            <p:nvPr/>
          </p:nvSpPr>
          <p:spPr>
            <a:xfrm>
              <a:off x="9906929"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11" name="Freeform: Shape 4810">
              <a:extLst>
                <a:ext uri="{FF2B5EF4-FFF2-40B4-BE49-F238E27FC236}">
                  <a16:creationId xmlns:a16="http://schemas.microsoft.com/office/drawing/2014/main" id="{D1B87C85-CDC0-D319-8F19-C1409304ACAD}"/>
                </a:ext>
              </a:extLst>
            </p:cNvPr>
            <p:cNvSpPr/>
            <p:nvPr/>
          </p:nvSpPr>
          <p:spPr>
            <a:xfrm>
              <a:off x="10021185"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12" name="Freeform: Shape 4811">
              <a:extLst>
                <a:ext uri="{FF2B5EF4-FFF2-40B4-BE49-F238E27FC236}">
                  <a16:creationId xmlns:a16="http://schemas.microsoft.com/office/drawing/2014/main" id="{26C5C6F5-2E22-D961-A649-BE733AF1674A}"/>
                </a:ext>
              </a:extLst>
            </p:cNvPr>
            <p:cNvSpPr/>
            <p:nvPr/>
          </p:nvSpPr>
          <p:spPr>
            <a:xfrm>
              <a:off x="10135441"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13" name="Freeform: Shape 4812">
              <a:extLst>
                <a:ext uri="{FF2B5EF4-FFF2-40B4-BE49-F238E27FC236}">
                  <a16:creationId xmlns:a16="http://schemas.microsoft.com/office/drawing/2014/main" id="{4282F988-C7A6-97DC-F1AA-4F24A9511FF4}"/>
                </a:ext>
              </a:extLst>
            </p:cNvPr>
            <p:cNvSpPr/>
            <p:nvPr/>
          </p:nvSpPr>
          <p:spPr>
            <a:xfrm>
              <a:off x="10249697"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14" name="Freeform: Shape 4813">
              <a:extLst>
                <a:ext uri="{FF2B5EF4-FFF2-40B4-BE49-F238E27FC236}">
                  <a16:creationId xmlns:a16="http://schemas.microsoft.com/office/drawing/2014/main" id="{1E233657-A4F2-6847-92C1-53B6E583DE80}"/>
                </a:ext>
              </a:extLst>
            </p:cNvPr>
            <p:cNvSpPr/>
            <p:nvPr/>
          </p:nvSpPr>
          <p:spPr>
            <a:xfrm>
              <a:off x="10363952"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15" name="Freeform: Shape 4814">
              <a:extLst>
                <a:ext uri="{FF2B5EF4-FFF2-40B4-BE49-F238E27FC236}">
                  <a16:creationId xmlns:a16="http://schemas.microsoft.com/office/drawing/2014/main" id="{3CF0C410-0CFA-7CBB-9B73-ED48CCEF9586}"/>
                </a:ext>
              </a:extLst>
            </p:cNvPr>
            <p:cNvSpPr/>
            <p:nvPr/>
          </p:nvSpPr>
          <p:spPr>
            <a:xfrm>
              <a:off x="10478208" y="583098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16" name="Freeform: Shape 4815">
              <a:extLst>
                <a:ext uri="{FF2B5EF4-FFF2-40B4-BE49-F238E27FC236}">
                  <a16:creationId xmlns:a16="http://schemas.microsoft.com/office/drawing/2014/main" id="{8B25F6AE-9B81-A09E-86CD-BB8397260F58}"/>
                </a:ext>
              </a:extLst>
            </p:cNvPr>
            <p:cNvSpPr/>
            <p:nvPr/>
          </p:nvSpPr>
          <p:spPr>
            <a:xfrm>
              <a:off x="10592464"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17" name="Freeform: Shape 4816">
              <a:extLst>
                <a:ext uri="{FF2B5EF4-FFF2-40B4-BE49-F238E27FC236}">
                  <a16:creationId xmlns:a16="http://schemas.microsoft.com/office/drawing/2014/main" id="{BA745E5E-8FF2-8ADD-8812-B56256F0C66D}"/>
                </a:ext>
              </a:extLst>
            </p:cNvPr>
            <p:cNvSpPr/>
            <p:nvPr/>
          </p:nvSpPr>
          <p:spPr>
            <a:xfrm>
              <a:off x="10706720"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18" name="Freeform: Shape 4817">
              <a:extLst>
                <a:ext uri="{FF2B5EF4-FFF2-40B4-BE49-F238E27FC236}">
                  <a16:creationId xmlns:a16="http://schemas.microsoft.com/office/drawing/2014/main" id="{31060CFC-D6C2-12CD-EFBA-6402013178AB}"/>
                </a:ext>
              </a:extLst>
            </p:cNvPr>
            <p:cNvSpPr/>
            <p:nvPr/>
          </p:nvSpPr>
          <p:spPr>
            <a:xfrm>
              <a:off x="10820976" y="5830980"/>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19" name="Freeform: Shape 4818">
              <a:extLst>
                <a:ext uri="{FF2B5EF4-FFF2-40B4-BE49-F238E27FC236}">
                  <a16:creationId xmlns:a16="http://schemas.microsoft.com/office/drawing/2014/main" id="{2865167A-B460-EE82-5850-53E0A794ADC7}"/>
                </a:ext>
              </a:extLst>
            </p:cNvPr>
            <p:cNvSpPr/>
            <p:nvPr/>
          </p:nvSpPr>
          <p:spPr>
            <a:xfrm>
              <a:off x="10935231"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20" name="Freeform: Shape 4819">
              <a:extLst>
                <a:ext uri="{FF2B5EF4-FFF2-40B4-BE49-F238E27FC236}">
                  <a16:creationId xmlns:a16="http://schemas.microsoft.com/office/drawing/2014/main" id="{9A226165-0A10-0FDA-460E-5F0F5FB36BF8}"/>
                </a:ext>
              </a:extLst>
            </p:cNvPr>
            <p:cNvSpPr/>
            <p:nvPr/>
          </p:nvSpPr>
          <p:spPr>
            <a:xfrm>
              <a:off x="11049443"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21" name="Freeform: Shape 4820">
              <a:extLst>
                <a:ext uri="{FF2B5EF4-FFF2-40B4-BE49-F238E27FC236}">
                  <a16:creationId xmlns:a16="http://schemas.microsoft.com/office/drawing/2014/main" id="{28486DF3-5EA6-D3BD-9657-B4DCB0FBD29A}"/>
                </a:ext>
              </a:extLst>
            </p:cNvPr>
            <p:cNvSpPr/>
            <p:nvPr/>
          </p:nvSpPr>
          <p:spPr>
            <a:xfrm>
              <a:off x="11163699" y="5830980"/>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22" name="Freeform: Shape 4821">
              <a:extLst>
                <a:ext uri="{FF2B5EF4-FFF2-40B4-BE49-F238E27FC236}">
                  <a16:creationId xmlns:a16="http://schemas.microsoft.com/office/drawing/2014/main" id="{DBD52FCB-4644-7683-B117-15E26CF56C93}"/>
                </a:ext>
              </a:extLst>
            </p:cNvPr>
            <p:cNvSpPr/>
            <p:nvPr/>
          </p:nvSpPr>
          <p:spPr>
            <a:xfrm>
              <a:off x="11277955"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23" name="Freeform: Shape 4822">
              <a:extLst>
                <a:ext uri="{FF2B5EF4-FFF2-40B4-BE49-F238E27FC236}">
                  <a16:creationId xmlns:a16="http://schemas.microsoft.com/office/drawing/2014/main" id="{76FDB1DE-E9CC-BB0B-FB9F-7FBA022EC501}"/>
                </a:ext>
              </a:extLst>
            </p:cNvPr>
            <p:cNvSpPr/>
            <p:nvPr/>
          </p:nvSpPr>
          <p:spPr>
            <a:xfrm>
              <a:off x="11392210"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24" name="Freeform: Shape 4823">
              <a:extLst>
                <a:ext uri="{FF2B5EF4-FFF2-40B4-BE49-F238E27FC236}">
                  <a16:creationId xmlns:a16="http://schemas.microsoft.com/office/drawing/2014/main" id="{572B343B-A3EE-DC65-E5DB-2BCA1E3CCF8A}"/>
                </a:ext>
              </a:extLst>
            </p:cNvPr>
            <p:cNvSpPr/>
            <p:nvPr/>
          </p:nvSpPr>
          <p:spPr>
            <a:xfrm>
              <a:off x="11506466" y="5830980"/>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25" name="Freeform: Shape 4824">
              <a:extLst>
                <a:ext uri="{FF2B5EF4-FFF2-40B4-BE49-F238E27FC236}">
                  <a16:creationId xmlns:a16="http://schemas.microsoft.com/office/drawing/2014/main" id="{F6B21138-8B66-3BCB-DB06-41C9791C209C}"/>
                </a:ext>
              </a:extLst>
            </p:cNvPr>
            <p:cNvSpPr/>
            <p:nvPr/>
          </p:nvSpPr>
          <p:spPr>
            <a:xfrm>
              <a:off x="11620722"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26" name="Freeform: Shape 4825">
              <a:extLst>
                <a:ext uri="{FF2B5EF4-FFF2-40B4-BE49-F238E27FC236}">
                  <a16:creationId xmlns:a16="http://schemas.microsoft.com/office/drawing/2014/main" id="{39878FEE-5830-57B0-A148-EDB34D523569}"/>
                </a:ext>
              </a:extLst>
            </p:cNvPr>
            <p:cNvSpPr/>
            <p:nvPr/>
          </p:nvSpPr>
          <p:spPr>
            <a:xfrm>
              <a:off x="11734978"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27" name="Freeform: Shape 4826">
              <a:extLst>
                <a:ext uri="{FF2B5EF4-FFF2-40B4-BE49-F238E27FC236}">
                  <a16:creationId xmlns:a16="http://schemas.microsoft.com/office/drawing/2014/main" id="{815C0F52-EEBD-B954-F37D-74A369BA6C8A}"/>
                </a:ext>
              </a:extLst>
            </p:cNvPr>
            <p:cNvSpPr/>
            <p:nvPr/>
          </p:nvSpPr>
          <p:spPr>
            <a:xfrm>
              <a:off x="11849233"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28" name="Freeform: Shape 4827">
              <a:extLst>
                <a:ext uri="{FF2B5EF4-FFF2-40B4-BE49-F238E27FC236}">
                  <a16:creationId xmlns:a16="http://schemas.microsoft.com/office/drawing/2014/main" id="{117A56D6-8821-1590-DC0A-0E73FEE1127F}"/>
                </a:ext>
              </a:extLst>
            </p:cNvPr>
            <p:cNvSpPr/>
            <p:nvPr/>
          </p:nvSpPr>
          <p:spPr>
            <a:xfrm>
              <a:off x="11963489"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29" name="Freeform: Shape 4828">
              <a:extLst>
                <a:ext uri="{FF2B5EF4-FFF2-40B4-BE49-F238E27FC236}">
                  <a16:creationId xmlns:a16="http://schemas.microsoft.com/office/drawing/2014/main" id="{56A3BC44-8E0A-4451-6F0E-4425C4DC577F}"/>
                </a:ext>
              </a:extLst>
            </p:cNvPr>
            <p:cNvSpPr/>
            <p:nvPr/>
          </p:nvSpPr>
          <p:spPr>
            <a:xfrm>
              <a:off x="12077745" y="5830980"/>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30" name="Freeform: Shape 4829">
              <a:extLst>
                <a:ext uri="{FF2B5EF4-FFF2-40B4-BE49-F238E27FC236}">
                  <a16:creationId xmlns:a16="http://schemas.microsoft.com/office/drawing/2014/main" id="{228D2881-2274-0A5E-9033-6808787B8D66}"/>
                </a:ext>
              </a:extLst>
            </p:cNvPr>
            <p:cNvSpPr/>
            <p:nvPr/>
          </p:nvSpPr>
          <p:spPr>
            <a:xfrm>
              <a:off x="7279135" y="594523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31" name="Freeform: Shape 4830">
              <a:extLst>
                <a:ext uri="{FF2B5EF4-FFF2-40B4-BE49-F238E27FC236}">
                  <a16:creationId xmlns:a16="http://schemas.microsoft.com/office/drawing/2014/main" id="{E7B5B265-9FDB-3151-7F77-3FE32EFEDA7F}"/>
                </a:ext>
              </a:extLst>
            </p:cNvPr>
            <p:cNvSpPr/>
            <p:nvPr/>
          </p:nvSpPr>
          <p:spPr>
            <a:xfrm>
              <a:off x="7393391"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32" name="Freeform: Shape 4831">
              <a:extLst>
                <a:ext uri="{FF2B5EF4-FFF2-40B4-BE49-F238E27FC236}">
                  <a16:creationId xmlns:a16="http://schemas.microsoft.com/office/drawing/2014/main" id="{2BECE431-0421-D9CC-8691-3C47E28E8D96}"/>
                </a:ext>
              </a:extLst>
            </p:cNvPr>
            <p:cNvSpPr/>
            <p:nvPr/>
          </p:nvSpPr>
          <p:spPr>
            <a:xfrm>
              <a:off x="7507646"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33" name="Freeform: Shape 4832">
              <a:extLst>
                <a:ext uri="{FF2B5EF4-FFF2-40B4-BE49-F238E27FC236}">
                  <a16:creationId xmlns:a16="http://schemas.microsoft.com/office/drawing/2014/main" id="{1DA24E88-8C4B-518C-4D71-DF9998547CD1}"/>
                </a:ext>
              </a:extLst>
            </p:cNvPr>
            <p:cNvSpPr/>
            <p:nvPr/>
          </p:nvSpPr>
          <p:spPr>
            <a:xfrm>
              <a:off x="7621902"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34" name="Freeform: Shape 4833">
              <a:extLst>
                <a:ext uri="{FF2B5EF4-FFF2-40B4-BE49-F238E27FC236}">
                  <a16:creationId xmlns:a16="http://schemas.microsoft.com/office/drawing/2014/main" id="{A9BC7860-A6D1-F3C9-E05D-EB786CF26436}"/>
                </a:ext>
              </a:extLst>
            </p:cNvPr>
            <p:cNvSpPr/>
            <p:nvPr/>
          </p:nvSpPr>
          <p:spPr>
            <a:xfrm>
              <a:off x="7736158" y="594523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35" name="Freeform: Shape 4834">
              <a:extLst>
                <a:ext uri="{FF2B5EF4-FFF2-40B4-BE49-F238E27FC236}">
                  <a16:creationId xmlns:a16="http://schemas.microsoft.com/office/drawing/2014/main" id="{6F9D51AE-29F2-089A-8CE6-C70E59372593}"/>
                </a:ext>
              </a:extLst>
            </p:cNvPr>
            <p:cNvSpPr/>
            <p:nvPr/>
          </p:nvSpPr>
          <p:spPr>
            <a:xfrm>
              <a:off x="7850414"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36" name="Freeform: Shape 4835">
              <a:extLst>
                <a:ext uri="{FF2B5EF4-FFF2-40B4-BE49-F238E27FC236}">
                  <a16:creationId xmlns:a16="http://schemas.microsoft.com/office/drawing/2014/main" id="{ABF7E1F8-6F2E-9ABA-E293-482B7DCD7A48}"/>
                </a:ext>
              </a:extLst>
            </p:cNvPr>
            <p:cNvSpPr/>
            <p:nvPr/>
          </p:nvSpPr>
          <p:spPr>
            <a:xfrm>
              <a:off x="7964669"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37" name="Freeform: Shape 4836">
              <a:extLst>
                <a:ext uri="{FF2B5EF4-FFF2-40B4-BE49-F238E27FC236}">
                  <a16:creationId xmlns:a16="http://schemas.microsoft.com/office/drawing/2014/main" id="{0F8BCDAD-EE62-F944-6C5B-31F6D1831DCD}"/>
                </a:ext>
              </a:extLst>
            </p:cNvPr>
            <p:cNvSpPr/>
            <p:nvPr/>
          </p:nvSpPr>
          <p:spPr>
            <a:xfrm>
              <a:off x="8078925" y="594523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38" name="Freeform: Shape 4837">
              <a:extLst>
                <a:ext uri="{FF2B5EF4-FFF2-40B4-BE49-F238E27FC236}">
                  <a16:creationId xmlns:a16="http://schemas.microsoft.com/office/drawing/2014/main" id="{7CBE1221-00AA-317A-C072-901A83FF3873}"/>
                </a:ext>
              </a:extLst>
            </p:cNvPr>
            <p:cNvSpPr/>
            <p:nvPr/>
          </p:nvSpPr>
          <p:spPr>
            <a:xfrm>
              <a:off x="8193181"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39" name="Freeform: Shape 4838">
              <a:extLst>
                <a:ext uri="{FF2B5EF4-FFF2-40B4-BE49-F238E27FC236}">
                  <a16:creationId xmlns:a16="http://schemas.microsoft.com/office/drawing/2014/main" id="{C508D643-EFE2-F980-C8A4-B0A1CC8C9908}"/>
                </a:ext>
              </a:extLst>
            </p:cNvPr>
            <p:cNvSpPr/>
            <p:nvPr/>
          </p:nvSpPr>
          <p:spPr>
            <a:xfrm>
              <a:off x="8307437"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40" name="Freeform: Shape 4839">
              <a:extLst>
                <a:ext uri="{FF2B5EF4-FFF2-40B4-BE49-F238E27FC236}">
                  <a16:creationId xmlns:a16="http://schemas.microsoft.com/office/drawing/2014/main" id="{FE2C634A-5EB0-9544-DE47-E1DDE498D15C}"/>
                </a:ext>
              </a:extLst>
            </p:cNvPr>
            <p:cNvSpPr/>
            <p:nvPr/>
          </p:nvSpPr>
          <p:spPr>
            <a:xfrm>
              <a:off x="8421648"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41" name="Freeform: Shape 4840">
              <a:extLst>
                <a:ext uri="{FF2B5EF4-FFF2-40B4-BE49-F238E27FC236}">
                  <a16:creationId xmlns:a16="http://schemas.microsoft.com/office/drawing/2014/main" id="{BEB566B9-1E11-4708-E85C-5CEF8051876A}"/>
                </a:ext>
              </a:extLst>
            </p:cNvPr>
            <p:cNvSpPr/>
            <p:nvPr/>
          </p:nvSpPr>
          <p:spPr>
            <a:xfrm>
              <a:off x="8535904"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42" name="Freeform: Shape 4841">
              <a:extLst>
                <a:ext uri="{FF2B5EF4-FFF2-40B4-BE49-F238E27FC236}">
                  <a16:creationId xmlns:a16="http://schemas.microsoft.com/office/drawing/2014/main" id="{19D36871-7E07-270B-8CC5-D15696D2869D}"/>
                </a:ext>
              </a:extLst>
            </p:cNvPr>
            <p:cNvSpPr/>
            <p:nvPr/>
          </p:nvSpPr>
          <p:spPr>
            <a:xfrm>
              <a:off x="8650160"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43" name="Freeform: Shape 4842">
              <a:extLst>
                <a:ext uri="{FF2B5EF4-FFF2-40B4-BE49-F238E27FC236}">
                  <a16:creationId xmlns:a16="http://schemas.microsoft.com/office/drawing/2014/main" id="{AAAC3397-97E9-0DC0-90BC-F8EF2C23DE11}"/>
                </a:ext>
              </a:extLst>
            </p:cNvPr>
            <p:cNvSpPr/>
            <p:nvPr/>
          </p:nvSpPr>
          <p:spPr>
            <a:xfrm>
              <a:off x="8764416"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44" name="Freeform: Shape 4843">
              <a:extLst>
                <a:ext uri="{FF2B5EF4-FFF2-40B4-BE49-F238E27FC236}">
                  <a16:creationId xmlns:a16="http://schemas.microsoft.com/office/drawing/2014/main" id="{F2321578-CC1E-C1D5-686D-4CA542023E1A}"/>
                </a:ext>
              </a:extLst>
            </p:cNvPr>
            <p:cNvSpPr/>
            <p:nvPr/>
          </p:nvSpPr>
          <p:spPr>
            <a:xfrm>
              <a:off x="8878671" y="594523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45" name="Freeform: Shape 4844">
              <a:extLst>
                <a:ext uri="{FF2B5EF4-FFF2-40B4-BE49-F238E27FC236}">
                  <a16:creationId xmlns:a16="http://schemas.microsoft.com/office/drawing/2014/main" id="{87154B5E-AFF1-F45A-C1FA-CAECB8DADDC7}"/>
                </a:ext>
              </a:extLst>
            </p:cNvPr>
            <p:cNvSpPr/>
            <p:nvPr/>
          </p:nvSpPr>
          <p:spPr>
            <a:xfrm>
              <a:off x="8992927"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46" name="Freeform: Shape 4845">
              <a:extLst>
                <a:ext uri="{FF2B5EF4-FFF2-40B4-BE49-F238E27FC236}">
                  <a16:creationId xmlns:a16="http://schemas.microsoft.com/office/drawing/2014/main" id="{F65D8640-8D5F-BE7E-5CCC-F104B15A8056}"/>
                </a:ext>
              </a:extLst>
            </p:cNvPr>
            <p:cNvSpPr/>
            <p:nvPr/>
          </p:nvSpPr>
          <p:spPr>
            <a:xfrm>
              <a:off x="9107183"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47" name="Freeform: Shape 4846">
              <a:extLst>
                <a:ext uri="{FF2B5EF4-FFF2-40B4-BE49-F238E27FC236}">
                  <a16:creationId xmlns:a16="http://schemas.microsoft.com/office/drawing/2014/main" id="{C4207309-BC9E-1A53-89A7-4918293C74D0}"/>
                </a:ext>
              </a:extLst>
            </p:cNvPr>
            <p:cNvSpPr/>
            <p:nvPr/>
          </p:nvSpPr>
          <p:spPr>
            <a:xfrm>
              <a:off x="9221439"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48" name="Freeform: Shape 4847">
              <a:extLst>
                <a:ext uri="{FF2B5EF4-FFF2-40B4-BE49-F238E27FC236}">
                  <a16:creationId xmlns:a16="http://schemas.microsoft.com/office/drawing/2014/main" id="{3AC8BF8F-2949-BC01-AF7A-2EFDA96F15A4}"/>
                </a:ext>
              </a:extLst>
            </p:cNvPr>
            <p:cNvSpPr/>
            <p:nvPr/>
          </p:nvSpPr>
          <p:spPr>
            <a:xfrm>
              <a:off x="9335695" y="594523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49" name="Freeform: Shape 4848">
              <a:extLst>
                <a:ext uri="{FF2B5EF4-FFF2-40B4-BE49-F238E27FC236}">
                  <a16:creationId xmlns:a16="http://schemas.microsoft.com/office/drawing/2014/main" id="{75CB34C2-BD7A-7F16-1D9B-6AD0C1FD4BAD}"/>
                </a:ext>
              </a:extLst>
            </p:cNvPr>
            <p:cNvSpPr/>
            <p:nvPr/>
          </p:nvSpPr>
          <p:spPr>
            <a:xfrm>
              <a:off x="9449950"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50" name="Freeform: Shape 4849">
              <a:extLst>
                <a:ext uri="{FF2B5EF4-FFF2-40B4-BE49-F238E27FC236}">
                  <a16:creationId xmlns:a16="http://schemas.microsoft.com/office/drawing/2014/main" id="{B30FA250-E9E1-4E9D-64D4-4C4E0041E7B7}"/>
                </a:ext>
              </a:extLst>
            </p:cNvPr>
            <p:cNvSpPr/>
            <p:nvPr/>
          </p:nvSpPr>
          <p:spPr>
            <a:xfrm>
              <a:off x="9564206"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51" name="Freeform: Shape 4850">
              <a:extLst>
                <a:ext uri="{FF2B5EF4-FFF2-40B4-BE49-F238E27FC236}">
                  <a16:creationId xmlns:a16="http://schemas.microsoft.com/office/drawing/2014/main" id="{BDFE3083-D8B6-D387-0CC2-225F3520B128}"/>
                </a:ext>
              </a:extLst>
            </p:cNvPr>
            <p:cNvSpPr/>
            <p:nvPr/>
          </p:nvSpPr>
          <p:spPr>
            <a:xfrm>
              <a:off x="9678418" y="594523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52" name="Freeform: Shape 4851">
              <a:extLst>
                <a:ext uri="{FF2B5EF4-FFF2-40B4-BE49-F238E27FC236}">
                  <a16:creationId xmlns:a16="http://schemas.microsoft.com/office/drawing/2014/main" id="{BED8E248-6D91-AC59-5089-1040F611E742}"/>
                </a:ext>
              </a:extLst>
            </p:cNvPr>
            <p:cNvSpPr/>
            <p:nvPr/>
          </p:nvSpPr>
          <p:spPr>
            <a:xfrm>
              <a:off x="9792674"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53" name="Freeform: Shape 4852">
              <a:extLst>
                <a:ext uri="{FF2B5EF4-FFF2-40B4-BE49-F238E27FC236}">
                  <a16:creationId xmlns:a16="http://schemas.microsoft.com/office/drawing/2014/main" id="{8DE618A0-55A7-6F27-D2BF-19D1FF952D33}"/>
                </a:ext>
              </a:extLst>
            </p:cNvPr>
            <p:cNvSpPr/>
            <p:nvPr/>
          </p:nvSpPr>
          <p:spPr>
            <a:xfrm>
              <a:off x="9906929"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54" name="Freeform: Shape 4853">
              <a:extLst>
                <a:ext uri="{FF2B5EF4-FFF2-40B4-BE49-F238E27FC236}">
                  <a16:creationId xmlns:a16="http://schemas.microsoft.com/office/drawing/2014/main" id="{7AE4E02C-48EC-5F3E-7E51-B8375FB14C54}"/>
                </a:ext>
              </a:extLst>
            </p:cNvPr>
            <p:cNvSpPr/>
            <p:nvPr/>
          </p:nvSpPr>
          <p:spPr>
            <a:xfrm>
              <a:off x="10021185"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55" name="Freeform: Shape 4854">
              <a:extLst>
                <a:ext uri="{FF2B5EF4-FFF2-40B4-BE49-F238E27FC236}">
                  <a16:creationId xmlns:a16="http://schemas.microsoft.com/office/drawing/2014/main" id="{1DA25EC7-8655-91AA-D61F-356A672CBB0F}"/>
                </a:ext>
              </a:extLst>
            </p:cNvPr>
            <p:cNvSpPr/>
            <p:nvPr/>
          </p:nvSpPr>
          <p:spPr>
            <a:xfrm>
              <a:off x="10135441"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56" name="Freeform: Shape 4855">
              <a:extLst>
                <a:ext uri="{FF2B5EF4-FFF2-40B4-BE49-F238E27FC236}">
                  <a16:creationId xmlns:a16="http://schemas.microsoft.com/office/drawing/2014/main" id="{BF065E4E-45D2-A3A9-3ABA-AD236364FA18}"/>
                </a:ext>
              </a:extLst>
            </p:cNvPr>
            <p:cNvSpPr/>
            <p:nvPr/>
          </p:nvSpPr>
          <p:spPr>
            <a:xfrm>
              <a:off x="10249697"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57" name="Freeform: Shape 4856">
              <a:extLst>
                <a:ext uri="{FF2B5EF4-FFF2-40B4-BE49-F238E27FC236}">
                  <a16:creationId xmlns:a16="http://schemas.microsoft.com/office/drawing/2014/main" id="{AED53CB1-FA2B-64A0-4C84-6EB6BCE9681B}"/>
                </a:ext>
              </a:extLst>
            </p:cNvPr>
            <p:cNvSpPr/>
            <p:nvPr/>
          </p:nvSpPr>
          <p:spPr>
            <a:xfrm>
              <a:off x="10363952"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58" name="Freeform: Shape 4857">
              <a:extLst>
                <a:ext uri="{FF2B5EF4-FFF2-40B4-BE49-F238E27FC236}">
                  <a16:creationId xmlns:a16="http://schemas.microsoft.com/office/drawing/2014/main" id="{20875E9A-4122-6918-3E93-62E6F2C5D7E9}"/>
                </a:ext>
              </a:extLst>
            </p:cNvPr>
            <p:cNvSpPr/>
            <p:nvPr/>
          </p:nvSpPr>
          <p:spPr>
            <a:xfrm>
              <a:off x="10478208" y="594523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59" name="Freeform: Shape 4858">
              <a:extLst>
                <a:ext uri="{FF2B5EF4-FFF2-40B4-BE49-F238E27FC236}">
                  <a16:creationId xmlns:a16="http://schemas.microsoft.com/office/drawing/2014/main" id="{72E3BB74-A7A9-5635-F6B3-A386315DF71E}"/>
                </a:ext>
              </a:extLst>
            </p:cNvPr>
            <p:cNvSpPr/>
            <p:nvPr/>
          </p:nvSpPr>
          <p:spPr>
            <a:xfrm>
              <a:off x="10592464"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60" name="Freeform: Shape 4859">
              <a:extLst>
                <a:ext uri="{FF2B5EF4-FFF2-40B4-BE49-F238E27FC236}">
                  <a16:creationId xmlns:a16="http://schemas.microsoft.com/office/drawing/2014/main" id="{9C6D1C20-1B22-93F4-6F70-5E022D3A2A5A}"/>
                </a:ext>
              </a:extLst>
            </p:cNvPr>
            <p:cNvSpPr/>
            <p:nvPr/>
          </p:nvSpPr>
          <p:spPr>
            <a:xfrm>
              <a:off x="10706720"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1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1"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61" name="Freeform: Shape 4860">
              <a:extLst>
                <a:ext uri="{FF2B5EF4-FFF2-40B4-BE49-F238E27FC236}">
                  <a16:creationId xmlns:a16="http://schemas.microsoft.com/office/drawing/2014/main" id="{9BD09BD4-53AB-6BAE-36FF-BD72C618A058}"/>
                </a:ext>
              </a:extLst>
            </p:cNvPr>
            <p:cNvSpPr/>
            <p:nvPr/>
          </p:nvSpPr>
          <p:spPr>
            <a:xfrm>
              <a:off x="10820976" y="5945236"/>
              <a:ext cx="114255" cy="114255"/>
            </a:xfrm>
            <a:custGeom>
              <a:avLst/>
              <a:gdLst>
                <a:gd name="connsiteX0" fmla="*/ 0 w 114255"/>
                <a:gd name="connsiteY0" fmla="*/ 0 h 114255"/>
                <a:gd name="connsiteX1" fmla="*/ 114257 w 114255"/>
                <a:gd name="connsiteY1" fmla="*/ 0 h 114255"/>
                <a:gd name="connsiteX2" fmla="*/ 114257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62" name="Freeform: Shape 4861">
              <a:extLst>
                <a:ext uri="{FF2B5EF4-FFF2-40B4-BE49-F238E27FC236}">
                  <a16:creationId xmlns:a16="http://schemas.microsoft.com/office/drawing/2014/main" id="{C5E348BC-5351-BAA3-A55D-8C56D623E663}"/>
                </a:ext>
              </a:extLst>
            </p:cNvPr>
            <p:cNvSpPr/>
            <p:nvPr/>
          </p:nvSpPr>
          <p:spPr>
            <a:xfrm>
              <a:off x="10935231"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63" name="Freeform: Shape 4862">
              <a:extLst>
                <a:ext uri="{FF2B5EF4-FFF2-40B4-BE49-F238E27FC236}">
                  <a16:creationId xmlns:a16="http://schemas.microsoft.com/office/drawing/2014/main" id="{85E7B230-21FB-7CEB-A1E5-24C5AB5FC556}"/>
                </a:ext>
              </a:extLst>
            </p:cNvPr>
            <p:cNvSpPr/>
            <p:nvPr/>
          </p:nvSpPr>
          <p:spPr>
            <a:xfrm>
              <a:off x="11049443"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64" name="Freeform: Shape 4863">
              <a:extLst>
                <a:ext uri="{FF2B5EF4-FFF2-40B4-BE49-F238E27FC236}">
                  <a16:creationId xmlns:a16="http://schemas.microsoft.com/office/drawing/2014/main" id="{646390E7-C0B1-24F6-6CCD-5DB7ECC66FC6}"/>
                </a:ext>
              </a:extLst>
            </p:cNvPr>
            <p:cNvSpPr/>
            <p:nvPr/>
          </p:nvSpPr>
          <p:spPr>
            <a:xfrm>
              <a:off x="11163699" y="5945236"/>
              <a:ext cx="114255" cy="114255"/>
            </a:xfrm>
            <a:custGeom>
              <a:avLst/>
              <a:gdLst>
                <a:gd name="connsiteX0" fmla="*/ 0 w 114255"/>
                <a:gd name="connsiteY0" fmla="*/ 0 h 114255"/>
                <a:gd name="connsiteX1" fmla="*/ 114257 w 114255"/>
                <a:gd name="connsiteY1" fmla="*/ 0 h 114255"/>
                <a:gd name="connsiteX2" fmla="*/ 114257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65" name="Freeform: Shape 4864">
              <a:extLst>
                <a:ext uri="{FF2B5EF4-FFF2-40B4-BE49-F238E27FC236}">
                  <a16:creationId xmlns:a16="http://schemas.microsoft.com/office/drawing/2014/main" id="{5A900EAA-743E-017A-D348-1598E94A9E5B}"/>
                </a:ext>
              </a:extLst>
            </p:cNvPr>
            <p:cNvSpPr/>
            <p:nvPr/>
          </p:nvSpPr>
          <p:spPr>
            <a:xfrm>
              <a:off x="11277955"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66" name="Freeform: Shape 4865">
              <a:extLst>
                <a:ext uri="{FF2B5EF4-FFF2-40B4-BE49-F238E27FC236}">
                  <a16:creationId xmlns:a16="http://schemas.microsoft.com/office/drawing/2014/main" id="{B1CC8C34-1A8C-2B59-4A91-2C4D2B2D5999}"/>
                </a:ext>
              </a:extLst>
            </p:cNvPr>
            <p:cNvSpPr/>
            <p:nvPr/>
          </p:nvSpPr>
          <p:spPr>
            <a:xfrm>
              <a:off x="11392210"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67" name="Freeform: Shape 4866">
              <a:extLst>
                <a:ext uri="{FF2B5EF4-FFF2-40B4-BE49-F238E27FC236}">
                  <a16:creationId xmlns:a16="http://schemas.microsoft.com/office/drawing/2014/main" id="{5291B78E-27D6-7BB8-AAE6-FF15D0465CF0}"/>
                </a:ext>
              </a:extLst>
            </p:cNvPr>
            <p:cNvSpPr/>
            <p:nvPr/>
          </p:nvSpPr>
          <p:spPr>
            <a:xfrm>
              <a:off x="11506466" y="5945236"/>
              <a:ext cx="114255" cy="114255"/>
            </a:xfrm>
            <a:custGeom>
              <a:avLst/>
              <a:gdLst>
                <a:gd name="connsiteX0" fmla="*/ -1 w 114255"/>
                <a:gd name="connsiteY0" fmla="*/ 0 h 114255"/>
                <a:gd name="connsiteX1" fmla="*/ 114256 w 114255"/>
                <a:gd name="connsiteY1" fmla="*/ 0 h 114255"/>
                <a:gd name="connsiteX2" fmla="*/ 114256 w 114255"/>
                <a:gd name="connsiteY2" fmla="*/ 114255 h 114255"/>
                <a:gd name="connsiteX3" fmla="*/ -1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5"/>
                  </a:lnTo>
                  <a:lnTo>
                    <a:pt x="-1"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68" name="Freeform: Shape 4867">
              <a:extLst>
                <a:ext uri="{FF2B5EF4-FFF2-40B4-BE49-F238E27FC236}">
                  <a16:creationId xmlns:a16="http://schemas.microsoft.com/office/drawing/2014/main" id="{A80D6522-0DC0-5FA7-147E-E4AB33062E4C}"/>
                </a:ext>
              </a:extLst>
            </p:cNvPr>
            <p:cNvSpPr/>
            <p:nvPr/>
          </p:nvSpPr>
          <p:spPr>
            <a:xfrm>
              <a:off x="11620722"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69" name="Freeform: Shape 4868">
              <a:extLst>
                <a:ext uri="{FF2B5EF4-FFF2-40B4-BE49-F238E27FC236}">
                  <a16:creationId xmlns:a16="http://schemas.microsoft.com/office/drawing/2014/main" id="{A40401F4-A87A-E646-CD38-252EF9603FE9}"/>
                </a:ext>
              </a:extLst>
            </p:cNvPr>
            <p:cNvSpPr/>
            <p:nvPr/>
          </p:nvSpPr>
          <p:spPr>
            <a:xfrm>
              <a:off x="11734978"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70" name="Freeform: Shape 4869">
              <a:extLst>
                <a:ext uri="{FF2B5EF4-FFF2-40B4-BE49-F238E27FC236}">
                  <a16:creationId xmlns:a16="http://schemas.microsoft.com/office/drawing/2014/main" id="{67EF4E39-270A-E7E1-D05C-50FCAE96ADF4}"/>
                </a:ext>
              </a:extLst>
            </p:cNvPr>
            <p:cNvSpPr/>
            <p:nvPr/>
          </p:nvSpPr>
          <p:spPr>
            <a:xfrm>
              <a:off x="11849233"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71" name="Freeform: Shape 4870">
              <a:extLst>
                <a:ext uri="{FF2B5EF4-FFF2-40B4-BE49-F238E27FC236}">
                  <a16:creationId xmlns:a16="http://schemas.microsoft.com/office/drawing/2014/main" id="{B7B7E176-EF23-B4A0-0796-946F5F13430A}"/>
                </a:ext>
              </a:extLst>
            </p:cNvPr>
            <p:cNvSpPr/>
            <p:nvPr/>
          </p:nvSpPr>
          <p:spPr>
            <a:xfrm>
              <a:off x="11963489"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72" name="Freeform: Shape 4871">
              <a:extLst>
                <a:ext uri="{FF2B5EF4-FFF2-40B4-BE49-F238E27FC236}">
                  <a16:creationId xmlns:a16="http://schemas.microsoft.com/office/drawing/2014/main" id="{F94E5306-FE75-1D1B-1378-4944A8AEF84E}"/>
                </a:ext>
              </a:extLst>
            </p:cNvPr>
            <p:cNvSpPr/>
            <p:nvPr/>
          </p:nvSpPr>
          <p:spPr>
            <a:xfrm>
              <a:off x="12077745" y="5945236"/>
              <a:ext cx="114255" cy="114255"/>
            </a:xfrm>
            <a:custGeom>
              <a:avLst/>
              <a:gdLst>
                <a:gd name="connsiteX0" fmla="*/ 0 w 114255"/>
                <a:gd name="connsiteY0" fmla="*/ 0 h 114255"/>
                <a:gd name="connsiteX1" fmla="*/ 114257 w 114255"/>
                <a:gd name="connsiteY1" fmla="*/ 0 h 114255"/>
                <a:gd name="connsiteX2" fmla="*/ 114257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73" name="Freeform: Shape 4872">
              <a:extLst>
                <a:ext uri="{FF2B5EF4-FFF2-40B4-BE49-F238E27FC236}">
                  <a16:creationId xmlns:a16="http://schemas.microsoft.com/office/drawing/2014/main" id="{8FA8558E-AF0E-FC26-CFBA-25F664996325}"/>
                </a:ext>
              </a:extLst>
            </p:cNvPr>
            <p:cNvSpPr/>
            <p:nvPr/>
          </p:nvSpPr>
          <p:spPr>
            <a:xfrm>
              <a:off x="7279135" y="605949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74" name="Freeform: Shape 4873">
              <a:extLst>
                <a:ext uri="{FF2B5EF4-FFF2-40B4-BE49-F238E27FC236}">
                  <a16:creationId xmlns:a16="http://schemas.microsoft.com/office/drawing/2014/main" id="{7CFD3A71-A62A-0FE0-7A8A-878A95D54B27}"/>
                </a:ext>
              </a:extLst>
            </p:cNvPr>
            <p:cNvSpPr/>
            <p:nvPr/>
          </p:nvSpPr>
          <p:spPr>
            <a:xfrm>
              <a:off x="7393391"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75" name="Freeform: Shape 4874">
              <a:extLst>
                <a:ext uri="{FF2B5EF4-FFF2-40B4-BE49-F238E27FC236}">
                  <a16:creationId xmlns:a16="http://schemas.microsoft.com/office/drawing/2014/main" id="{988CF6B3-2920-EECD-8A13-79D16AC37BA8}"/>
                </a:ext>
              </a:extLst>
            </p:cNvPr>
            <p:cNvSpPr/>
            <p:nvPr/>
          </p:nvSpPr>
          <p:spPr>
            <a:xfrm>
              <a:off x="7507646"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76" name="Freeform: Shape 4875">
              <a:extLst>
                <a:ext uri="{FF2B5EF4-FFF2-40B4-BE49-F238E27FC236}">
                  <a16:creationId xmlns:a16="http://schemas.microsoft.com/office/drawing/2014/main" id="{64F3FE05-40AB-45A0-040E-8BECE14FE5D6}"/>
                </a:ext>
              </a:extLst>
            </p:cNvPr>
            <p:cNvSpPr/>
            <p:nvPr/>
          </p:nvSpPr>
          <p:spPr>
            <a:xfrm>
              <a:off x="7621902"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77" name="Freeform: Shape 4876">
              <a:extLst>
                <a:ext uri="{FF2B5EF4-FFF2-40B4-BE49-F238E27FC236}">
                  <a16:creationId xmlns:a16="http://schemas.microsoft.com/office/drawing/2014/main" id="{8C2509B3-7BB3-576D-3ED5-BFBA780471DA}"/>
                </a:ext>
              </a:extLst>
            </p:cNvPr>
            <p:cNvSpPr/>
            <p:nvPr/>
          </p:nvSpPr>
          <p:spPr>
            <a:xfrm>
              <a:off x="7736158" y="605949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78" name="Freeform: Shape 4877">
              <a:extLst>
                <a:ext uri="{FF2B5EF4-FFF2-40B4-BE49-F238E27FC236}">
                  <a16:creationId xmlns:a16="http://schemas.microsoft.com/office/drawing/2014/main" id="{73E21803-0A40-71CA-C393-3D08E5CF602F}"/>
                </a:ext>
              </a:extLst>
            </p:cNvPr>
            <p:cNvSpPr/>
            <p:nvPr/>
          </p:nvSpPr>
          <p:spPr>
            <a:xfrm>
              <a:off x="7850414"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79" name="Freeform: Shape 4878">
              <a:extLst>
                <a:ext uri="{FF2B5EF4-FFF2-40B4-BE49-F238E27FC236}">
                  <a16:creationId xmlns:a16="http://schemas.microsoft.com/office/drawing/2014/main" id="{65D337B5-4293-52FB-07AA-BAE4C12E4472}"/>
                </a:ext>
              </a:extLst>
            </p:cNvPr>
            <p:cNvSpPr/>
            <p:nvPr/>
          </p:nvSpPr>
          <p:spPr>
            <a:xfrm>
              <a:off x="7964669"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80" name="Freeform: Shape 4879">
              <a:extLst>
                <a:ext uri="{FF2B5EF4-FFF2-40B4-BE49-F238E27FC236}">
                  <a16:creationId xmlns:a16="http://schemas.microsoft.com/office/drawing/2014/main" id="{79A933E1-738E-39C8-61A1-5EF0DBF9AF62}"/>
                </a:ext>
              </a:extLst>
            </p:cNvPr>
            <p:cNvSpPr/>
            <p:nvPr/>
          </p:nvSpPr>
          <p:spPr>
            <a:xfrm>
              <a:off x="8078925" y="605949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81" name="Freeform: Shape 4880">
              <a:extLst>
                <a:ext uri="{FF2B5EF4-FFF2-40B4-BE49-F238E27FC236}">
                  <a16:creationId xmlns:a16="http://schemas.microsoft.com/office/drawing/2014/main" id="{D75B87E5-1B4B-CBB4-250A-D3F39BB916F8}"/>
                </a:ext>
              </a:extLst>
            </p:cNvPr>
            <p:cNvSpPr/>
            <p:nvPr/>
          </p:nvSpPr>
          <p:spPr>
            <a:xfrm>
              <a:off x="8193181"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82" name="Freeform: Shape 4881">
              <a:extLst>
                <a:ext uri="{FF2B5EF4-FFF2-40B4-BE49-F238E27FC236}">
                  <a16:creationId xmlns:a16="http://schemas.microsoft.com/office/drawing/2014/main" id="{7F8027AE-1B32-200A-4ADF-6F73AC14B0C0}"/>
                </a:ext>
              </a:extLst>
            </p:cNvPr>
            <p:cNvSpPr/>
            <p:nvPr/>
          </p:nvSpPr>
          <p:spPr>
            <a:xfrm>
              <a:off x="8307437"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83" name="Freeform: Shape 4882">
              <a:extLst>
                <a:ext uri="{FF2B5EF4-FFF2-40B4-BE49-F238E27FC236}">
                  <a16:creationId xmlns:a16="http://schemas.microsoft.com/office/drawing/2014/main" id="{56C3EDD3-BB3C-08B5-C91E-D646C73FE2B7}"/>
                </a:ext>
              </a:extLst>
            </p:cNvPr>
            <p:cNvSpPr/>
            <p:nvPr/>
          </p:nvSpPr>
          <p:spPr>
            <a:xfrm>
              <a:off x="8421648"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84" name="Freeform: Shape 4883">
              <a:extLst>
                <a:ext uri="{FF2B5EF4-FFF2-40B4-BE49-F238E27FC236}">
                  <a16:creationId xmlns:a16="http://schemas.microsoft.com/office/drawing/2014/main" id="{3BE6F9CB-CAD8-CF9C-ADE0-17F6267CABE3}"/>
                </a:ext>
              </a:extLst>
            </p:cNvPr>
            <p:cNvSpPr/>
            <p:nvPr/>
          </p:nvSpPr>
          <p:spPr>
            <a:xfrm>
              <a:off x="8535904"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85" name="Freeform: Shape 4884">
              <a:extLst>
                <a:ext uri="{FF2B5EF4-FFF2-40B4-BE49-F238E27FC236}">
                  <a16:creationId xmlns:a16="http://schemas.microsoft.com/office/drawing/2014/main" id="{2B06B8F2-AD84-500A-BA28-470AAF36496A}"/>
                </a:ext>
              </a:extLst>
            </p:cNvPr>
            <p:cNvSpPr/>
            <p:nvPr/>
          </p:nvSpPr>
          <p:spPr>
            <a:xfrm>
              <a:off x="8650160"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86" name="Freeform: Shape 4885">
              <a:extLst>
                <a:ext uri="{FF2B5EF4-FFF2-40B4-BE49-F238E27FC236}">
                  <a16:creationId xmlns:a16="http://schemas.microsoft.com/office/drawing/2014/main" id="{0ACB3CD4-63ED-B411-3757-689CFEDD82DB}"/>
                </a:ext>
              </a:extLst>
            </p:cNvPr>
            <p:cNvSpPr/>
            <p:nvPr/>
          </p:nvSpPr>
          <p:spPr>
            <a:xfrm>
              <a:off x="8764416"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87" name="Freeform: Shape 4886">
              <a:extLst>
                <a:ext uri="{FF2B5EF4-FFF2-40B4-BE49-F238E27FC236}">
                  <a16:creationId xmlns:a16="http://schemas.microsoft.com/office/drawing/2014/main" id="{F738DEA7-C064-D89F-2438-9B4E1EF1407E}"/>
                </a:ext>
              </a:extLst>
            </p:cNvPr>
            <p:cNvSpPr/>
            <p:nvPr/>
          </p:nvSpPr>
          <p:spPr>
            <a:xfrm>
              <a:off x="8878671" y="605949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88" name="Freeform: Shape 4887">
              <a:extLst>
                <a:ext uri="{FF2B5EF4-FFF2-40B4-BE49-F238E27FC236}">
                  <a16:creationId xmlns:a16="http://schemas.microsoft.com/office/drawing/2014/main" id="{0F75FF70-F098-7692-1F92-FF77C2DBB605}"/>
                </a:ext>
              </a:extLst>
            </p:cNvPr>
            <p:cNvSpPr/>
            <p:nvPr/>
          </p:nvSpPr>
          <p:spPr>
            <a:xfrm>
              <a:off x="8992927"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89" name="Freeform: Shape 4888">
              <a:extLst>
                <a:ext uri="{FF2B5EF4-FFF2-40B4-BE49-F238E27FC236}">
                  <a16:creationId xmlns:a16="http://schemas.microsoft.com/office/drawing/2014/main" id="{031A27B1-2BF5-0322-05A6-DDA1FBD52A77}"/>
                </a:ext>
              </a:extLst>
            </p:cNvPr>
            <p:cNvSpPr/>
            <p:nvPr/>
          </p:nvSpPr>
          <p:spPr>
            <a:xfrm>
              <a:off x="9107183"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90" name="Freeform: Shape 4889">
              <a:extLst>
                <a:ext uri="{FF2B5EF4-FFF2-40B4-BE49-F238E27FC236}">
                  <a16:creationId xmlns:a16="http://schemas.microsoft.com/office/drawing/2014/main" id="{172EF210-702A-B89E-CA10-27D42C81E56A}"/>
                </a:ext>
              </a:extLst>
            </p:cNvPr>
            <p:cNvSpPr/>
            <p:nvPr/>
          </p:nvSpPr>
          <p:spPr>
            <a:xfrm>
              <a:off x="9221439"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91" name="Freeform: Shape 4890">
              <a:extLst>
                <a:ext uri="{FF2B5EF4-FFF2-40B4-BE49-F238E27FC236}">
                  <a16:creationId xmlns:a16="http://schemas.microsoft.com/office/drawing/2014/main" id="{36FAE653-0B05-CD41-A87E-AD3469F951B7}"/>
                </a:ext>
              </a:extLst>
            </p:cNvPr>
            <p:cNvSpPr/>
            <p:nvPr/>
          </p:nvSpPr>
          <p:spPr>
            <a:xfrm>
              <a:off x="9335695" y="605949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92" name="Freeform: Shape 4891">
              <a:extLst>
                <a:ext uri="{FF2B5EF4-FFF2-40B4-BE49-F238E27FC236}">
                  <a16:creationId xmlns:a16="http://schemas.microsoft.com/office/drawing/2014/main" id="{DA44593C-01F0-00ED-4AAE-A92C915C38AF}"/>
                </a:ext>
              </a:extLst>
            </p:cNvPr>
            <p:cNvSpPr/>
            <p:nvPr/>
          </p:nvSpPr>
          <p:spPr>
            <a:xfrm>
              <a:off x="9449950"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93" name="Freeform: Shape 4892">
              <a:extLst>
                <a:ext uri="{FF2B5EF4-FFF2-40B4-BE49-F238E27FC236}">
                  <a16:creationId xmlns:a16="http://schemas.microsoft.com/office/drawing/2014/main" id="{F1C27A50-20C4-70D1-1F24-D973246DBE39}"/>
                </a:ext>
              </a:extLst>
            </p:cNvPr>
            <p:cNvSpPr/>
            <p:nvPr/>
          </p:nvSpPr>
          <p:spPr>
            <a:xfrm>
              <a:off x="9564206"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94" name="Freeform: Shape 4893">
              <a:extLst>
                <a:ext uri="{FF2B5EF4-FFF2-40B4-BE49-F238E27FC236}">
                  <a16:creationId xmlns:a16="http://schemas.microsoft.com/office/drawing/2014/main" id="{BC6D5BE7-AC10-7BB4-F8A6-2318A7E50D70}"/>
                </a:ext>
              </a:extLst>
            </p:cNvPr>
            <p:cNvSpPr/>
            <p:nvPr/>
          </p:nvSpPr>
          <p:spPr>
            <a:xfrm>
              <a:off x="9678418" y="605949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95" name="Freeform: Shape 4894">
              <a:extLst>
                <a:ext uri="{FF2B5EF4-FFF2-40B4-BE49-F238E27FC236}">
                  <a16:creationId xmlns:a16="http://schemas.microsoft.com/office/drawing/2014/main" id="{8A9D3EFA-6380-81DC-7F6E-A856B23DB307}"/>
                </a:ext>
              </a:extLst>
            </p:cNvPr>
            <p:cNvSpPr/>
            <p:nvPr/>
          </p:nvSpPr>
          <p:spPr>
            <a:xfrm>
              <a:off x="9792674"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96" name="Freeform: Shape 4895">
              <a:extLst>
                <a:ext uri="{FF2B5EF4-FFF2-40B4-BE49-F238E27FC236}">
                  <a16:creationId xmlns:a16="http://schemas.microsoft.com/office/drawing/2014/main" id="{6F6554A0-7AE5-65C4-6EE8-FAB86B084B1B}"/>
                </a:ext>
              </a:extLst>
            </p:cNvPr>
            <p:cNvSpPr/>
            <p:nvPr/>
          </p:nvSpPr>
          <p:spPr>
            <a:xfrm>
              <a:off x="9906929"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97" name="Freeform: Shape 4896">
              <a:extLst>
                <a:ext uri="{FF2B5EF4-FFF2-40B4-BE49-F238E27FC236}">
                  <a16:creationId xmlns:a16="http://schemas.microsoft.com/office/drawing/2014/main" id="{035E4155-BC83-D5B9-1FF4-582810CBE792}"/>
                </a:ext>
              </a:extLst>
            </p:cNvPr>
            <p:cNvSpPr/>
            <p:nvPr/>
          </p:nvSpPr>
          <p:spPr>
            <a:xfrm>
              <a:off x="10021185"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98" name="Freeform: Shape 4897">
              <a:extLst>
                <a:ext uri="{FF2B5EF4-FFF2-40B4-BE49-F238E27FC236}">
                  <a16:creationId xmlns:a16="http://schemas.microsoft.com/office/drawing/2014/main" id="{4B4554D9-60E1-4A59-BAE7-83AFB248A597}"/>
                </a:ext>
              </a:extLst>
            </p:cNvPr>
            <p:cNvSpPr/>
            <p:nvPr/>
          </p:nvSpPr>
          <p:spPr>
            <a:xfrm>
              <a:off x="10135441"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99" name="Freeform: Shape 4898">
              <a:extLst>
                <a:ext uri="{FF2B5EF4-FFF2-40B4-BE49-F238E27FC236}">
                  <a16:creationId xmlns:a16="http://schemas.microsoft.com/office/drawing/2014/main" id="{5C83DAEF-332A-5A1F-99DD-2E0F7066E29E}"/>
                </a:ext>
              </a:extLst>
            </p:cNvPr>
            <p:cNvSpPr/>
            <p:nvPr/>
          </p:nvSpPr>
          <p:spPr>
            <a:xfrm>
              <a:off x="10249697"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00" name="Freeform: Shape 4899">
              <a:extLst>
                <a:ext uri="{FF2B5EF4-FFF2-40B4-BE49-F238E27FC236}">
                  <a16:creationId xmlns:a16="http://schemas.microsoft.com/office/drawing/2014/main" id="{7FC5DA52-F6A3-20E4-3FD5-715D6821191A}"/>
                </a:ext>
              </a:extLst>
            </p:cNvPr>
            <p:cNvSpPr/>
            <p:nvPr/>
          </p:nvSpPr>
          <p:spPr>
            <a:xfrm>
              <a:off x="10363952"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01" name="Freeform: Shape 4900">
              <a:extLst>
                <a:ext uri="{FF2B5EF4-FFF2-40B4-BE49-F238E27FC236}">
                  <a16:creationId xmlns:a16="http://schemas.microsoft.com/office/drawing/2014/main" id="{D7568421-D3AE-E9C4-6618-006FEA8C46F9}"/>
                </a:ext>
              </a:extLst>
            </p:cNvPr>
            <p:cNvSpPr/>
            <p:nvPr/>
          </p:nvSpPr>
          <p:spPr>
            <a:xfrm>
              <a:off x="10478208" y="605949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02" name="Freeform: Shape 4901">
              <a:extLst>
                <a:ext uri="{FF2B5EF4-FFF2-40B4-BE49-F238E27FC236}">
                  <a16:creationId xmlns:a16="http://schemas.microsoft.com/office/drawing/2014/main" id="{DA016537-CFB3-457C-9920-9CB00B102022}"/>
                </a:ext>
              </a:extLst>
            </p:cNvPr>
            <p:cNvSpPr/>
            <p:nvPr/>
          </p:nvSpPr>
          <p:spPr>
            <a:xfrm>
              <a:off x="10592464"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03" name="Freeform: Shape 4902">
              <a:extLst>
                <a:ext uri="{FF2B5EF4-FFF2-40B4-BE49-F238E27FC236}">
                  <a16:creationId xmlns:a16="http://schemas.microsoft.com/office/drawing/2014/main" id="{D6BC863F-A306-2E80-BFB2-AA44A73317E8}"/>
                </a:ext>
              </a:extLst>
            </p:cNvPr>
            <p:cNvSpPr/>
            <p:nvPr/>
          </p:nvSpPr>
          <p:spPr>
            <a:xfrm>
              <a:off x="10706720"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04" name="Freeform: Shape 4903">
              <a:extLst>
                <a:ext uri="{FF2B5EF4-FFF2-40B4-BE49-F238E27FC236}">
                  <a16:creationId xmlns:a16="http://schemas.microsoft.com/office/drawing/2014/main" id="{AAD4E445-C397-F489-84EF-501D49D3927A}"/>
                </a:ext>
              </a:extLst>
            </p:cNvPr>
            <p:cNvSpPr/>
            <p:nvPr/>
          </p:nvSpPr>
          <p:spPr>
            <a:xfrm>
              <a:off x="10820976" y="6059491"/>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05" name="Freeform: Shape 4904">
              <a:extLst>
                <a:ext uri="{FF2B5EF4-FFF2-40B4-BE49-F238E27FC236}">
                  <a16:creationId xmlns:a16="http://schemas.microsoft.com/office/drawing/2014/main" id="{A6E5D05F-6953-AC78-5058-F8EC81A4BE03}"/>
                </a:ext>
              </a:extLst>
            </p:cNvPr>
            <p:cNvSpPr/>
            <p:nvPr/>
          </p:nvSpPr>
          <p:spPr>
            <a:xfrm>
              <a:off x="10935231"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06" name="Freeform: Shape 4905">
              <a:extLst>
                <a:ext uri="{FF2B5EF4-FFF2-40B4-BE49-F238E27FC236}">
                  <a16:creationId xmlns:a16="http://schemas.microsoft.com/office/drawing/2014/main" id="{DF1F951E-C911-D481-8BAD-A3DC1F4F8E10}"/>
                </a:ext>
              </a:extLst>
            </p:cNvPr>
            <p:cNvSpPr/>
            <p:nvPr/>
          </p:nvSpPr>
          <p:spPr>
            <a:xfrm>
              <a:off x="11049443"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07" name="Freeform: Shape 4906">
              <a:extLst>
                <a:ext uri="{FF2B5EF4-FFF2-40B4-BE49-F238E27FC236}">
                  <a16:creationId xmlns:a16="http://schemas.microsoft.com/office/drawing/2014/main" id="{CB3967BE-B6AC-5F93-52CF-7FBDDAFC5E35}"/>
                </a:ext>
              </a:extLst>
            </p:cNvPr>
            <p:cNvSpPr/>
            <p:nvPr/>
          </p:nvSpPr>
          <p:spPr>
            <a:xfrm>
              <a:off x="11163699" y="6059491"/>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08" name="Freeform: Shape 4907">
              <a:extLst>
                <a:ext uri="{FF2B5EF4-FFF2-40B4-BE49-F238E27FC236}">
                  <a16:creationId xmlns:a16="http://schemas.microsoft.com/office/drawing/2014/main" id="{EF3614C7-3857-AC59-09CB-2F6660EC5CEC}"/>
                </a:ext>
              </a:extLst>
            </p:cNvPr>
            <p:cNvSpPr/>
            <p:nvPr/>
          </p:nvSpPr>
          <p:spPr>
            <a:xfrm>
              <a:off x="11277955"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09" name="Freeform: Shape 4908">
              <a:extLst>
                <a:ext uri="{FF2B5EF4-FFF2-40B4-BE49-F238E27FC236}">
                  <a16:creationId xmlns:a16="http://schemas.microsoft.com/office/drawing/2014/main" id="{A9E8C632-45C3-D0EB-645A-C1C41B2C4788}"/>
                </a:ext>
              </a:extLst>
            </p:cNvPr>
            <p:cNvSpPr/>
            <p:nvPr/>
          </p:nvSpPr>
          <p:spPr>
            <a:xfrm>
              <a:off x="11392210"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10" name="Freeform: Shape 4909">
              <a:extLst>
                <a:ext uri="{FF2B5EF4-FFF2-40B4-BE49-F238E27FC236}">
                  <a16:creationId xmlns:a16="http://schemas.microsoft.com/office/drawing/2014/main" id="{ECD57DF3-6746-8CA3-AE44-729145C8EECA}"/>
                </a:ext>
              </a:extLst>
            </p:cNvPr>
            <p:cNvSpPr/>
            <p:nvPr/>
          </p:nvSpPr>
          <p:spPr>
            <a:xfrm>
              <a:off x="11506466" y="6059491"/>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11" name="Freeform: Shape 4910">
              <a:extLst>
                <a:ext uri="{FF2B5EF4-FFF2-40B4-BE49-F238E27FC236}">
                  <a16:creationId xmlns:a16="http://schemas.microsoft.com/office/drawing/2014/main" id="{AB70FD3A-CCD3-A940-3E7F-BF1126F3D970}"/>
                </a:ext>
              </a:extLst>
            </p:cNvPr>
            <p:cNvSpPr/>
            <p:nvPr/>
          </p:nvSpPr>
          <p:spPr>
            <a:xfrm>
              <a:off x="11620722"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12" name="Freeform: Shape 4911">
              <a:extLst>
                <a:ext uri="{FF2B5EF4-FFF2-40B4-BE49-F238E27FC236}">
                  <a16:creationId xmlns:a16="http://schemas.microsoft.com/office/drawing/2014/main" id="{A23109CB-D165-C6DE-FED9-AE4CBD245C07}"/>
                </a:ext>
              </a:extLst>
            </p:cNvPr>
            <p:cNvSpPr/>
            <p:nvPr/>
          </p:nvSpPr>
          <p:spPr>
            <a:xfrm>
              <a:off x="11734978"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13" name="Freeform: Shape 4912">
              <a:extLst>
                <a:ext uri="{FF2B5EF4-FFF2-40B4-BE49-F238E27FC236}">
                  <a16:creationId xmlns:a16="http://schemas.microsoft.com/office/drawing/2014/main" id="{DC62B663-9F27-84CE-CEF3-4DD068149607}"/>
                </a:ext>
              </a:extLst>
            </p:cNvPr>
            <p:cNvSpPr/>
            <p:nvPr/>
          </p:nvSpPr>
          <p:spPr>
            <a:xfrm>
              <a:off x="11849233"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14" name="Freeform: Shape 4913">
              <a:extLst>
                <a:ext uri="{FF2B5EF4-FFF2-40B4-BE49-F238E27FC236}">
                  <a16:creationId xmlns:a16="http://schemas.microsoft.com/office/drawing/2014/main" id="{295DCB04-DB02-4785-7B54-FB0048CB73A2}"/>
                </a:ext>
              </a:extLst>
            </p:cNvPr>
            <p:cNvSpPr/>
            <p:nvPr/>
          </p:nvSpPr>
          <p:spPr>
            <a:xfrm>
              <a:off x="11963489"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15" name="Freeform: Shape 4914">
              <a:extLst>
                <a:ext uri="{FF2B5EF4-FFF2-40B4-BE49-F238E27FC236}">
                  <a16:creationId xmlns:a16="http://schemas.microsoft.com/office/drawing/2014/main" id="{91CA65EC-38A1-085E-F4A0-DB4CF9618880}"/>
                </a:ext>
              </a:extLst>
            </p:cNvPr>
            <p:cNvSpPr/>
            <p:nvPr/>
          </p:nvSpPr>
          <p:spPr>
            <a:xfrm>
              <a:off x="12077745" y="6059491"/>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16" name="Freeform: Shape 4915">
              <a:extLst>
                <a:ext uri="{FF2B5EF4-FFF2-40B4-BE49-F238E27FC236}">
                  <a16:creationId xmlns:a16="http://schemas.microsoft.com/office/drawing/2014/main" id="{59F76E5A-319D-237A-BF58-78E0CC4F2DAC}"/>
                </a:ext>
              </a:extLst>
            </p:cNvPr>
            <p:cNvSpPr/>
            <p:nvPr/>
          </p:nvSpPr>
          <p:spPr>
            <a:xfrm>
              <a:off x="7279135" y="617374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17" name="Freeform: Shape 4916">
              <a:extLst>
                <a:ext uri="{FF2B5EF4-FFF2-40B4-BE49-F238E27FC236}">
                  <a16:creationId xmlns:a16="http://schemas.microsoft.com/office/drawing/2014/main" id="{69EC2234-5DD3-431C-B5E9-731818AC4EAB}"/>
                </a:ext>
              </a:extLst>
            </p:cNvPr>
            <p:cNvSpPr/>
            <p:nvPr/>
          </p:nvSpPr>
          <p:spPr>
            <a:xfrm>
              <a:off x="7393391"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18" name="Freeform: Shape 4917">
              <a:extLst>
                <a:ext uri="{FF2B5EF4-FFF2-40B4-BE49-F238E27FC236}">
                  <a16:creationId xmlns:a16="http://schemas.microsoft.com/office/drawing/2014/main" id="{B4186863-6D23-63D5-BD80-71D5B2DEA096}"/>
                </a:ext>
              </a:extLst>
            </p:cNvPr>
            <p:cNvSpPr/>
            <p:nvPr/>
          </p:nvSpPr>
          <p:spPr>
            <a:xfrm>
              <a:off x="7507646"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19" name="Freeform: Shape 4918">
              <a:extLst>
                <a:ext uri="{FF2B5EF4-FFF2-40B4-BE49-F238E27FC236}">
                  <a16:creationId xmlns:a16="http://schemas.microsoft.com/office/drawing/2014/main" id="{DD955029-1966-E38B-07EB-ED54919ACAB6}"/>
                </a:ext>
              </a:extLst>
            </p:cNvPr>
            <p:cNvSpPr/>
            <p:nvPr/>
          </p:nvSpPr>
          <p:spPr>
            <a:xfrm>
              <a:off x="7621902"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20" name="Freeform: Shape 4919">
              <a:extLst>
                <a:ext uri="{FF2B5EF4-FFF2-40B4-BE49-F238E27FC236}">
                  <a16:creationId xmlns:a16="http://schemas.microsoft.com/office/drawing/2014/main" id="{3B9283A0-C126-DB63-2C6E-C99297EE2D2F}"/>
                </a:ext>
              </a:extLst>
            </p:cNvPr>
            <p:cNvSpPr/>
            <p:nvPr/>
          </p:nvSpPr>
          <p:spPr>
            <a:xfrm>
              <a:off x="7736158" y="617374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21" name="Freeform: Shape 4920">
              <a:extLst>
                <a:ext uri="{FF2B5EF4-FFF2-40B4-BE49-F238E27FC236}">
                  <a16:creationId xmlns:a16="http://schemas.microsoft.com/office/drawing/2014/main" id="{735CA3A2-604A-7B5E-FC38-3AA78A5112D5}"/>
                </a:ext>
              </a:extLst>
            </p:cNvPr>
            <p:cNvSpPr/>
            <p:nvPr/>
          </p:nvSpPr>
          <p:spPr>
            <a:xfrm>
              <a:off x="7850414"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22" name="Freeform: Shape 4921">
              <a:extLst>
                <a:ext uri="{FF2B5EF4-FFF2-40B4-BE49-F238E27FC236}">
                  <a16:creationId xmlns:a16="http://schemas.microsoft.com/office/drawing/2014/main" id="{7C361D86-AF0F-1178-8B8C-97020ABC4E81}"/>
                </a:ext>
              </a:extLst>
            </p:cNvPr>
            <p:cNvSpPr/>
            <p:nvPr/>
          </p:nvSpPr>
          <p:spPr>
            <a:xfrm>
              <a:off x="7964669"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23" name="Freeform: Shape 4922">
              <a:extLst>
                <a:ext uri="{FF2B5EF4-FFF2-40B4-BE49-F238E27FC236}">
                  <a16:creationId xmlns:a16="http://schemas.microsoft.com/office/drawing/2014/main" id="{8EA02BF8-6BF4-88FF-1C47-1292F79135B9}"/>
                </a:ext>
              </a:extLst>
            </p:cNvPr>
            <p:cNvSpPr/>
            <p:nvPr/>
          </p:nvSpPr>
          <p:spPr>
            <a:xfrm>
              <a:off x="8078925" y="617374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24" name="Freeform: Shape 4923">
              <a:extLst>
                <a:ext uri="{FF2B5EF4-FFF2-40B4-BE49-F238E27FC236}">
                  <a16:creationId xmlns:a16="http://schemas.microsoft.com/office/drawing/2014/main" id="{7ED13981-C3EC-2E04-A3A2-B31C02D54458}"/>
                </a:ext>
              </a:extLst>
            </p:cNvPr>
            <p:cNvSpPr/>
            <p:nvPr/>
          </p:nvSpPr>
          <p:spPr>
            <a:xfrm>
              <a:off x="8193181"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25" name="Freeform: Shape 4924">
              <a:extLst>
                <a:ext uri="{FF2B5EF4-FFF2-40B4-BE49-F238E27FC236}">
                  <a16:creationId xmlns:a16="http://schemas.microsoft.com/office/drawing/2014/main" id="{5D9AF8D3-31E4-7392-C9AC-1D69FCA3C690}"/>
                </a:ext>
              </a:extLst>
            </p:cNvPr>
            <p:cNvSpPr/>
            <p:nvPr/>
          </p:nvSpPr>
          <p:spPr>
            <a:xfrm>
              <a:off x="8307437"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26" name="Freeform: Shape 4925">
              <a:extLst>
                <a:ext uri="{FF2B5EF4-FFF2-40B4-BE49-F238E27FC236}">
                  <a16:creationId xmlns:a16="http://schemas.microsoft.com/office/drawing/2014/main" id="{A3EC6A88-B732-86AA-9BA9-98525C4A04B0}"/>
                </a:ext>
              </a:extLst>
            </p:cNvPr>
            <p:cNvSpPr/>
            <p:nvPr/>
          </p:nvSpPr>
          <p:spPr>
            <a:xfrm>
              <a:off x="8421648"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27" name="Freeform: Shape 4926">
              <a:extLst>
                <a:ext uri="{FF2B5EF4-FFF2-40B4-BE49-F238E27FC236}">
                  <a16:creationId xmlns:a16="http://schemas.microsoft.com/office/drawing/2014/main" id="{BCD029B6-1797-EF8F-2FB4-6EB606607669}"/>
                </a:ext>
              </a:extLst>
            </p:cNvPr>
            <p:cNvSpPr/>
            <p:nvPr/>
          </p:nvSpPr>
          <p:spPr>
            <a:xfrm>
              <a:off x="8535904"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28" name="Freeform: Shape 4927">
              <a:extLst>
                <a:ext uri="{FF2B5EF4-FFF2-40B4-BE49-F238E27FC236}">
                  <a16:creationId xmlns:a16="http://schemas.microsoft.com/office/drawing/2014/main" id="{DC30EED8-F845-E61D-2F3C-9982892AE9CD}"/>
                </a:ext>
              </a:extLst>
            </p:cNvPr>
            <p:cNvSpPr/>
            <p:nvPr/>
          </p:nvSpPr>
          <p:spPr>
            <a:xfrm>
              <a:off x="8650160"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29" name="Freeform: Shape 4928">
              <a:extLst>
                <a:ext uri="{FF2B5EF4-FFF2-40B4-BE49-F238E27FC236}">
                  <a16:creationId xmlns:a16="http://schemas.microsoft.com/office/drawing/2014/main" id="{42FCEDA6-EA1E-5168-4B84-C4FC98676279}"/>
                </a:ext>
              </a:extLst>
            </p:cNvPr>
            <p:cNvSpPr/>
            <p:nvPr/>
          </p:nvSpPr>
          <p:spPr>
            <a:xfrm>
              <a:off x="8764416"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30" name="Freeform: Shape 4929">
              <a:extLst>
                <a:ext uri="{FF2B5EF4-FFF2-40B4-BE49-F238E27FC236}">
                  <a16:creationId xmlns:a16="http://schemas.microsoft.com/office/drawing/2014/main" id="{5584FCA1-FA8B-2584-9B98-E4E71F05FA7C}"/>
                </a:ext>
              </a:extLst>
            </p:cNvPr>
            <p:cNvSpPr/>
            <p:nvPr/>
          </p:nvSpPr>
          <p:spPr>
            <a:xfrm>
              <a:off x="8878671" y="617374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31" name="Freeform: Shape 4930">
              <a:extLst>
                <a:ext uri="{FF2B5EF4-FFF2-40B4-BE49-F238E27FC236}">
                  <a16:creationId xmlns:a16="http://schemas.microsoft.com/office/drawing/2014/main" id="{9023CF4C-DE0B-99C3-E2ED-D31C1CE68826}"/>
                </a:ext>
              </a:extLst>
            </p:cNvPr>
            <p:cNvSpPr/>
            <p:nvPr/>
          </p:nvSpPr>
          <p:spPr>
            <a:xfrm>
              <a:off x="8992927"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32" name="Freeform: Shape 4931">
              <a:extLst>
                <a:ext uri="{FF2B5EF4-FFF2-40B4-BE49-F238E27FC236}">
                  <a16:creationId xmlns:a16="http://schemas.microsoft.com/office/drawing/2014/main" id="{A3C1FF9D-0531-8EDD-0E0A-AC5BCB494553}"/>
                </a:ext>
              </a:extLst>
            </p:cNvPr>
            <p:cNvSpPr/>
            <p:nvPr/>
          </p:nvSpPr>
          <p:spPr>
            <a:xfrm>
              <a:off x="9107183"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33" name="Freeform: Shape 4932">
              <a:extLst>
                <a:ext uri="{FF2B5EF4-FFF2-40B4-BE49-F238E27FC236}">
                  <a16:creationId xmlns:a16="http://schemas.microsoft.com/office/drawing/2014/main" id="{569C09E1-EAF2-E054-4B22-51895E712481}"/>
                </a:ext>
              </a:extLst>
            </p:cNvPr>
            <p:cNvSpPr/>
            <p:nvPr/>
          </p:nvSpPr>
          <p:spPr>
            <a:xfrm>
              <a:off x="9221439"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34" name="Freeform: Shape 4933">
              <a:extLst>
                <a:ext uri="{FF2B5EF4-FFF2-40B4-BE49-F238E27FC236}">
                  <a16:creationId xmlns:a16="http://schemas.microsoft.com/office/drawing/2014/main" id="{6FA32A80-4AEA-49A4-C47E-F4C98E76E4CB}"/>
                </a:ext>
              </a:extLst>
            </p:cNvPr>
            <p:cNvSpPr/>
            <p:nvPr/>
          </p:nvSpPr>
          <p:spPr>
            <a:xfrm>
              <a:off x="9335695" y="617374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35" name="Freeform: Shape 4934">
              <a:extLst>
                <a:ext uri="{FF2B5EF4-FFF2-40B4-BE49-F238E27FC236}">
                  <a16:creationId xmlns:a16="http://schemas.microsoft.com/office/drawing/2014/main" id="{3CDB251D-4C37-6C14-9CF0-DAD69EA69C2E}"/>
                </a:ext>
              </a:extLst>
            </p:cNvPr>
            <p:cNvSpPr/>
            <p:nvPr/>
          </p:nvSpPr>
          <p:spPr>
            <a:xfrm>
              <a:off x="9449950"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36" name="Freeform: Shape 4935">
              <a:extLst>
                <a:ext uri="{FF2B5EF4-FFF2-40B4-BE49-F238E27FC236}">
                  <a16:creationId xmlns:a16="http://schemas.microsoft.com/office/drawing/2014/main" id="{509547E9-31FC-F7F0-1863-E9CD86E9466C}"/>
                </a:ext>
              </a:extLst>
            </p:cNvPr>
            <p:cNvSpPr/>
            <p:nvPr/>
          </p:nvSpPr>
          <p:spPr>
            <a:xfrm>
              <a:off x="9564206"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37" name="Freeform: Shape 4936">
              <a:extLst>
                <a:ext uri="{FF2B5EF4-FFF2-40B4-BE49-F238E27FC236}">
                  <a16:creationId xmlns:a16="http://schemas.microsoft.com/office/drawing/2014/main" id="{641F0FAE-EBC8-F4BF-6C5C-651F8190D5AF}"/>
                </a:ext>
              </a:extLst>
            </p:cNvPr>
            <p:cNvSpPr/>
            <p:nvPr/>
          </p:nvSpPr>
          <p:spPr>
            <a:xfrm>
              <a:off x="9678418" y="617374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38" name="Freeform: Shape 4937">
              <a:extLst>
                <a:ext uri="{FF2B5EF4-FFF2-40B4-BE49-F238E27FC236}">
                  <a16:creationId xmlns:a16="http://schemas.microsoft.com/office/drawing/2014/main" id="{F59C56B2-45B0-BDBD-B58E-89BEC2D4C93F}"/>
                </a:ext>
              </a:extLst>
            </p:cNvPr>
            <p:cNvSpPr/>
            <p:nvPr/>
          </p:nvSpPr>
          <p:spPr>
            <a:xfrm>
              <a:off x="9792674"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39" name="Freeform: Shape 4938">
              <a:extLst>
                <a:ext uri="{FF2B5EF4-FFF2-40B4-BE49-F238E27FC236}">
                  <a16:creationId xmlns:a16="http://schemas.microsoft.com/office/drawing/2014/main" id="{85A86135-401B-AD31-D2A7-FF81E87201CA}"/>
                </a:ext>
              </a:extLst>
            </p:cNvPr>
            <p:cNvSpPr/>
            <p:nvPr/>
          </p:nvSpPr>
          <p:spPr>
            <a:xfrm>
              <a:off x="9906929"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40" name="Freeform: Shape 4939">
              <a:extLst>
                <a:ext uri="{FF2B5EF4-FFF2-40B4-BE49-F238E27FC236}">
                  <a16:creationId xmlns:a16="http://schemas.microsoft.com/office/drawing/2014/main" id="{5AA38844-655E-FB28-DAF8-A229B7AD3546}"/>
                </a:ext>
              </a:extLst>
            </p:cNvPr>
            <p:cNvSpPr/>
            <p:nvPr/>
          </p:nvSpPr>
          <p:spPr>
            <a:xfrm>
              <a:off x="10021185"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41" name="Freeform: Shape 4940">
              <a:extLst>
                <a:ext uri="{FF2B5EF4-FFF2-40B4-BE49-F238E27FC236}">
                  <a16:creationId xmlns:a16="http://schemas.microsoft.com/office/drawing/2014/main" id="{F83E6D48-9517-8F85-67B7-066E1046B3F8}"/>
                </a:ext>
              </a:extLst>
            </p:cNvPr>
            <p:cNvSpPr/>
            <p:nvPr/>
          </p:nvSpPr>
          <p:spPr>
            <a:xfrm>
              <a:off x="10135441"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42" name="Freeform: Shape 4941">
              <a:extLst>
                <a:ext uri="{FF2B5EF4-FFF2-40B4-BE49-F238E27FC236}">
                  <a16:creationId xmlns:a16="http://schemas.microsoft.com/office/drawing/2014/main" id="{DA8CACF8-038C-A2D3-0666-ADF426EA4689}"/>
                </a:ext>
              </a:extLst>
            </p:cNvPr>
            <p:cNvSpPr/>
            <p:nvPr/>
          </p:nvSpPr>
          <p:spPr>
            <a:xfrm>
              <a:off x="10249697"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43" name="Freeform: Shape 4942">
              <a:extLst>
                <a:ext uri="{FF2B5EF4-FFF2-40B4-BE49-F238E27FC236}">
                  <a16:creationId xmlns:a16="http://schemas.microsoft.com/office/drawing/2014/main" id="{CA6E1C2D-35EF-365C-9688-FABB44F47712}"/>
                </a:ext>
              </a:extLst>
            </p:cNvPr>
            <p:cNvSpPr/>
            <p:nvPr/>
          </p:nvSpPr>
          <p:spPr>
            <a:xfrm>
              <a:off x="10363952"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44" name="Freeform: Shape 4943">
              <a:extLst>
                <a:ext uri="{FF2B5EF4-FFF2-40B4-BE49-F238E27FC236}">
                  <a16:creationId xmlns:a16="http://schemas.microsoft.com/office/drawing/2014/main" id="{C2967FF2-3A08-0DD9-E50D-27440A6F6F70}"/>
                </a:ext>
              </a:extLst>
            </p:cNvPr>
            <p:cNvSpPr/>
            <p:nvPr/>
          </p:nvSpPr>
          <p:spPr>
            <a:xfrm>
              <a:off x="10478208" y="617374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45" name="Freeform: Shape 4944">
              <a:extLst>
                <a:ext uri="{FF2B5EF4-FFF2-40B4-BE49-F238E27FC236}">
                  <a16:creationId xmlns:a16="http://schemas.microsoft.com/office/drawing/2014/main" id="{75B212F7-301F-765A-C9AF-0065270BAE3E}"/>
                </a:ext>
              </a:extLst>
            </p:cNvPr>
            <p:cNvSpPr/>
            <p:nvPr/>
          </p:nvSpPr>
          <p:spPr>
            <a:xfrm>
              <a:off x="10592464"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46" name="Freeform: Shape 4945">
              <a:extLst>
                <a:ext uri="{FF2B5EF4-FFF2-40B4-BE49-F238E27FC236}">
                  <a16:creationId xmlns:a16="http://schemas.microsoft.com/office/drawing/2014/main" id="{8AB0C56A-565D-3693-FAD4-61406FC81E7A}"/>
                </a:ext>
              </a:extLst>
            </p:cNvPr>
            <p:cNvSpPr/>
            <p:nvPr/>
          </p:nvSpPr>
          <p:spPr>
            <a:xfrm>
              <a:off x="10706720"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47" name="Freeform: Shape 4946">
              <a:extLst>
                <a:ext uri="{FF2B5EF4-FFF2-40B4-BE49-F238E27FC236}">
                  <a16:creationId xmlns:a16="http://schemas.microsoft.com/office/drawing/2014/main" id="{D956F721-6DE2-24A2-7107-17F191630369}"/>
                </a:ext>
              </a:extLst>
            </p:cNvPr>
            <p:cNvSpPr/>
            <p:nvPr/>
          </p:nvSpPr>
          <p:spPr>
            <a:xfrm>
              <a:off x="10820976" y="6173747"/>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48" name="Freeform: Shape 4947">
              <a:extLst>
                <a:ext uri="{FF2B5EF4-FFF2-40B4-BE49-F238E27FC236}">
                  <a16:creationId xmlns:a16="http://schemas.microsoft.com/office/drawing/2014/main" id="{2767A658-7968-AC3B-02BA-415EBFBBCEF7}"/>
                </a:ext>
              </a:extLst>
            </p:cNvPr>
            <p:cNvSpPr/>
            <p:nvPr/>
          </p:nvSpPr>
          <p:spPr>
            <a:xfrm>
              <a:off x="10935231"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49" name="Freeform: Shape 4948">
              <a:extLst>
                <a:ext uri="{FF2B5EF4-FFF2-40B4-BE49-F238E27FC236}">
                  <a16:creationId xmlns:a16="http://schemas.microsoft.com/office/drawing/2014/main" id="{BF164D94-3178-F64F-D74B-B38702708D0B}"/>
                </a:ext>
              </a:extLst>
            </p:cNvPr>
            <p:cNvSpPr/>
            <p:nvPr/>
          </p:nvSpPr>
          <p:spPr>
            <a:xfrm>
              <a:off x="11049443"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50" name="Freeform: Shape 4949">
              <a:extLst>
                <a:ext uri="{FF2B5EF4-FFF2-40B4-BE49-F238E27FC236}">
                  <a16:creationId xmlns:a16="http://schemas.microsoft.com/office/drawing/2014/main" id="{D1D756A6-BCDE-0BD1-6DBC-312F268E6567}"/>
                </a:ext>
              </a:extLst>
            </p:cNvPr>
            <p:cNvSpPr/>
            <p:nvPr/>
          </p:nvSpPr>
          <p:spPr>
            <a:xfrm>
              <a:off x="11163699" y="6173747"/>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51" name="Freeform: Shape 4950">
              <a:extLst>
                <a:ext uri="{FF2B5EF4-FFF2-40B4-BE49-F238E27FC236}">
                  <a16:creationId xmlns:a16="http://schemas.microsoft.com/office/drawing/2014/main" id="{F058F207-7074-107E-3EF4-DDF2E953751C}"/>
                </a:ext>
              </a:extLst>
            </p:cNvPr>
            <p:cNvSpPr/>
            <p:nvPr/>
          </p:nvSpPr>
          <p:spPr>
            <a:xfrm>
              <a:off x="11277955"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52" name="Freeform: Shape 4951">
              <a:extLst>
                <a:ext uri="{FF2B5EF4-FFF2-40B4-BE49-F238E27FC236}">
                  <a16:creationId xmlns:a16="http://schemas.microsoft.com/office/drawing/2014/main" id="{9D326F39-68BC-7419-2889-ACA0047A5564}"/>
                </a:ext>
              </a:extLst>
            </p:cNvPr>
            <p:cNvSpPr/>
            <p:nvPr/>
          </p:nvSpPr>
          <p:spPr>
            <a:xfrm>
              <a:off x="11392210"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53" name="Freeform: Shape 4952">
              <a:extLst>
                <a:ext uri="{FF2B5EF4-FFF2-40B4-BE49-F238E27FC236}">
                  <a16:creationId xmlns:a16="http://schemas.microsoft.com/office/drawing/2014/main" id="{F97B44C0-40B4-EDFD-81FC-19B76A8BA425}"/>
                </a:ext>
              </a:extLst>
            </p:cNvPr>
            <p:cNvSpPr/>
            <p:nvPr/>
          </p:nvSpPr>
          <p:spPr>
            <a:xfrm>
              <a:off x="11506466" y="6173747"/>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54" name="Freeform: Shape 4953">
              <a:extLst>
                <a:ext uri="{FF2B5EF4-FFF2-40B4-BE49-F238E27FC236}">
                  <a16:creationId xmlns:a16="http://schemas.microsoft.com/office/drawing/2014/main" id="{FA445141-2AA5-BAEE-EB2F-646033CF64AC}"/>
                </a:ext>
              </a:extLst>
            </p:cNvPr>
            <p:cNvSpPr/>
            <p:nvPr/>
          </p:nvSpPr>
          <p:spPr>
            <a:xfrm>
              <a:off x="11620722"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55" name="Freeform: Shape 4954">
              <a:extLst>
                <a:ext uri="{FF2B5EF4-FFF2-40B4-BE49-F238E27FC236}">
                  <a16:creationId xmlns:a16="http://schemas.microsoft.com/office/drawing/2014/main" id="{0C1C42EB-DA0F-9AD4-CFDA-C3B18DE32B73}"/>
                </a:ext>
              </a:extLst>
            </p:cNvPr>
            <p:cNvSpPr/>
            <p:nvPr/>
          </p:nvSpPr>
          <p:spPr>
            <a:xfrm>
              <a:off x="11734978"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56" name="Freeform: Shape 4955">
              <a:extLst>
                <a:ext uri="{FF2B5EF4-FFF2-40B4-BE49-F238E27FC236}">
                  <a16:creationId xmlns:a16="http://schemas.microsoft.com/office/drawing/2014/main" id="{260E1C8E-5BEF-90E9-1B24-65815593E45D}"/>
                </a:ext>
              </a:extLst>
            </p:cNvPr>
            <p:cNvSpPr/>
            <p:nvPr/>
          </p:nvSpPr>
          <p:spPr>
            <a:xfrm>
              <a:off x="11849233"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57" name="Freeform: Shape 4956">
              <a:extLst>
                <a:ext uri="{FF2B5EF4-FFF2-40B4-BE49-F238E27FC236}">
                  <a16:creationId xmlns:a16="http://schemas.microsoft.com/office/drawing/2014/main" id="{1DE1FCCB-AC96-BA67-95C5-AC210805C3F5}"/>
                </a:ext>
              </a:extLst>
            </p:cNvPr>
            <p:cNvSpPr/>
            <p:nvPr/>
          </p:nvSpPr>
          <p:spPr>
            <a:xfrm>
              <a:off x="11963489"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58" name="Freeform: Shape 4957">
              <a:extLst>
                <a:ext uri="{FF2B5EF4-FFF2-40B4-BE49-F238E27FC236}">
                  <a16:creationId xmlns:a16="http://schemas.microsoft.com/office/drawing/2014/main" id="{B39C06FC-EBDD-488C-FDEB-092263204910}"/>
                </a:ext>
              </a:extLst>
            </p:cNvPr>
            <p:cNvSpPr/>
            <p:nvPr/>
          </p:nvSpPr>
          <p:spPr>
            <a:xfrm>
              <a:off x="12077745" y="6173747"/>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59" name="Freeform: Shape 4958">
              <a:extLst>
                <a:ext uri="{FF2B5EF4-FFF2-40B4-BE49-F238E27FC236}">
                  <a16:creationId xmlns:a16="http://schemas.microsoft.com/office/drawing/2014/main" id="{9852893B-94B2-4867-31C8-6EE858E6981D}"/>
                </a:ext>
              </a:extLst>
            </p:cNvPr>
            <p:cNvSpPr/>
            <p:nvPr/>
          </p:nvSpPr>
          <p:spPr>
            <a:xfrm>
              <a:off x="7279135" y="6288003"/>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60" name="Freeform: Shape 4959">
              <a:extLst>
                <a:ext uri="{FF2B5EF4-FFF2-40B4-BE49-F238E27FC236}">
                  <a16:creationId xmlns:a16="http://schemas.microsoft.com/office/drawing/2014/main" id="{85E63462-DC29-A57E-3FA2-C2253DEAB1D4}"/>
                </a:ext>
              </a:extLst>
            </p:cNvPr>
            <p:cNvSpPr/>
            <p:nvPr/>
          </p:nvSpPr>
          <p:spPr>
            <a:xfrm>
              <a:off x="7393391"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61" name="Freeform: Shape 4960">
              <a:extLst>
                <a:ext uri="{FF2B5EF4-FFF2-40B4-BE49-F238E27FC236}">
                  <a16:creationId xmlns:a16="http://schemas.microsoft.com/office/drawing/2014/main" id="{FDAD4438-9BF8-A617-4C28-36993F7167A9}"/>
                </a:ext>
              </a:extLst>
            </p:cNvPr>
            <p:cNvSpPr/>
            <p:nvPr/>
          </p:nvSpPr>
          <p:spPr>
            <a:xfrm>
              <a:off x="7507646"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62" name="Freeform: Shape 4961">
              <a:extLst>
                <a:ext uri="{FF2B5EF4-FFF2-40B4-BE49-F238E27FC236}">
                  <a16:creationId xmlns:a16="http://schemas.microsoft.com/office/drawing/2014/main" id="{38CD24DF-D7DE-33EF-F435-93B72CD1FF7A}"/>
                </a:ext>
              </a:extLst>
            </p:cNvPr>
            <p:cNvSpPr/>
            <p:nvPr/>
          </p:nvSpPr>
          <p:spPr>
            <a:xfrm>
              <a:off x="7621902"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63" name="Freeform: Shape 4962">
              <a:extLst>
                <a:ext uri="{FF2B5EF4-FFF2-40B4-BE49-F238E27FC236}">
                  <a16:creationId xmlns:a16="http://schemas.microsoft.com/office/drawing/2014/main" id="{BE935DDA-9B0B-C479-AD59-7C5EDFAA2D14}"/>
                </a:ext>
              </a:extLst>
            </p:cNvPr>
            <p:cNvSpPr/>
            <p:nvPr/>
          </p:nvSpPr>
          <p:spPr>
            <a:xfrm>
              <a:off x="7736158" y="6288003"/>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64" name="Freeform: Shape 4963">
              <a:extLst>
                <a:ext uri="{FF2B5EF4-FFF2-40B4-BE49-F238E27FC236}">
                  <a16:creationId xmlns:a16="http://schemas.microsoft.com/office/drawing/2014/main" id="{AE88E688-AACA-B244-7A01-C27F54E06320}"/>
                </a:ext>
              </a:extLst>
            </p:cNvPr>
            <p:cNvSpPr/>
            <p:nvPr/>
          </p:nvSpPr>
          <p:spPr>
            <a:xfrm>
              <a:off x="7850414"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65" name="Freeform: Shape 4964">
              <a:extLst>
                <a:ext uri="{FF2B5EF4-FFF2-40B4-BE49-F238E27FC236}">
                  <a16:creationId xmlns:a16="http://schemas.microsoft.com/office/drawing/2014/main" id="{094952FF-AF20-033A-FF0D-F12AA81D9F85}"/>
                </a:ext>
              </a:extLst>
            </p:cNvPr>
            <p:cNvSpPr/>
            <p:nvPr/>
          </p:nvSpPr>
          <p:spPr>
            <a:xfrm>
              <a:off x="7964669"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66" name="Freeform: Shape 4965">
              <a:extLst>
                <a:ext uri="{FF2B5EF4-FFF2-40B4-BE49-F238E27FC236}">
                  <a16:creationId xmlns:a16="http://schemas.microsoft.com/office/drawing/2014/main" id="{6A5F614C-3378-6B9C-6339-687EA1A8B6C0}"/>
                </a:ext>
              </a:extLst>
            </p:cNvPr>
            <p:cNvSpPr/>
            <p:nvPr/>
          </p:nvSpPr>
          <p:spPr>
            <a:xfrm>
              <a:off x="8078925" y="6288003"/>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67" name="Freeform: Shape 4966">
              <a:extLst>
                <a:ext uri="{FF2B5EF4-FFF2-40B4-BE49-F238E27FC236}">
                  <a16:creationId xmlns:a16="http://schemas.microsoft.com/office/drawing/2014/main" id="{0E90259F-3566-EE21-22E4-B6F9EBF7CEC1}"/>
                </a:ext>
              </a:extLst>
            </p:cNvPr>
            <p:cNvSpPr/>
            <p:nvPr/>
          </p:nvSpPr>
          <p:spPr>
            <a:xfrm>
              <a:off x="8193181"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68" name="Freeform: Shape 4967">
              <a:extLst>
                <a:ext uri="{FF2B5EF4-FFF2-40B4-BE49-F238E27FC236}">
                  <a16:creationId xmlns:a16="http://schemas.microsoft.com/office/drawing/2014/main" id="{1ACF278D-CBBD-1017-F70D-00AF51E959E1}"/>
                </a:ext>
              </a:extLst>
            </p:cNvPr>
            <p:cNvSpPr/>
            <p:nvPr/>
          </p:nvSpPr>
          <p:spPr>
            <a:xfrm>
              <a:off x="8307437"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69" name="Freeform: Shape 4968">
              <a:extLst>
                <a:ext uri="{FF2B5EF4-FFF2-40B4-BE49-F238E27FC236}">
                  <a16:creationId xmlns:a16="http://schemas.microsoft.com/office/drawing/2014/main" id="{4B2E949D-D432-59F2-EAFD-3B202703619B}"/>
                </a:ext>
              </a:extLst>
            </p:cNvPr>
            <p:cNvSpPr/>
            <p:nvPr/>
          </p:nvSpPr>
          <p:spPr>
            <a:xfrm>
              <a:off x="8421648"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70" name="Freeform: Shape 4969">
              <a:extLst>
                <a:ext uri="{FF2B5EF4-FFF2-40B4-BE49-F238E27FC236}">
                  <a16:creationId xmlns:a16="http://schemas.microsoft.com/office/drawing/2014/main" id="{26FE4AF7-D1DE-D052-C22C-460D71D033B1}"/>
                </a:ext>
              </a:extLst>
            </p:cNvPr>
            <p:cNvSpPr/>
            <p:nvPr/>
          </p:nvSpPr>
          <p:spPr>
            <a:xfrm>
              <a:off x="8535904"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71" name="Freeform: Shape 4970">
              <a:extLst>
                <a:ext uri="{FF2B5EF4-FFF2-40B4-BE49-F238E27FC236}">
                  <a16:creationId xmlns:a16="http://schemas.microsoft.com/office/drawing/2014/main" id="{671FFBA7-5D70-CFF3-D453-B8E4AD95F382}"/>
                </a:ext>
              </a:extLst>
            </p:cNvPr>
            <p:cNvSpPr/>
            <p:nvPr/>
          </p:nvSpPr>
          <p:spPr>
            <a:xfrm>
              <a:off x="8650160"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72" name="Freeform: Shape 4971">
              <a:extLst>
                <a:ext uri="{FF2B5EF4-FFF2-40B4-BE49-F238E27FC236}">
                  <a16:creationId xmlns:a16="http://schemas.microsoft.com/office/drawing/2014/main" id="{9852EC2A-E5C0-CFF3-4A84-6EAD40CE095E}"/>
                </a:ext>
              </a:extLst>
            </p:cNvPr>
            <p:cNvSpPr/>
            <p:nvPr/>
          </p:nvSpPr>
          <p:spPr>
            <a:xfrm>
              <a:off x="8764416"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73" name="Freeform: Shape 4972">
              <a:extLst>
                <a:ext uri="{FF2B5EF4-FFF2-40B4-BE49-F238E27FC236}">
                  <a16:creationId xmlns:a16="http://schemas.microsoft.com/office/drawing/2014/main" id="{C673B2B4-A85D-7C0C-0A79-E901274ABC1E}"/>
                </a:ext>
              </a:extLst>
            </p:cNvPr>
            <p:cNvSpPr/>
            <p:nvPr/>
          </p:nvSpPr>
          <p:spPr>
            <a:xfrm>
              <a:off x="8878671" y="6288003"/>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74" name="Freeform: Shape 4973">
              <a:extLst>
                <a:ext uri="{FF2B5EF4-FFF2-40B4-BE49-F238E27FC236}">
                  <a16:creationId xmlns:a16="http://schemas.microsoft.com/office/drawing/2014/main" id="{A00BF529-0E24-6420-645B-476135DA8F04}"/>
                </a:ext>
              </a:extLst>
            </p:cNvPr>
            <p:cNvSpPr/>
            <p:nvPr/>
          </p:nvSpPr>
          <p:spPr>
            <a:xfrm>
              <a:off x="8992927"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75" name="Freeform: Shape 4974">
              <a:extLst>
                <a:ext uri="{FF2B5EF4-FFF2-40B4-BE49-F238E27FC236}">
                  <a16:creationId xmlns:a16="http://schemas.microsoft.com/office/drawing/2014/main" id="{0C47EC06-05EB-8BBE-7AE4-F77334FE5B19}"/>
                </a:ext>
              </a:extLst>
            </p:cNvPr>
            <p:cNvSpPr/>
            <p:nvPr/>
          </p:nvSpPr>
          <p:spPr>
            <a:xfrm>
              <a:off x="9107183"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76" name="Freeform: Shape 4975">
              <a:extLst>
                <a:ext uri="{FF2B5EF4-FFF2-40B4-BE49-F238E27FC236}">
                  <a16:creationId xmlns:a16="http://schemas.microsoft.com/office/drawing/2014/main" id="{AB892B49-8048-AD7E-2B94-BEF44B6C8648}"/>
                </a:ext>
              </a:extLst>
            </p:cNvPr>
            <p:cNvSpPr/>
            <p:nvPr/>
          </p:nvSpPr>
          <p:spPr>
            <a:xfrm>
              <a:off x="9221439"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77" name="Freeform: Shape 4976">
              <a:extLst>
                <a:ext uri="{FF2B5EF4-FFF2-40B4-BE49-F238E27FC236}">
                  <a16:creationId xmlns:a16="http://schemas.microsoft.com/office/drawing/2014/main" id="{4709035B-558F-97E3-501E-A163E3BA2882}"/>
                </a:ext>
              </a:extLst>
            </p:cNvPr>
            <p:cNvSpPr/>
            <p:nvPr/>
          </p:nvSpPr>
          <p:spPr>
            <a:xfrm>
              <a:off x="9335695" y="6288003"/>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78" name="Freeform: Shape 4977">
              <a:extLst>
                <a:ext uri="{FF2B5EF4-FFF2-40B4-BE49-F238E27FC236}">
                  <a16:creationId xmlns:a16="http://schemas.microsoft.com/office/drawing/2014/main" id="{886A0FFF-A94A-7FE3-7DA1-AA0DE3FAB16A}"/>
                </a:ext>
              </a:extLst>
            </p:cNvPr>
            <p:cNvSpPr/>
            <p:nvPr/>
          </p:nvSpPr>
          <p:spPr>
            <a:xfrm>
              <a:off x="9449950"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79" name="Freeform: Shape 4978">
              <a:extLst>
                <a:ext uri="{FF2B5EF4-FFF2-40B4-BE49-F238E27FC236}">
                  <a16:creationId xmlns:a16="http://schemas.microsoft.com/office/drawing/2014/main" id="{3750BF2D-166B-8A86-6E03-04310C344AED}"/>
                </a:ext>
              </a:extLst>
            </p:cNvPr>
            <p:cNvSpPr/>
            <p:nvPr/>
          </p:nvSpPr>
          <p:spPr>
            <a:xfrm>
              <a:off x="9564206"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80" name="Freeform: Shape 4979">
              <a:extLst>
                <a:ext uri="{FF2B5EF4-FFF2-40B4-BE49-F238E27FC236}">
                  <a16:creationId xmlns:a16="http://schemas.microsoft.com/office/drawing/2014/main" id="{D6378F29-B1D1-29D3-7E83-15D21CAE3501}"/>
                </a:ext>
              </a:extLst>
            </p:cNvPr>
            <p:cNvSpPr/>
            <p:nvPr/>
          </p:nvSpPr>
          <p:spPr>
            <a:xfrm>
              <a:off x="9678418" y="6288003"/>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81" name="Freeform: Shape 4980">
              <a:extLst>
                <a:ext uri="{FF2B5EF4-FFF2-40B4-BE49-F238E27FC236}">
                  <a16:creationId xmlns:a16="http://schemas.microsoft.com/office/drawing/2014/main" id="{EB02C2E8-AF90-1BE8-698E-4D17ABFE6CFF}"/>
                </a:ext>
              </a:extLst>
            </p:cNvPr>
            <p:cNvSpPr/>
            <p:nvPr/>
          </p:nvSpPr>
          <p:spPr>
            <a:xfrm>
              <a:off x="9792674"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82" name="Freeform: Shape 4981">
              <a:extLst>
                <a:ext uri="{FF2B5EF4-FFF2-40B4-BE49-F238E27FC236}">
                  <a16:creationId xmlns:a16="http://schemas.microsoft.com/office/drawing/2014/main" id="{B9CC3A0E-C52B-D4BD-4741-1FBE9834A413}"/>
                </a:ext>
              </a:extLst>
            </p:cNvPr>
            <p:cNvSpPr/>
            <p:nvPr/>
          </p:nvSpPr>
          <p:spPr>
            <a:xfrm>
              <a:off x="9906929"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83" name="Freeform: Shape 4982">
              <a:extLst>
                <a:ext uri="{FF2B5EF4-FFF2-40B4-BE49-F238E27FC236}">
                  <a16:creationId xmlns:a16="http://schemas.microsoft.com/office/drawing/2014/main" id="{CFDF7521-B3F7-BB50-B390-A06891CC2874}"/>
                </a:ext>
              </a:extLst>
            </p:cNvPr>
            <p:cNvSpPr/>
            <p:nvPr/>
          </p:nvSpPr>
          <p:spPr>
            <a:xfrm>
              <a:off x="10021185"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84" name="Freeform: Shape 4983">
              <a:extLst>
                <a:ext uri="{FF2B5EF4-FFF2-40B4-BE49-F238E27FC236}">
                  <a16:creationId xmlns:a16="http://schemas.microsoft.com/office/drawing/2014/main" id="{23599E72-21CD-3A12-3C90-8C5236EDE8C7}"/>
                </a:ext>
              </a:extLst>
            </p:cNvPr>
            <p:cNvSpPr/>
            <p:nvPr/>
          </p:nvSpPr>
          <p:spPr>
            <a:xfrm>
              <a:off x="10135441"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85" name="Freeform: Shape 4984">
              <a:extLst>
                <a:ext uri="{FF2B5EF4-FFF2-40B4-BE49-F238E27FC236}">
                  <a16:creationId xmlns:a16="http://schemas.microsoft.com/office/drawing/2014/main" id="{FF0890A7-72FF-3B64-08D7-A8C70723AAC3}"/>
                </a:ext>
              </a:extLst>
            </p:cNvPr>
            <p:cNvSpPr/>
            <p:nvPr/>
          </p:nvSpPr>
          <p:spPr>
            <a:xfrm>
              <a:off x="10249697"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86" name="Freeform: Shape 4985">
              <a:extLst>
                <a:ext uri="{FF2B5EF4-FFF2-40B4-BE49-F238E27FC236}">
                  <a16:creationId xmlns:a16="http://schemas.microsoft.com/office/drawing/2014/main" id="{5A579315-AF2D-FB81-9628-69A4B576E995}"/>
                </a:ext>
              </a:extLst>
            </p:cNvPr>
            <p:cNvSpPr/>
            <p:nvPr/>
          </p:nvSpPr>
          <p:spPr>
            <a:xfrm>
              <a:off x="10363952"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87" name="Freeform: Shape 4986">
              <a:extLst>
                <a:ext uri="{FF2B5EF4-FFF2-40B4-BE49-F238E27FC236}">
                  <a16:creationId xmlns:a16="http://schemas.microsoft.com/office/drawing/2014/main" id="{C222E522-B426-C716-AE4D-314A391824F0}"/>
                </a:ext>
              </a:extLst>
            </p:cNvPr>
            <p:cNvSpPr/>
            <p:nvPr/>
          </p:nvSpPr>
          <p:spPr>
            <a:xfrm>
              <a:off x="10478208" y="6288003"/>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88" name="Freeform: Shape 4987">
              <a:extLst>
                <a:ext uri="{FF2B5EF4-FFF2-40B4-BE49-F238E27FC236}">
                  <a16:creationId xmlns:a16="http://schemas.microsoft.com/office/drawing/2014/main" id="{FAB85964-F8DC-37DC-CA02-0CE7C1D2DCA7}"/>
                </a:ext>
              </a:extLst>
            </p:cNvPr>
            <p:cNvSpPr/>
            <p:nvPr/>
          </p:nvSpPr>
          <p:spPr>
            <a:xfrm>
              <a:off x="10592464"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89" name="Freeform: Shape 4988">
              <a:extLst>
                <a:ext uri="{FF2B5EF4-FFF2-40B4-BE49-F238E27FC236}">
                  <a16:creationId xmlns:a16="http://schemas.microsoft.com/office/drawing/2014/main" id="{4BB30968-FAC4-1EAA-C0F4-553328726F5B}"/>
                </a:ext>
              </a:extLst>
            </p:cNvPr>
            <p:cNvSpPr/>
            <p:nvPr/>
          </p:nvSpPr>
          <p:spPr>
            <a:xfrm>
              <a:off x="10706720"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1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1"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90" name="Freeform: Shape 4989">
              <a:extLst>
                <a:ext uri="{FF2B5EF4-FFF2-40B4-BE49-F238E27FC236}">
                  <a16:creationId xmlns:a16="http://schemas.microsoft.com/office/drawing/2014/main" id="{10F1523C-BC56-BFE0-9E3E-0246D72BEB8C}"/>
                </a:ext>
              </a:extLst>
            </p:cNvPr>
            <p:cNvSpPr/>
            <p:nvPr/>
          </p:nvSpPr>
          <p:spPr>
            <a:xfrm>
              <a:off x="10820976" y="6288003"/>
              <a:ext cx="114255" cy="114255"/>
            </a:xfrm>
            <a:custGeom>
              <a:avLst/>
              <a:gdLst>
                <a:gd name="connsiteX0" fmla="*/ 0 w 114255"/>
                <a:gd name="connsiteY0" fmla="*/ 0 h 114255"/>
                <a:gd name="connsiteX1" fmla="*/ 114257 w 114255"/>
                <a:gd name="connsiteY1" fmla="*/ 0 h 114255"/>
                <a:gd name="connsiteX2" fmla="*/ 114257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91" name="Freeform: Shape 4990">
              <a:extLst>
                <a:ext uri="{FF2B5EF4-FFF2-40B4-BE49-F238E27FC236}">
                  <a16:creationId xmlns:a16="http://schemas.microsoft.com/office/drawing/2014/main" id="{E360A7B2-B526-431D-D8F0-964FF602E195}"/>
                </a:ext>
              </a:extLst>
            </p:cNvPr>
            <p:cNvSpPr/>
            <p:nvPr/>
          </p:nvSpPr>
          <p:spPr>
            <a:xfrm>
              <a:off x="10935231"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92" name="Freeform: Shape 4991">
              <a:extLst>
                <a:ext uri="{FF2B5EF4-FFF2-40B4-BE49-F238E27FC236}">
                  <a16:creationId xmlns:a16="http://schemas.microsoft.com/office/drawing/2014/main" id="{5B292141-A8B6-39F7-5721-0D2115152F41}"/>
                </a:ext>
              </a:extLst>
            </p:cNvPr>
            <p:cNvSpPr/>
            <p:nvPr/>
          </p:nvSpPr>
          <p:spPr>
            <a:xfrm>
              <a:off x="11049443"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93" name="Freeform: Shape 4992">
              <a:extLst>
                <a:ext uri="{FF2B5EF4-FFF2-40B4-BE49-F238E27FC236}">
                  <a16:creationId xmlns:a16="http://schemas.microsoft.com/office/drawing/2014/main" id="{59AFFF61-867C-7DEF-A3B6-5206FA9D6D2B}"/>
                </a:ext>
              </a:extLst>
            </p:cNvPr>
            <p:cNvSpPr/>
            <p:nvPr/>
          </p:nvSpPr>
          <p:spPr>
            <a:xfrm>
              <a:off x="11163699" y="6288003"/>
              <a:ext cx="114255" cy="114255"/>
            </a:xfrm>
            <a:custGeom>
              <a:avLst/>
              <a:gdLst>
                <a:gd name="connsiteX0" fmla="*/ 0 w 114255"/>
                <a:gd name="connsiteY0" fmla="*/ 0 h 114255"/>
                <a:gd name="connsiteX1" fmla="*/ 114257 w 114255"/>
                <a:gd name="connsiteY1" fmla="*/ 0 h 114255"/>
                <a:gd name="connsiteX2" fmla="*/ 114257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94" name="Freeform: Shape 4993">
              <a:extLst>
                <a:ext uri="{FF2B5EF4-FFF2-40B4-BE49-F238E27FC236}">
                  <a16:creationId xmlns:a16="http://schemas.microsoft.com/office/drawing/2014/main" id="{62DA0E1C-E312-E1BE-60D6-99DF2E571975}"/>
                </a:ext>
              </a:extLst>
            </p:cNvPr>
            <p:cNvSpPr/>
            <p:nvPr/>
          </p:nvSpPr>
          <p:spPr>
            <a:xfrm>
              <a:off x="11277955"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95" name="Freeform: Shape 4994">
              <a:extLst>
                <a:ext uri="{FF2B5EF4-FFF2-40B4-BE49-F238E27FC236}">
                  <a16:creationId xmlns:a16="http://schemas.microsoft.com/office/drawing/2014/main" id="{85FF56DF-15D5-0020-63C3-0E6F7702123C}"/>
                </a:ext>
              </a:extLst>
            </p:cNvPr>
            <p:cNvSpPr/>
            <p:nvPr/>
          </p:nvSpPr>
          <p:spPr>
            <a:xfrm>
              <a:off x="11392210"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96" name="Freeform: Shape 4995">
              <a:extLst>
                <a:ext uri="{FF2B5EF4-FFF2-40B4-BE49-F238E27FC236}">
                  <a16:creationId xmlns:a16="http://schemas.microsoft.com/office/drawing/2014/main" id="{5931F89F-F05A-1711-48D6-F3710F38A83A}"/>
                </a:ext>
              </a:extLst>
            </p:cNvPr>
            <p:cNvSpPr/>
            <p:nvPr/>
          </p:nvSpPr>
          <p:spPr>
            <a:xfrm>
              <a:off x="11506466" y="6288003"/>
              <a:ext cx="114255" cy="114255"/>
            </a:xfrm>
            <a:custGeom>
              <a:avLst/>
              <a:gdLst>
                <a:gd name="connsiteX0" fmla="*/ -1 w 114255"/>
                <a:gd name="connsiteY0" fmla="*/ 0 h 114255"/>
                <a:gd name="connsiteX1" fmla="*/ 114256 w 114255"/>
                <a:gd name="connsiteY1" fmla="*/ 0 h 114255"/>
                <a:gd name="connsiteX2" fmla="*/ 114256 w 114255"/>
                <a:gd name="connsiteY2" fmla="*/ 114255 h 114255"/>
                <a:gd name="connsiteX3" fmla="*/ -1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5"/>
                  </a:lnTo>
                  <a:lnTo>
                    <a:pt x="-1"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97" name="Freeform: Shape 4996">
              <a:extLst>
                <a:ext uri="{FF2B5EF4-FFF2-40B4-BE49-F238E27FC236}">
                  <a16:creationId xmlns:a16="http://schemas.microsoft.com/office/drawing/2014/main" id="{0059521D-09FB-47AA-7782-B92A97477F40}"/>
                </a:ext>
              </a:extLst>
            </p:cNvPr>
            <p:cNvSpPr/>
            <p:nvPr/>
          </p:nvSpPr>
          <p:spPr>
            <a:xfrm>
              <a:off x="11620722"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98" name="Freeform: Shape 4997">
              <a:extLst>
                <a:ext uri="{FF2B5EF4-FFF2-40B4-BE49-F238E27FC236}">
                  <a16:creationId xmlns:a16="http://schemas.microsoft.com/office/drawing/2014/main" id="{7F6CCC51-9B55-EEA3-0D92-02CB0284AB09}"/>
                </a:ext>
              </a:extLst>
            </p:cNvPr>
            <p:cNvSpPr/>
            <p:nvPr/>
          </p:nvSpPr>
          <p:spPr>
            <a:xfrm>
              <a:off x="11734978"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99" name="Freeform: Shape 4998">
              <a:extLst>
                <a:ext uri="{FF2B5EF4-FFF2-40B4-BE49-F238E27FC236}">
                  <a16:creationId xmlns:a16="http://schemas.microsoft.com/office/drawing/2014/main" id="{6D2A1C30-8211-37BD-B15A-218D23E20665}"/>
                </a:ext>
              </a:extLst>
            </p:cNvPr>
            <p:cNvSpPr/>
            <p:nvPr/>
          </p:nvSpPr>
          <p:spPr>
            <a:xfrm>
              <a:off x="11849233"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000" name="Freeform: Shape 4999">
              <a:extLst>
                <a:ext uri="{FF2B5EF4-FFF2-40B4-BE49-F238E27FC236}">
                  <a16:creationId xmlns:a16="http://schemas.microsoft.com/office/drawing/2014/main" id="{E1F79E14-96DF-A5E7-F5BB-70E411C38586}"/>
                </a:ext>
              </a:extLst>
            </p:cNvPr>
            <p:cNvSpPr/>
            <p:nvPr/>
          </p:nvSpPr>
          <p:spPr>
            <a:xfrm>
              <a:off x="11963489"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001" name="Freeform: Shape 5000">
              <a:extLst>
                <a:ext uri="{FF2B5EF4-FFF2-40B4-BE49-F238E27FC236}">
                  <a16:creationId xmlns:a16="http://schemas.microsoft.com/office/drawing/2014/main" id="{DEEE5A98-CDFB-A70A-32F2-CF61708E4865}"/>
                </a:ext>
              </a:extLst>
            </p:cNvPr>
            <p:cNvSpPr/>
            <p:nvPr/>
          </p:nvSpPr>
          <p:spPr>
            <a:xfrm>
              <a:off x="12077745" y="6288003"/>
              <a:ext cx="114255" cy="114255"/>
            </a:xfrm>
            <a:custGeom>
              <a:avLst/>
              <a:gdLst>
                <a:gd name="connsiteX0" fmla="*/ 0 w 114255"/>
                <a:gd name="connsiteY0" fmla="*/ 0 h 114255"/>
                <a:gd name="connsiteX1" fmla="*/ 114257 w 114255"/>
                <a:gd name="connsiteY1" fmla="*/ 0 h 114255"/>
                <a:gd name="connsiteX2" fmla="*/ 114257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002" name="Freeform: Shape 5001">
              <a:extLst>
                <a:ext uri="{FF2B5EF4-FFF2-40B4-BE49-F238E27FC236}">
                  <a16:creationId xmlns:a16="http://schemas.microsoft.com/office/drawing/2014/main" id="{C6809C3B-D95C-ADB5-F570-AF94B903B5D0}"/>
                </a:ext>
              </a:extLst>
            </p:cNvPr>
            <p:cNvSpPr/>
            <p:nvPr/>
          </p:nvSpPr>
          <p:spPr>
            <a:xfrm>
              <a:off x="7279135" y="640225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03" name="Freeform: Shape 5002">
              <a:extLst>
                <a:ext uri="{FF2B5EF4-FFF2-40B4-BE49-F238E27FC236}">
                  <a16:creationId xmlns:a16="http://schemas.microsoft.com/office/drawing/2014/main" id="{207DA288-4F86-2D36-9745-813FA9396C71}"/>
                </a:ext>
              </a:extLst>
            </p:cNvPr>
            <p:cNvSpPr/>
            <p:nvPr/>
          </p:nvSpPr>
          <p:spPr>
            <a:xfrm>
              <a:off x="7393391"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04" name="Freeform: Shape 5003">
              <a:extLst>
                <a:ext uri="{FF2B5EF4-FFF2-40B4-BE49-F238E27FC236}">
                  <a16:creationId xmlns:a16="http://schemas.microsoft.com/office/drawing/2014/main" id="{D4C4BA9E-5CDE-BAF4-B31E-93D9F560A3F4}"/>
                </a:ext>
              </a:extLst>
            </p:cNvPr>
            <p:cNvSpPr/>
            <p:nvPr/>
          </p:nvSpPr>
          <p:spPr>
            <a:xfrm>
              <a:off x="7507646"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05" name="Freeform: Shape 5004">
              <a:extLst>
                <a:ext uri="{FF2B5EF4-FFF2-40B4-BE49-F238E27FC236}">
                  <a16:creationId xmlns:a16="http://schemas.microsoft.com/office/drawing/2014/main" id="{99C0FA3D-2305-0D56-DACA-A1F9D81F0E9A}"/>
                </a:ext>
              </a:extLst>
            </p:cNvPr>
            <p:cNvSpPr/>
            <p:nvPr/>
          </p:nvSpPr>
          <p:spPr>
            <a:xfrm>
              <a:off x="7621902"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06" name="Freeform: Shape 5005">
              <a:extLst>
                <a:ext uri="{FF2B5EF4-FFF2-40B4-BE49-F238E27FC236}">
                  <a16:creationId xmlns:a16="http://schemas.microsoft.com/office/drawing/2014/main" id="{3AAC9D8F-9656-A28F-5FA7-DE2476339202}"/>
                </a:ext>
              </a:extLst>
            </p:cNvPr>
            <p:cNvSpPr/>
            <p:nvPr/>
          </p:nvSpPr>
          <p:spPr>
            <a:xfrm>
              <a:off x="7736158" y="640225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07" name="Freeform: Shape 5006">
              <a:extLst>
                <a:ext uri="{FF2B5EF4-FFF2-40B4-BE49-F238E27FC236}">
                  <a16:creationId xmlns:a16="http://schemas.microsoft.com/office/drawing/2014/main" id="{CE6999AD-2BE7-A533-B18B-4F5F1466DABC}"/>
                </a:ext>
              </a:extLst>
            </p:cNvPr>
            <p:cNvSpPr/>
            <p:nvPr/>
          </p:nvSpPr>
          <p:spPr>
            <a:xfrm>
              <a:off x="7850414"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08" name="Freeform: Shape 5007">
              <a:extLst>
                <a:ext uri="{FF2B5EF4-FFF2-40B4-BE49-F238E27FC236}">
                  <a16:creationId xmlns:a16="http://schemas.microsoft.com/office/drawing/2014/main" id="{A4123E4F-0044-B9B0-EF94-8599EC8554C9}"/>
                </a:ext>
              </a:extLst>
            </p:cNvPr>
            <p:cNvSpPr/>
            <p:nvPr/>
          </p:nvSpPr>
          <p:spPr>
            <a:xfrm>
              <a:off x="7964669"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09" name="Freeform: Shape 5008">
              <a:extLst>
                <a:ext uri="{FF2B5EF4-FFF2-40B4-BE49-F238E27FC236}">
                  <a16:creationId xmlns:a16="http://schemas.microsoft.com/office/drawing/2014/main" id="{1BF07BCE-4921-93EF-7C07-F03E4C36C774}"/>
                </a:ext>
              </a:extLst>
            </p:cNvPr>
            <p:cNvSpPr/>
            <p:nvPr/>
          </p:nvSpPr>
          <p:spPr>
            <a:xfrm>
              <a:off x="8078925" y="640225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10" name="Freeform: Shape 5009">
              <a:extLst>
                <a:ext uri="{FF2B5EF4-FFF2-40B4-BE49-F238E27FC236}">
                  <a16:creationId xmlns:a16="http://schemas.microsoft.com/office/drawing/2014/main" id="{0063B4E1-FAE4-2B04-1DAE-9C95D3F1BEB9}"/>
                </a:ext>
              </a:extLst>
            </p:cNvPr>
            <p:cNvSpPr/>
            <p:nvPr/>
          </p:nvSpPr>
          <p:spPr>
            <a:xfrm>
              <a:off x="8193181"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11" name="Freeform: Shape 5010">
              <a:extLst>
                <a:ext uri="{FF2B5EF4-FFF2-40B4-BE49-F238E27FC236}">
                  <a16:creationId xmlns:a16="http://schemas.microsoft.com/office/drawing/2014/main" id="{663DCEA3-6557-3552-48DE-C6FEAB593A2C}"/>
                </a:ext>
              </a:extLst>
            </p:cNvPr>
            <p:cNvSpPr/>
            <p:nvPr/>
          </p:nvSpPr>
          <p:spPr>
            <a:xfrm>
              <a:off x="8307437"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12" name="Freeform: Shape 5011">
              <a:extLst>
                <a:ext uri="{FF2B5EF4-FFF2-40B4-BE49-F238E27FC236}">
                  <a16:creationId xmlns:a16="http://schemas.microsoft.com/office/drawing/2014/main" id="{613AC479-48B2-40CC-3527-F8F6AED43B81}"/>
                </a:ext>
              </a:extLst>
            </p:cNvPr>
            <p:cNvSpPr/>
            <p:nvPr/>
          </p:nvSpPr>
          <p:spPr>
            <a:xfrm>
              <a:off x="8421648"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13" name="Freeform: Shape 5012">
              <a:extLst>
                <a:ext uri="{FF2B5EF4-FFF2-40B4-BE49-F238E27FC236}">
                  <a16:creationId xmlns:a16="http://schemas.microsoft.com/office/drawing/2014/main" id="{CCA6CC66-F0CD-B453-1AF5-7A718FE9A9DC}"/>
                </a:ext>
              </a:extLst>
            </p:cNvPr>
            <p:cNvSpPr/>
            <p:nvPr/>
          </p:nvSpPr>
          <p:spPr>
            <a:xfrm>
              <a:off x="8535904"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14" name="Freeform: Shape 5013">
              <a:extLst>
                <a:ext uri="{FF2B5EF4-FFF2-40B4-BE49-F238E27FC236}">
                  <a16:creationId xmlns:a16="http://schemas.microsoft.com/office/drawing/2014/main" id="{5763673F-CEBC-C1E5-7D86-39DAD236D3D1}"/>
                </a:ext>
              </a:extLst>
            </p:cNvPr>
            <p:cNvSpPr/>
            <p:nvPr/>
          </p:nvSpPr>
          <p:spPr>
            <a:xfrm>
              <a:off x="8650160"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15" name="Freeform: Shape 5014">
              <a:extLst>
                <a:ext uri="{FF2B5EF4-FFF2-40B4-BE49-F238E27FC236}">
                  <a16:creationId xmlns:a16="http://schemas.microsoft.com/office/drawing/2014/main" id="{A59FFC9E-A28C-9B0E-D16C-A9B4995749DC}"/>
                </a:ext>
              </a:extLst>
            </p:cNvPr>
            <p:cNvSpPr/>
            <p:nvPr/>
          </p:nvSpPr>
          <p:spPr>
            <a:xfrm>
              <a:off x="8764416"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16" name="Freeform: Shape 5015">
              <a:extLst>
                <a:ext uri="{FF2B5EF4-FFF2-40B4-BE49-F238E27FC236}">
                  <a16:creationId xmlns:a16="http://schemas.microsoft.com/office/drawing/2014/main" id="{6E60B0F5-9F13-F883-1B0A-ABAC351A2756}"/>
                </a:ext>
              </a:extLst>
            </p:cNvPr>
            <p:cNvSpPr/>
            <p:nvPr/>
          </p:nvSpPr>
          <p:spPr>
            <a:xfrm>
              <a:off x="8878671" y="640225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17" name="Freeform: Shape 5016">
              <a:extLst>
                <a:ext uri="{FF2B5EF4-FFF2-40B4-BE49-F238E27FC236}">
                  <a16:creationId xmlns:a16="http://schemas.microsoft.com/office/drawing/2014/main" id="{5F4667AD-C581-F52A-402C-C68755C9DFE6}"/>
                </a:ext>
              </a:extLst>
            </p:cNvPr>
            <p:cNvSpPr/>
            <p:nvPr/>
          </p:nvSpPr>
          <p:spPr>
            <a:xfrm>
              <a:off x="8992927"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18" name="Freeform: Shape 5017">
              <a:extLst>
                <a:ext uri="{FF2B5EF4-FFF2-40B4-BE49-F238E27FC236}">
                  <a16:creationId xmlns:a16="http://schemas.microsoft.com/office/drawing/2014/main" id="{4AB90A6F-5851-15F3-E48D-BD01633374FF}"/>
                </a:ext>
              </a:extLst>
            </p:cNvPr>
            <p:cNvSpPr/>
            <p:nvPr/>
          </p:nvSpPr>
          <p:spPr>
            <a:xfrm>
              <a:off x="9107183"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19" name="Freeform: Shape 5018">
              <a:extLst>
                <a:ext uri="{FF2B5EF4-FFF2-40B4-BE49-F238E27FC236}">
                  <a16:creationId xmlns:a16="http://schemas.microsoft.com/office/drawing/2014/main" id="{D273E577-ACBA-38C9-2302-0838151BDB7D}"/>
                </a:ext>
              </a:extLst>
            </p:cNvPr>
            <p:cNvSpPr/>
            <p:nvPr/>
          </p:nvSpPr>
          <p:spPr>
            <a:xfrm>
              <a:off x="9221439"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20" name="Freeform: Shape 5019">
              <a:extLst>
                <a:ext uri="{FF2B5EF4-FFF2-40B4-BE49-F238E27FC236}">
                  <a16:creationId xmlns:a16="http://schemas.microsoft.com/office/drawing/2014/main" id="{DA0B5482-4D19-FBE7-ECCF-1C9CB7FF8309}"/>
                </a:ext>
              </a:extLst>
            </p:cNvPr>
            <p:cNvSpPr/>
            <p:nvPr/>
          </p:nvSpPr>
          <p:spPr>
            <a:xfrm>
              <a:off x="9335695" y="640225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21" name="Freeform: Shape 5020">
              <a:extLst>
                <a:ext uri="{FF2B5EF4-FFF2-40B4-BE49-F238E27FC236}">
                  <a16:creationId xmlns:a16="http://schemas.microsoft.com/office/drawing/2014/main" id="{5DD0C4F9-CA80-E1EE-A6D8-79A9309BA11F}"/>
                </a:ext>
              </a:extLst>
            </p:cNvPr>
            <p:cNvSpPr/>
            <p:nvPr/>
          </p:nvSpPr>
          <p:spPr>
            <a:xfrm>
              <a:off x="9449950"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22" name="Freeform: Shape 5021">
              <a:extLst>
                <a:ext uri="{FF2B5EF4-FFF2-40B4-BE49-F238E27FC236}">
                  <a16:creationId xmlns:a16="http://schemas.microsoft.com/office/drawing/2014/main" id="{6536C773-4513-4F76-8B72-D6687188C0E2}"/>
                </a:ext>
              </a:extLst>
            </p:cNvPr>
            <p:cNvSpPr/>
            <p:nvPr/>
          </p:nvSpPr>
          <p:spPr>
            <a:xfrm>
              <a:off x="9564206"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23" name="Freeform: Shape 5022">
              <a:extLst>
                <a:ext uri="{FF2B5EF4-FFF2-40B4-BE49-F238E27FC236}">
                  <a16:creationId xmlns:a16="http://schemas.microsoft.com/office/drawing/2014/main" id="{719FD83B-11CB-3152-C170-87793F45D9BE}"/>
                </a:ext>
              </a:extLst>
            </p:cNvPr>
            <p:cNvSpPr/>
            <p:nvPr/>
          </p:nvSpPr>
          <p:spPr>
            <a:xfrm>
              <a:off x="9678418" y="640225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24" name="Freeform: Shape 5023">
              <a:extLst>
                <a:ext uri="{FF2B5EF4-FFF2-40B4-BE49-F238E27FC236}">
                  <a16:creationId xmlns:a16="http://schemas.microsoft.com/office/drawing/2014/main" id="{FEE0EF72-0071-ECBA-0045-BEE1A2ED6D95}"/>
                </a:ext>
              </a:extLst>
            </p:cNvPr>
            <p:cNvSpPr/>
            <p:nvPr/>
          </p:nvSpPr>
          <p:spPr>
            <a:xfrm>
              <a:off x="9792674"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25" name="Freeform: Shape 5024">
              <a:extLst>
                <a:ext uri="{FF2B5EF4-FFF2-40B4-BE49-F238E27FC236}">
                  <a16:creationId xmlns:a16="http://schemas.microsoft.com/office/drawing/2014/main" id="{584204D6-BE91-35CC-C3E4-60E33C30471D}"/>
                </a:ext>
              </a:extLst>
            </p:cNvPr>
            <p:cNvSpPr/>
            <p:nvPr/>
          </p:nvSpPr>
          <p:spPr>
            <a:xfrm>
              <a:off x="9906929"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26" name="Freeform: Shape 5025">
              <a:extLst>
                <a:ext uri="{FF2B5EF4-FFF2-40B4-BE49-F238E27FC236}">
                  <a16:creationId xmlns:a16="http://schemas.microsoft.com/office/drawing/2014/main" id="{93C77C1E-8DA8-8509-D11E-05FF0575E381}"/>
                </a:ext>
              </a:extLst>
            </p:cNvPr>
            <p:cNvSpPr/>
            <p:nvPr/>
          </p:nvSpPr>
          <p:spPr>
            <a:xfrm>
              <a:off x="10021185"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27" name="Freeform: Shape 5026">
              <a:extLst>
                <a:ext uri="{FF2B5EF4-FFF2-40B4-BE49-F238E27FC236}">
                  <a16:creationId xmlns:a16="http://schemas.microsoft.com/office/drawing/2014/main" id="{FA3306D4-BA9A-38B9-DFD8-A6FDBE5D3A44}"/>
                </a:ext>
              </a:extLst>
            </p:cNvPr>
            <p:cNvSpPr/>
            <p:nvPr/>
          </p:nvSpPr>
          <p:spPr>
            <a:xfrm>
              <a:off x="10135441"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28" name="Freeform: Shape 5027">
              <a:extLst>
                <a:ext uri="{FF2B5EF4-FFF2-40B4-BE49-F238E27FC236}">
                  <a16:creationId xmlns:a16="http://schemas.microsoft.com/office/drawing/2014/main" id="{DD6E46AA-6FE5-49EC-88EB-133D3D830581}"/>
                </a:ext>
              </a:extLst>
            </p:cNvPr>
            <p:cNvSpPr/>
            <p:nvPr/>
          </p:nvSpPr>
          <p:spPr>
            <a:xfrm>
              <a:off x="10249697"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29" name="Freeform: Shape 5028">
              <a:extLst>
                <a:ext uri="{FF2B5EF4-FFF2-40B4-BE49-F238E27FC236}">
                  <a16:creationId xmlns:a16="http://schemas.microsoft.com/office/drawing/2014/main" id="{8BB11A40-452C-4945-0991-7909CB2075D8}"/>
                </a:ext>
              </a:extLst>
            </p:cNvPr>
            <p:cNvSpPr/>
            <p:nvPr/>
          </p:nvSpPr>
          <p:spPr>
            <a:xfrm>
              <a:off x="10363952"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30" name="Freeform: Shape 5029">
              <a:extLst>
                <a:ext uri="{FF2B5EF4-FFF2-40B4-BE49-F238E27FC236}">
                  <a16:creationId xmlns:a16="http://schemas.microsoft.com/office/drawing/2014/main" id="{1DE1ACD5-00A1-A702-8B30-9C08A355B49A}"/>
                </a:ext>
              </a:extLst>
            </p:cNvPr>
            <p:cNvSpPr/>
            <p:nvPr/>
          </p:nvSpPr>
          <p:spPr>
            <a:xfrm>
              <a:off x="10478208" y="640225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31" name="Freeform: Shape 5030">
              <a:extLst>
                <a:ext uri="{FF2B5EF4-FFF2-40B4-BE49-F238E27FC236}">
                  <a16:creationId xmlns:a16="http://schemas.microsoft.com/office/drawing/2014/main" id="{8E269FCF-9DCD-D47F-F208-47B5F958AEF3}"/>
                </a:ext>
              </a:extLst>
            </p:cNvPr>
            <p:cNvSpPr/>
            <p:nvPr/>
          </p:nvSpPr>
          <p:spPr>
            <a:xfrm>
              <a:off x="10592464"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32" name="Freeform: Shape 5031">
              <a:extLst>
                <a:ext uri="{FF2B5EF4-FFF2-40B4-BE49-F238E27FC236}">
                  <a16:creationId xmlns:a16="http://schemas.microsoft.com/office/drawing/2014/main" id="{CA8F75C4-93B0-6BFC-1D4F-819C63839D9A}"/>
                </a:ext>
              </a:extLst>
            </p:cNvPr>
            <p:cNvSpPr/>
            <p:nvPr/>
          </p:nvSpPr>
          <p:spPr>
            <a:xfrm>
              <a:off x="10706720"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33" name="Freeform: Shape 5032">
              <a:extLst>
                <a:ext uri="{FF2B5EF4-FFF2-40B4-BE49-F238E27FC236}">
                  <a16:creationId xmlns:a16="http://schemas.microsoft.com/office/drawing/2014/main" id="{2022D0B2-CCC9-5DF8-C9B6-B67985F2E088}"/>
                </a:ext>
              </a:extLst>
            </p:cNvPr>
            <p:cNvSpPr/>
            <p:nvPr/>
          </p:nvSpPr>
          <p:spPr>
            <a:xfrm>
              <a:off x="10820976" y="6402259"/>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34" name="Freeform: Shape 5033">
              <a:extLst>
                <a:ext uri="{FF2B5EF4-FFF2-40B4-BE49-F238E27FC236}">
                  <a16:creationId xmlns:a16="http://schemas.microsoft.com/office/drawing/2014/main" id="{54EBA7EC-7985-346B-2654-CE6EF4B576B1}"/>
                </a:ext>
              </a:extLst>
            </p:cNvPr>
            <p:cNvSpPr/>
            <p:nvPr/>
          </p:nvSpPr>
          <p:spPr>
            <a:xfrm>
              <a:off x="10935231"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35" name="Freeform: Shape 5034">
              <a:extLst>
                <a:ext uri="{FF2B5EF4-FFF2-40B4-BE49-F238E27FC236}">
                  <a16:creationId xmlns:a16="http://schemas.microsoft.com/office/drawing/2014/main" id="{1A747E74-E374-208D-9A50-002AFAC39C2A}"/>
                </a:ext>
              </a:extLst>
            </p:cNvPr>
            <p:cNvSpPr/>
            <p:nvPr/>
          </p:nvSpPr>
          <p:spPr>
            <a:xfrm>
              <a:off x="11049443"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36" name="Freeform: Shape 5035">
              <a:extLst>
                <a:ext uri="{FF2B5EF4-FFF2-40B4-BE49-F238E27FC236}">
                  <a16:creationId xmlns:a16="http://schemas.microsoft.com/office/drawing/2014/main" id="{F3F5CB9B-0BD4-B3FF-4F6D-503D0CA063DD}"/>
                </a:ext>
              </a:extLst>
            </p:cNvPr>
            <p:cNvSpPr/>
            <p:nvPr/>
          </p:nvSpPr>
          <p:spPr>
            <a:xfrm>
              <a:off x="11163699" y="6402259"/>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37" name="Freeform: Shape 5036">
              <a:extLst>
                <a:ext uri="{FF2B5EF4-FFF2-40B4-BE49-F238E27FC236}">
                  <a16:creationId xmlns:a16="http://schemas.microsoft.com/office/drawing/2014/main" id="{09F6B085-A125-674A-8C80-92FC9C1D95CE}"/>
                </a:ext>
              </a:extLst>
            </p:cNvPr>
            <p:cNvSpPr/>
            <p:nvPr/>
          </p:nvSpPr>
          <p:spPr>
            <a:xfrm>
              <a:off x="11277955"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38" name="Freeform: Shape 5037">
              <a:extLst>
                <a:ext uri="{FF2B5EF4-FFF2-40B4-BE49-F238E27FC236}">
                  <a16:creationId xmlns:a16="http://schemas.microsoft.com/office/drawing/2014/main" id="{17CF0E46-6266-2F7B-0C4F-884B89770DC3}"/>
                </a:ext>
              </a:extLst>
            </p:cNvPr>
            <p:cNvSpPr/>
            <p:nvPr/>
          </p:nvSpPr>
          <p:spPr>
            <a:xfrm>
              <a:off x="11392210"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39" name="Freeform: Shape 5038">
              <a:extLst>
                <a:ext uri="{FF2B5EF4-FFF2-40B4-BE49-F238E27FC236}">
                  <a16:creationId xmlns:a16="http://schemas.microsoft.com/office/drawing/2014/main" id="{7662AC6E-7803-FC28-69A9-E3FB1E46FC43}"/>
                </a:ext>
              </a:extLst>
            </p:cNvPr>
            <p:cNvSpPr/>
            <p:nvPr/>
          </p:nvSpPr>
          <p:spPr>
            <a:xfrm>
              <a:off x="11506466" y="6402259"/>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40" name="Freeform: Shape 5039">
              <a:extLst>
                <a:ext uri="{FF2B5EF4-FFF2-40B4-BE49-F238E27FC236}">
                  <a16:creationId xmlns:a16="http://schemas.microsoft.com/office/drawing/2014/main" id="{947B7894-1425-0B9D-A0E7-8DD1E2ACE400}"/>
                </a:ext>
              </a:extLst>
            </p:cNvPr>
            <p:cNvSpPr/>
            <p:nvPr/>
          </p:nvSpPr>
          <p:spPr>
            <a:xfrm>
              <a:off x="11620722"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41" name="Freeform: Shape 5040">
              <a:extLst>
                <a:ext uri="{FF2B5EF4-FFF2-40B4-BE49-F238E27FC236}">
                  <a16:creationId xmlns:a16="http://schemas.microsoft.com/office/drawing/2014/main" id="{B08CD2A8-7D67-2B62-F1B6-3AA79855AE47}"/>
                </a:ext>
              </a:extLst>
            </p:cNvPr>
            <p:cNvSpPr/>
            <p:nvPr/>
          </p:nvSpPr>
          <p:spPr>
            <a:xfrm>
              <a:off x="11734978"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42" name="Freeform: Shape 5041">
              <a:extLst>
                <a:ext uri="{FF2B5EF4-FFF2-40B4-BE49-F238E27FC236}">
                  <a16:creationId xmlns:a16="http://schemas.microsoft.com/office/drawing/2014/main" id="{518F7B12-E3F0-DB56-FD19-13B84E2D85D1}"/>
                </a:ext>
              </a:extLst>
            </p:cNvPr>
            <p:cNvSpPr/>
            <p:nvPr/>
          </p:nvSpPr>
          <p:spPr>
            <a:xfrm>
              <a:off x="11849233"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43" name="Freeform: Shape 5042">
              <a:extLst>
                <a:ext uri="{FF2B5EF4-FFF2-40B4-BE49-F238E27FC236}">
                  <a16:creationId xmlns:a16="http://schemas.microsoft.com/office/drawing/2014/main" id="{2B46191C-1A25-1B42-5968-00CF7BF68734}"/>
                </a:ext>
              </a:extLst>
            </p:cNvPr>
            <p:cNvSpPr/>
            <p:nvPr/>
          </p:nvSpPr>
          <p:spPr>
            <a:xfrm>
              <a:off x="11963489"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44" name="Freeform: Shape 5043">
              <a:extLst>
                <a:ext uri="{FF2B5EF4-FFF2-40B4-BE49-F238E27FC236}">
                  <a16:creationId xmlns:a16="http://schemas.microsoft.com/office/drawing/2014/main" id="{C1BCC074-F9AF-649A-E60D-E5CB795D16F0}"/>
                </a:ext>
              </a:extLst>
            </p:cNvPr>
            <p:cNvSpPr/>
            <p:nvPr/>
          </p:nvSpPr>
          <p:spPr>
            <a:xfrm>
              <a:off x="12077745" y="6402259"/>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45" name="Freeform: Shape 5044">
              <a:extLst>
                <a:ext uri="{FF2B5EF4-FFF2-40B4-BE49-F238E27FC236}">
                  <a16:creationId xmlns:a16="http://schemas.microsoft.com/office/drawing/2014/main" id="{D3D4002D-8923-FF84-4684-2A84B3D4D597}"/>
                </a:ext>
              </a:extLst>
            </p:cNvPr>
            <p:cNvSpPr/>
            <p:nvPr/>
          </p:nvSpPr>
          <p:spPr>
            <a:xfrm>
              <a:off x="7279135" y="651651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46" name="Freeform: Shape 5045">
              <a:extLst>
                <a:ext uri="{FF2B5EF4-FFF2-40B4-BE49-F238E27FC236}">
                  <a16:creationId xmlns:a16="http://schemas.microsoft.com/office/drawing/2014/main" id="{0C6F5570-88F8-7DD1-54D0-E20477EFDA7F}"/>
                </a:ext>
              </a:extLst>
            </p:cNvPr>
            <p:cNvSpPr/>
            <p:nvPr/>
          </p:nvSpPr>
          <p:spPr>
            <a:xfrm>
              <a:off x="7393391"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47" name="Freeform: Shape 5046">
              <a:extLst>
                <a:ext uri="{FF2B5EF4-FFF2-40B4-BE49-F238E27FC236}">
                  <a16:creationId xmlns:a16="http://schemas.microsoft.com/office/drawing/2014/main" id="{0DE91180-9EEE-3579-6C58-7C6AA7E8BC45}"/>
                </a:ext>
              </a:extLst>
            </p:cNvPr>
            <p:cNvSpPr/>
            <p:nvPr/>
          </p:nvSpPr>
          <p:spPr>
            <a:xfrm>
              <a:off x="7507646"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48" name="Freeform: Shape 5047">
              <a:extLst>
                <a:ext uri="{FF2B5EF4-FFF2-40B4-BE49-F238E27FC236}">
                  <a16:creationId xmlns:a16="http://schemas.microsoft.com/office/drawing/2014/main" id="{20405DCC-2CD8-D416-BB35-3610377C0AB4}"/>
                </a:ext>
              </a:extLst>
            </p:cNvPr>
            <p:cNvSpPr/>
            <p:nvPr/>
          </p:nvSpPr>
          <p:spPr>
            <a:xfrm>
              <a:off x="7621902"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49" name="Freeform: Shape 5048">
              <a:extLst>
                <a:ext uri="{FF2B5EF4-FFF2-40B4-BE49-F238E27FC236}">
                  <a16:creationId xmlns:a16="http://schemas.microsoft.com/office/drawing/2014/main" id="{D9F0DDE4-3630-4F43-C34D-035112D7ACD8}"/>
                </a:ext>
              </a:extLst>
            </p:cNvPr>
            <p:cNvSpPr/>
            <p:nvPr/>
          </p:nvSpPr>
          <p:spPr>
            <a:xfrm>
              <a:off x="7736158" y="651651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50" name="Freeform: Shape 5049">
              <a:extLst>
                <a:ext uri="{FF2B5EF4-FFF2-40B4-BE49-F238E27FC236}">
                  <a16:creationId xmlns:a16="http://schemas.microsoft.com/office/drawing/2014/main" id="{05004585-CCD1-F9CA-E47E-0FC1924B0FB6}"/>
                </a:ext>
              </a:extLst>
            </p:cNvPr>
            <p:cNvSpPr/>
            <p:nvPr/>
          </p:nvSpPr>
          <p:spPr>
            <a:xfrm>
              <a:off x="7850414"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51" name="Freeform: Shape 5050">
              <a:extLst>
                <a:ext uri="{FF2B5EF4-FFF2-40B4-BE49-F238E27FC236}">
                  <a16:creationId xmlns:a16="http://schemas.microsoft.com/office/drawing/2014/main" id="{670C0011-D8FE-0A4B-6411-FBDACAC38BBC}"/>
                </a:ext>
              </a:extLst>
            </p:cNvPr>
            <p:cNvSpPr/>
            <p:nvPr/>
          </p:nvSpPr>
          <p:spPr>
            <a:xfrm>
              <a:off x="7964669"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52" name="Freeform: Shape 5051">
              <a:extLst>
                <a:ext uri="{FF2B5EF4-FFF2-40B4-BE49-F238E27FC236}">
                  <a16:creationId xmlns:a16="http://schemas.microsoft.com/office/drawing/2014/main" id="{D555F86A-EFE9-33D0-7AD4-5D7A25A33F69}"/>
                </a:ext>
              </a:extLst>
            </p:cNvPr>
            <p:cNvSpPr/>
            <p:nvPr/>
          </p:nvSpPr>
          <p:spPr>
            <a:xfrm>
              <a:off x="8078925" y="651651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53" name="Freeform: Shape 5052">
              <a:extLst>
                <a:ext uri="{FF2B5EF4-FFF2-40B4-BE49-F238E27FC236}">
                  <a16:creationId xmlns:a16="http://schemas.microsoft.com/office/drawing/2014/main" id="{CFC94F2C-8ACA-F15A-B6C7-AAA0FBDECD09}"/>
                </a:ext>
              </a:extLst>
            </p:cNvPr>
            <p:cNvSpPr/>
            <p:nvPr/>
          </p:nvSpPr>
          <p:spPr>
            <a:xfrm>
              <a:off x="8193181"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54" name="Freeform: Shape 5053">
              <a:extLst>
                <a:ext uri="{FF2B5EF4-FFF2-40B4-BE49-F238E27FC236}">
                  <a16:creationId xmlns:a16="http://schemas.microsoft.com/office/drawing/2014/main" id="{CEE3F264-947E-1048-CEC3-2A92FD722A93}"/>
                </a:ext>
              </a:extLst>
            </p:cNvPr>
            <p:cNvSpPr/>
            <p:nvPr/>
          </p:nvSpPr>
          <p:spPr>
            <a:xfrm>
              <a:off x="8307437"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55" name="Freeform: Shape 5054">
              <a:extLst>
                <a:ext uri="{FF2B5EF4-FFF2-40B4-BE49-F238E27FC236}">
                  <a16:creationId xmlns:a16="http://schemas.microsoft.com/office/drawing/2014/main" id="{87144343-303B-8118-C1EF-925BDBF47F75}"/>
                </a:ext>
              </a:extLst>
            </p:cNvPr>
            <p:cNvSpPr/>
            <p:nvPr/>
          </p:nvSpPr>
          <p:spPr>
            <a:xfrm>
              <a:off x="8421648"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56" name="Freeform: Shape 5055">
              <a:extLst>
                <a:ext uri="{FF2B5EF4-FFF2-40B4-BE49-F238E27FC236}">
                  <a16:creationId xmlns:a16="http://schemas.microsoft.com/office/drawing/2014/main" id="{D232C5DB-30D2-FBEB-829D-B3BB19F7576B}"/>
                </a:ext>
              </a:extLst>
            </p:cNvPr>
            <p:cNvSpPr/>
            <p:nvPr/>
          </p:nvSpPr>
          <p:spPr>
            <a:xfrm>
              <a:off x="8535904"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57" name="Freeform: Shape 5056">
              <a:extLst>
                <a:ext uri="{FF2B5EF4-FFF2-40B4-BE49-F238E27FC236}">
                  <a16:creationId xmlns:a16="http://schemas.microsoft.com/office/drawing/2014/main" id="{D58F4852-1303-C591-32A6-6283AA8E6A10}"/>
                </a:ext>
              </a:extLst>
            </p:cNvPr>
            <p:cNvSpPr/>
            <p:nvPr/>
          </p:nvSpPr>
          <p:spPr>
            <a:xfrm>
              <a:off x="8650160"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58" name="Freeform: Shape 5057">
              <a:extLst>
                <a:ext uri="{FF2B5EF4-FFF2-40B4-BE49-F238E27FC236}">
                  <a16:creationId xmlns:a16="http://schemas.microsoft.com/office/drawing/2014/main" id="{DF52FB27-5168-29F9-304A-D3B9A450DFF4}"/>
                </a:ext>
              </a:extLst>
            </p:cNvPr>
            <p:cNvSpPr/>
            <p:nvPr/>
          </p:nvSpPr>
          <p:spPr>
            <a:xfrm>
              <a:off x="8764416"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59" name="Freeform: Shape 5058">
              <a:extLst>
                <a:ext uri="{FF2B5EF4-FFF2-40B4-BE49-F238E27FC236}">
                  <a16:creationId xmlns:a16="http://schemas.microsoft.com/office/drawing/2014/main" id="{7FAC89BB-8DFC-1C23-F257-BB48C93BD7CE}"/>
                </a:ext>
              </a:extLst>
            </p:cNvPr>
            <p:cNvSpPr/>
            <p:nvPr/>
          </p:nvSpPr>
          <p:spPr>
            <a:xfrm>
              <a:off x="8878671" y="651651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60" name="Freeform: Shape 5059">
              <a:extLst>
                <a:ext uri="{FF2B5EF4-FFF2-40B4-BE49-F238E27FC236}">
                  <a16:creationId xmlns:a16="http://schemas.microsoft.com/office/drawing/2014/main" id="{C6493255-9D92-BB99-E116-600FDFF49FBA}"/>
                </a:ext>
              </a:extLst>
            </p:cNvPr>
            <p:cNvSpPr/>
            <p:nvPr/>
          </p:nvSpPr>
          <p:spPr>
            <a:xfrm>
              <a:off x="8992927"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61" name="Freeform: Shape 5060">
              <a:extLst>
                <a:ext uri="{FF2B5EF4-FFF2-40B4-BE49-F238E27FC236}">
                  <a16:creationId xmlns:a16="http://schemas.microsoft.com/office/drawing/2014/main" id="{FB93E9ED-541F-B683-3FCD-7FD7376FBAC9}"/>
                </a:ext>
              </a:extLst>
            </p:cNvPr>
            <p:cNvSpPr/>
            <p:nvPr/>
          </p:nvSpPr>
          <p:spPr>
            <a:xfrm>
              <a:off x="9107183"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62" name="Freeform: Shape 5061">
              <a:extLst>
                <a:ext uri="{FF2B5EF4-FFF2-40B4-BE49-F238E27FC236}">
                  <a16:creationId xmlns:a16="http://schemas.microsoft.com/office/drawing/2014/main" id="{0A6EF884-9D4B-29E2-87CE-1C27DF74F6A9}"/>
                </a:ext>
              </a:extLst>
            </p:cNvPr>
            <p:cNvSpPr/>
            <p:nvPr/>
          </p:nvSpPr>
          <p:spPr>
            <a:xfrm>
              <a:off x="9221439"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63" name="Freeform: Shape 5062">
              <a:extLst>
                <a:ext uri="{FF2B5EF4-FFF2-40B4-BE49-F238E27FC236}">
                  <a16:creationId xmlns:a16="http://schemas.microsoft.com/office/drawing/2014/main" id="{D62647FC-5674-A8EC-EBAF-1DBD6E3EECF6}"/>
                </a:ext>
              </a:extLst>
            </p:cNvPr>
            <p:cNvSpPr/>
            <p:nvPr/>
          </p:nvSpPr>
          <p:spPr>
            <a:xfrm>
              <a:off x="9335695" y="651651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64" name="Freeform: Shape 5063">
              <a:extLst>
                <a:ext uri="{FF2B5EF4-FFF2-40B4-BE49-F238E27FC236}">
                  <a16:creationId xmlns:a16="http://schemas.microsoft.com/office/drawing/2014/main" id="{70127F9F-DBF3-D0B3-BF03-2647CFE0503F}"/>
                </a:ext>
              </a:extLst>
            </p:cNvPr>
            <p:cNvSpPr/>
            <p:nvPr/>
          </p:nvSpPr>
          <p:spPr>
            <a:xfrm>
              <a:off x="9449950"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65" name="Freeform: Shape 5064">
              <a:extLst>
                <a:ext uri="{FF2B5EF4-FFF2-40B4-BE49-F238E27FC236}">
                  <a16:creationId xmlns:a16="http://schemas.microsoft.com/office/drawing/2014/main" id="{F16E4A23-8948-3D4F-FEBD-567C313FCCB0}"/>
                </a:ext>
              </a:extLst>
            </p:cNvPr>
            <p:cNvSpPr/>
            <p:nvPr/>
          </p:nvSpPr>
          <p:spPr>
            <a:xfrm>
              <a:off x="9564206"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66" name="Freeform: Shape 5065">
              <a:extLst>
                <a:ext uri="{FF2B5EF4-FFF2-40B4-BE49-F238E27FC236}">
                  <a16:creationId xmlns:a16="http://schemas.microsoft.com/office/drawing/2014/main" id="{E356BF66-32DA-FAB1-7F39-344AAC71666E}"/>
                </a:ext>
              </a:extLst>
            </p:cNvPr>
            <p:cNvSpPr/>
            <p:nvPr/>
          </p:nvSpPr>
          <p:spPr>
            <a:xfrm>
              <a:off x="9678418" y="651651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67" name="Freeform: Shape 5066">
              <a:extLst>
                <a:ext uri="{FF2B5EF4-FFF2-40B4-BE49-F238E27FC236}">
                  <a16:creationId xmlns:a16="http://schemas.microsoft.com/office/drawing/2014/main" id="{DB6E588A-C188-6C3A-0AAA-C2CF2EED3482}"/>
                </a:ext>
              </a:extLst>
            </p:cNvPr>
            <p:cNvSpPr/>
            <p:nvPr/>
          </p:nvSpPr>
          <p:spPr>
            <a:xfrm>
              <a:off x="9792674"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68" name="Freeform: Shape 5067">
              <a:extLst>
                <a:ext uri="{FF2B5EF4-FFF2-40B4-BE49-F238E27FC236}">
                  <a16:creationId xmlns:a16="http://schemas.microsoft.com/office/drawing/2014/main" id="{48849080-22C2-E9AF-B87B-F6B896C34C70}"/>
                </a:ext>
              </a:extLst>
            </p:cNvPr>
            <p:cNvSpPr/>
            <p:nvPr/>
          </p:nvSpPr>
          <p:spPr>
            <a:xfrm>
              <a:off x="9906929"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69" name="Freeform: Shape 5068">
              <a:extLst>
                <a:ext uri="{FF2B5EF4-FFF2-40B4-BE49-F238E27FC236}">
                  <a16:creationId xmlns:a16="http://schemas.microsoft.com/office/drawing/2014/main" id="{D4C04818-8466-7E58-340F-76863C5C4569}"/>
                </a:ext>
              </a:extLst>
            </p:cNvPr>
            <p:cNvSpPr/>
            <p:nvPr/>
          </p:nvSpPr>
          <p:spPr>
            <a:xfrm>
              <a:off x="10021185"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70" name="Freeform: Shape 5069">
              <a:extLst>
                <a:ext uri="{FF2B5EF4-FFF2-40B4-BE49-F238E27FC236}">
                  <a16:creationId xmlns:a16="http://schemas.microsoft.com/office/drawing/2014/main" id="{23368AA8-95E3-E0F7-1946-3FE1717CF64C}"/>
                </a:ext>
              </a:extLst>
            </p:cNvPr>
            <p:cNvSpPr/>
            <p:nvPr/>
          </p:nvSpPr>
          <p:spPr>
            <a:xfrm>
              <a:off x="10135441"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71" name="Freeform: Shape 5070">
              <a:extLst>
                <a:ext uri="{FF2B5EF4-FFF2-40B4-BE49-F238E27FC236}">
                  <a16:creationId xmlns:a16="http://schemas.microsoft.com/office/drawing/2014/main" id="{3E592568-43E3-D756-50D2-8B27654BD1CC}"/>
                </a:ext>
              </a:extLst>
            </p:cNvPr>
            <p:cNvSpPr/>
            <p:nvPr/>
          </p:nvSpPr>
          <p:spPr>
            <a:xfrm>
              <a:off x="10249697"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72" name="Freeform: Shape 5071">
              <a:extLst>
                <a:ext uri="{FF2B5EF4-FFF2-40B4-BE49-F238E27FC236}">
                  <a16:creationId xmlns:a16="http://schemas.microsoft.com/office/drawing/2014/main" id="{3CA67D9C-9818-9FC9-48BB-19717243B32E}"/>
                </a:ext>
              </a:extLst>
            </p:cNvPr>
            <p:cNvSpPr/>
            <p:nvPr/>
          </p:nvSpPr>
          <p:spPr>
            <a:xfrm>
              <a:off x="10363952"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73" name="Freeform: Shape 5072">
              <a:extLst>
                <a:ext uri="{FF2B5EF4-FFF2-40B4-BE49-F238E27FC236}">
                  <a16:creationId xmlns:a16="http://schemas.microsoft.com/office/drawing/2014/main" id="{CBE883CB-0D32-6C45-7B27-EAB35D7EAE00}"/>
                </a:ext>
              </a:extLst>
            </p:cNvPr>
            <p:cNvSpPr/>
            <p:nvPr/>
          </p:nvSpPr>
          <p:spPr>
            <a:xfrm>
              <a:off x="10478208" y="651651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74" name="Freeform: Shape 5073">
              <a:extLst>
                <a:ext uri="{FF2B5EF4-FFF2-40B4-BE49-F238E27FC236}">
                  <a16:creationId xmlns:a16="http://schemas.microsoft.com/office/drawing/2014/main" id="{703E08CB-3521-65DA-AB5C-919C9197E635}"/>
                </a:ext>
              </a:extLst>
            </p:cNvPr>
            <p:cNvSpPr/>
            <p:nvPr/>
          </p:nvSpPr>
          <p:spPr>
            <a:xfrm>
              <a:off x="10592464"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75" name="Freeform: Shape 5074">
              <a:extLst>
                <a:ext uri="{FF2B5EF4-FFF2-40B4-BE49-F238E27FC236}">
                  <a16:creationId xmlns:a16="http://schemas.microsoft.com/office/drawing/2014/main" id="{907A6E3F-06BA-9CE3-E1A0-C50EF0167A1E}"/>
                </a:ext>
              </a:extLst>
            </p:cNvPr>
            <p:cNvSpPr/>
            <p:nvPr/>
          </p:nvSpPr>
          <p:spPr>
            <a:xfrm>
              <a:off x="10706720"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76" name="Freeform: Shape 5075">
              <a:extLst>
                <a:ext uri="{FF2B5EF4-FFF2-40B4-BE49-F238E27FC236}">
                  <a16:creationId xmlns:a16="http://schemas.microsoft.com/office/drawing/2014/main" id="{60C2D3A1-EEE7-1F90-E5E6-F07257CF0F97}"/>
                </a:ext>
              </a:extLst>
            </p:cNvPr>
            <p:cNvSpPr/>
            <p:nvPr/>
          </p:nvSpPr>
          <p:spPr>
            <a:xfrm>
              <a:off x="10820976" y="6516514"/>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77" name="Freeform: Shape 5076">
              <a:extLst>
                <a:ext uri="{FF2B5EF4-FFF2-40B4-BE49-F238E27FC236}">
                  <a16:creationId xmlns:a16="http://schemas.microsoft.com/office/drawing/2014/main" id="{A8FDE4E3-CEC4-D2A4-EF05-CC6F96193A60}"/>
                </a:ext>
              </a:extLst>
            </p:cNvPr>
            <p:cNvSpPr/>
            <p:nvPr/>
          </p:nvSpPr>
          <p:spPr>
            <a:xfrm>
              <a:off x="10935231"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78" name="Freeform: Shape 5077">
              <a:extLst>
                <a:ext uri="{FF2B5EF4-FFF2-40B4-BE49-F238E27FC236}">
                  <a16:creationId xmlns:a16="http://schemas.microsoft.com/office/drawing/2014/main" id="{81112059-3C33-6DDA-B1A0-6D4A8EF8A1F6}"/>
                </a:ext>
              </a:extLst>
            </p:cNvPr>
            <p:cNvSpPr/>
            <p:nvPr/>
          </p:nvSpPr>
          <p:spPr>
            <a:xfrm>
              <a:off x="11049443"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79" name="Freeform: Shape 5078">
              <a:extLst>
                <a:ext uri="{FF2B5EF4-FFF2-40B4-BE49-F238E27FC236}">
                  <a16:creationId xmlns:a16="http://schemas.microsoft.com/office/drawing/2014/main" id="{034923FE-F5FF-8063-FB1C-DC738AF1B1A4}"/>
                </a:ext>
              </a:extLst>
            </p:cNvPr>
            <p:cNvSpPr/>
            <p:nvPr/>
          </p:nvSpPr>
          <p:spPr>
            <a:xfrm>
              <a:off x="11163699" y="6516514"/>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80" name="Freeform: Shape 5079">
              <a:extLst>
                <a:ext uri="{FF2B5EF4-FFF2-40B4-BE49-F238E27FC236}">
                  <a16:creationId xmlns:a16="http://schemas.microsoft.com/office/drawing/2014/main" id="{D901A38A-3B86-A23E-FA4C-B44E46B1571E}"/>
                </a:ext>
              </a:extLst>
            </p:cNvPr>
            <p:cNvSpPr/>
            <p:nvPr/>
          </p:nvSpPr>
          <p:spPr>
            <a:xfrm>
              <a:off x="11277955"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81" name="Freeform: Shape 5080">
              <a:extLst>
                <a:ext uri="{FF2B5EF4-FFF2-40B4-BE49-F238E27FC236}">
                  <a16:creationId xmlns:a16="http://schemas.microsoft.com/office/drawing/2014/main" id="{BE3E506F-D4D9-BF16-835E-2CEF5735E4F7}"/>
                </a:ext>
              </a:extLst>
            </p:cNvPr>
            <p:cNvSpPr/>
            <p:nvPr/>
          </p:nvSpPr>
          <p:spPr>
            <a:xfrm>
              <a:off x="11392210"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82" name="Freeform: Shape 5081">
              <a:extLst>
                <a:ext uri="{FF2B5EF4-FFF2-40B4-BE49-F238E27FC236}">
                  <a16:creationId xmlns:a16="http://schemas.microsoft.com/office/drawing/2014/main" id="{AA7D1C81-44E9-C3FC-81E0-18827DB77369}"/>
                </a:ext>
              </a:extLst>
            </p:cNvPr>
            <p:cNvSpPr/>
            <p:nvPr/>
          </p:nvSpPr>
          <p:spPr>
            <a:xfrm>
              <a:off x="11506466" y="6516514"/>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83" name="Freeform: Shape 5082">
              <a:extLst>
                <a:ext uri="{FF2B5EF4-FFF2-40B4-BE49-F238E27FC236}">
                  <a16:creationId xmlns:a16="http://schemas.microsoft.com/office/drawing/2014/main" id="{36F0D16B-57B0-72BF-4A28-9BD66A186140}"/>
                </a:ext>
              </a:extLst>
            </p:cNvPr>
            <p:cNvSpPr/>
            <p:nvPr/>
          </p:nvSpPr>
          <p:spPr>
            <a:xfrm>
              <a:off x="11620722"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84" name="Freeform: Shape 5083">
              <a:extLst>
                <a:ext uri="{FF2B5EF4-FFF2-40B4-BE49-F238E27FC236}">
                  <a16:creationId xmlns:a16="http://schemas.microsoft.com/office/drawing/2014/main" id="{928463C7-0F53-F8D0-EDD3-2D9116B82DD7}"/>
                </a:ext>
              </a:extLst>
            </p:cNvPr>
            <p:cNvSpPr/>
            <p:nvPr/>
          </p:nvSpPr>
          <p:spPr>
            <a:xfrm>
              <a:off x="11734978"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85" name="Freeform: Shape 5084">
              <a:extLst>
                <a:ext uri="{FF2B5EF4-FFF2-40B4-BE49-F238E27FC236}">
                  <a16:creationId xmlns:a16="http://schemas.microsoft.com/office/drawing/2014/main" id="{4F8FB3D5-2BEB-D98C-31B9-79562F347BB3}"/>
                </a:ext>
              </a:extLst>
            </p:cNvPr>
            <p:cNvSpPr/>
            <p:nvPr/>
          </p:nvSpPr>
          <p:spPr>
            <a:xfrm>
              <a:off x="11849233"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86" name="Freeform: Shape 5085">
              <a:extLst>
                <a:ext uri="{FF2B5EF4-FFF2-40B4-BE49-F238E27FC236}">
                  <a16:creationId xmlns:a16="http://schemas.microsoft.com/office/drawing/2014/main" id="{BD983DE4-C454-2BD9-F12A-FEEB77A94F8A}"/>
                </a:ext>
              </a:extLst>
            </p:cNvPr>
            <p:cNvSpPr/>
            <p:nvPr/>
          </p:nvSpPr>
          <p:spPr>
            <a:xfrm>
              <a:off x="11963489"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87" name="Freeform: Shape 5086">
              <a:extLst>
                <a:ext uri="{FF2B5EF4-FFF2-40B4-BE49-F238E27FC236}">
                  <a16:creationId xmlns:a16="http://schemas.microsoft.com/office/drawing/2014/main" id="{6F244B5B-59ED-5DD9-27F1-4BD3C1D07D27}"/>
                </a:ext>
              </a:extLst>
            </p:cNvPr>
            <p:cNvSpPr/>
            <p:nvPr/>
          </p:nvSpPr>
          <p:spPr>
            <a:xfrm>
              <a:off x="12077745" y="6516514"/>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88" name="Freeform: Shape 5087">
              <a:extLst>
                <a:ext uri="{FF2B5EF4-FFF2-40B4-BE49-F238E27FC236}">
                  <a16:creationId xmlns:a16="http://schemas.microsoft.com/office/drawing/2014/main" id="{1C67AC32-F7E1-5EC4-C366-A663DE983F4E}"/>
                </a:ext>
              </a:extLst>
            </p:cNvPr>
            <p:cNvSpPr/>
            <p:nvPr/>
          </p:nvSpPr>
          <p:spPr>
            <a:xfrm>
              <a:off x="7279135" y="663077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89" name="Freeform: Shape 5088">
              <a:extLst>
                <a:ext uri="{FF2B5EF4-FFF2-40B4-BE49-F238E27FC236}">
                  <a16:creationId xmlns:a16="http://schemas.microsoft.com/office/drawing/2014/main" id="{B7979447-944B-4CAF-0294-84D550BC47AE}"/>
                </a:ext>
              </a:extLst>
            </p:cNvPr>
            <p:cNvSpPr/>
            <p:nvPr/>
          </p:nvSpPr>
          <p:spPr>
            <a:xfrm>
              <a:off x="7393391"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90" name="Freeform: Shape 5089">
              <a:extLst>
                <a:ext uri="{FF2B5EF4-FFF2-40B4-BE49-F238E27FC236}">
                  <a16:creationId xmlns:a16="http://schemas.microsoft.com/office/drawing/2014/main" id="{212F43AB-FAF9-EAE7-7202-B867FD228CD1}"/>
                </a:ext>
              </a:extLst>
            </p:cNvPr>
            <p:cNvSpPr/>
            <p:nvPr/>
          </p:nvSpPr>
          <p:spPr>
            <a:xfrm>
              <a:off x="7507646"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91" name="Freeform: Shape 5090">
              <a:extLst>
                <a:ext uri="{FF2B5EF4-FFF2-40B4-BE49-F238E27FC236}">
                  <a16:creationId xmlns:a16="http://schemas.microsoft.com/office/drawing/2014/main" id="{AE30E9BE-F6A5-E15A-B2B5-BDA502B09D88}"/>
                </a:ext>
              </a:extLst>
            </p:cNvPr>
            <p:cNvSpPr/>
            <p:nvPr/>
          </p:nvSpPr>
          <p:spPr>
            <a:xfrm>
              <a:off x="7621902"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92" name="Freeform: Shape 5091">
              <a:extLst>
                <a:ext uri="{FF2B5EF4-FFF2-40B4-BE49-F238E27FC236}">
                  <a16:creationId xmlns:a16="http://schemas.microsoft.com/office/drawing/2014/main" id="{7DED384E-B54F-18B0-44D5-9EF9678A6812}"/>
                </a:ext>
              </a:extLst>
            </p:cNvPr>
            <p:cNvSpPr/>
            <p:nvPr/>
          </p:nvSpPr>
          <p:spPr>
            <a:xfrm>
              <a:off x="7736158" y="663077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93" name="Freeform: Shape 5092">
              <a:extLst>
                <a:ext uri="{FF2B5EF4-FFF2-40B4-BE49-F238E27FC236}">
                  <a16:creationId xmlns:a16="http://schemas.microsoft.com/office/drawing/2014/main" id="{16E7887A-F87B-6BF0-C6D1-73631C646826}"/>
                </a:ext>
              </a:extLst>
            </p:cNvPr>
            <p:cNvSpPr/>
            <p:nvPr/>
          </p:nvSpPr>
          <p:spPr>
            <a:xfrm>
              <a:off x="7850414"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94" name="Freeform: Shape 5093">
              <a:extLst>
                <a:ext uri="{FF2B5EF4-FFF2-40B4-BE49-F238E27FC236}">
                  <a16:creationId xmlns:a16="http://schemas.microsoft.com/office/drawing/2014/main" id="{092BCA76-9E55-B509-82C3-890D900D42CE}"/>
                </a:ext>
              </a:extLst>
            </p:cNvPr>
            <p:cNvSpPr/>
            <p:nvPr/>
          </p:nvSpPr>
          <p:spPr>
            <a:xfrm>
              <a:off x="7964669"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95" name="Freeform: Shape 5094">
              <a:extLst>
                <a:ext uri="{FF2B5EF4-FFF2-40B4-BE49-F238E27FC236}">
                  <a16:creationId xmlns:a16="http://schemas.microsoft.com/office/drawing/2014/main" id="{79CA5B2C-E06D-3ACC-EA06-A6731F5495F9}"/>
                </a:ext>
              </a:extLst>
            </p:cNvPr>
            <p:cNvSpPr/>
            <p:nvPr/>
          </p:nvSpPr>
          <p:spPr>
            <a:xfrm>
              <a:off x="8078925" y="663077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96" name="Freeform: Shape 5095">
              <a:extLst>
                <a:ext uri="{FF2B5EF4-FFF2-40B4-BE49-F238E27FC236}">
                  <a16:creationId xmlns:a16="http://schemas.microsoft.com/office/drawing/2014/main" id="{39CF4FD8-4155-570A-48E9-2C1069B49914}"/>
                </a:ext>
              </a:extLst>
            </p:cNvPr>
            <p:cNvSpPr/>
            <p:nvPr/>
          </p:nvSpPr>
          <p:spPr>
            <a:xfrm>
              <a:off x="8193181"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97" name="Freeform: Shape 5096">
              <a:extLst>
                <a:ext uri="{FF2B5EF4-FFF2-40B4-BE49-F238E27FC236}">
                  <a16:creationId xmlns:a16="http://schemas.microsoft.com/office/drawing/2014/main" id="{0C39D68E-1E58-F5B9-D0B9-FA455C7FBA77}"/>
                </a:ext>
              </a:extLst>
            </p:cNvPr>
            <p:cNvSpPr/>
            <p:nvPr/>
          </p:nvSpPr>
          <p:spPr>
            <a:xfrm>
              <a:off x="8307437"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98" name="Freeform: Shape 5097">
              <a:extLst>
                <a:ext uri="{FF2B5EF4-FFF2-40B4-BE49-F238E27FC236}">
                  <a16:creationId xmlns:a16="http://schemas.microsoft.com/office/drawing/2014/main" id="{2B59E008-A789-1811-99B8-0B4BC1CEE0D7}"/>
                </a:ext>
              </a:extLst>
            </p:cNvPr>
            <p:cNvSpPr/>
            <p:nvPr/>
          </p:nvSpPr>
          <p:spPr>
            <a:xfrm>
              <a:off x="8421648"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99" name="Freeform: Shape 5098">
              <a:extLst>
                <a:ext uri="{FF2B5EF4-FFF2-40B4-BE49-F238E27FC236}">
                  <a16:creationId xmlns:a16="http://schemas.microsoft.com/office/drawing/2014/main" id="{603BAFF5-0CFE-12ED-F957-12A4A22FE1BB}"/>
                </a:ext>
              </a:extLst>
            </p:cNvPr>
            <p:cNvSpPr/>
            <p:nvPr/>
          </p:nvSpPr>
          <p:spPr>
            <a:xfrm>
              <a:off x="8535904"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00" name="Freeform: Shape 5099">
              <a:extLst>
                <a:ext uri="{FF2B5EF4-FFF2-40B4-BE49-F238E27FC236}">
                  <a16:creationId xmlns:a16="http://schemas.microsoft.com/office/drawing/2014/main" id="{F548479C-2326-2FAB-CFA8-06DA269C3362}"/>
                </a:ext>
              </a:extLst>
            </p:cNvPr>
            <p:cNvSpPr/>
            <p:nvPr/>
          </p:nvSpPr>
          <p:spPr>
            <a:xfrm>
              <a:off x="8650160"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01" name="Freeform: Shape 5100">
              <a:extLst>
                <a:ext uri="{FF2B5EF4-FFF2-40B4-BE49-F238E27FC236}">
                  <a16:creationId xmlns:a16="http://schemas.microsoft.com/office/drawing/2014/main" id="{E157429D-BC66-8DE4-67D0-0F7A21B89C83}"/>
                </a:ext>
              </a:extLst>
            </p:cNvPr>
            <p:cNvSpPr/>
            <p:nvPr/>
          </p:nvSpPr>
          <p:spPr>
            <a:xfrm>
              <a:off x="8764416"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02" name="Freeform: Shape 5101">
              <a:extLst>
                <a:ext uri="{FF2B5EF4-FFF2-40B4-BE49-F238E27FC236}">
                  <a16:creationId xmlns:a16="http://schemas.microsoft.com/office/drawing/2014/main" id="{2B6CCA22-0398-2E86-C773-EA500CFD3E2C}"/>
                </a:ext>
              </a:extLst>
            </p:cNvPr>
            <p:cNvSpPr/>
            <p:nvPr/>
          </p:nvSpPr>
          <p:spPr>
            <a:xfrm>
              <a:off x="8878671" y="663077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03" name="Freeform: Shape 5102">
              <a:extLst>
                <a:ext uri="{FF2B5EF4-FFF2-40B4-BE49-F238E27FC236}">
                  <a16:creationId xmlns:a16="http://schemas.microsoft.com/office/drawing/2014/main" id="{DC831604-CD6B-53A0-56F4-DFC05FD9CB8C}"/>
                </a:ext>
              </a:extLst>
            </p:cNvPr>
            <p:cNvSpPr/>
            <p:nvPr/>
          </p:nvSpPr>
          <p:spPr>
            <a:xfrm>
              <a:off x="8992927"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04" name="Freeform: Shape 5103">
              <a:extLst>
                <a:ext uri="{FF2B5EF4-FFF2-40B4-BE49-F238E27FC236}">
                  <a16:creationId xmlns:a16="http://schemas.microsoft.com/office/drawing/2014/main" id="{7C72099C-3738-345C-011D-E292326A451B}"/>
                </a:ext>
              </a:extLst>
            </p:cNvPr>
            <p:cNvSpPr/>
            <p:nvPr/>
          </p:nvSpPr>
          <p:spPr>
            <a:xfrm>
              <a:off x="9107183"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05" name="Freeform: Shape 5104">
              <a:extLst>
                <a:ext uri="{FF2B5EF4-FFF2-40B4-BE49-F238E27FC236}">
                  <a16:creationId xmlns:a16="http://schemas.microsoft.com/office/drawing/2014/main" id="{B2C08418-9A67-FE1E-BA4F-C46BBBFFB6C5}"/>
                </a:ext>
              </a:extLst>
            </p:cNvPr>
            <p:cNvSpPr/>
            <p:nvPr/>
          </p:nvSpPr>
          <p:spPr>
            <a:xfrm>
              <a:off x="9221439"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06" name="Freeform: Shape 5105">
              <a:extLst>
                <a:ext uri="{FF2B5EF4-FFF2-40B4-BE49-F238E27FC236}">
                  <a16:creationId xmlns:a16="http://schemas.microsoft.com/office/drawing/2014/main" id="{CBD64E56-CEC4-C29A-06F7-FB9BC3B3F85F}"/>
                </a:ext>
              </a:extLst>
            </p:cNvPr>
            <p:cNvSpPr/>
            <p:nvPr/>
          </p:nvSpPr>
          <p:spPr>
            <a:xfrm>
              <a:off x="9335695" y="663077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07" name="Freeform: Shape 5106">
              <a:extLst>
                <a:ext uri="{FF2B5EF4-FFF2-40B4-BE49-F238E27FC236}">
                  <a16:creationId xmlns:a16="http://schemas.microsoft.com/office/drawing/2014/main" id="{20FDC297-FA55-AFB6-5663-E196DE502CBB}"/>
                </a:ext>
              </a:extLst>
            </p:cNvPr>
            <p:cNvSpPr/>
            <p:nvPr/>
          </p:nvSpPr>
          <p:spPr>
            <a:xfrm>
              <a:off x="9449950"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08" name="Freeform: Shape 5107">
              <a:extLst>
                <a:ext uri="{FF2B5EF4-FFF2-40B4-BE49-F238E27FC236}">
                  <a16:creationId xmlns:a16="http://schemas.microsoft.com/office/drawing/2014/main" id="{DDFA14A8-4795-2D5E-A235-03B4097DE24C}"/>
                </a:ext>
              </a:extLst>
            </p:cNvPr>
            <p:cNvSpPr/>
            <p:nvPr/>
          </p:nvSpPr>
          <p:spPr>
            <a:xfrm>
              <a:off x="9564206"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09" name="Freeform: Shape 5108">
              <a:extLst>
                <a:ext uri="{FF2B5EF4-FFF2-40B4-BE49-F238E27FC236}">
                  <a16:creationId xmlns:a16="http://schemas.microsoft.com/office/drawing/2014/main" id="{AB456947-4301-3E75-577C-8246589DF3B1}"/>
                </a:ext>
              </a:extLst>
            </p:cNvPr>
            <p:cNvSpPr/>
            <p:nvPr/>
          </p:nvSpPr>
          <p:spPr>
            <a:xfrm>
              <a:off x="9678418" y="663077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10" name="Freeform: Shape 5109">
              <a:extLst>
                <a:ext uri="{FF2B5EF4-FFF2-40B4-BE49-F238E27FC236}">
                  <a16:creationId xmlns:a16="http://schemas.microsoft.com/office/drawing/2014/main" id="{303EB0F8-092D-8710-CAB3-524CE74C0E3A}"/>
                </a:ext>
              </a:extLst>
            </p:cNvPr>
            <p:cNvSpPr/>
            <p:nvPr/>
          </p:nvSpPr>
          <p:spPr>
            <a:xfrm>
              <a:off x="9792674"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11" name="Freeform: Shape 5110">
              <a:extLst>
                <a:ext uri="{FF2B5EF4-FFF2-40B4-BE49-F238E27FC236}">
                  <a16:creationId xmlns:a16="http://schemas.microsoft.com/office/drawing/2014/main" id="{22C8C311-B1FD-79B8-DBDD-8052C00762D0}"/>
                </a:ext>
              </a:extLst>
            </p:cNvPr>
            <p:cNvSpPr/>
            <p:nvPr/>
          </p:nvSpPr>
          <p:spPr>
            <a:xfrm>
              <a:off x="9906929"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12" name="Freeform: Shape 5111">
              <a:extLst>
                <a:ext uri="{FF2B5EF4-FFF2-40B4-BE49-F238E27FC236}">
                  <a16:creationId xmlns:a16="http://schemas.microsoft.com/office/drawing/2014/main" id="{E05F11C9-0D2B-F505-7084-7ADF2EDDBE4D}"/>
                </a:ext>
              </a:extLst>
            </p:cNvPr>
            <p:cNvSpPr/>
            <p:nvPr/>
          </p:nvSpPr>
          <p:spPr>
            <a:xfrm>
              <a:off x="10021185"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13" name="Freeform: Shape 5112">
              <a:extLst>
                <a:ext uri="{FF2B5EF4-FFF2-40B4-BE49-F238E27FC236}">
                  <a16:creationId xmlns:a16="http://schemas.microsoft.com/office/drawing/2014/main" id="{2C348CE0-FFCB-FBBB-756E-797D3D92406F}"/>
                </a:ext>
              </a:extLst>
            </p:cNvPr>
            <p:cNvSpPr/>
            <p:nvPr/>
          </p:nvSpPr>
          <p:spPr>
            <a:xfrm>
              <a:off x="10135441"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14" name="Freeform: Shape 5113">
              <a:extLst>
                <a:ext uri="{FF2B5EF4-FFF2-40B4-BE49-F238E27FC236}">
                  <a16:creationId xmlns:a16="http://schemas.microsoft.com/office/drawing/2014/main" id="{156394BE-2C64-361A-7F9B-8666D9F012BF}"/>
                </a:ext>
              </a:extLst>
            </p:cNvPr>
            <p:cNvSpPr/>
            <p:nvPr/>
          </p:nvSpPr>
          <p:spPr>
            <a:xfrm>
              <a:off x="10249697"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15" name="Freeform: Shape 5114">
              <a:extLst>
                <a:ext uri="{FF2B5EF4-FFF2-40B4-BE49-F238E27FC236}">
                  <a16:creationId xmlns:a16="http://schemas.microsoft.com/office/drawing/2014/main" id="{922115B6-126E-999A-1C7A-2E21F64C7CF6}"/>
                </a:ext>
              </a:extLst>
            </p:cNvPr>
            <p:cNvSpPr/>
            <p:nvPr/>
          </p:nvSpPr>
          <p:spPr>
            <a:xfrm>
              <a:off x="10363952"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16" name="Freeform: Shape 5115">
              <a:extLst>
                <a:ext uri="{FF2B5EF4-FFF2-40B4-BE49-F238E27FC236}">
                  <a16:creationId xmlns:a16="http://schemas.microsoft.com/office/drawing/2014/main" id="{0FEFCF53-E328-0E35-C8F5-88A303680151}"/>
                </a:ext>
              </a:extLst>
            </p:cNvPr>
            <p:cNvSpPr/>
            <p:nvPr/>
          </p:nvSpPr>
          <p:spPr>
            <a:xfrm>
              <a:off x="10478208" y="663077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17" name="Freeform: Shape 5116">
              <a:extLst>
                <a:ext uri="{FF2B5EF4-FFF2-40B4-BE49-F238E27FC236}">
                  <a16:creationId xmlns:a16="http://schemas.microsoft.com/office/drawing/2014/main" id="{5BBA60F7-EF2C-4BB2-8566-6D73B324204A}"/>
                </a:ext>
              </a:extLst>
            </p:cNvPr>
            <p:cNvSpPr/>
            <p:nvPr/>
          </p:nvSpPr>
          <p:spPr>
            <a:xfrm>
              <a:off x="10592464"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18" name="Freeform: Shape 5117">
              <a:extLst>
                <a:ext uri="{FF2B5EF4-FFF2-40B4-BE49-F238E27FC236}">
                  <a16:creationId xmlns:a16="http://schemas.microsoft.com/office/drawing/2014/main" id="{7B136F72-F5C5-89DF-6243-50DF6E26161D}"/>
                </a:ext>
              </a:extLst>
            </p:cNvPr>
            <p:cNvSpPr/>
            <p:nvPr/>
          </p:nvSpPr>
          <p:spPr>
            <a:xfrm>
              <a:off x="10706720"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19" name="Freeform: Shape 5118">
              <a:extLst>
                <a:ext uri="{FF2B5EF4-FFF2-40B4-BE49-F238E27FC236}">
                  <a16:creationId xmlns:a16="http://schemas.microsoft.com/office/drawing/2014/main" id="{9DF340ED-A641-9F3A-7A48-7524A5633745}"/>
                </a:ext>
              </a:extLst>
            </p:cNvPr>
            <p:cNvSpPr/>
            <p:nvPr/>
          </p:nvSpPr>
          <p:spPr>
            <a:xfrm>
              <a:off x="10820976" y="6630770"/>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20" name="Freeform: Shape 5119">
              <a:extLst>
                <a:ext uri="{FF2B5EF4-FFF2-40B4-BE49-F238E27FC236}">
                  <a16:creationId xmlns:a16="http://schemas.microsoft.com/office/drawing/2014/main" id="{69276F16-E22C-5DBC-072D-CBA450B35EB7}"/>
                </a:ext>
              </a:extLst>
            </p:cNvPr>
            <p:cNvSpPr/>
            <p:nvPr/>
          </p:nvSpPr>
          <p:spPr>
            <a:xfrm>
              <a:off x="10935231"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21" name="Freeform: Shape 5120">
              <a:extLst>
                <a:ext uri="{FF2B5EF4-FFF2-40B4-BE49-F238E27FC236}">
                  <a16:creationId xmlns:a16="http://schemas.microsoft.com/office/drawing/2014/main" id="{7004A6CF-A88F-28B5-57CA-6BCFDDE61865}"/>
                </a:ext>
              </a:extLst>
            </p:cNvPr>
            <p:cNvSpPr/>
            <p:nvPr/>
          </p:nvSpPr>
          <p:spPr>
            <a:xfrm>
              <a:off x="11049443"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22" name="Freeform: Shape 5121">
              <a:extLst>
                <a:ext uri="{FF2B5EF4-FFF2-40B4-BE49-F238E27FC236}">
                  <a16:creationId xmlns:a16="http://schemas.microsoft.com/office/drawing/2014/main" id="{9287E1A9-1A10-B0B9-C64D-09F3DC22D674}"/>
                </a:ext>
              </a:extLst>
            </p:cNvPr>
            <p:cNvSpPr/>
            <p:nvPr/>
          </p:nvSpPr>
          <p:spPr>
            <a:xfrm>
              <a:off x="11163699" y="6630770"/>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23" name="Freeform: Shape 5122">
              <a:extLst>
                <a:ext uri="{FF2B5EF4-FFF2-40B4-BE49-F238E27FC236}">
                  <a16:creationId xmlns:a16="http://schemas.microsoft.com/office/drawing/2014/main" id="{B5DB529E-3145-0071-4253-F9F7A7AB885A}"/>
                </a:ext>
              </a:extLst>
            </p:cNvPr>
            <p:cNvSpPr/>
            <p:nvPr/>
          </p:nvSpPr>
          <p:spPr>
            <a:xfrm>
              <a:off x="11277955"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24" name="Freeform: Shape 5123">
              <a:extLst>
                <a:ext uri="{FF2B5EF4-FFF2-40B4-BE49-F238E27FC236}">
                  <a16:creationId xmlns:a16="http://schemas.microsoft.com/office/drawing/2014/main" id="{022A3986-3E6E-CF1E-1FD1-FCC26CF2CB98}"/>
                </a:ext>
              </a:extLst>
            </p:cNvPr>
            <p:cNvSpPr/>
            <p:nvPr/>
          </p:nvSpPr>
          <p:spPr>
            <a:xfrm>
              <a:off x="11392210"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25" name="Freeform: Shape 5124">
              <a:extLst>
                <a:ext uri="{FF2B5EF4-FFF2-40B4-BE49-F238E27FC236}">
                  <a16:creationId xmlns:a16="http://schemas.microsoft.com/office/drawing/2014/main" id="{BF374A40-EA1F-A33C-5F08-80EF08367871}"/>
                </a:ext>
              </a:extLst>
            </p:cNvPr>
            <p:cNvSpPr/>
            <p:nvPr/>
          </p:nvSpPr>
          <p:spPr>
            <a:xfrm>
              <a:off x="11506466" y="6630770"/>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26" name="Freeform: Shape 5125">
              <a:extLst>
                <a:ext uri="{FF2B5EF4-FFF2-40B4-BE49-F238E27FC236}">
                  <a16:creationId xmlns:a16="http://schemas.microsoft.com/office/drawing/2014/main" id="{5A53EE5B-BDF2-4CA5-66DC-6D35EC9B9015}"/>
                </a:ext>
              </a:extLst>
            </p:cNvPr>
            <p:cNvSpPr/>
            <p:nvPr/>
          </p:nvSpPr>
          <p:spPr>
            <a:xfrm>
              <a:off x="11620722"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27" name="Freeform: Shape 5126">
              <a:extLst>
                <a:ext uri="{FF2B5EF4-FFF2-40B4-BE49-F238E27FC236}">
                  <a16:creationId xmlns:a16="http://schemas.microsoft.com/office/drawing/2014/main" id="{AD9002A6-D543-CC73-F507-20F6B3AF9582}"/>
                </a:ext>
              </a:extLst>
            </p:cNvPr>
            <p:cNvSpPr/>
            <p:nvPr/>
          </p:nvSpPr>
          <p:spPr>
            <a:xfrm>
              <a:off x="11734978"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28" name="Freeform: Shape 5127">
              <a:extLst>
                <a:ext uri="{FF2B5EF4-FFF2-40B4-BE49-F238E27FC236}">
                  <a16:creationId xmlns:a16="http://schemas.microsoft.com/office/drawing/2014/main" id="{D0261F45-1118-71FB-8AD8-F65D76475A25}"/>
                </a:ext>
              </a:extLst>
            </p:cNvPr>
            <p:cNvSpPr/>
            <p:nvPr/>
          </p:nvSpPr>
          <p:spPr>
            <a:xfrm>
              <a:off x="11849233"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29" name="Freeform: Shape 5128">
              <a:extLst>
                <a:ext uri="{FF2B5EF4-FFF2-40B4-BE49-F238E27FC236}">
                  <a16:creationId xmlns:a16="http://schemas.microsoft.com/office/drawing/2014/main" id="{AB0338E1-C2C8-B483-2512-366C4B7B847C}"/>
                </a:ext>
              </a:extLst>
            </p:cNvPr>
            <p:cNvSpPr/>
            <p:nvPr/>
          </p:nvSpPr>
          <p:spPr>
            <a:xfrm>
              <a:off x="11963489"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30" name="Freeform: Shape 5129">
              <a:extLst>
                <a:ext uri="{FF2B5EF4-FFF2-40B4-BE49-F238E27FC236}">
                  <a16:creationId xmlns:a16="http://schemas.microsoft.com/office/drawing/2014/main" id="{8271BC1F-7534-C598-BA6B-BC1B6249DF7C}"/>
                </a:ext>
              </a:extLst>
            </p:cNvPr>
            <p:cNvSpPr/>
            <p:nvPr/>
          </p:nvSpPr>
          <p:spPr>
            <a:xfrm>
              <a:off x="12077745" y="6630770"/>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31" name="Freeform: Shape 5130">
              <a:extLst>
                <a:ext uri="{FF2B5EF4-FFF2-40B4-BE49-F238E27FC236}">
                  <a16:creationId xmlns:a16="http://schemas.microsoft.com/office/drawing/2014/main" id="{88C3A64E-87A8-4B02-91C2-0630043DA6E2}"/>
                </a:ext>
              </a:extLst>
            </p:cNvPr>
            <p:cNvSpPr/>
            <p:nvPr/>
          </p:nvSpPr>
          <p:spPr>
            <a:xfrm>
              <a:off x="7279135" y="674502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32" name="Freeform: Shape 5131">
              <a:extLst>
                <a:ext uri="{FF2B5EF4-FFF2-40B4-BE49-F238E27FC236}">
                  <a16:creationId xmlns:a16="http://schemas.microsoft.com/office/drawing/2014/main" id="{896F64F6-C6AE-B3A4-B4D9-64D2A76E1BB8}"/>
                </a:ext>
              </a:extLst>
            </p:cNvPr>
            <p:cNvSpPr/>
            <p:nvPr/>
          </p:nvSpPr>
          <p:spPr>
            <a:xfrm>
              <a:off x="7393391"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33" name="Freeform: Shape 5132">
              <a:extLst>
                <a:ext uri="{FF2B5EF4-FFF2-40B4-BE49-F238E27FC236}">
                  <a16:creationId xmlns:a16="http://schemas.microsoft.com/office/drawing/2014/main" id="{A6220036-C1ED-7DE1-39FF-533071B4EF9D}"/>
                </a:ext>
              </a:extLst>
            </p:cNvPr>
            <p:cNvSpPr/>
            <p:nvPr/>
          </p:nvSpPr>
          <p:spPr>
            <a:xfrm>
              <a:off x="7507646"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34" name="Freeform: Shape 5133">
              <a:extLst>
                <a:ext uri="{FF2B5EF4-FFF2-40B4-BE49-F238E27FC236}">
                  <a16:creationId xmlns:a16="http://schemas.microsoft.com/office/drawing/2014/main" id="{ECF2FBE6-8249-A7DC-DF55-C5D9B4ECF159}"/>
                </a:ext>
              </a:extLst>
            </p:cNvPr>
            <p:cNvSpPr/>
            <p:nvPr/>
          </p:nvSpPr>
          <p:spPr>
            <a:xfrm>
              <a:off x="7621902"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35" name="Freeform: Shape 5134">
              <a:extLst>
                <a:ext uri="{FF2B5EF4-FFF2-40B4-BE49-F238E27FC236}">
                  <a16:creationId xmlns:a16="http://schemas.microsoft.com/office/drawing/2014/main" id="{A8362C76-B88D-AC91-FF17-FA730299F40D}"/>
                </a:ext>
              </a:extLst>
            </p:cNvPr>
            <p:cNvSpPr/>
            <p:nvPr/>
          </p:nvSpPr>
          <p:spPr>
            <a:xfrm>
              <a:off x="7736158" y="674502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36" name="Freeform: Shape 5135">
              <a:extLst>
                <a:ext uri="{FF2B5EF4-FFF2-40B4-BE49-F238E27FC236}">
                  <a16:creationId xmlns:a16="http://schemas.microsoft.com/office/drawing/2014/main" id="{523D9284-9D68-56C9-D4DB-42A4811C2232}"/>
                </a:ext>
              </a:extLst>
            </p:cNvPr>
            <p:cNvSpPr/>
            <p:nvPr/>
          </p:nvSpPr>
          <p:spPr>
            <a:xfrm>
              <a:off x="7850414"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37" name="Freeform: Shape 5136">
              <a:extLst>
                <a:ext uri="{FF2B5EF4-FFF2-40B4-BE49-F238E27FC236}">
                  <a16:creationId xmlns:a16="http://schemas.microsoft.com/office/drawing/2014/main" id="{D8C5D43D-7AA8-DC6D-C435-543043EADBC6}"/>
                </a:ext>
              </a:extLst>
            </p:cNvPr>
            <p:cNvSpPr/>
            <p:nvPr/>
          </p:nvSpPr>
          <p:spPr>
            <a:xfrm>
              <a:off x="7964669"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38" name="Freeform: Shape 5137">
              <a:extLst>
                <a:ext uri="{FF2B5EF4-FFF2-40B4-BE49-F238E27FC236}">
                  <a16:creationId xmlns:a16="http://schemas.microsoft.com/office/drawing/2014/main" id="{59546C6E-5210-8ABB-5D96-FDC45E767CDF}"/>
                </a:ext>
              </a:extLst>
            </p:cNvPr>
            <p:cNvSpPr/>
            <p:nvPr/>
          </p:nvSpPr>
          <p:spPr>
            <a:xfrm>
              <a:off x="8078925" y="674502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39" name="Freeform: Shape 5138">
              <a:extLst>
                <a:ext uri="{FF2B5EF4-FFF2-40B4-BE49-F238E27FC236}">
                  <a16:creationId xmlns:a16="http://schemas.microsoft.com/office/drawing/2014/main" id="{1A7E51AC-34F0-83AE-EFF1-74EC7D9C3934}"/>
                </a:ext>
              </a:extLst>
            </p:cNvPr>
            <p:cNvSpPr/>
            <p:nvPr/>
          </p:nvSpPr>
          <p:spPr>
            <a:xfrm>
              <a:off x="8193181"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40" name="Freeform: Shape 5139">
              <a:extLst>
                <a:ext uri="{FF2B5EF4-FFF2-40B4-BE49-F238E27FC236}">
                  <a16:creationId xmlns:a16="http://schemas.microsoft.com/office/drawing/2014/main" id="{ED677C3B-22B9-3382-198D-3DB3E951D529}"/>
                </a:ext>
              </a:extLst>
            </p:cNvPr>
            <p:cNvSpPr/>
            <p:nvPr/>
          </p:nvSpPr>
          <p:spPr>
            <a:xfrm>
              <a:off x="8307437"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41" name="Freeform: Shape 5140">
              <a:extLst>
                <a:ext uri="{FF2B5EF4-FFF2-40B4-BE49-F238E27FC236}">
                  <a16:creationId xmlns:a16="http://schemas.microsoft.com/office/drawing/2014/main" id="{658E1933-EFB4-ED12-B191-633FE83B8936}"/>
                </a:ext>
              </a:extLst>
            </p:cNvPr>
            <p:cNvSpPr/>
            <p:nvPr/>
          </p:nvSpPr>
          <p:spPr>
            <a:xfrm>
              <a:off x="8421648"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42" name="Freeform: Shape 5141">
              <a:extLst>
                <a:ext uri="{FF2B5EF4-FFF2-40B4-BE49-F238E27FC236}">
                  <a16:creationId xmlns:a16="http://schemas.microsoft.com/office/drawing/2014/main" id="{C89C3009-8D90-2AB2-3837-80167DEE6DA7}"/>
                </a:ext>
              </a:extLst>
            </p:cNvPr>
            <p:cNvSpPr/>
            <p:nvPr/>
          </p:nvSpPr>
          <p:spPr>
            <a:xfrm>
              <a:off x="8535904"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43" name="Freeform: Shape 5142">
              <a:extLst>
                <a:ext uri="{FF2B5EF4-FFF2-40B4-BE49-F238E27FC236}">
                  <a16:creationId xmlns:a16="http://schemas.microsoft.com/office/drawing/2014/main" id="{52C64501-3525-0FEA-E8BF-03ACDEEA4C84}"/>
                </a:ext>
              </a:extLst>
            </p:cNvPr>
            <p:cNvSpPr/>
            <p:nvPr/>
          </p:nvSpPr>
          <p:spPr>
            <a:xfrm>
              <a:off x="8650160"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44" name="Freeform: Shape 5143">
              <a:extLst>
                <a:ext uri="{FF2B5EF4-FFF2-40B4-BE49-F238E27FC236}">
                  <a16:creationId xmlns:a16="http://schemas.microsoft.com/office/drawing/2014/main" id="{70080F11-37CB-DAE4-DBD6-45CA241D1F5C}"/>
                </a:ext>
              </a:extLst>
            </p:cNvPr>
            <p:cNvSpPr/>
            <p:nvPr/>
          </p:nvSpPr>
          <p:spPr>
            <a:xfrm>
              <a:off x="8764416"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45" name="Freeform: Shape 5144">
              <a:extLst>
                <a:ext uri="{FF2B5EF4-FFF2-40B4-BE49-F238E27FC236}">
                  <a16:creationId xmlns:a16="http://schemas.microsoft.com/office/drawing/2014/main" id="{33F020D2-DDD1-1F5D-BBF8-F465C0DFD62B}"/>
                </a:ext>
              </a:extLst>
            </p:cNvPr>
            <p:cNvSpPr/>
            <p:nvPr/>
          </p:nvSpPr>
          <p:spPr>
            <a:xfrm>
              <a:off x="8878671" y="674502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46" name="Freeform: Shape 5145">
              <a:extLst>
                <a:ext uri="{FF2B5EF4-FFF2-40B4-BE49-F238E27FC236}">
                  <a16:creationId xmlns:a16="http://schemas.microsoft.com/office/drawing/2014/main" id="{70FDA866-1AD4-2C63-0781-96E2EE9017FD}"/>
                </a:ext>
              </a:extLst>
            </p:cNvPr>
            <p:cNvSpPr/>
            <p:nvPr/>
          </p:nvSpPr>
          <p:spPr>
            <a:xfrm>
              <a:off x="8992927"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47" name="Freeform: Shape 5146">
              <a:extLst>
                <a:ext uri="{FF2B5EF4-FFF2-40B4-BE49-F238E27FC236}">
                  <a16:creationId xmlns:a16="http://schemas.microsoft.com/office/drawing/2014/main" id="{9B021DEB-E2D2-48A8-59AC-679685F99DC9}"/>
                </a:ext>
              </a:extLst>
            </p:cNvPr>
            <p:cNvSpPr/>
            <p:nvPr/>
          </p:nvSpPr>
          <p:spPr>
            <a:xfrm>
              <a:off x="9107183"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48" name="Freeform: Shape 5147">
              <a:extLst>
                <a:ext uri="{FF2B5EF4-FFF2-40B4-BE49-F238E27FC236}">
                  <a16:creationId xmlns:a16="http://schemas.microsoft.com/office/drawing/2014/main" id="{D7405254-19C6-BC1C-5CDC-3F8DDE9FB32B}"/>
                </a:ext>
              </a:extLst>
            </p:cNvPr>
            <p:cNvSpPr/>
            <p:nvPr/>
          </p:nvSpPr>
          <p:spPr>
            <a:xfrm>
              <a:off x="9221439"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49" name="Freeform: Shape 5148">
              <a:extLst>
                <a:ext uri="{FF2B5EF4-FFF2-40B4-BE49-F238E27FC236}">
                  <a16:creationId xmlns:a16="http://schemas.microsoft.com/office/drawing/2014/main" id="{89DC4338-0DF0-75A6-C655-2C797F257E26}"/>
                </a:ext>
              </a:extLst>
            </p:cNvPr>
            <p:cNvSpPr/>
            <p:nvPr/>
          </p:nvSpPr>
          <p:spPr>
            <a:xfrm>
              <a:off x="9335695" y="674502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50" name="Freeform: Shape 5149">
              <a:extLst>
                <a:ext uri="{FF2B5EF4-FFF2-40B4-BE49-F238E27FC236}">
                  <a16:creationId xmlns:a16="http://schemas.microsoft.com/office/drawing/2014/main" id="{F3CB8827-6ABA-7AF7-9505-93E51ACB7A83}"/>
                </a:ext>
              </a:extLst>
            </p:cNvPr>
            <p:cNvSpPr/>
            <p:nvPr/>
          </p:nvSpPr>
          <p:spPr>
            <a:xfrm>
              <a:off x="9449950"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51" name="Freeform: Shape 5150">
              <a:extLst>
                <a:ext uri="{FF2B5EF4-FFF2-40B4-BE49-F238E27FC236}">
                  <a16:creationId xmlns:a16="http://schemas.microsoft.com/office/drawing/2014/main" id="{2C8D1DBB-8189-F63B-C089-765C00F380AC}"/>
                </a:ext>
              </a:extLst>
            </p:cNvPr>
            <p:cNvSpPr/>
            <p:nvPr/>
          </p:nvSpPr>
          <p:spPr>
            <a:xfrm>
              <a:off x="9564206"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52" name="Freeform: Shape 5151">
              <a:extLst>
                <a:ext uri="{FF2B5EF4-FFF2-40B4-BE49-F238E27FC236}">
                  <a16:creationId xmlns:a16="http://schemas.microsoft.com/office/drawing/2014/main" id="{C130862D-041E-3ABD-531D-8DA5489D20CB}"/>
                </a:ext>
              </a:extLst>
            </p:cNvPr>
            <p:cNvSpPr/>
            <p:nvPr/>
          </p:nvSpPr>
          <p:spPr>
            <a:xfrm>
              <a:off x="9678418" y="674502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53" name="Freeform: Shape 5152">
              <a:extLst>
                <a:ext uri="{FF2B5EF4-FFF2-40B4-BE49-F238E27FC236}">
                  <a16:creationId xmlns:a16="http://schemas.microsoft.com/office/drawing/2014/main" id="{32C3218B-D662-0FBE-78FE-429075C7CAAC}"/>
                </a:ext>
              </a:extLst>
            </p:cNvPr>
            <p:cNvSpPr/>
            <p:nvPr/>
          </p:nvSpPr>
          <p:spPr>
            <a:xfrm>
              <a:off x="9792674"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54" name="Freeform: Shape 5153">
              <a:extLst>
                <a:ext uri="{FF2B5EF4-FFF2-40B4-BE49-F238E27FC236}">
                  <a16:creationId xmlns:a16="http://schemas.microsoft.com/office/drawing/2014/main" id="{ACA7B597-2EBB-465E-4EC7-23D9ED2767EA}"/>
                </a:ext>
              </a:extLst>
            </p:cNvPr>
            <p:cNvSpPr/>
            <p:nvPr/>
          </p:nvSpPr>
          <p:spPr>
            <a:xfrm>
              <a:off x="9906929"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55" name="Freeform: Shape 5154">
              <a:extLst>
                <a:ext uri="{FF2B5EF4-FFF2-40B4-BE49-F238E27FC236}">
                  <a16:creationId xmlns:a16="http://schemas.microsoft.com/office/drawing/2014/main" id="{E5620281-A056-5827-08BE-022BCECAA2E7}"/>
                </a:ext>
              </a:extLst>
            </p:cNvPr>
            <p:cNvSpPr/>
            <p:nvPr/>
          </p:nvSpPr>
          <p:spPr>
            <a:xfrm>
              <a:off x="10021185"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56" name="Freeform: Shape 5155">
              <a:extLst>
                <a:ext uri="{FF2B5EF4-FFF2-40B4-BE49-F238E27FC236}">
                  <a16:creationId xmlns:a16="http://schemas.microsoft.com/office/drawing/2014/main" id="{C7108F54-D9F3-1D94-33C9-6545B324D6CA}"/>
                </a:ext>
              </a:extLst>
            </p:cNvPr>
            <p:cNvSpPr/>
            <p:nvPr/>
          </p:nvSpPr>
          <p:spPr>
            <a:xfrm>
              <a:off x="10135441"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57" name="Freeform: Shape 5156">
              <a:extLst>
                <a:ext uri="{FF2B5EF4-FFF2-40B4-BE49-F238E27FC236}">
                  <a16:creationId xmlns:a16="http://schemas.microsoft.com/office/drawing/2014/main" id="{0200EF48-6AE3-BCF9-9468-71E3DF50367C}"/>
                </a:ext>
              </a:extLst>
            </p:cNvPr>
            <p:cNvSpPr/>
            <p:nvPr/>
          </p:nvSpPr>
          <p:spPr>
            <a:xfrm>
              <a:off x="10249697"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58" name="Freeform: Shape 5157">
              <a:extLst>
                <a:ext uri="{FF2B5EF4-FFF2-40B4-BE49-F238E27FC236}">
                  <a16:creationId xmlns:a16="http://schemas.microsoft.com/office/drawing/2014/main" id="{8D76B504-3F65-1D4A-ED4C-C896CB97B65B}"/>
                </a:ext>
              </a:extLst>
            </p:cNvPr>
            <p:cNvSpPr/>
            <p:nvPr/>
          </p:nvSpPr>
          <p:spPr>
            <a:xfrm>
              <a:off x="10363952"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59" name="Freeform: Shape 5158">
              <a:extLst>
                <a:ext uri="{FF2B5EF4-FFF2-40B4-BE49-F238E27FC236}">
                  <a16:creationId xmlns:a16="http://schemas.microsoft.com/office/drawing/2014/main" id="{CEC572DB-106B-9A79-E7F7-73DAB3F19412}"/>
                </a:ext>
              </a:extLst>
            </p:cNvPr>
            <p:cNvSpPr/>
            <p:nvPr/>
          </p:nvSpPr>
          <p:spPr>
            <a:xfrm>
              <a:off x="10478208" y="674502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60" name="Freeform: Shape 5159">
              <a:extLst>
                <a:ext uri="{FF2B5EF4-FFF2-40B4-BE49-F238E27FC236}">
                  <a16:creationId xmlns:a16="http://schemas.microsoft.com/office/drawing/2014/main" id="{ED3087D6-5F85-06F6-697E-8DEE67D52562}"/>
                </a:ext>
              </a:extLst>
            </p:cNvPr>
            <p:cNvSpPr/>
            <p:nvPr/>
          </p:nvSpPr>
          <p:spPr>
            <a:xfrm>
              <a:off x="10592464"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61" name="Freeform: Shape 5160">
              <a:extLst>
                <a:ext uri="{FF2B5EF4-FFF2-40B4-BE49-F238E27FC236}">
                  <a16:creationId xmlns:a16="http://schemas.microsoft.com/office/drawing/2014/main" id="{804DEF3E-79A8-3826-66B6-994ED5442454}"/>
                </a:ext>
              </a:extLst>
            </p:cNvPr>
            <p:cNvSpPr/>
            <p:nvPr/>
          </p:nvSpPr>
          <p:spPr>
            <a:xfrm>
              <a:off x="10706720"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1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1"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62" name="Freeform: Shape 5161">
              <a:extLst>
                <a:ext uri="{FF2B5EF4-FFF2-40B4-BE49-F238E27FC236}">
                  <a16:creationId xmlns:a16="http://schemas.microsoft.com/office/drawing/2014/main" id="{732FC877-12C2-3E91-57DC-88C6F7DD878B}"/>
                </a:ext>
              </a:extLst>
            </p:cNvPr>
            <p:cNvSpPr/>
            <p:nvPr/>
          </p:nvSpPr>
          <p:spPr>
            <a:xfrm>
              <a:off x="10820976" y="6745026"/>
              <a:ext cx="114255" cy="114255"/>
            </a:xfrm>
            <a:custGeom>
              <a:avLst/>
              <a:gdLst>
                <a:gd name="connsiteX0" fmla="*/ 0 w 114255"/>
                <a:gd name="connsiteY0" fmla="*/ 0 h 114255"/>
                <a:gd name="connsiteX1" fmla="*/ 114257 w 114255"/>
                <a:gd name="connsiteY1" fmla="*/ 0 h 114255"/>
                <a:gd name="connsiteX2" fmla="*/ 114257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63" name="Freeform: Shape 5162">
              <a:extLst>
                <a:ext uri="{FF2B5EF4-FFF2-40B4-BE49-F238E27FC236}">
                  <a16:creationId xmlns:a16="http://schemas.microsoft.com/office/drawing/2014/main" id="{609E5F3C-F40C-F7F2-A9DA-DA1A173F7F8C}"/>
                </a:ext>
              </a:extLst>
            </p:cNvPr>
            <p:cNvSpPr/>
            <p:nvPr/>
          </p:nvSpPr>
          <p:spPr>
            <a:xfrm>
              <a:off x="10935231"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64" name="Freeform: Shape 5163">
              <a:extLst>
                <a:ext uri="{FF2B5EF4-FFF2-40B4-BE49-F238E27FC236}">
                  <a16:creationId xmlns:a16="http://schemas.microsoft.com/office/drawing/2014/main" id="{362E5789-282C-1754-921A-FF3EE6A3BED1}"/>
                </a:ext>
              </a:extLst>
            </p:cNvPr>
            <p:cNvSpPr/>
            <p:nvPr/>
          </p:nvSpPr>
          <p:spPr>
            <a:xfrm>
              <a:off x="11049443"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65" name="Freeform: Shape 5164">
              <a:extLst>
                <a:ext uri="{FF2B5EF4-FFF2-40B4-BE49-F238E27FC236}">
                  <a16:creationId xmlns:a16="http://schemas.microsoft.com/office/drawing/2014/main" id="{C705C405-DD85-CD88-5A35-EEB52F4D7E92}"/>
                </a:ext>
              </a:extLst>
            </p:cNvPr>
            <p:cNvSpPr/>
            <p:nvPr/>
          </p:nvSpPr>
          <p:spPr>
            <a:xfrm>
              <a:off x="11163699" y="6745026"/>
              <a:ext cx="114255" cy="114255"/>
            </a:xfrm>
            <a:custGeom>
              <a:avLst/>
              <a:gdLst>
                <a:gd name="connsiteX0" fmla="*/ 0 w 114255"/>
                <a:gd name="connsiteY0" fmla="*/ 0 h 114255"/>
                <a:gd name="connsiteX1" fmla="*/ 114257 w 114255"/>
                <a:gd name="connsiteY1" fmla="*/ 0 h 114255"/>
                <a:gd name="connsiteX2" fmla="*/ 114257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66" name="Freeform: Shape 5165">
              <a:extLst>
                <a:ext uri="{FF2B5EF4-FFF2-40B4-BE49-F238E27FC236}">
                  <a16:creationId xmlns:a16="http://schemas.microsoft.com/office/drawing/2014/main" id="{B71B6539-15DD-2660-2AB5-502DBB901386}"/>
                </a:ext>
              </a:extLst>
            </p:cNvPr>
            <p:cNvSpPr/>
            <p:nvPr/>
          </p:nvSpPr>
          <p:spPr>
            <a:xfrm>
              <a:off x="11277955"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67" name="Freeform: Shape 5166">
              <a:extLst>
                <a:ext uri="{FF2B5EF4-FFF2-40B4-BE49-F238E27FC236}">
                  <a16:creationId xmlns:a16="http://schemas.microsoft.com/office/drawing/2014/main" id="{D13BB1A9-F516-7516-9671-B20302F7ED8F}"/>
                </a:ext>
              </a:extLst>
            </p:cNvPr>
            <p:cNvSpPr/>
            <p:nvPr/>
          </p:nvSpPr>
          <p:spPr>
            <a:xfrm>
              <a:off x="11392210"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68" name="Freeform: Shape 5167">
              <a:extLst>
                <a:ext uri="{FF2B5EF4-FFF2-40B4-BE49-F238E27FC236}">
                  <a16:creationId xmlns:a16="http://schemas.microsoft.com/office/drawing/2014/main" id="{9AF84CF8-D47D-B346-30A7-9C7EEC3C158E}"/>
                </a:ext>
              </a:extLst>
            </p:cNvPr>
            <p:cNvSpPr/>
            <p:nvPr/>
          </p:nvSpPr>
          <p:spPr>
            <a:xfrm>
              <a:off x="11506466" y="6745026"/>
              <a:ext cx="114255" cy="114255"/>
            </a:xfrm>
            <a:custGeom>
              <a:avLst/>
              <a:gdLst>
                <a:gd name="connsiteX0" fmla="*/ -1 w 114255"/>
                <a:gd name="connsiteY0" fmla="*/ 0 h 114255"/>
                <a:gd name="connsiteX1" fmla="*/ 114256 w 114255"/>
                <a:gd name="connsiteY1" fmla="*/ 0 h 114255"/>
                <a:gd name="connsiteX2" fmla="*/ 114256 w 114255"/>
                <a:gd name="connsiteY2" fmla="*/ 114255 h 114255"/>
                <a:gd name="connsiteX3" fmla="*/ -1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5"/>
                  </a:lnTo>
                  <a:lnTo>
                    <a:pt x="-1"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69" name="Freeform: Shape 5168">
              <a:extLst>
                <a:ext uri="{FF2B5EF4-FFF2-40B4-BE49-F238E27FC236}">
                  <a16:creationId xmlns:a16="http://schemas.microsoft.com/office/drawing/2014/main" id="{6A83AA1C-D1A0-3941-02AB-AE1DF358F9CD}"/>
                </a:ext>
              </a:extLst>
            </p:cNvPr>
            <p:cNvSpPr/>
            <p:nvPr/>
          </p:nvSpPr>
          <p:spPr>
            <a:xfrm>
              <a:off x="11620722"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70" name="Freeform: Shape 5169">
              <a:extLst>
                <a:ext uri="{FF2B5EF4-FFF2-40B4-BE49-F238E27FC236}">
                  <a16:creationId xmlns:a16="http://schemas.microsoft.com/office/drawing/2014/main" id="{0E66C9D5-A89E-F453-B6D2-9092278AE76C}"/>
                </a:ext>
              </a:extLst>
            </p:cNvPr>
            <p:cNvSpPr/>
            <p:nvPr/>
          </p:nvSpPr>
          <p:spPr>
            <a:xfrm>
              <a:off x="11734978"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71" name="Freeform: Shape 5170">
              <a:extLst>
                <a:ext uri="{FF2B5EF4-FFF2-40B4-BE49-F238E27FC236}">
                  <a16:creationId xmlns:a16="http://schemas.microsoft.com/office/drawing/2014/main" id="{46914E91-B44D-48C7-ECA7-4324C2277F6C}"/>
                </a:ext>
              </a:extLst>
            </p:cNvPr>
            <p:cNvSpPr/>
            <p:nvPr/>
          </p:nvSpPr>
          <p:spPr>
            <a:xfrm>
              <a:off x="11849233"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72" name="Freeform: Shape 5171">
              <a:extLst>
                <a:ext uri="{FF2B5EF4-FFF2-40B4-BE49-F238E27FC236}">
                  <a16:creationId xmlns:a16="http://schemas.microsoft.com/office/drawing/2014/main" id="{2E721F57-F9D7-2A46-1AA6-39A7B2116461}"/>
                </a:ext>
              </a:extLst>
            </p:cNvPr>
            <p:cNvSpPr/>
            <p:nvPr/>
          </p:nvSpPr>
          <p:spPr>
            <a:xfrm>
              <a:off x="11963489"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73" name="Freeform: Shape 5172">
              <a:extLst>
                <a:ext uri="{FF2B5EF4-FFF2-40B4-BE49-F238E27FC236}">
                  <a16:creationId xmlns:a16="http://schemas.microsoft.com/office/drawing/2014/main" id="{629A081F-88AB-A0E1-EBEC-C852442845DB}"/>
                </a:ext>
              </a:extLst>
            </p:cNvPr>
            <p:cNvSpPr/>
            <p:nvPr/>
          </p:nvSpPr>
          <p:spPr>
            <a:xfrm>
              <a:off x="12077745" y="6745026"/>
              <a:ext cx="114255" cy="114255"/>
            </a:xfrm>
            <a:custGeom>
              <a:avLst/>
              <a:gdLst>
                <a:gd name="connsiteX0" fmla="*/ 0 w 114255"/>
                <a:gd name="connsiteY0" fmla="*/ 0 h 114255"/>
                <a:gd name="connsiteX1" fmla="*/ 114257 w 114255"/>
                <a:gd name="connsiteY1" fmla="*/ 0 h 114255"/>
                <a:gd name="connsiteX2" fmla="*/ 114257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grpSp>
      <p:sp>
        <p:nvSpPr>
          <p:cNvPr id="5174" name="Rectangle 5173">
            <a:extLst>
              <a:ext uri="{FF2B5EF4-FFF2-40B4-BE49-F238E27FC236}">
                <a16:creationId xmlns:a16="http://schemas.microsoft.com/office/drawing/2014/main" id="{B7A763E8-36D0-D3E0-56BF-638BA2B246DB}"/>
              </a:ext>
            </a:extLst>
          </p:cNvPr>
          <p:cNvSpPr/>
          <p:nvPr userDrawn="1"/>
        </p:nvSpPr>
        <p:spPr>
          <a:xfrm>
            <a:off x="0" y="0"/>
            <a:ext cx="12192000" cy="6858000"/>
          </a:xfrm>
          <a:prstGeom prst="rect">
            <a:avLst/>
          </a:prstGeom>
          <a:solidFill>
            <a:schemeClr val="bg1">
              <a:alpha val="79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77" name="Rectangle 5176">
            <a:extLst>
              <a:ext uri="{FF2B5EF4-FFF2-40B4-BE49-F238E27FC236}">
                <a16:creationId xmlns:a16="http://schemas.microsoft.com/office/drawing/2014/main" id="{DEE52882-C0BE-0276-38A4-BE3C0375F1CB}"/>
              </a:ext>
            </a:extLst>
          </p:cNvPr>
          <p:cNvSpPr/>
          <p:nvPr userDrawn="1"/>
        </p:nvSpPr>
        <p:spPr>
          <a:xfrm>
            <a:off x="0" y="2292724"/>
            <a:ext cx="12192000" cy="19330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179" name="Graphic 5178">
            <a:extLst>
              <a:ext uri="{FF2B5EF4-FFF2-40B4-BE49-F238E27FC236}">
                <a16:creationId xmlns:a16="http://schemas.microsoft.com/office/drawing/2014/main" id="{C8FB80DC-5B82-A4D2-3878-13D4447940D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695304" y="6083081"/>
            <a:ext cx="2194195" cy="579599"/>
          </a:xfrm>
          <a:prstGeom prst="rect">
            <a:avLst/>
          </a:prstGeom>
        </p:spPr>
      </p:pic>
      <p:sp>
        <p:nvSpPr>
          <p:cNvPr id="5180" name="Rectangle 5179">
            <a:extLst>
              <a:ext uri="{FF2B5EF4-FFF2-40B4-BE49-F238E27FC236}">
                <a16:creationId xmlns:a16="http://schemas.microsoft.com/office/drawing/2014/main" id="{3F6D4588-3DDC-2F8C-4462-2B4020810750}"/>
              </a:ext>
            </a:extLst>
          </p:cNvPr>
          <p:cNvSpPr/>
          <p:nvPr userDrawn="1"/>
        </p:nvSpPr>
        <p:spPr>
          <a:xfrm>
            <a:off x="75050" y="0"/>
            <a:ext cx="2303362" cy="685800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176" name="Graphic 5175">
            <a:extLst>
              <a:ext uri="{FF2B5EF4-FFF2-40B4-BE49-F238E27FC236}">
                <a16:creationId xmlns:a16="http://schemas.microsoft.com/office/drawing/2014/main" id="{717299AF-6EB4-00AA-0CB5-E46CF38D5DD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64260" y="2747956"/>
            <a:ext cx="1008385" cy="1066935"/>
          </a:xfrm>
          <a:prstGeom prst="rect">
            <a:avLst/>
          </a:prstGeom>
        </p:spPr>
      </p:pic>
      <p:sp>
        <p:nvSpPr>
          <p:cNvPr id="5181" name="Rectangle 5180">
            <a:extLst>
              <a:ext uri="{FF2B5EF4-FFF2-40B4-BE49-F238E27FC236}">
                <a16:creationId xmlns:a16="http://schemas.microsoft.com/office/drawing/2014/main" id="{CB7A2147-F3D7-CCA3-C8D0-149A12BFBFC7}"/>
              </a:ext>
            </a:extLst>
          </p:cNvPr>
          <p:cNvSpPr/>
          <p:nvPr userDrawn="1"/>
        </p:nvSpPr>
        <p:spPr>
          <a:xfrm>
            <a:off x="0" y="0"/>
            <a:ext cx="150101" cy="6858000"/>
          </a:xfrm>
          <a:prstGeom prst="rect">
            <a:avLst/>
          </a:prstGeom>
          <a:solidFill>
            <a:srgbClr val="E51E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83" name="Text Placeholder 5182">
            <a:extLst>
              <a:ext uri="{FF2B5EF4-FFF2-40B4-BE49-F238E27FC236}">
                <a16:creationId xmlns:a16="http://schemas.microsoft.com/office/drawing/2014/main" id="{59F4444D-07F6-5BA2-9108-8C1F430B3547}"/>
              </a:ext>
            </a:extLst>
          </p:cNvPr>
          <p:cNvSpPr>
            <a:spLocks noGrp="1"/>
          </p:cNvSpPr>
          <p:nvPr>
            <p:ph type="body" sz="quarter" idx="10" hasCustomPrompt="1"/>
          </p:nvPr>
        </p:nvSpPr>
        <p:spPr>
          <a:xfrm>
            <a:off x="2580368" y="2438333"/>
            <a:ext cx="9176203" cy="719080"/>
          </a:xfrm>
        </p:spPr>
        <p:txBody>
          <a:bodyPr anchor="ctr">
            <a:normAutofit/>
          </a:bodyPr>
          <a:lstStyle>
            <a:lvl1pPr marL="0" indent="0">
              <a:buNone/>
              <a:defRPr sz="3600" b="1" spc="200" baseline="0">
                <a:solidFill>
                  <a:srgbClr val="E51E26"/>
                </a:solidFill>
              </a:defRPr>
            </a:lvl1pPr>
          </a:lstStyle>
          <a:p>
            <a:pPr lvl="0"/>
            <a:r>
              <a:rPr lang="en-US"/>
              <a:t>Heading / Title</a:t>
            </a:r>
          </a:p>
        </p:txBody>
      </p:sp>
      <p:sp>
        <p:nvSpPr>
          <p:cNvPr id="5186" name="Text Placeholder 5182">
            <a:extLst>
              <a:ext uri="{FF2B5EF4-FFF2-40B4-BE49-F238E27FC236}">
                <a16:creationId xmlns:a16="http://schemas.microsoft.com/office/drawing/2014/main" id="{C210FB0B-D9F7-BB33-345E-87A58D9E0C4A}"/>
              </a:ext>
            </a:extLst>
          </p:cNvPr>
          <p:cNvSpPr>
            <a:spLocks noGrp="1"/>
          </p:cNvSpPr>
          <p:nvPr>
            <p:ph type="body" sz="quarter" idx="11" hasCustomPrompt="1"/>
          </p:nvPr>
        </p:nvSpPr>
        <p:spPr>
          <a:xfrm>
            <a:off x="2580368" y="3193079"/>
            <a:ext cx="9176203" cy="571500"/>
          </a:xfrm>
        </p:spPr>
        <p:txBody>
          <a:bodyPr anchor="ctr">
            <a:normAutofit/>
          </a:bodyPr>
          <a:lstStyle>
            <a:lvl1pPr marL="0" indent="0">
              <a:buNone/>
              <a:defRPr sz="2400" b="0"/>
            </a:lvl1pPr>
          </a:lstStyle>
          <a:p>
            <a:pPr lvl="0"/>
            <a:r>
              <a:rPr lang="en-US"/>
              <a:t>Sub Heading</a:t>
            </a:r>
          </a:p>
        </p:txBody>
      </p:sp>
      <p:sp>
        <p:nvSpPr>
          <p:cNvPr id="5187" name="Text Placeholder 5182">
            <a:extLst>
              <a:ext uri="{FF2B5EF4-FFF2-40B4-BE49-F238E27FC236}">
                <a16:creationId xmlns:a16="http://schemas.microsoft.com/office/drawing/2014/main" id="{CBB902ED-7CF6-3ADF-E215-4969882412E4}"/>
              </a:ext>
            </a:extLst>
          </p:cNvPr>
          <p:cNvSpPr>
            <a:spLocks noGrp="1"/>
          </p:cNvSpPr>
          <p:nvPr>
            <p:ph type="body" sz="quarter" idx="12" hasCustomPrompt="1"/>
          </p:nvPr>
        </p:nvSpPr>
        <p:spPr>
          <a:xfrm>
            <a:off x="150101" y="6216890"/>
            <a:ext cx="2228311" cy="516155"/>
          </a:xfrm>
        </p:spPr>
        <p:txBody>
          <a:bodyPr anchor="ctr">
            <a:normAutofit/>
          </a:bodyPr>
          <a:lstStyle>
            <a:lvl1pPr marL="0" indent="0">
              <a:buNone/>
              <a:defRPr sz="1400" b="0" i="1"/>
            </a:lvl1pPr>
          </a:lstStyle>
          <a:p>
            <a:pPr lvl="0"/>
            <a:r>
              <a:rPr lang="en-US"/>
              <a:t>Date:</a:t>
            </a:r>
          </a:p>
        </p:txBody>
      </p:sp>
      <p:sp>
        <p:nvSpPr>
          <p:cNvPr id="5188" name="TextBox 5187">
            <a:extLst>
              <a:ext uri="{FF2B5EF4-FFF2-40B4-BE49-F238E27FC236}">
                <a16:creationId xmlns:a16="http://schemas.microsoft.com/office/drawing/2014/main" id="{E000A75B-FE0C-E3D0-39E9-7FE086CC57CF}"/>
              </a:ext>
            </a:extLst>
          </p:cNvPr>
          <p:cNvSpPr txBox="1"/>
          <p:nvPr userDrawn="1"/>
        </p:nvSpPr>
        <p:spPr>
          <a:xfrm>
            <a:off x="8636849" y="251259"/>
            <a:ext cx="3331021" cy="461665"/>
          </a:xfrm>
          <a:prstGeom prst="rect">
            <a:avLst/>
          </a:prstGeom>
          <a:noFill/>
        </p:spPr>
        <p:txBody>
          <a:bodyPr wrap="square">
            <a:spAutoFit/>
          </a:bodyPr>
          <a:lstStyle/>
          <a:p>
            <a:pPr algn="ctr">
              <a:defRPr/>
            </a:pPr>
            <a:r>
              <a:rPr lang="en-US" sz="2400" b="1">
                <a:solidFill>
                  <a:schemeClr val="bg1">
                    <a:lumMod val="65000"/>
                  </a:schemeClr>
                </a:solidFill>
                <a:latin typeface="+mn-lt"/>
                <a:cs typeface="Segoe UI" panose="020B0502040204020203" pitchFamily="34" charset="0"/>
              </a:rPr>
              <a:t>TRUTH MUST BE TOLD</a:t>
            </a:r>
          </a:p>
        </p:txBody>
      </p:sp>
      <p:grpSp>
        <p:nvGrpSpPr>
          <p:cNvPr id="5197" name="Group 5196">
            <a:extLst>
              <a:ext uri="{FF2B5EF4-FFF2-40B4-BE49-F238E27FC236}">
                <a16:creationId xmlns:a16="http://schemas.microsoft.com/office/drawing/2014/main" id="{F5BCBA3A-D31B-1382-5F48-390F22F38CDA}"/>
              </a:ext>
            </a:extLst>
          </p:cNvPr>
          <p:cNvGrpSpPr/>
          <p:nvPr userDrawn="1"/>
        </p:nvGrpSpPr>
        <p:grpSpPr>
          <a:xfrm>
            <a:off x="3659728" y="4382519"/>
            <a:ext cx="7017482" cy="626128"/>
            <a:chOff x="3017634" y="4382519"/>
            <a:chExt cx="7017482" cy="626128"/>
          </a:xfrm>
        </p:grpSpPr>
        <p:pic>
          <p:nvPicPr>
            <p:cNvPr id="5190" name="Graphic 5189">
              <a:extLst>
                <a:ext uri="{FF2B5EF4-FFF2-40B4-BE49-F238E27FC236}">
                  <a16:creationId xmlns:a16="http://schemas.microsoft.com/office/drawing/2014/main" id="{EAF21A37-6815-F826-D2C3-289DAD385EE7}"/>
                </a:ext>
              </a:extLst>
            </p:cNvPr>
            <p:cNvPicPr>
              <a:picLocks noChangeAspect="1"/>
            </p:cNvPicPr>
            <p:nvPr userDrawn="1"/>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p:blipFill>
          <p:spPr>
            <a:xfrm>
              <a:off x="3017634" y="4410980"/>
              <a:ext cx="569207" cy="569207"/>
            </a:xfrm>
            <a:prstGeom prst="rect">
              <a:avLst/>
            </a:prstGeom>
          </p:spPr>
        </p:pic>
        <p:pic>
          <p:nvPicPr>
            <p:cNvPr id="5193" name="Graphic 5192">
              <a:extLst>
                <a:ext uri="{FF2B5EF4-FFF2-40B4-BE49-F238E27FC236}">
                  <a16:creationId xmlns:a16="http://schemas.microsoft.com/office/drawing/2014/main" id="{FFA2A7B7-A95B-8A54-417A-55182F6BC167}"/>
                </a:ext>
              </a:extLst>
            </p:cNvPr>
            <p:cNvPicPr>
              <a:picLocks noChangeAspect="1"/>
            </p:cNvPicPr>
            <p:nvPr userDrawn="1"/>
          </p:nvPicPr>
          <p:blipFill>
            <a:blip r:embed="rId5">
              <a:duotone>
                <a:schemeClr val="bg2">
                  <a:shade val="45000"/>
                  <a:satMod val="135000"/>
                </a:schemeClr>
                <a:prstClr val="white"/>
              </a:duotone>
              <a:extLst>
                <a:ext uri="{28A0092B-C50C-407E-A947-70E740481C1C}">
                  <a14:useLocalDpi xmlns:a14="http://schemas.microsoft.com/office/drawing/2010/main" val="0"/>
                </a:ext>
              </a:extLst>
            </a:blip>
            <a:srcRect/>
            <a:stretch/>
          </p:blipFill>
          <p:spPr>
            <a:xfrm>
              <a:off x="4629703" y="4410980"/>
              <a:ext cx="569207" cy="569207"/>
            </a:xfrm>
            <a:prstGeom prst="rect">
              <a:avLst/>
            </a:prstGeom>
          </p:spPr>
        </p:pic>
        <p:pic>
          <p:nvPicPr>
            <p:cNvPr id="5194" name="Graphic 5193">
              <a:extLst>
                <a:ext uri="{FF2B5EF4-FFF2-40B4-BE49-F238E27FC236}">
                  <a16:creationId xmlns:a16="http://schemas.microsoft.com/office/drawing/2014/main" id="{85DD82BD-7520-CAD2-1E5F-5D59D4A6A9D3}"/>
                </a:ext>
              </a:extLst>
            </p:cNvPr>
            <p:cNvPicPr>
              <a:picLocks noChangeAspect="1"/>
            </p:cNvPicPr>
            <p:nvPr userDrawn="1"/>
          </p:nvPicPr>
          <p:blipFill>
            <a:blip r:embed="rId6">
              <a:duotone>
                <a:schemeClr val="bg2">
                  <a:shade val="45000"/>
                  <a:satMod val="135000"/>
                </a:schemeClr>
                <a:prstClr val="white"/>
              </a:duotone>
              <a:extLst>
                <a:ext uri="{28A0092B-C50C-407E-A947-70E740481C1C}">
                  <a14:useLocalDpi xmlns:a14="http://schemas.microsoft.com/office/drawing/2010/main" val="0"/>
                </a:ext>
              </a:extLst>
            </a:blip>
            <a:srcRect/>
            <a:stretch/>
          </p:blipFill>
          <p:spPr>
            <a:xfrm>
              <a:off x="6241772" y="4410980"/>
              <a:ext cx="569207" cy="569207"/>
            </a:xfrm>
            <a:prstGeom prst="rect">
              <a:avLst/>
            </a:prstGeom>
          </p:spPr>
        </p:pic>
        <p:pic>
          <p:nvPicPr>
            <p:cNvPr id="5195" name="Graphic 5194">
              <a:extLst>
                <a:ext uri="{FF2B5EF4-FFF2-40B4-BE49-F238E27FC236}">
                  <a16:creationId xmlns:a16="http://schemas.microsoft.com/office/drawing/2014/main" id="{F73E83BC-EE50-6BED-8E41-777B82719DD7}"/>
                </a:ext>
              </a:extLst>
            </p:cNvPr>
            <p:cNvPicPr>
              <a:picLocks noChangeAspect="1"/>
            </p:cNvPicPr>
            <p:nvPr userDrawn="1"/>
          </p:nvPicPr>
          <p:blipFill>
            <a:blip r:embed="rId7">
              <a:duotone>
                <a:schemeClr val="bg2">
                  <a:shade val="45000"/>
                  <a:satMod val="135000"/>
                </a:schemeClr>
                <a:prstClr val="white"/>
              </a:duotone>
              <a:extLst>
                <a:ext uri="{28A0092B-C50C-407E-A947-70E740481C1C}">
                  <a14:useLocalDpi xmlns:a14="http://schemas.microsoft.com/office/drawing/2010/main" val="0"/>
                </a:ext>
              </a:extLst>
            </a:blip>
            <a:srcRect/>
            <a:stretch/>
          </p:blipFill>
          <p:spPr>
            <a:xfrm>
              <a:off x="7825380" y="4382519"/>
              <a:ext cx="626128" cy="626128"/>
            </a:xfrm>
            <a:prstGeom prst="rect">
              <a:avLst/>
            </a:prstGeom>
          </p:spPr>
        </p:pic>
        <p:pic>
          <p:nvPicPr>
            <p:cNvPr id="5196" name="Graphic 5195">
              <a:extLst>
                <a:ext uri="{FF2B5EF4-FFF2-40B4-BE49-F238E27FC236}">
                  <a16:creationId xmlns:a16="http://schemas.microsoft.com/office/drawing/2014/main" id="{0DABEBDD-958C-D2CC-51AD-AF4EDA4FE2A8}"/>
                </a:ext>
              </a:extLst>
            </p:cNvPr>
            <p:cNvPicPr>
              <a:picLocks noChangeAspect="1"/>
            </p:cNvPicPr>
            <p:nvPr userDrawn="1"/>
          </p:nvPicPr>
          <p:blipFill>
            <a:blip r:embed="rId8">
              <a:duotone>
                <a:schemeClr val="bg2">
                  <a:shade val="45000"/>
                  <a:satMod val="135000"/>
                </a:schemeClr>
                <a:prstClr val="white"/>
              </a:duotone>
              <a:extLst>
                <a:ext uri="{28A0092B-C50C-407E-A947-70E740481C1C}">
                  <a14:useLocalDpi xmlns:a14="http://schemas.microsoft.com/office/drawing/2010/main" val="0"/>
                </a:ext>
              </a:extLst>
            </a:blip>
            <a:srcRect/>
            <a:stretch/>
          </p:blipFill>
          <p:spPr>
            <a:xfrm>
              <a:off x="9465909" y="4410980"/>
              <a:ext cx="569207" cy="569207"/>
            </a:xfrm>
            <a:prstGeom prst="rect">
              <a:avLst/>
            </a:prstGeom>
          </p:spPr>
        </p:pic>
      </p:grpSp>
    </p:spTree>
    <p:extLst>
      <p:ext uri="{BB962C8B-B14F-4D97-AF65-F5344CB8AC3E}">
        <p14:creationId xmlns:p14="http://schemas.microsoft.com/office/powerpoint/2010/main" val="25950974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6" name="Text Placeholder 5182">
            <a:extLst>
              <a:ext uri="{FF2B5EF4-FFF2-40B4-BE49-F238E27FC236}">
                <a16:creationId xmlns:a16="http://schemas.microsoft.com/office/drawing/2014/main" id="{5FC6417C-A686-B1A9-88F1-1484A8F60E49}"/>
              </a:ext>
            </a:extLst>
          </p:cNvPr>
          <p:cNvSpPr>
            <a:spLocks noGrp="1"/>
          </p:cNvSpPr>
          <p:nvPr>
            <p:ph type="body" sz="quarter" idx="10" hasCustomPrompt="1"/>
          </p:nvPr>
        </p:nvSpPr>
        <p:spPr>
          <a:xfrm>
            <a:off x="359682" y="202228"/>
            <a:ext cx="11100481" cy="712172"/>
          </a:xfrm>
        </p:spPr>
        <p:txBody>
          <a:bodyPr anchor="ctr">
            <a:normAutofit/>
          </a:bodyPr>
          <a:lstStyle>
            <a:lvl1pPr marL="0" indent="0">
              <a:buNone/>
              <a:defRPr sz="3200" b="1">
                <a:solidFill>
                  <a:schemeClr val="tx1">
                    <a:lumMod val="95000"/>
                    <a:lumOff val="5000"/>
                  </a:schemeClr>
                </a:solidFill>
              </a:defRPr>
            </a:lvl1pPr>
          </a:lstStyle>
          <a:p>
            <a:pPr lvl="0"/>
            <a:r>
              <a:rPr lang="en-US"/>
              <a:t>Heading / Title</a:t>
            </a:r>
          </a:p>
        </p:txBody>
      </p:sp>
      <p:sp>
        <p:nvSpPr>
          <p:cNvPr id="7" name="Rectangle 6">
            <a:extLst>
              <a:ext uri="{FF2B5EF4-FFF2-40B4-BE49-F238E27FC236}">
                <a16:creationId xmlns:a16="http://schemas.microsoft.com/office/drawing/2014/main" id="{4CFC1287-DC78-443F-A834-20CF978923F4}"/>
              </a:ext>
            </a:extLst>
          </p:cNvPr>
          <p:cNvSpPr/>
          <p:nvPr userDrawn="1"/>
        </p:nvSpPr>
        <p:spPr>
          <a:xfrm rot="5400000">
            <a:off x="6045442" y="722331"/>
            <a:ext cx="101113" cy="12191999"/>
          </a:xfrm>
          <a:prstGeom prst="rect">
            <a:avLst/>
          </a:prstGeom>
          <a:solidFill>
            <a:srgbClr val="E51E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05B8CE2-ED93-802A-129B-E0AA4575BD1D}"/>
              </a:ext>
            </a:extLst>
          </p:cNvPr>
          <p:cNvSpPr/>
          <p:nvPr userDrawn="1"/>
        </p:nvSpPr>
        <p:spPr>
          <a:xfrm rot="5400000">
            <a:off x="6045444" y="646131"/>
            <a:ext cx="101113" cy="12191999"/>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Graphic 8">
            <a:extLst>
              <a:ext uri="{FF2B5EF4-FFF2-40B4-BE49-F238E27FC236}">
                <a16:creationId xmlns:a16="http://schemas.microsoft.com/office/drawing/2014/main" id="{1CD3125B-826A-2F39-1EF6-3AB442DCCCB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760618" y="6035775"/>
            <a:ext cx="2194195" cy="579599"/>
          </a:xfrm>
          <a:prstGeom prst="rect">
            <a:avLst/>
          </a:prstGeom>
        </p:spPr>
      </p:pic>
      <p:sp>
        <p:nvSpPr>
          <p:cNvPr id="10" name="Rectangle 9">
            <a:extLst>
              <a:ext uri="{FF2B5EF4-FFF2-40B4-BE49-F238E27FC236}">
                <a16:creationId xmlns:a16="http://schemas.microsoft.com/office/drawing/2014/main" id="{0CA66E07-8F9C-DA69-EF84-F89962798668}"/>
              </a:ext>
            </a:extLst>
          </p:cNvPr>
          <p:cNvSpPr/>
          <p:nvPr userDrawn="1"/>
        </p:nvSpPr>
        <p:spPr>
          <a:xfrm rot="5400000">
            <a:off x="6025628" y="-4765572"/>
            <a:ext cx="101113" cy="11433006"/>
          </a:xfrm>
          <a:prstGeom prst="rect">
            <a:avLst/>
          </a:prstGeom>
          <a:gradFill flip="none" rotWithShape="1">
            <a:gsLst>
              <a:gs pos="0">
                <a:srgbClr val="E51E26"/>
              </a:gs>
              <a:gs pos="100000">
                <a:srgbClr val="E51E26">
                  <a:alpha val="0"/>
                </a:srgb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Slide Number Placeholder 5">
            <a:extLst>
              <a:ext uri="{FF2B5EF4-FFF2-40B4-BE49-F238E27FC236}">
                <a16:creationId xmlns:a16="http://schemas.microsoft.com/office/drawing/2014/main" id="{82638735-0D2C-B667-2AF6-012D64E6739A}"/>
              </a:ext>
            </a:extLst>
          </p:cNvPr>
          <p:cNvSpPr>
            <a:spLocks noGrp="1"/>
          </p:cNvSpPr>
          <p:nvPr>
            <p:ph type="sldNum" sz="quarter" idx="4"/>
          </p:nvPr>
        </p:nvSpPr>
        <p:spPr>
          <a:xfrm>
            <a:off x="108558" y="6143011"/>
            <a:ext cx="874068" cy="365125"/>
          </a:xfrm>
          <a:prstGeom prst="rect">
            <a:avLst/>
          </a:prstGeom>
        </p:spPr>
        <p:txBody>
          <a:bodyPr vert="horz" lIns="91440" tIns="45720" rIns="91440" bIns="45720" rtlCol="0" anchor="ctr"/>
          <a:lstStyle>
            <a:lvl1pPr algn="ctr">
              <a:defRPr sz="1400">
                <a:solidFill>
                  <a:schemeClr val="tx1">
                    <a:lumMod val="95000"/>
                    <a:lumOff val="5000"/>
                  </a:schemeClr>
                </a:solidFill>
              </a:defRPr>
            </a:lvl1pPr>
          </a:lstStyle>
          <a:p>
            <a:fld id="{21782DDE-7BC7-4E20-BCFB-72DFE6435CE0}" type="slidenum">
              <a:rPr lang="en-US" smtClean="0"/>
              <a:pPr/>
              <a:t>‹#›</a:t>
            </a:fld>
            <a:endParaRPr lang="en-US"/>
          </a:p>
        </p:txBody>
      </p:sp>
      <p:sp>
        <p:nvSpPr>
          <p:cNvPr id="14" name="Content Placeholder 13">
            <a:extLst>
              <a:ext uri="{FF2B5EF4-FFF2-40B4-BE49-F238E27FC236}">
                <a16:creationId xmlns:a16="http://schemas.microsoft.com/office/drawing/2014/main" id="{4F55FBF4-6AEA-DFD3-B51B-4E844930F643}"/>
              </a:ext>
            </a:extLst>
          </p:cNvPr>
          <p:cNvSpPr>
            <a:spLocks noGrp="1"/>
          </p:cNvSpPr>
          <p:nvPr>
            <p:ph sz="quarter" idx="11"/>
          </p:nvPr>
        </p:nvSpPr>
        <p:spPr>
          <a:xfrm>
            <a:off x="360363" y="1117825"/>
            <a:ext cx="11099800" cy="4697412"/>
          </a:xfrm>
        </p:spPr>
        <p:txBody>
          <a:bodyPr>
            <a:normAutofit/>
          </a:bodyPr>
          <a:lstStyle>
            <a:lvl1pPr marL="363538" indent="-363538">
              <a:buClr>
                <a:srgbClr val="E51E26"/>
              </a:buClr>
              <a:defRPr sz="2200"/>
            </a:lvl1pPr>
            <a:lvl2pPr marL="623888" indent="-260350">
              <a:defRPr/>
            </a:lvl2pPr>
            <a:lvl3pPr marL="1143000" indent="-228600">
              <a:buClr>
                <a:srgbClr val="E51E26"/>
              </a:buClr>
              <a:buFont typeface="Courier New" panose="02070309020205020404" pitchFamily="49" charset="0"/>
              <a:buChar char="o"/>
              <a:defRPr/>
            </a:lvl3pPr>
          </a:lstStyle>
          <a:p>
            <a:pPr lvl="0"/>
            <a:r>
              <a:rPr lang="en-US"/>
              <a:t>Click to edit Master text styles</a:t>
            </a:r>
          </a:p>
          <a:p>
            <a:pPr lvl="1"/>
            <a:endParaRPr lang="en-US"/>
          </a:p>
          <a:p>
            <a:pPr lvl="1"/>
            <a:endParaRPr lang="en-US"/>
          </a:p>
          <a:p>
            <a:pPr lvl="2"/>
            <a:endParaRPr lang="en-US"/>
          </a:p>
        </p:txBody>
      </p:sp>
    </p:spTree>
    <p:extLst>
      <p:ext uri="{BB962C8B-B14F-4D97-AF65-F5344CB8AC3E}">
        <p14:creationId xmlns:p14="http://schemas.microsoft.com/office/powerpoint/2010/main" val="1859973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6" name="Text Placeholder 5182">
            <a:extLst>
              <a:ext uri="{FF2B5EF4-FFF2-40B4-BE49-F238E27FC236}">
                <a16:creationId xmlns:a16="http://schemas.microsoft.com/office/drawing/2014/main" id="{5FC6417C-A686-B1A9-88F1-1484A8F60E49}"/>
              </a:ext>
            </a:extLst>
          </p:cNvPr>
          <p:cNvSpPr>
            <a:spLocks noGrp="1"/>
          </p:cNvSpPr>
          <p:nvPr>
            <p:ph type="body" sz="quarter" idx="10" hasCustomPrompt="1"/>
          </p:nvPr>
        </p:nvSpPr>
        <p:spPr>
          <a:xfrm>
            <a:off x="379499" y="2480971"/>
            <a:ext cx="9170902" cy="712172"/>
          </a:xfrm>
        </p:spPr>
        <p:txBody>
          <a:bodyPr anchor="ctr">
            <a:normAutofit/>
          </a:bodyPr>
          <a:lstStyle>
            <a:lvl1pPr marL="0" indent="0">
              <a:buNone/>
              <a:defRPr sz="3200" b="1" spc="100" baseline="0">
                <a:solidFill>
                  <a:schemeClr val="tx1">
                    <a:lumMod val="95000"/>
                    <a:lumOff val="5000"/>
                  </a:schemeClr>
                </a:solidFill>
              </a:defRPr>
            </a:lvl1pPr>
          </a:lstStyle>
          <a:p>
            <a:pPr lvl="0"/>
            <a:r>
              <a:rPr lang="en-US"/>
              <a:t>Divider slide</a:t>
            </a:r>
          </a:p>
        </p:txBody>
      </p:sp>
      <p:sp>
        <p:nvSpPr>
          <p:cNvPr id="7" name="Rectangle 6">
            <a:extLst>
              <a:ext uri="{FF2B5EF4-FFF2-40B4-BE49-F238E27FC236}">
                <a16:creationId xmlns:a16="http://schemas.microsoft.com/office/drawing/2014/main" id="{4CFC1287-DC78-443F-A834-20CF978923F4}"/>
              </a:ext>
            </a:extLst>
          </p:cNvPr>
          <p:cNvSpPr/>
          <p:nvPr userDrawn="1"/>
        </p:nvSpPr>
        <p:spPr>
          <a:xfrm rot="5400000">
            <a:off x="6045442" y="722331"/>
            <a:ext cx="101113" cy="12191999"/>
          </a:xfrm>
          <a:prstGeom prst="rect">
            <a:avLst/>
          </a:prstGeom>
          <a:solidFill>
            <a:srgbClr val="E51E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05B8CE2-ED93-802A-129B-E0AA4575BD1D}"/>
              </a:ext>
            </a:extLst>
          </p:cNvPr>
          <p:cNvSpPr/>
          <p:nvPr userDrawn="1"/>
        </p:nvSpPr>
        <p:spPr>
          <a:xfrm rot="5400000">
            <a:off x="6045444" y="646131"/>
            <a:ext cx="101113" cy="12191999"/>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Graphic 8">
            <a:extLst>
              <a:ext uri="{FF2B5EF4-FFF2-40B4-BE49-F238E27FC236}">
                <a16:creationId xmlns:a16="http://schemas.microsoft.com/office/drawing/2014/main" id="{1CD3125B-826A-2F39-1EF6-3AB442DCCCB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760618" y="6035775"/>
            <a:ext cx="2194195" cy="579599"/>
          </a:xfrm>
          <a:prstGeom prst="rect">
            <a:avLst/>
          </a:prstGeom>
        </p:spPr>
      </p:pic>
      <p:sp>
        <p:nvSpPr>
          <p:cNvPr id="10" name="Rectangle 9">
            <a:extLst>
              <a:ext uri="{FF2B5EF4-FFF2-40B4-BE49-F238E27FC236}">
                <a16:creationId xmlns:a16="http://schemas.microsoft.com/office/drawing/2014/main" id="{0CA66E07-8F9C-DA69-EF84-F89962798668}"/>
              </a:ext>
            </a:extLst>
          </p:cNvPr>
          <p:cNvSpPr/>
          <p:nvPr userDrawn="1"/>
        </p:nvSpPr>
        <p:spPr>
          <a:xfrm rot="5400000">
            <a:off x="3368620" y="189996"/>
            <a:ext cx="101115" cy="6079359"/>
          </a:xfrm>
          <a:prstGeom prst="rect">
            <a:avLst/>
          </a:prstGeom>
          <a:gradFill flip="none" rotWithShape="1">
            <a:gsLst>
              <a:gs pos="0">
                <a:srgbClr val="E51E26"/>
              </a:gs>
              <a:gs pos="100000">
                <a:srgbClr val="E51E26">
                  <a:alpha val="0"/>
                </a:srgb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11">
            <a:extLst>
              <a:ext uri="{FF2B5EF4-FFF2-40B4-BE49-F238E27FC236}">
                <a16:creationId xmlns:a16="http://schemas.microsoft.com/office/drawing/2014/main" id="{FB029663-A75B-0FD2-78D3-3CE99E2F8964}"/>
              </a:ext>
            </a:extLst>
          </p:cNvPr>
          <p:cNvSpPr>
            <a:spLocks noGrp="1"/>
          </p:cNvSpPr>
          <p:nvPr>
            <p:ph type="sldNum" sz="quarter" idx="14"/>
          </p:nvPr>
        </p:nvSpPr>
        <p:spPr>
          <a:xfrm>
            <a:off x="359681" y="6282907"/>
            <a:ext cx="2743200" cy="365125"/>
          </a:xfrm>
        </p:spPr>
        <p:txBody>
          <a:bodyPr/>
          <a:lstStyle>
            <a:lvl1pPr algn="l">
              <a:defRPr/>
            </a:lvl1pPr>
          </a:lstStyle>
          <a:p>
            <a:fld id="{21782DDE-7BC7-4E20-BCFB-72DFE6435CE0}" type="slidenum">
              <a:rPr lang="en-US" smtClean="0"/>
              <a:pPr/>
              <a:t>‹#›</a:t>
            </a:fld>
            <a:endParaRPr lang="en-US"/>
          </a:p>
        </p:txBody>
      </p:sp>
    </p:spTree>
    <p:extLst>
      <p:ext uri="{BB962C8B-B14F-4D97-AF65-F5344CB8AC3E}">
        <p14:creationId xmlns:p14="http://schemas.microsoft.com/office/powerpoint/2010/main" val="32782460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716F38C2-6A00-3BB1-65AB-DB1B9C5FF58D}"/>
              </a:ext>
            </a:extLst>
          </p:cNvPr>
          <p:cNvSpPr/>
          <p:nvPr userDrawn="1"/>
        </p:nvSpPr>
        <p:spPr>
          <a:xfrm>
            <a:off x="545592" y="1343604"/>
            <a:ext cx="5263879" cy="4419021"/>
          </a:xfrm>
          <a:prstGeom prst="roundRect">
            <a:avLst>
              <a:gd name="adj" fmla="val 0"/>
            </a:avLst>
          </a:prstGeom>
          <a:solidFill>
            <a:schemeClr val="bg1"/>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R="0" lvl="0" indent="0" algn="ctr" fontAlgn="auto">
              <a:lnSpc>
                <a:spcPct val="100000"/>
              </a:lnSpc>
              <a:spcBef>
                <a:spcPts val="0"/>
              </a:spcBef>
              <a:spcAft>
                <a:spcPts val="0"/>
              </a:spcAft>
              <a:buClrTx/>
              <a:buSzTx/>
              <a:buFontTx/>
              <a:buNone/>
              <a:tabLst/>
            </a:pPr>
            <a:endParaRPr kumimoji="0" lang="en-US" b="0" i="0" u="none" strike="noStrike" cap="none" spc="0" normalizeH="0" baseline="0">
              <a:ln>
                <a:noFill/>
              </a:ln>
              <a:solidFill>
                <a:srgbClr val="000000"/>
              </a:solidFill>
              <a:effectLst/>
              <a:uLnTx/>
              <a:uFillTx/>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4CFC1287-DC78-443F-A834-20CF978923F4}"/>
              </a:ext>
            </a:extLst>
          </p:cNvPr>
          <p:cNvSpPr/>
          <p:nvPr userDrawn="1"/>
        </p:nvSpPr>
        <p:spPr>
          <a:xfrm rot="5400000">
            <a:off x="6045442" y="722331"/>
            <a:ext cx="101113" cy="12191999"/>
          </a:xfrm>
          <a:prstGeom prst="rect">
            <a:avLst/>
          </a:prstGeom>
          <a:solidFill>
            <a:srgbClr val="E51E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05B8CE2-ED93-802A-129B-E0AA4575BD1D}"/>
              </a:ext>
            </a:extLst>
          </p:cNvPr>
          <p:cNvSpPr/>
          <p:nvPr userDrawn="1"/>
        </p:nvSpPr>
        <p:spPr>
          <a:xfrm rot="5400000">
            <a:off x="6045444" y="646131"/>
            <a:ext cx="101113" cy="12191999"/>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Graphic 8">
            <a:extLst>
              <a:ext uri="{FF2B5EF4-FFF2-40B4-BE49-F238E27FC236}">
                <a16:creationId xmlns:a16="http://schemas.microsoft.com/office/drawing/2014/main" id="{1CD3125B-826A-2F39-1EF6-3AB442DCCCB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760618" y="6035775"/>
            <a:ext cx="2194195" cy="579599"/>
          </a:xfrm>
          <a:prstGeom prst="rect">
            <a:avLst/>
          </a:prstGeom>
        </p:spPr>
      </p:pic>
      <p:sp>
        <p:nvSpPr>
          <p:cNvPr id="10" name="Rectangle 9">
            <a:extLst>
              <a:ext uri="{FF2B5EF4-FFF2-40B4-BE49-F238E27FC236}">
                <a16:creationId xmlns:a16="http://schemas.microsoft.com/office/drawing/2014/main" id="{0CA66E07-8F9C-DA69-EF84-F89962798668}"/>
              </a:ext>
            </a:extLst>
          </p:cNvPr>
          <p:cNvSpPr/>
          <p:nvPr userDrawn="1"/>
        </p:nvSpPr>
        <p:spPr>
          <a:xfrm rot="5400000">
            <a:off x="6025628" y="-4765572"/>
            <a:ext cx="101113" cy="11433006"/>
          </a:xfrm>
          <a:prstGeom prst="rect">
            <a:avLst/>
          </a:prstGeom>
          <a:gradFill flip="none" rotWithShape="1">
            <a:gsLst>
              <a:gs pos="0">
                <a:srgbClr val="E51E26"/>
              </a:gs>
              <a:gs pos="100000">
                <a:srgbClr val="E51E26">
                  <a:alpha val="0"/>
                </a:srgb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Slide Number Placeholder 5">
            <a:extLst>
              <a:ext uri="{FF2B5EF4-FFF2-40B4-BE49-F238E27FC236}">
                <a16:creationId xmlns:a16="http://schemas.microsoft.com/office/drawing/2014/main" id="{82638735-0D2C-B667-2AF6-012D64E6739A}"/>
              </a:ext>
            </a:extLst>
          </p:cNvPr>
          <p:cNvSpPr>
            <a:spLocks noGrp="1"/>
          </p:cNvSpPr>
          <p:nvPr>
            <p:ph type="sldNum" sz="quarter" idx="4"/>
          </p:nvPr>
        </p:nvSpPr>
        <p:spPr>
          <a:xfrm>
            <a:off x="108558" y="6143011"/>
            <a:ext cx="874068" cy="365125"/>
          </a:xfrm>
          <a:prstGeom prst="rect">
            <a:avLst/>
          </a:prstGeom>
        </p:spPr>
        <p:txBody>
          <a:bodyPr vert="horz" lIns="91440" tIns="45720" rIns="91440" bIns="45720" rtlCol="0" anchor="ctr"/>
          <a:lstStyle>
            <a:lvl1pPr algn="ctr">
              <a:defRPr sz="1400">
                <a:solidFill>
                  <a:schemeClr val="tx1">
                    <a:lumMod val="95000"/>
                    <a:lumOff val="5000"/>
                  </a:schemeClr>
                </a:solidFill>
              </a:defRPr>
            </a:lvl1pPr>
          </a:lstStyle>
          <a:p>
            <a:fld id="{21782DDE-7BC7-4E20-BCFB-72DFE6435CE0}" type="slidenum">
              <a:rPr lang="en-US" smtClean="0"/>
              <a:pPr/>
              <a:t>‹#›</a:t>
            </a:fld>
            <a:endParaRPr lang="en-US"/>
          </a:p>
        </p:txBody>
      </p:sp>
      <p:sp>
        <p:nvSpPr>
          <p:cNvPr id="2" name="Rectangle: Top Corners Rounded 1">
            <a:extLst>
              <a:ext uri="{FF2B5EF4-FFF2-40B4-BE49-F238E27FC236}">
                <a16:creationId xmlns:a16="http://schemas.microsoft.com/office/drawing/2014/main" id="{6365ADD3-46ED-C38F-05F7-09774FF00EC4}"/>
              </a:ext>
            </a:extLst>
          </p:cNvPr>
          <p:cNvSpPr/>
          <p:nvPr userDrawn="1"/>
        </p:nvSpPr>
        <p:spPr>
          <a:xfrm>
            <a:off x="545592" y="1269179"/>
            <a:ext cx="5263879" cy="782280"/>
          </a:xfrm>
          <a:prstGeom prst="round2SameRect">
            <a:avLst>
              <a:gd name="adj1" fmla="val 0"/>
              <a:gd name="adj2" fmla="val 0"/>
            </a:avLst>
          </a:prstGeom>
          <a:solidFill>
            <a:srgbClr val="E51E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5182">
            <a:extLst>
              <a:ext uri="{FF2B5EF4-FFF2-40B4-BE49-F238E27FC236}">
                <a16:creationId xmlns:a16="http://schemas.microsoft.com/office/drawing/2014/main" id="{FA85236A-D590-40BC-59B9-FCB82156B272}"/>
              </a:ext>
            </a:extLst>
          </p:cNvPr>
          <p:cNvSpPr>
            <a:spLocks noGrp="1"/>
          </p:cNvSpPr>
          <p:nvPr>
            <p:ph type="body" sz="quarter" idx="11" hasCustomPrompt="1"/>
          </p:nvPr>
        </p:nvSpPr>
        <p:spPr>
          <a:xfrm>
            <a:off x="587668" y="1376434"/>
            <a:ext cx="5179727" cy="567771"/>
          </a:xfrm>
        </p:spPr>
        <p:txBody>
          <a:bodyPr anchor="ctr">
            <a:normAutofit/>
          </a:bodyPr>
          <a:lstStyle>
            <a:lvl1pPr marL="0" indent="0" algn="ctr">
              <a:buNone/>
              <a:defRPr sz="2400" b="1">
                <a:solidFill>
                  <a:schemeClr val="bg1"/>
                </a:solidFill>
              </a:defRPr>
            </a:lvl1pPr>
          </a:lstStyle>
          <a:p>
            <a:pPr lvl="0"/>
            <a:r>
              <a:rPr lang="en-US"/>
              <a:t>Title</a:t>
            </a:r>
          </a:p>
        </p:txBody>
      </p:sp>
      <p:sp>
        <p:nvSpPr>
          <p:cNvPr id="20" name="Content Placeholder 13">
            <a:extLst>
              <a:ext uri="{FF2B5EF4-FFF2-40B4-BE49-F238E27FC236}">
                <a16:creationId xmlns:a16="http://schemas.microsoft.com/office/drawing/2014/main" id="{DA943F01-8638-A3E5-CEE2-6885A6FAAE11}"/>
              </a:ext>
            </a:extLst>
          </p:cNvPr>
          <p:cNvSpPr>
            <a:spLocks noGrp="1"/>
          </p:cNvSpPr>
          <p:nvPr>
            <p:ph sz="quarter" idx="12"/>
          </p:nvPr>
        </p:nvSpPr>
        <p:spPr>
          <a:xfrm>
            <a:off x="665225" y="2144998"/>
            <a:ext cx="5024613" cy="3306260"/>
          </a:xfrm>
        </p:spPr>
        <p:txBody>
          <a:bodyPr>
            <a:normAutofit/>
          </a:bodyPr>
          <a:lstStyle>
            <a:lvl1pPr>
              <a:buClr>
                <a:srgbClr val="E51E26"/>
              </a:buClr>
              <a:defRPr sz="1800"/>
            </a:lvl1pPr>
            <a:lvl2pPr>
              <a:buClr>
                <a:schemeClr val="tx1"/>
              </a:buClr>
              <a:defRPr/>
            </a:lvl2pPr>
          </a:lstStyle>
          <a:p>
            <a:pPr lvl="0"/>
            <a:r>
              <a:rPr lang="en-US"/>
              <a:t>Click to edit Master text styles</a:t>
            </a:r>
          </a:p>
          <a:p>
            <a:pPr lvl="1"/>
            <a:endParaRPr lang="en-US"/>
          </a:p>
        </p:txBody>
      </p:sp>
      <p:sp>
        <p:nvSpPr>
          <p:cNvPr id="22" name="Rectangle: Rounded Corners 21">
            <a:extLst>
              <a:ext uri="{FF2B5EF4-FFF2-40B4-BE49-F238E27FC236}">
                <a16:creationId xmlns:a16="http://schemas.microsoft.com/office/drawing/2014/main" id="{813FEA7A-2EA9-11F8-8050-4C3A44891795}"/>
              </a:ext>
            </a:extLst>
          </p:cNvPr>
          <p:cNvSpPr/>
          <p:nvPr userDrawn="1"/>
        </p:nvSpPr>
        <p:spPr>
          <a:xfrm>
            <a:off x="6265672" y="1343604"/>
            <a:ext cx="5263879" cy="4419021"/>
          </a:xfrm>
          <a:prstGeom prst="roundRect">
            <a:avLst>
              <a:gd name="adj" fmla="val 0"/>
            </a:avLst>
          </a:prstGeom>
          <a:solidFill>
            <a:schemeClr val="bg1"/>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R="0" lvl="0" indent="0" algn="ctr" fontAlgn="auto">
              <a:lnSpc>
                <a:spcPct val="100000"/>
              </a:lnSpc>
              <a:spcBef>
                <a:spcPts val="0"/>
              </a:spcBef>
              <a:spcAft>
                <a:spcPts val="0"/>
              </a:spcAft>
              <a:buClrTx/>
              <a:buSzTx/>
              <a:buFontTx/>
              <a:buNone/>
              <a:tabLst/>
            </a:pPr>
            <a:endParaRPr kumimoji="0" lang="en-US" b="0" i="0" u="none" strike="noStrike" cap="none" spc="0" normalizeH="0" baseline="0">
              <a:ln>
                <a:noFill/>
              </a:ln>
              <a:solidFill>
                <a:srgbClr val="000000"/>
              </a:solidFill>
              <a:effectLst/>
              <a:uLnTx/>
              <a:uFillTx/>
              <a:latin typeface="Arial" panose="020B0604020202020204" pitchFamily="34" charset="0"/>
              <a:cs typeface="Arial" panose="020B0604020202020204" pitchFamily="34" charset="0"/>
            </a:endParaRPr>
          </a:p>
        </p:txBody>
      </p:sp>
      <p:sp>
        <p:nvSpPr>
          <p:cNvPr id="23" name="Rectangle: Top Corners Rounded 22">
            <a:extLst>
              <a:ext uri="{FF2B5EF4-FFF2-40B4-BE49-F238E27FC236}">
                <a16:creationId xmlns:a16="http://schemas.microsoft.com/office/drawing/2014/main" id="{77001077-C0A3-5CBC-69FE-DA87C245E147}"/>
              </a:ext>
            </a:extLst>
          </p:cNvPr>
          <p:cNvSpPr/>
          <p:nvPr userDrawn="1"/>
        </p:nvSpPr>
        <p:spPr>
          <a:xfrm>
            <a:off x="6265672" y="1269179"/>
            <a:ext cx="5263879" cy="782280"/>
          </a:xfrm>
          <a:prstGeom prst="round2SameRect">
            <a:avLst>
              <a:gd name="adj1" fmla="val 0"/>
              <a:gd name="adj2" fmla="val 0"/>
            </a:avLst>
          </a:prstGeom>
          <a:solidFill>
            <a:srgbClr val="4040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 Placeholder 5182">
            <a:extLst>
              <a:ext uri="{FF2B5EF4-FFF2-40B4-BE49-F238E27FC236}">
                <a16:creationId xmlns:a16="http://schemas.microsoft.com/office/drawing/2014/main" id="{BF5C8E3D-56C3-1D23-F762-DEA31E065F43}"/>
              </a:ext>
            </a:extLst>
          </p:cNvPr>
          <p:cNvSpPr>
            <a:spLocks noGrp="1"/>
          </p:cNvSpPr>
          <p:nvPr>
            <p:ph type="body" sz="quarter" idx="13" hasCustomPrompt="1"/>
          </p:nvPr>
        </p:nvSpPr>
        <p:spPr>
          <a:xfrm>
            <a:off x="6307748" y="1376434"/>
            <a:ext cx="5179727" cy="567771"/>
          </a:xfrm>
        </p:spPr>
        <p:txBody>
          <a:bodyPr anchor="ctr">
            <a:normAutofit/>
          </a:bodyPr>
          <a:lstStyle>
            <a:lvl1pPr marL="0" indent="0" algn="ctr">
              <a:buNone/>
              <a:defRPr sz="2400" b="1">
                <a:solidFill>
                  <a:schemeClr val="bg1"/>
                </a:solidFill>
              </a:defRPr>
            </a:lvl1pPr>
          </a:lstStyle>
          <a:p>
            <a:pPr lvl="0"/>
            <a:r>
              <a:rPr lang="en-US"/>
              <a:t>Title</a:t>
            </a:r>
          </a:p>
        </p:txBody>
      </p:sp>
      <p:sp>
        <p:nvSpPr>
          <p:cNvPr id="25" name="Content Placeholder 13">
            <a:extLst>
              <a:ext uri="{FF2B5EF4-FFF2-40B4-BE49-F238E27FC236}">
                <a16:creationId xmlns:a16="http://schemas.microsoft.com/office/drawing/2014/main" id="{6D2E6B18-1775-5E69-F7E0-EC8A5EFFE0B3}"/>
              </a:ext>
            </a:extLst>
          </p:cNvPr>
          <p:cNvSpPr>
            <a:spLocks noGrp="1"/>
          </p:cNvSpPr>
          <p:nvPr>
            <p:ph sz="quarter" idx="14"/>
          </p:nvPr>
        </p:nvSpPr>
        <p:spPr>
          <a:xfrm>
            <a:off x="6385305" y="2144998"/>
            <a:ext cx="5024613" cy="3306260"/>
          </a:xfrm>
        </p:spPr>
        <p:txBody>
          <a:bodyPr>
            <a:normAutofit/>
          </a:bodyPr>
          <a:lstStyle>
            <a:lvl1pPr>
              <a:buClr>
                <a:srgbClr val="404040"/>
              </a:buClr>
              <a:defRPr sz="1800"/>
            </a:lvl1pPr>
          </a:lstStyle>
          <a:p>
            <a:pPr lvl="0"/>
            <a:r>
              <a:rPr lang="en-US"/>
              <a:t>Click to edit Master text styles</a:t>
            </a:r>
          </a:p>
          <a:p>
            <a:pPr lvl="1"/>
            <a:endParaRPr lang="en-US"/>
          </a:p>
        </p:txBody>
      </p:sp>
      <p:sp>
        <p:nvSpPr>
          <p:cNvPr id="3" name="Text Placeholder 5182">
            <a:extLst>
              <a:ext uri="{FF2B5EF4-FFF2-40B4-BE49-F238E27FC236}">
                <a16:creationId xmlns:a16="http://schemas.microsoft.com/office/drawing/2014/main" id="{8F705AB4-2A73-E6A9-5C80-F977ED76D87C}"/>
              </a:ext>
            </a:extLst>
          </p:cNvPr>
          <p:cNvSpPr>
            <a:spLocks noGrp="1"/>
          </p:cNvSpPr>
          <p:nvPr>
            <p:ph type="body" sz="quarter" idx="10" hasCustomPrompt="1"/>
          </p:nvPr>
        </p:nvSpPr>
        <p:spPr>
          <a:xfrm>
            <a:off x="359682" y="202228"/>
            <a:ext cx="11100481" cy="712172"/>
          </a:xfrm>
        </p:spPr>
        <p:txBody>
          <a:bodyPr anchor="ctr">
            <a:normAutofit/>
          </a:bodyPr>
          <a:lstStyle>
            <a:lvl1pPr marL="0" indent="0">
              <a:buNone/>
              <a:defRPr sz="3200" b="1">
                <a:solidFill>
                  <a:schemeClr val="tx1">
                    <a:lumMod val="95000"/>
                    <a:lumOff val="5000"/>
                  </a:schemeClr>
                </a:solidFill>
              </a:defRPr>
            </a:lvl1pPr>
          </a:lstStyle>
          <a:p>
            <a:pPr lvl="0"/>
            <a:r>
              <a:rPr lang="en-US"/>
              <a:t>Heading / Title</a:t>
            </a:r>
          </a:p>
        </p:txBody>
      </p:sp>
    </p:spTree>
    <p:extLst>
      <p:ext uri="{BB962C8B-B14F-4D97-AF65-F5344CB8AC3E}">
        <p14:creationId xmlns:p14="http://schemas.microsoft.com/office/powerpoint/2010/main" val="20495312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grpSp>
        <p:nvGrpSpPr>
          <p:cNvPr id="5178" name="Group 5177">
            <a:extLst>
              <a:ext uri="{FF2B5EF4-FFF2-40B4-BE49-F238E27FC236}">
                <a16:creationId xmlns:a16="http://schemas.microsoft.com/office/drawing/2014/main" id="{21ED279D-9E23-E842-39AB-5B08C2CFFCA3}"/>
              </a:ext>
            </a:extLst>
          </p:cNvPr>
          <p:cNvGrpSpPr/>
          <p:nvPr userDrawn="1"/>
        </p:nvGrpSpPr>
        <p:grpSpPr>
          <a:xfrm>
            <a:off x="2366578" y="4156"/>
            <a:ext cx="9825422" cy="6855125"/>
            <a:chOff x="2366578" y="4156"/>
            <a:chExt cx="9825422" cy="6855125"/>
          </a:xfrm>
        </p:grpSpPr>
        <p:sp>
          <p:nvSpPr>
            <p:cNvPr id="10" name="Freeform: Shape 9">
              <a:extLst>
                <a:ext uri="{FF2B5EF4-FFF2-40B4-BE49-F238E27FC236}">
                  <a16:creationId xmlns:a16="http://schemas.microsoft.com/office/drawing/2014/main" id="{B43E78BC-4A5B-E170-B7E2-79EC886ED672}"/>
                </a:ext>
              </a:extLst>
            </p:cNvPr>
            <p:cNvSpPr/>
            <p:nvPr/>
          </p:nvSpPr>
          <p:spPr>
            <a:xfrm>
              <a:off x="2366578"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F13A2246-C92D-1099-6F0B-B9D9456D6D55}"/>
                </a:ext>
              </a:extLst>
            </p:cNvPr>
            <p:cNvSpPr/>
            <p:nvPr/>
          </p:nvSpPr>
          <p:spPr>
            <a:xfrm>
              <a:off x="2480790"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FE115DC2-355D-219B-9356-2085FD415B65}"/>
                </a:ext>
              </a:extLst>
            </p:cNvPr>
            <p:cNvSpPr/>
            <p:nvPr/>
          </p:nvSpPr>
          <p:spPr>
            <a:xfrm>
              <a:off x="2595046"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 name="Freeform: Shape 12">
              <a:extLst>
                <a:ext uri="{FF2B5EF4-FFF2-40B4-BE49-F238E27FC236}">
                  <a16:creationId xmlns:a16="http://schemas.microsoft.com/office/drawing/2014/main" id="{416D8B07-7A5D-DC69-6847-ACAB7AC4FC79}"/>
                </a:ext>
              </a:extLst>
            </p:cNvPr>
            <p:cNvSpPr/>
            <p:nvPr/>
          </p:nvSpPr>
          <p:spPr>
            <a:xfrm>
              <a:off x="2709301"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 name="Freeform: Shape 13">
              <a:extLst>
                <a:ext uri="{FF2B5EF4-FFF2-40B4-BE49-F238E27FC236}">
                  <a16:creationId xmlns:a16="http://schemas.microsoft.com/office/drawing/2014/main" id="{DB340E14-7654-1D55-C67A-BB1DB349DA82}"/>
                </a:ext>
              </a:extLst>
            </p:cNvPr>
            <p:cNvSpPr/>
            <p:nvPr/>
          </p:nvSpPr>
          <p:spPr>
            <a:xfrm>
              <a:off x="2823557"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BC3E0973-6D3B-CCF3-74F6-A14A447ADB86}"/>
                </a:ext>
              </a:extLst>
            </p:cNvPr>
            <p:cNvSpPr/>
            <p:nvPr/>
          </p:nvSpPr>
          <p:spPr>
            <a:xfrm>
              <a:off x="2937813"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 name="Freeform: Shape 15">
              <a:extLst>
                <a:ext uri="{FF2B5EF4-FFF2-40B4-BE49-F238E27FC236}">
                  <a16:creationId xmlns:a16="http://schemas.microsoft.com/office/drawing/2014/main" id="{480C0F75-77D1-38BA-3427-E07E4021B5F3}"/>
                </a:ext>
              </a:extLst>
            </p:cNvPr>
            <p:cNvSpPr/>
            <p:nvPr/>
          </p:nvSpPr>
          <p:spPr>
            <a:xfrm>
              <a:off x="3052069"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 name="Freeform: Shape 16">
              <a:extLst>
                <a:ext uri="{FF2B5EF4-FFF2-40B4-BE49-F238E27FC236}">
                  <a16:creationId xmlns:a16="http://schemas.microsoft.com/office/drawing/2014/main" id="{BA98E82E-08C6-EE4C-3A17-179C9AFEABB0}"/>
                </a:ext>
              </a:extLst>
            </p:cNvPr>
            <p:cNvSpPr/>
            <p:nvPr/>
          </p:nvSpPr>
          <p:spPr>
            <a:xfrm>
              <a:off x="3166325"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4B9D00DB-D6EC-DBC9-FB1E-8C43D3A47398}"/>
                </a:ext>
              </a:extLst>
            </p:cNvPr>
            <p:cNvSpPr/>
            <p:nvPr/>
          </p:nvSpPr>
          <p:spPr>
            <a:xfrm>
              <a:off x="3280580"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09DBCD01-549A-2ED0-660E-5966818207DD}"/>
                </a:ext>
              </a:extLst>
            </p:cNvPr>
            <p:cNvSpPr/>
            <p:nvPr/>
          </p:nvSpPr>
          <p:spPr>
            <a:xfrm>
              <a:off x="3394836"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 name="Freeform: Shape 19">
              <a:extLst>
                <a:ext uri="{FF2B5EF4-FFF2-40B4-BE49-F238E27FC236}">
                  <a16:creationId xmlns:a16="http://schemas.microsoft.com/office/drawing/2014/main" id="{92C13FB2-AD9C-E0F0-F025-EC6C58565A00}"/>
                </a:ext>
              </a:extLst>
            </p:cNvPr>
            <p:cNvSpPr/>
            <p:nvPr/>
          </p:nvSpPr>
          <p:spPr>
            <a:xfrm>
              <a:off x="3509092"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 name="Freeform: Shape 20">
              <a:extLst>
                <a:ext uri="{FF2B5EF4-FFF2-40B4-BE49-F238E27FC236}">
                  <a16:creationId xmlns:a16="http://schemas.microsoft.com/office/drawing/2014/main" id="{B1C57CBD-14E6-70AA-B0D3-76527E6751D5}"/>
                </a:ext>
              </a:extLst>
            </p:cNvPr>
            <p:cNvSpPr/>
            <p:nvPr/>
          </p:nvSpPr>
          <p:spPr>
            <a:xfrm>
              <a:off x="3623348"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3398286B-121D-48B4-1DCC-035CC7C68A33}"/>
                </a:ext>
              </a:extLst>
            </p:cNvPr>
            <p:cNvSpPr/>
            <p:nvPr/>
          </p:nvSpPr>
          <p:spPr>
            <a:xfrm>
              <a:off x="3737603"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4BA98E65-35DF-BA56-199E-822264ABC4F7}"/>
                </a:ext>
              </a:extLst>
            </p:cNvPr>
            <p:cNvSpPr/>
            <p:nvPr/>
          </p:nvSpPr>
          <p:spPr>
            <a:xfrm>
              <a:off x="3851815"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E3AE9A2F-99C1-D50B-715A-A4154C64D44B}"/>
                </a:ext>
              </a:extLst>
            </p:cNvPr>
            <p:cNvSpPr/>
            <p:nvPr/>
          </p:nvSpPr>
          <p:spPr>
            <a:xfrm>
              <a:off x="3966071"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0C34DBCB-4449-C6AC-A7C7-11943920B51A}"/>
                </a:ext>
              </a:extLst>
            </p:cNvPr>
            <p:cNvSpPr/>
            <p:nvPr/>
          </p:nvSpPr>
          <p:spPr>
            <a:xfrm>
              <a:off x="4080327"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E21AFB9D-52A6-0C66-1C45-F76923BFCD18}"/>
                </a:ext>
              </a:extLst>
            </p:cNvPr>
            <p:cNvSpPr/>
            <p:nvPr/>
          </p:nvSpPr>
          <p:spPr>
            <a:xfrm>
              <a:off x="4194582"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CC658AAA-FBF8-135A-79CE-4A635C048278}"/>
                </a:ext>
              </a:extLst>
            </p:cNvPr>
            <p:cNvSpPr/>
            <p:nvPr/>
          </p:nvSpPr>
          <p:spPr>
            <a:xfrm>
              <a:off x="4308838"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5F8F11DC-9D08-7777-DD23-48FF5F6297EC}"/>
                </a:ext>
              </a:extLst>
            </p:cNvPr>
            <p:cNvSpPr/>
            <p:nvPr/>
          </p:nvSpPr>
          <p:spPr>
            <a:xfrm>
              <a:off x="4423094"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594F9173-089E-50BC-5E12-4188CF2ED8DF}"/>
                </a:ext>
              </a:extLst>
            </p:cNvPr>
            <p:cNvSpPr/>
            <p:nvPr/>
          </p:nvSpPr>
          <p:spPr>
            <a:xfrm>
              <a:off x="4537350"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842B0432-83D4-E1A1-D9B5-B3779624FD51}"/>
                </a:ext>
              </a:extLst>
            </p:cNvPr>
            <p:cNvSpPr/>
            <p:nvPr/>
          </p:nvSpPr>
          <p:spPr>
            <a:xfrm>
              <a:off x="4651605"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2E962850-698D-9375-AFE0-93B7D6E09444}"/>
                </a:ext>
              </a:extLst>
            </p:cNvPr>
            <p:cNvSpPr/>
            <p:nvPr/>
          </p:nvSpPr>
          <p:spPr>
            <a:xfrm>
              <a:off x="4765861"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57887871-FDFA-358E-32D3-807C8582B6F6}"/>
                </a:ext>
              </a:extLst>
            </p:cNvPr>
            <p:cNvSpPr/>
            <p:nvPr/>
          </p:nvSpPr>
          <p:spPr>
            <a:xfrm>
              <a:off x="4880117"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F688C33D-0E73-6BC3-1708-5662B0B15B6E}"/>
                </a:ext>
              </a:extLst>
            </p:cNvPr>
            <p:cNvSpPr/>
            <p:nvPr/>
          </p:nvSpPr>
          <p:spPr>
            <a:xfrm>
              <a:off x="4994373"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5FF50B50-45E8-AB87-9A0A-FB200B2F752A}"/>
                </a:ext>
              </a:extLst>
            </p:cNvPr>
            <p:cNvSpPr/>
            <p:nvPr/>
          </p:nvSpPr>
          <p:spPr>
            <a:xfrm>
              <a:off x="5108629"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DF9AD1D1-D648-BF36-CBE5-C3D8765E0CB4}"/>
                </a:ext>
              </a:extLst>
            </p:cNvPr>
            <p:cNvSpPr/>
            <p:nvPr/>
          </p:nvSpPr>
          <p:spPr>
            <a:xfrm>
              <a:off x="5222840"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8020DB6B-B1A8-222B-D928-2BF4BE5181BA}"/>
                </a:ext>
              </a:extLst>
            </p:cNvPr>
            <p:cNvSpPr/>
            <p:nvPr/>
          </p:nvSpPr>
          <p:spPr>
            <a:xfrm>
              <a:off x="5337096"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42B4190D-B8B0-C786-B977-D6AB63407F1C}"/>
                </a:ext>
              </a:extLst>
            </p:cNvPr>
            <p:cNvSpPr/>
            <p:nvPr/>
          </p:nvSpPr>
          <p:spPr>
            <a:xfrm>
              <a:off x="5451352"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8CB49AD8-B21E-38B3-8672-8927A6A9693A}"/>
                </a:ext>
              </a:extLst>
            </p:cNvPr>
            <p:cNvSpPr/>
            <p:nvPr/>
          </p:nvSpPr>
          <p:spPr>
            <a:xfrm>
              <a:off x="5565608"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2CA3BB91-7240-3641-9EE9-66CB999F5FAC}"/>
                </a:ext>
              </a:extLst>
            </p:cNvPr>
            <p:cNvSpPr/>
            <p:nvPr/>
          </p:nvSpPr>
          <p:spPr>
            <a:xfrm>
              <a:off x="5679863"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445564AA-74BC-36A9-46A2-D637BDBC8E7A}"/>
                </a:ext>
              </a:extLst>
            </p:cNvPr>
            <p:cNvSpPr/>
            <p:nvPr/>
          </p:nvSpPr>
          <p:spPr>
            <a:xfrm>
              <a:off x="5794119"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E59E5A60-3C17-94BE-7A01-136F07E6F48B}"/>
                </a:ext>
              </a:extLst>
            </p:cNvPr>
            <p:cNvSpPr/>
            <p:nvPr/>
          </p:nvSpPr>
          <p:spPr>
            <a:xfrm>
              <a:off x="5908375"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1FFBF505-FAD9-784C-0B99-9352A966B397}"/>
                </a:ext>
              </a:extLst>
            </p:cNvPr>
            <p:cNvSpPr/>
            <p:nvPr/>
          </p:nvSpPr>
          <p:spPr>
            <a:xfrm>
              <a:off x="6022631"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1CA9F9E2-ECEB-66F8-7D8C-1801B5363EFA}"/>
                </a:ext>
              </a:extLst>
            </p:cNvPr>
            <p:cNvSpPr/>
            <p:nvPr/>
          </p:nvSpPr>
          <p:spPr>
            <a:xfrm>
              <a:off x="6136886"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A7B39D50-62F9-DF7E-7C6F-4BB299C2BE0E}"/>
                </a:ext>
              </a:extLst>
            </p:cNvPr>
            <p:cNvSpPr/>
            <p:nvPr/>
          </p:nvSpPr>
          <p:spPr>
            <a:xfrm>
              <a:off x="6251142"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9023B00A-7872-1CE3-C8DA-BF7778BF3098}"/>
                </a:ext>
              </a:extLst>
            </p:cNvPr>
            <p:cNvSpPr/>
            <p:nvPr/>
          </p:nvSpPr>
          <p:spPr>
            <a:xfrm>
              <a:off x="6365398"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74430A72-7CEC-5EF9-C9D9-CD40BDD76378}"/>
                </a:ext>
              </a:extLst>
            </p:cNvPr>
            <p:cNvSpPr/>
            <p:nvPr/>
          </p:nvSpPr>
          <p:spPr>
            <a:xfrm>
              <a:off x="6479610"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1BB196DC-D753-D9AF-916F-03B751F985D4}"/>
                </a:ext>
              </a:extLst>
            </p:cNvPr>
            <p:cNvSpPr/>
            <p:nvPr/>
          </p:nvSpPr>
          <p:spPr>
            <a:xfrm>
              <a:off x="6593865"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7451FBC-2DFD-0963-783A-ADB3D29DD0C4}"/>
                </a:ext>
              </a:extLst>
            </p:cNvPr>
            <p:cNvSpPr/>
            <p:nvPr/>
          </p:nvSpPr>
          <p:spPr>
            <a:xfrm>
              <a:off x="6708121" y="415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6B298A55-E5A1-CF1B-F839-DCC24F3C9175}"/>
                </a:ext>
              </a:extLst>
            </p:cNvPr>
            <p:cNvSpPr/>
            <p:nvPr/>
          </p:nvSpPr>
          <p:spPr>
            <a:xfrm>
              <a:off x="6822377"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E698EE64-01A7-D504-45CB-0A9101D5815C}"/>
                </a:ext>
              </a:extLst>
            </p:cNvPr>
            <p:cNvSpPr/>
            <p:nvPr/>
          </p:nvSpPr>
          <p:spPr>
            <a:xfrm>
              <a:off x="6936633"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D3571D60-2B4E-8762-EB85-5EED31C35FE4}"/>
                </a:ext>
              </a:extLst>
            </p:cNvPr>
            <p:cNvSpPr/>
            <p:nvPr/>
          </p:nvSpPr>
          <p:spPr>
            <a:xfrm>
              <a:off x="7050888" y="415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41690EE4-7588-0A90-A204-4140DA712DA1}"/>
                </a:ext>
              </a:extLst>
            </p:cNvPr>
            <p:cNvSpPr/>
            <p:nvPr/>
          </p:nvSpPr>
          <p:spPr>
            <a:xfrm>
              <a:off x="7165144"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222C0D1A-D294-D7CE-6CAB-E3B2AF01A688}"/>
                </a:ext>
              </a:extLst>
            </p:cNvPr>
            <p:cNvSpPr/>
            <p:nvPr/>
          </p:nvSpPr>
          <p:spPr>
            <a:xfrm>
              <a:off x="2366578"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386C6B60-75DC-C7E8-AC47-1478FA15A2AA}"/>
                </a:ext>
              </a:extLst>
            </p:cNvPr>
            <p:cNvSpPr/>
            <p:nvPr/>
          </p:nvSpPr>
          <p:spPr>
            <a:xfrm>
              <a:off x="2480790"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B3D55618-1AD6-FEE6-D384-80CD03AA2337}"/>
                </a:ext>
              </a:extLst>
            </p:cNvPr>
            <p:cNvSpPr/>
            <p:nvPr/>
          </p:nvSpPr>
          <p:spPr>
            <a:xfrm>
              <a:off x="2595046"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196114BC-CF66-A299-0E75-AE57AD25550C}"/>
                </a:ext>
              </a:extLst>
            </p:cNvPr>
            <p:cNvSpPr/>
            <p:nvPr/>
          </p:nvSpPr>
          <p:spPr>
            <a:xfrm>
              <a:off x="2709301"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FEB2A113-8E6A-A3D8-6119-CBCFA4A4A3CE}"/>
                </a:ext>
              </a:extLst>
            </p:cNvPr>
            <p:cNvSpPr/>
            <p:nvPr/>
          </p:nvSpPr>
          <p:spPr>
            <a:xfrm>
              <a:off x="2823557"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06DF67E0-87DA-071F-474D-A510531E82D0}"/>
                </a:ext>
              </a:extLst>
            </p:cNvPr>
            <p:cNvSpPr/>
            <p:nvPr/>
          </p:nvSpPr>
          <p:spPr>
            <a:xfrm>
              <a:off x="2937813"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1E9D0166-95AF-A166-EFB3-6DB94EDA87E6}"/>
                </a:ext>
              </a:extLst>
            </p:cNvPr>
            <p:cNvSpPr/>
            <p:nvPr/>
          </p:nvSpPr>
          <p:spPr>
            <a:xfrm>
              <a:off x="3052069"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D82E9306-5649-3038-03B6-44C6204249A7}"/>
                </a:ext>
              </a:extLst>
            </p:cNvPr>
            <p:cNvSpPr/>
            <p:nvPr/>
          </p:nvSpPr>
          <p:spPr>
            <a:xfrm>
              <a:off x="3166325"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E2CD28F7-2511-5E2A-42C6-4A1AB9140B5B}"/>
                </a:ext>
              </a:extLst>
            </p:cNvPr>
            <p:cNvSpPr/>
            <p:nvPr/>
          </p:nvSpPr>
          <p:spPr>
            <a:xfrm>
              <a:off x="3280580"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AAA2102B-FD99-32D9-A40E-2D8E4303C6A9}"/>
                </a:ext>
              </a:extLst>
            </p:cNvPr>
            <p:cNvSpPr/>
            <p:nvPr/>
          </p:nvSpPr>
          <p:spPr>
            <a:xfrm>
              <a:off x="3394836"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2052F08F-0C92-B2C0-5F28-D4030BC96BD7}"/>
                </a:ext>
              </a:extLst>
            </p:cNvPr>
            <p:cNvSpPr/>
            <p:nvPr/>
          </p:nvSpPr>
          <p:spPr>
            <a:xfrm>
              <a:off x="3509092"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999052EC-4C80-0200-51E8-82FF9340BF68}"/>
                </a:ext>
              </a:extLst>
            </p:cNvPr>
            <p:cNvSpPr/>
            <p:nvPr/>
          </p:nvSpPr>
          <p:spPr>
            <a:xfrm>
              <a:off x="3623348"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47AC37BD-1026-064A-208E-855AA78DF202}"/>
                </a:ext>
              </a:extLst>
            </p:cNvPr>
            <p:cNvSpPr/>
            <p:nvPr/>
          </p:nvSpPr>
          <p:spPr>
            <a:xfrm>
              <a:off x="3737603"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483D4547-FA77-C070-A859-323811163722}"/>
                </a:ext>
              </a:extLst>
            </p:cNvPr>
            <p:cNvSpPr/>
            <p:nvPr/>
          </p:nvSpPr>
          <p:spPr>
            <a:xfrm>
              <a:off x="3851815"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E1DBF0DC-DC1A-81AF-73DF-EE79F7767EF3}"/>
                </a:ext>
              </a:extLst>
            </p:cNvPr>
            <p:cNvSpPr/>
            <p:nvPr/>
          </p:nvSpPr>
          <p:spPr>
            <a:xfrm>
              <a:off x="3966071"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471A9BBC-86A6-4D99-F142-6911287FADBC}"/>
                </a:ext>
              </a:extLst>
            </p:cNvPr>
            <p:cNvSpPr/>
            <p:nvPr/>
          </p:nvSpPr>
          <p:spPr>
            <a:xfrm>
              <a:off x="4080327"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FE76321D-6A70-57EF-FC07-5687903AA35C}"/>
                </a:ext>
              </a:extLst>
            </p:cNvPr>
            <p:cNvSpPr/>
            <p:nvPr/>
          </p:nvSpPr>
          <p:spPr>
            <a:xfrm>
              <a:off x="4194582"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53C3EB8F-EBB7-1D68-8291-69B43C3AC07F}"/>
                </a:ext>
              </a:extLst>
            </p:cNvPr>
            <p:cNvSpPr/>
            <p:nvPr/>
          </p:nvSpPr>
          <p:spPr>
            <a:xfrm>
              <a:off x="4308838"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88192543-F6EC-C2D8-5FD1-7BBADFADED2D}"/>
                </a:ext>
              </a:extLst>
            </p:cNvPr>
            <p:cNvSpPr/>
            <p:nvPr/>
          </p:nvSpPr>
          <p:spPr>
            <a:xfrm>
              <a:off x="4423094"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A8814D5F-3F3E-893E-6A41-76A6CF199988}"/>
                </a:ext>
              </a:extLst>
            </p:cNvPr>
            <p:cNvSpPr/>
            <p:nvPr/>
          </p:nvSpPr>
          <p:spPr>
            <a:xfrm>
              <a:off x="4537350"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4719CBA5-BD03-28F5-AD1D-02C5B1897052}"/>
                </a:ext>
              </a:extLst>
            </p:cNvPr>
            <p:cNvSpPr/>
            <p:nvPr/>
          </p:nvSpPr>
          <p:spPr>
            <a:xfrm>
              <a:off x="4651605"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1DD05964-7EAF-21A8-6A84-B3A8722D9A09}"/>
                </a:ext>
              </a:extLst>
            </p:cNvPr>
            <p:cNvSpPr/>
            <p:nvPr/>
          </p:nvSpPr>
          <p:spPr>
            <a:xfrm>
              <a:off x="4765861"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FF2BE276-3292-DC46-14A9-755D0A1425AF}"/>
                </a:ext>
              </a:extLst>
            </p:cNvPr>
            <p:cNvSpPr/>
            <p:nvPr/>
          </p:nvSpPr>
          <p:spPr>
            <a:xfrm>
              <a:off x="4880117"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B1CD1854-67A5-AA3A-F939-8BFE2EF6B027}"/>
                </a:ext>
              </a:extLst>
            </p:cNvPr>
            <p:cNvSpPr/>
            <p:nvPr/>
          </p:nvSpPr>
          <p:spPr>
            <a:xfrm>
              <a:off x="4994373"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EDB01B4A-BB24-D91D-8846-57EEDEF0B295}"/>
                </a:ext>
              </a:extLst>
            </p:cNvPr>
            <p:cNvSpPr/>
            <p:nvPr/>
          </p:nvSpPr>
          <p:spPr>
            <a:xfrm>
              <a:off x="5108629"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5C32D404-3C48-8CC9-DEDB-D84A40006E51}"/>
                </a:ext>
              </a:extLst>
            </p:cNvPr>
            <p:cNvSpPr/>
            <p:nvPr/>
          </p:nvSpPr>
          <p:spPr>
            <a:xfrm>
              <a:off x="5222840"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99812D24-594D-2AA4-C6D9-EC3FDECB58A7}"/>
                </a:ext>
              </a:extLst>
            </p:cNvPr>
            <p:cNvSpPr/>
            <p:nvPr/>
          </p:nvSpPr>
          <p:spPr>
            <a:xfrm>
              <a:off x="5337096"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48521911-BE29-75C2-B812-0FF2C91978FA}"/>
                </a:ext>
              </a:extLst>
            </p:cNvPr>
            <p:cNvSpPr/>
            <p:nvPr/>
          </p:nvSpPr>
          <p:spPr>
            <a:xfrm>
              <a:off x="5451352"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DE036506-804C-365E-E19C-279E1E46BC79}"/>
                </a:ext>
              </a:extLst>
            </p:cNvPr>
            <p:cNvSpPr/>
            <p:nvPr/>
          </p:nvSpPr>
          <p:spPr>
            <a:xfrm>
              <a:off x="5565608"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6ED26AA3-330F-6AFC-4F94-BFEE92E4872B}"/>
                </a:ext>
              </a:extLst>
            </p:cNvPr>
            <p:cNvSpPr/>
            <p:nvPr/>
          </p:nvSpPr>
          <p:spPr>
            <a:xfrm>
              <a:off x="5679863"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957D6885-491C-4F2C-03D5-4C5B47E570AD}"/>
                </a:ext>
              </a:extLst>
            </p:cNvPr>
            <p:cNvSpPr/>
            <p:nvPr/>
          </p:nvSpPr>
          <p:spPr>
            <a:xfrm>
              <a:off x="5794119"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592DE684-964C-2C92-3D3B-C0CC553620DE}"/>
                </a:ext>
              </a:extLst>
            </p:cNvPr>
            <p:cNvSpPr/>
            <p:nvPr/>
          </p:nvSpPr>
          <p:spPr>
            <a:xfrm>
              <a:off x="5908375"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FC6194CB-B526-EDC6-80DA-71D5F59D325F}"/>
                </a:ext>
              </a:extLst>
            </p:cNvPr>
            <p:cNvSpPr/>
            <p:nvPr/>
          </p:nvSpPr>
          <p:spPr>
            <a:xfrm>
              <a:off x="6022631"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88CAE527-01FB-F99F-4301-FCC2BCC790D0}"/>
                </a:ext>
              </a:extLst>
            </p:cNvPr>
            <p:cNvSpPr/>
            <p:nvPr/>
          </p:nvSpPr>
          <p:spPr>
            <a:xfrm>
              <a:off x="6136886"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145A9BD5-81FC-BB7D-2377-4C714FE24ED6}"/>
                </a:ext>
              </a:extLst>
            </p:cNvPr>
            <p:cNvSpPr/>
            <p:nvPr/>
          </p:nvSpPr>
          <p:spPr>
            <a:xfrm>
              <a:off x="6251142"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1E10E040-E1DF-C1CB-3722-A233D61A01B2}"/>
                </a:ext>
              </a:extLst>
            </p:cNvPr>
            <p:cNvSpPr/>
            <p:nvPr/>
          </p:nvSpPr>
          <p:spPr>
            <a:xfrm>
              <a:off x="6365398"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DA9E5AC0-EDF2-1473-A96A-DB86B48DB085}"/>
                </a:ext>
              </a:extLst>
            </p:cNvPr>
            <p:cNvSpPr/>
            <p:nvPr/>
          </p:nvSpPr>
          <p:spPr>
            <a:xfrm>
              <a:off x="6479610"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F6522189-C2E3-834B-788D-629D89530574}"/>
                </a:ext>
              </a:extLst>
            </p:cNvPr>
            <p:cNvSpPr/>
            <p:nvPr/>
          </p:nvSpPr>
          <p:spPr>
            <a:xfrm>
              <a:off x="6593865"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ACE3010C-3C48-DED5-B50A-EF0B94DFD6DA}"/>
                </a:ext>
              </a:extLst>
            </p:cNvPr>
            <p:cNvSpPr/>
            <p:nvPr/>
          </p:nvSpPr>
          <p:spPr>
            <a:xfrm>
              <a:off x="6708121" y="11841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2DE287EC-2A19-6ED2-C2BD-1542A7B9E14E}"/>
                </a:ext>
              </a:extLst>
            </p:cNvPr>
            <p:cNvSpPr/>
            <p:nvPr/>
          </p:nvSpPr>
          <p:spPr>
            <a:xfrm>
              <a:off x="6822377"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D81FC3A4-8487-5C94-6382-1BA6C42B6696}"/>
                </a:ext>
              </a:extLst>
            </p:cNvPr>
            <p:cNvSpPr/>
            <p:nvPr/>
          </p:nvSpPr>
          <p:spPr>
            <a:xfrm>
              <a:off x="6936633"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8AEE7F58-2B94-1BB5-2A4E-EDFCAE661133}"/>
                </a:ext>
              </a:extLst>
            </p:cNvPr>
            <p:cNvSpPr/>
            <p:nvPr/>
          </p:nvSpPr>
          <p:spPr>
            <a:xfrm>
              <a:off x="7050888" y="11841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7F864B02-ED55-623C-5F46-4454EC54D3A0}"/>
                </a:ext>
              </a:extLst>
            </p:cNvPr>
            <p:cNvSpPr/>
            <p:nvPr/>
          </p:nvSpPr>
          <p:spPr>
            <a:xfrm>
              <a:off x="7165144"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2F3D7FFF-F6A4-8811-70A1-2D3502271F5E}"/>
                </a:ext>
              </a:extLst>
            </p:cNvPr>
            <p:cNvSpPr/>
            <p:nvPr/>
          </p:nvSpPr>
          <p:spPr>
            <a:xfrm>
              <a:off x="2366578"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64499637-8C66-1D15-CF4F-96C3A811F316}"/>
                </a:ext>
              </a:extLst>
            </p:cNvPr>
            <p:cNvSpPr/>
            <p:nvPr/>
          </p:nvSpPr>
          <p:spPr>
            <a:xfrm>
              <a:off x="2480790"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D69411C8-BCEA-100C-86D0-610182DB3826}"/>
                </a:ext>
              </a:extLst>
            </p:cNvPr>
            <p:cNvSpPr/>
            <p:nvPr/>
          </p:nvSpPr>
          <p:spPr>
            <a:xfrm>
              <a:off x="2595046"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62354A31-9637-71A4-B04B-4977A5D3D82D}"/>
                </a:ext>
              </a:extLst>
            </p:cNvPr>
            <p:cNvSpPr/>
            <p:nvPr/>
          </p:nvSpPr>
          <p:spPr>
            <a:xfrm>
              <a:off x="2709301"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8147EF26-89C9-2206-819B-2889C89A5B0A}"/>
                </a:ext>
              </a:extLst>
            </p:cNvPr>
            <p:cNvSpPr/>
            <p:nvPr/>
          </p:nvSpPr>
          <p:spPr>
            <a:xfrm>
              <a:off x="2823557"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37811B5D-0E7E-A579-BC24-0E42F8E0B195}"/>
                </a:ext>
              </a:extLst>
            </p:cNvPr>
            <p:cNvSpPr/>
            <p:nvPr/>
          </p:nvSpPr>
          <p:spPr>
            <a:xfrm>
              <a:off x="2937813"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33960C26-36AC-CD29-E3EA-CB400BFE0E43}"/>
                </a:ext>
              </a:extLst>
            </p:cNvPr>
            <p:cNvSpPr/>
            <p:nvPr/>
          </p:nvSpPr>
          <p:spPr>
            <a:xfrm>
              <a:off x="3052069"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E83DA163-B577-A80A-0A8F-7539FDF14769}"/>
                </a:ext>
              </a:extLst>
            </p:cNvPr>
            <p:cNvSpPr/>
            <p:nvPr/>
          </p:nvSpPr>
          <p:spPr>
            <a:xfrm>
              <a:off x="3166325"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7CB42D9C-9A8B-3CF8-4549-891B9081EF17}"/>
                </a:ext>
              </a:extLst>
            </p:cNvPr>
            <p:cNvSpPr/>
            <p:nvPr/>
          </p:nvSpPr>
          <p:spPr>
            <a:xfrm>
              <a:off x="3280580"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682FF80C-397E-2AF2-F106-53FFE9357788}"/>
                </a:ext>
              </a:extLst>
            </p:cNvPr>
            <p:cNvSpPr/>
            <p:nvPr/>
          </p:nvSpPr>
          <p:spPr>
            <a:xfrm>
              <a:off x="3394836"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F015CFA0-10BB-9B85-1C8E-4330AC0C89B4}"/>
                </a:ext>
              </a:extLst>
            </p:cNvPr>
            <p:cNvSpPr/>
            <p:nvPr/>
          </p:nvSpPr>
          <p:spPr>
            <a:xfrm>
              <a:off x="3509092"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11936A63-C1B6-1F40-4A83-4D2065A0907B}"/>
                </a:ext>
              </a:extLst>
            </p:cNvPr>
            <p:cNvSpPr/>
            <p:nvPr/>
          </p:nvSpPr>
          <p:spPr>
            <a:xfrm>
              <a:off x="3623348"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DE7C9516-1528-DFDB-5EB9-634F944BD409}"/>
                </a:ext>
              </a:extLst>
            </p:cNvPr>
            <p:cNvSpPr/>
            <p:nvPr/>
          </p:nvSpPr>
          <p:spPr>
            <a:xfrm>
              <a:off x="3737603"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FC3DD0AB-71B1-2B00-F366-66F189A41832}"/>
                </a:ext>
              </a:extLst>
            </p:cNvPr>
            <p:cNvSpPr/>
            <p:nvPr/>
          </p:nvSpPr>
          <p:spPr>
            <a:xfrm>
              <a:off x="3851815"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44155135-BF2C-F451-EAD1-9C2C5982E3AB}"/>
                </a:ext>
              </a:extLst>
            </p:cNvPr>
            <p:cNvSpPr/>
            <p:nvPr/>
          </p:nvSpPr>
          <p:spPr>
            <a:xfrm>
              <a:off x="3966071"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69A57234-E5AE-BB4B-E8CC-918202B4038A}"/>
                </a:ext>
              </a:extLst>
            </p:cNvPr>
            <p:cNvSpPr/>
            <p:nvPr/>
          </p:nvSpPr>
          <p:spPr>
            <a:xfrm>
              <a:off x="4080327"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E71D303C-246A-8D57-10E0-C9F7D1D93C7F}"/>
                </a:ext>
              </a:extLst>
            </p:cNvPr>
            <p:cNvSpPr/>
            <p:nvPr/>
          </p:nvSpPr>
          <p:spPr>
            <a:xfrm>
              <a:off x="4194582"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E3C56126-406D-DE03-3DDF-E6C584F1C0BA}"/>
                </a:ext>
              </a:extLst>
            </p:cNvPr>
            <p:cNvSpPr/>
            <p:nvPr/>
          </p:nvSpPr>
          <p:spPr>
            <a:xfrm>
              <a:off x="4308838"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E0E6D879-EC6B-C0C3-16ED-7158EF0A5A63}"/>
                </a:ext>
              </a:extLst>
            </p:cNvPr>
            <p:cNvSpPr/>
            <p:nvPr/>
          </p:nvSpPr>
          <p:spPr>
            <a:xfrm>
              <a:off x="4423094"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E7D0F400-9843-0967-8733-B4DAD81D18F9}"/>
                </a:ext>
              </a:extLst>
            </p:cNvPr>
            <p:cNvSpPr/>
            <p:nvPr/>
          </p:nvSpPr>
          <p:spPr>
            <a:xfrm>
              <a:off x="4537350"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01DA10E4-1880-8C2A-5B79-B73711C8E95B}"/>
                </a:ext>
              </a:extLst>
            </p:cNvPr>
            <p:cNvSpPr/>
            <p:nvPr/>
          </p:nvSpPr>
          <p:spPr>
            <a:xfrm>
              <a:off x="4651605"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DA3DCFDA-928E-C878-6604-813F7D1242CD}"/>
                </a:ext>
              </a:extLst>
            </p:cNvPr>
            <p:cNvSpPr/>
            <p:nvPr/>
          </p:nvSpPr>
          <p:spPr>
            <a:xfrm>
              <a:off x="4765861"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CC7FA3D7-0359-DA18-9CA2-BE12398C442C}"/>
                </a:ext>
              </a:extLst>
            </p:cNvPr>
            <p:cNvSpPr/>
            <p:nvPr/>
          </p:nvSpPr>
          <p:spPr>
            <a:xfrm>
              <a:off x="4880117"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3B4FD044-320D-B1AD-262D-6A86614463DB}"/>
                </a:ext>
              </a:extLst>
            </p:cNvPr>
            <p:cNvSpPr/>
            <p:nvPr/>
          </p:nvSpPr>
          <p:spPr>
            <a:xfrm>
              <a:off x="4994373"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62533774-06E6-83DA-484C-C598BB299407}"/>
                </a:ext>
              </a:extLst>
            </p:cNvPr>
            <p:cNvSpPr/>
            <p:nvPr/>
          </p:nvSpPr>
          <p:spPr>
            <a:xfrm>
              <a:off x="5108629"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EBFC4D29-3B50-81EE-7033-740034AAAA3C}"/>
                </a:ext>
              </a:extLst>
            </p:cNvPr>
            <p:cNvSpPr/>
            <p:nvPr/>
          </p:nvSpPr>
          <p:spPr>
            <a:xfrm>
              <a:off x="5222840"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7749A512-B5BE-B923-FDBB-822787A188DE}"/>
                </a:ext>
              </a:extLst>
            </p:cNvPr>
            <p:cNvSpPr/>
            <p:nvPr/>
          </p:nvSpPr>
          <p:spPr>
            <a:xfrm>
              <a:off x="5337096"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B4C074AD-8845-7E82-190D-1B51E78F9A0D}"/>
                </a:ext>
              </a:extLst>
            </p:cNvPr>
            <p:cNvSpPr/>
            <p:nvPr/>
          </p:nvSpPr>
          <p:spPr>
            <a:xfrm>
              <a:off x="5451352"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BFF0FBD6-D6AA-532F-B918-3EDEFC1A20A0}"/>
                </a:ext>
              </a:extLst>
            </p:cNvPr>
            <p:cNvSpPr/>
            <p:nvPr/>
          </p:nvSpPr>
          <p:spPr>
            <a:xfrm>
              <a:off x="5565608"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E9B4C653-4CDD-4AAA-DE38-E3EBFBBFA0A5}"/>
                </a:ext>
              </a:extLst>
            </p:cNvPr>
            <p:cNvSpPr/>
            <p:nvPr/>
          </p:nvSpPr>
          <p:spPr>
            <a:xfrm>
              <a:off x="5679863"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CCACFC3C-482E-FDC7-74DD-22CA82E1F7D3}"/>
                </a:ext>
              </a:extLst>
            </p:cNvPr>
            <p:cNvSpPr/>
            <p:nvPr/>
          </p:nvSpPr>
          <p:spPr>
            <a:xfrm>
              <a:off x="5794119"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54460635-7DAB-BAB0-33CC-BADD495CE839}"/>
                </a:ext>
              </a:extLst>
            </p:cNvPr>
            <p:cNvSpPr/>
            <p:nvPr/>
          </p:nvSpPr>
          <p:spPr>
            <a:xfrm>
              <a:off x="5908375"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799D6681-1EBE-C9EE-61E7-CB41B3EAA66E}"/>
                </a:ext>
              </a:extLst>
            </p:cNvPr>
            <p:cNvSpPr/>
            <p:nvPr/>
          </p:nvSpPr>
          <p:spPr>
            <a:xfrm>
              <a:off x="6022631"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B2DDC280-0941-A4AF-10E1-4015E24E9EB6}"/>
                </a:ext>
              </a:extLst>
            </p:cNvPr>
            <p:cNvSpPr/>
            <p:nvPr/>
          </p:nvSpPr>
          <p:spPr>
            <a:xfrm>
              <a:off x="6136886"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1414A05C-292F-2BA1-8172-03E1D357612F}"/>
                </a:ext>
              </a:extLst>
            </p:cNvPr>
            <p:cNvSpPr/>
            <p:nvPr/>
          </p:nvSpPr>
          <p:spPr>
            <a:xfrm>
              <a:off x="6251142"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A191E86B-A1C8-A031-169F-7FE0896E17A3}"/>
                </a:ext>
              </a:extLst>
            </p:cNvPr>
            <p:cNvSpPr/>
            <p:nvPr/>
          </p:nvSpPr>
          <p:spPr>
            <a:xfrm>
              <a:off x="6365398"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D6721D5F-E5AC-3DA4-292B-23CEFCFE1273}"/>
                </a:ext>
              </a:extLst>
            </p:cNvPr>
            <p:cNvSpPr/>
            <p:nvPr/>
          </p:nvSpPr>
          <p:spPr>
            <a:xfrm>
              <a:off x="6479610"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DA42A816-645C-3AED-5631-8B3EC2D021E2}"/>
                </a:ext>
              </a:extLst>
            </p:cNvPr>
            <p:cNvSpPr/>
            <p:nvPr/>
          </p:nvSpPr>
          <p:spPr>
            <a:xfrm>
              <a:off x="6593865"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B00E63D1-9437-4AD2-0524-9B15FFDF288A}"/>
                </a:ext>
              </a:extLst>
            </p:cNvPr>
            <p:cNvSpPr/>
            <p:nvPr/>
          </p:nvSpPr>
          <p:spPr>
            <a:xfrm>
              <a:off x="6708121" y="23262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4F64D947-207A-F14C-63CD-6D2C0FF6A22C}"/>
                </a:ext>
              </a:extLst>
            </p:cNvPr>
            <p:cNvSpPr/>
            <p:nvPr/>
          </p:nvSpPr>
          <p:spPr>
            <a:xfrm>
              <a:off x="6822377"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C9B429BD-12C2-F48B-1B41-7EFABEA3CD42}"/>
                </a:ext>
              </a:extLst>
            </p:cNvPr>
            <p:cNvSpPr/>
            <p:nvPr/>
          </p:nvSpPr>
          <p:spPr>
            <a:xfrm>
              <a:off x="6936633"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16E70738-EB15-3E73-66DC-EF11BBAD5DA6}"/>
                </a:ext>
              </a:extLst>
            </p:cNvPr>
            <p:cNvSpPr/>
            <p:nvPr/>
          </p:nvSpPr>
          <p:spPr>
            <a:xfrm>
              <a:off x="7050888" y="23262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88189A52-FEF2-37C4-9E1E-818B560CEAB3}"/>
                </a:ext>
              </a:extLst>
            </p:cNvPr>
            <p:cNvSpPr/>
            <p:nvPr/>
          </p:nvSpPr>
          <p:spPr>
            <a:xfrm>
              <a:off x="7165144"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D7369629-E61C-A7B2-6E0A-9A5D2184A0FD}"/>
                </a:ext>
              </a:extLst>
            </p:cNvPr>
            <p:cNvSpPr/>
            <p:nvPr/>
          </p:nvSpPr>
          <p:spPr>
            <a:xfrm>
              <a:off x="2366578"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3BAE2243-FF6E-B1B8-EDBC-917D7188A392}"/>
                </a:ext>
              </a:extLst>
            </p:cNvPr>
            <p:cNvSpPr/>
            <p:nvPr/>
          </p:nvSpPr>
          <p:spPr>
            <a:xfrm>
              <a:off x="2480790"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830A4528-AAE1-ABE0-F2CE-DDF02FBE9EF3}"/>
                </a:ext>
              </a:extLst>
            </p:cNvPr>
            <p:cNvSpPr/>
            <p:nvPr/>
          </p:nvSpPr>
          <p:spPr>
            <a:xfrm>
              <a:off x="2595046"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EF9817FA-6A2A-FA78-1FBC-CEE5C65AEC80}"/>
                </a:ext>
              </a:extLst>
            </p:cNvPr>
            <p:cNvSpPr/>
            <p:nvPr/>
          </p:nvSpPr>
          <p:spPr>
            <a:xfrm>
              <a:off x="2709301"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3DFA39D5-2E76-9B5D-9447-A914898F123D}"/>
                </a:ext>
              </a:extLst>
            </p:cNvPr>
            <p:cNvSpPr/>
            <p:nvPr/>
          </p:nvSpPr>
          <p:spPr>
            <a:xfrm>
              <a:off x="2823557"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6205C2AC-F72B-B295-9564-C52BDFF347B5}"/>
                </a:ext>
              </a:extLst>
            </p:cNvPr>
            <p:cNvSpPr/>
            <p:nvPr/>
          </p:nvSpPr>
          <p:spPr>
            <a:xfrm>
              <a:off x="2937813"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1B632DDD-0898-DF9A-37DD-807DC1C8EA35}"/>
                </a:ext>
              </a:extLst>
            </p:cNvPr>
            <p:cNvSpPr/>
            <p:nvPr/>
          </p:nvSpPr>
          <p:spPr>
            <a:xfrm>
              <a:off x="3052069"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3D4B988C-D84A-580F-BB13-A5D61B43091C}"/>
                </a:ext>
              </a:extLst>
            </p:cNvPr>
            <p:cNvSpPr/>
            <p:nvPr/>
          </p:nvSpPr>
          <p:spPr>
            <a:xfrm>
              <a:off x="3166325"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4EAD3D47-709B-C58B-F5FB-98B01F718314}"/>
                </a:ext>
              </a:extLst>
            </p:cNvPr>
            <p:cNvSpPr/>
            <p:nvPr/>
          </p:nvSpPr>
          <p:spPr>
            <a:xfrm>
              <a:off x="3280580"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F4F56DF8-5318-558B-EDC8-2B7115DA48AE}"/>
                </a:ext>
              </a:extLst>
            </p:cNvPr>
            <p:cNvSpPr/>
            <p:nvPr/>
          </p:nvSpPr>
          <p:spPr>
            <a:xfrm>
              <a:off x="3394836"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B4ED1E64-2C68-8696-8B60-BF932320B189}"/>
                </a:ext>
              </a:extLst>
            </p:cNvPr>
            <p:cNvSpPr/>
            <p:nvPr/>
          </p:nvSpPr>
          <p:spPr>
            <a:xfrm>
              <a:off x="3509092"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43F4295A-FECA-BF10-C34C-1CB41C08A966}"/>
                </a:ext>
              </a:extLst>
            </p:cNvPr>
            <p:cNvSpPr/>
            <p:nvPr/>
          </p:nvSpPr>
          <p:spPr>
            <a:xfrm>
              <a:off x="3623348"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8EFC599E-55A0-8EBF-AE96-CF82107B3664}"/>
                </a:ext>
              </a:extLst>
            </p:cNvPr>
            <p:cNvSpPr/>
            <p:nvPr/>
          </p:nvSpPr>
          <p:spPr>
            <a:xfrm>
              <a:off x="3737603"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00C24F97-835B-53D1-59B5-48D7E6ECF4EE}"/>
                </a:ext>
              </a:extLst>
            </p:cNvPr>
            <p:cNvSpPr/>
            <p:nvPr/>
          </p:nvSpPr>
          <p:spPr>
            <a:xfrm>
              <a:off x="3851815"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5171C6B2-4D38-1491-2EBB-461042ABBB14}"/>
                </a:ext>
              </a:extLst>
            </p:cNvPr>
            <p:cNvSpPr/>
            <p:nvPr/>
          </p:nvSpPr>
          <p:spPr>
            <a:xfrm>
              <a:off x="3966071"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F57580F4-2100-29C4-C633-94213810E2DD}"/>
                </a:ext>
              </a:extLst>
            </p:cNvPr>
            <p:cNvSpPr/>
            <p:nvPr/>
          </p:nvSpPr>
          <p:spPr>
            <a:xfrm>
              <a:off x="4080327"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35C28CCE-91DA-8C3A-2879-91D720DD53AF}"/>
                </a:ext>
              </a:extLst>
            </p:cNvPr>
            <p:cNvSpPr/>
            <p:nvPr/>
          </p:nvSpPr>
          <p:spPr>
            <a:xfrm>
              <a:off x="4194582"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CBC2921E-2DE2-83DE-84BF-7BE4E229A2FD}"/>
                </a:ext>
              </a:extLst>
            </p:cNvPr>
            <p:cNvSpPr/>
            <p:nvPr/>
          </p:nvSpPr>
          <p:spPr>
            <a:xfrm>
              <a:off x="4308838"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2FCC8314-60DE-2EA4-6532-553E31060C74}"/>
                </a:ext>
              </a:extLst>
            </p:cNvPr>
            <p:cNvSpPr/>
            <p:nvPr/>
          </p:nvSpPr>
          <p:spPr>
            <a:xfrm>
              <a:off x="4423094"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D32E82AF-FFA4-8ED5-FD4E-BAF076E27739}"/>
                </a:ext>
              </a:extLst>
            </p:cNvPr>
            <p:cNvSpPr/>
            <p:nvPr/>
          </p:nvSpPr>
          <p:spPr>
            <a:xfrm>
              <a:off x="4537350"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5FB293CB-494D-FBB7-1E0C-E14A012B5FA4}"/>
                </a:ext>
              </a:extLst>
            </p:cNvPr>
            <p:cNvSpPr/>
            <p:nvPr/>
          </p:nvSpPr>
          <p:spPr>
            <a:xfrm>
              <a:off x="4651605"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5B05F201-A394-613D-2DF6-58BDFDDA2F05}"/>
                </a:ext>
              </a:extLst>
            </p:cNvPr>
            <p:cNvSpPr/>
            <p:nvPr/>
          </p:nvSpPr>
          <p:spPr>
            <a:xfrm>
              <a:off x="4765861"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81E7DBA5-392C-E3F6-EB5B-BE775B4D71AB}"/>
                </a:ext>
              </a:extLst>
            </p:cNvPr>
            <p:cNvSpPr/>
            <p:nvPr/>
          </p:nvSpPr>
          <p:spPr>
            <a:xfrm>
              <a:off x="4880117"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9C832F2E-E089-F593-442A-19A7DE86663F}"/>
                </a:ext>
              </a:extLst>
            </p:cNvPr>
            <p:cNvSpPr/>
            <p:nvPr/>
          </p:nvSpPr>
          <p:spPr>
            <a:xfrm>
              <a:off x="4994373"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25F22F0A-B9B4-20F3-D463-28EB37BEF56F}"/>
                </a:ext>
              </a:extLst>
            </p:cNvPr>
            <p:cNvSpPr/>
            <p:nvPr/>
          </p:nvSpPr>
          <p:spPr>
            <a:xfrm>
              <a:off x="5108629"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01EB7A5A-1282-CC2A-A722-5FA516E3ED0D}"/>
                </a:ext>
              </a:extLst>
            </p:cNvPr>
            <p:cNvSpPr/>
            <p:nvPr/>
          </p:nvSpPr>
          <p:spPr>
            <a:xfrm>
              <a:off x="5222840"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94EC46D5-F1B0-F87E-C0F3-46DB477F5714}"/>
                </a:ext>
              </a:extLst>
            </p:cNvPr>
            <p:cNvSpPr/>
            <p:nvPr/>
          </p:nvSpPr>
          <p:spPr>
            <a:xfrm>
              <a:off x="5337096"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D5800BFA-C217-85A3-278E-11B6B320372C}"/>
                </a:ext>
              </a:extLst>
            </p:cNvPr>
            <p:cNvSpPr/>
            <p:nvPr/>
          </p:nvSpPr>
          <p:spPr>
            <a:xfrm>
              <a:off x="5451352"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CF29879D-33F4-5B35-6F0D-EDDBFF466A6F}"/>
                </a:ext>
              </a:extLst>
            </p:cNvPr>
            <p:cNvSpPr/>
            <p:nvPr/>
          </p:nvSpPr>
          <p:spPr>
            <a:xfrm>
              <a:off x="5565608"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9A763642-DD56-799C-A165-BBDD63A96CA4}"/>
                </a:ext>
              </a:extLst>
            </p:cNvPr>
            <p:cNvSpPr/>
            <p:nvPr/>
          </p:nvSpPr>
          <p:spPr>
            <a:xfrm>
              <a:off x="5679863"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E589BB08-53AA-9966-4590-7C24C0771671}"/>
                </a:ext>
              </a:extLst>
            </p:cNvPr>
            <p:cNvSpPr/>
            <p:nvPr/>
          </p:nvSpPr>
          <p:spPr>
            <a:xfrm>
              <a:off x="5794119"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54452D59-6DEC-FCE2-1DA9-0C478E249D16}"/>
                </a:ext>
              </a:extLst>
            </p:cNvPr>
            <p:cNvSpPr/>
            <p:nvPr/>
          </p:nvSpPr>
          <p:spPr>
            <a:xfrm>
              <a:off x="5908375"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84EF9034-4D45-69F5-01C1-519A43BD0EDF}"/>
                </a:ext>
              </a:extLst>
            </p:cNvPr>
            <p:cNvSpPr/>
            <p:nvPr/>
          </p:nvSpPr>
          <p:spPr>
            <a:xfrm>
              <a:off x="6022631"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53748971-866B-262A-847C-5A6877606B37}"/>
                </a:ext>
              </a:extLst>
            </p:cNvPr>
            <p:cNvSpPr/>
            <p:nvPr/>
          </p:nvSpPr>
          <p:spPr>
            <a:xfrm>
              <a:off x="6136886"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40A4D64C-BB94-37F7-A1CC-9153977904A9}"/>
                </a:ext>
              </a:extLst>
            </p:cNvPr>
            <p:cNvSpPr/>
            <p:nvPr/>
          </p:nvSpPr>
          <p:spPr>
            <a:xfrm>
              <a:off x="6251142"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7B65B8CB-948F-D779-FACF-D5CF4AB60FE3}"/>
                </a:ext>
              </a:extLst>
            </p:cNvPr>
            <p:cNvSpPr/>
            <p:nvPr/>
          </p:nvSpPr>
          <p:spPr>
            <a:xfrm>
              <a:off x="6365398"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046E5A11-D679-9DF8-73E7-BFDF05038767}"/>
                </a:ext>
              </a:extLst>
            </p:cNvPr>
            <p:cNvSpPr/>
            <p:nvPr/>
          </p:nvSpPr>
          <p:spPr>
            <a:xfrm>
              <a:off x="6479610"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1B08BB83-7F03-71DC-81D6-D4BDDFB8DEF6}"/>
                </a:ext>
              </a:extLst>
            </p:cNvPr>
            <p:cNvSpPr/>
            <p:nvPr/>
          </p:nvSpPr>
          <p:spPr>
            <a:xfrm>
              <a:off x="6593865"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E2E3C4BB-CB25-8706-0EE6-186408DAFA0A}"/>
                </a:ext>
              </a:extLst>
            </p:cNvPr>
            <p:cNvSpPr/>
            <p:nvPr/>
          </p:nvSpPr>
          <p:spPr>
            <a:xfrm>
              <a:off x="6708121" y="34687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222A91A1-2D2C-D28B-EF34-42CC39E443C3}"/>
                </a:ext>
              </a:extLst>
            </p:cNvPr>
            <p:cNvSpPr/>
            <p:nvPr/>
          </p:nvSpPr>
          <p:spPr>
            <a:xfrm>
              <a:off x="6822377"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1E1769A0-CCB6-4F10-DC73-C43753D9F8AA}"/>
                </a:ext>
              </a:extLst>
            </p:cNvPr>
            <p:cNvSpPr/>
            <p:nvPr/>
          </p:nvSpPr>
          <p:spPr>
            <a:xfrm>
              <a:off x="6936633"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CFBC4AC3-79B7-09C3-04C1-99E35444B0A7}"/>
                </a:ext>
              </a:extLst>
            </p:cNvPr>
            <p:cNvSpPr/>
            <p:nvPr/>
          </p:nvSpPr>
          <p:spPr>
            <a:xfrm>
              <a:off x="7050888" y="34687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2CD9B9C8-83E1-3767-0958-A8A516820EDC}"/>
                </a:ext>
              </a:extLst>
            </p:cNvPr>
            <p:cNvSpPr/>
            <p:nvPr/>
          </p:nvSpPr>
          <p:spPr>
            <a:xfrm>
              <a:off x="7165144"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3D5839AF-298A-8D64-37A9-113E3B250CD5}"/>
                </a:ext>
              </a:extLst>
            </p:cNvPr>
            <p:cNvSpPr/>
            <p:nvPr/>
          </p:nvSpPr>
          <p:spPr>
            <a:xfrm>
              <a:off x="2366578"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5216C491-A1A2-63C8-BEF1-D593A3BF6377}"/>
                </a:ext>
              </a:extLst>
            </p:cNvPr>
            <p:cNvSpPr/>
            <p:nvPr/>
          </p:nvSpPr>
          <p:spPr>
            <a:xfrm>
              <a:off x="2480790"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E27BBE3D-BA63-9151-1662-51801F033F6B}"/>
                </a:ext>
              </a:extLst>
            </p:cNvPr>
            <p:cNvSpPr/>
            <p:nvPr/>
          </p:nvSpPr>
          <p:spPr>
            <a:xfrm>
              <a:off x="2595046"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6B820C3D-D667-3666-C4AE-F7687CB9507B}"/>
                </a:ext>
              </a:extLst>
            </p:cNvPr>
            <p:cNvSpPr/>
            <p:nvPr/>
          </p:nvSpPr>
          <p:spPr>
            <a:xfrm>
              <a:off x="2709301"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B93BD780-7EB9-1074-5E88-12E26F7E5299}"/>
                </a:ext>
              </a:extLst>
            </p:cNvPr>
            <p:cNvSpPr/>
            <p:nvPr/>
          </p:nvSpPr>
          <p:spPr>
            <a:xfrm>
              <a:off x="2823557"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1433A075-8AA5-EF3A-35CE-D4A38867ED99}"/>
                </a:ext>
              </a:extLst>
            </p:cNvPr>
            <p:cNvSpPr/>
            <p:nvPr/>
          </p:nvSpPr>
          <p:spPr>
            <a:xfrm>
              <a:off x="2937813"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B0D59751-4C99-E33D-3736-01244FEE1748}"/>
                </a:ext>
              </a:extLst>
            </p:cNvPr>
            <p:cNvSpPr/>
            <p:nvPr/>
          </p:nvSpPr>
          <p:spPr>
            <a:xfrm>
              <a:off x="3052069"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0AD352B2-6CC4-A987-3D3A-D8C2804A6C3C}"/>
                </a:ext>
              </a:extLst>
            </p:cNvPr>
            <p:cNvSpPr/>
            <p:nvPr/>
          </p:nvSpPr>
          <p:spPr>
            <a:xfrm>
              <a:off x="3166325"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E84B2970-FAA9-DC6D-A66D-05102BE545A9}"/>
                </a:ext>
              </a:extLst>
            </p:cNvPr>
            <p:cNvSpPr/>
            <p:nvPr/>
          </p:nvSpPr>
          <p:spPr>
            <a:xfrm>
              <a:off x="3280580"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4D355165-47A3-3C7C-4D37-F1BE48DCB6EC}"/>
                </a:ext>
              </a:extLst>
            </p:cNvPr>
            <p:cNvSpPr/>
            <p:nvPr/>
          </p:nvSpPr>
          <p:spPr>
            <a:xfrm>
              <a:off x="3394836"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097136D9-A73C-F37A-DAA2-AEEE9980D2A9}"/>
                </a:ext>
              </a:extLst>
            </p:cNvPr>
            <p:cNvSpPr/>
            <p:nvPr/>
          </p:nvSpPr>
          <p:spPr>
            <a:xfrm>
              <a:off x="3509092"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E0DE71FE-70DC-18EC-1E84-96987BD8EDC0}"/>
                </a:ext>
              </a:extLst>
            </p:cNvPr>
            <p:cNvSpPr/>
            <p:nvPr/>
          </p:nvSpPr>
          <p:spPr>
            <a:xfrm>
              <a:off x="3623348"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AF5ABF94-D4A5-FC22-8068-EA36A43D9E2E}"/>
                </a:ext>
              </a:extLst>
            </p:cNvPr>
            <p:cNvSpPr/>
            <p:nvPr/>
          </p:nvSpPr>
          <p:spPr>
            <a:xfrm>
              <a:off x="3737603"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367E983C-4839-B574-AB1E-E6DDD8C74DAF}"/>
                </a:ext>
              </a:extLst>
            </p:cNvPr>
            <p:cNvSpPr/>
            <p:nvPr/>
          </p:nvSpPr>
          <p:spPr>
            <a:xfrm>
              <a:off x="3851815"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B7B32DC9-0D9B-F923-8A0A-6C693AE29687}"/>
                </a:ext>
              </a:extLst>
            </p:cNvPr>
            <p:cNvSpPr/>
            <p:nvPr/>
          </p:nvSpPr>
          <p:spPr>
            <a:xfrm>
              <a:off x="3966071"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50ED64DB-7F8A-08E2-6442-980EC8D3058E}"/>
                </a:ext>
              </a:extLst>
            </p:cNvPr>
            <p:cNvSpPr/>
            <p:nvPr/>
          </p:nvSpPr>
          <p:spPr>
            <a:xfrm>
              <a:off x="4080327"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8" name="Freeform: Shape 197">
              <a:extLst>
                <a:ext uri="{FF2B5EF4-FFF2-40B4-BE49-F238E27FC236}">
                  <a16:creationId xmlns:a16="http://schemas.microsoft.com/office/drawing/2014/main" id="{94B57A7B-C190-F6A8-FE22-79653729485A}"/>
                </a:ext>
              </a:extLst>
            </p:cNvPr>
            <p:cNvSpPr/>
            <p:nvPr/>
          </p:nvSpPr>
          <p:spPr>
            <a:xfrm>
              <a:off x="4194582"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9" name="Freeform: Shape 198">
              <a:extLst>
                <a:ext uri="{FF2B5EF4-FFF2-40B4-BE49-F238E27FC236}">
                  <a16:creationId xmlns:a16="http://schemas.microsoft.com/office/drawing/2014/main" id="{B5A4632F-2676-7191-5A88-071884149CDB}"/>
                </a:ext>
              </a:extLst>
            </p:cNvPr>
            <p:cNvSpPr/>
            <p:nvPr/>
          </p:nvSpPr>
          <p:spPr>
            <a:xfrm>
              <a:off x="4308838"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0" name="Freeform: Shape 199">
              <a:extLst>
                <a:ext uri="{FF2B5EF4-FFF2-40B4-BE49-F238E27FC236}">
                  <a16:creationId xmlns:a16="http://schemas.microsoft.com/office/drawing/2014/main" id="{8C63E89A-EB5B-498D-DF48-EF0A90E6A0D6}"/>
                </a:ext>
              </a:extLst>
            </p:cNvPr>
            <p:cNvSpPr/>
            <p:nvPr/>
          </p:nvSpPr>
          <p:spPr>
            <a:xfrm>
              <a:off x="4423094"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1" name="Freeform: Shape 200">
              <a:extLst>
                <a:ext uri="{FF2B5EF4-FFF2-40B4-BE49-F238E27FC236}">
                  <a16:creationId xmlns:a16="http://schemas.microsoft.com/office/drawing/2014/main" id="{D6C4ADFB-87C1-B2CF-B7DE-497FDB2AD681}"/>
                </a:ext>
              </a:extLst>
            </p:cNvPr>
            <p:cNvSpPr/>
            <p:nvPr/>
          </p:nvSpPr>
          <p:spPr>
            <a:xfrm>
              <a:off x="4537350"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2" name="Freeform: Shape 201">
              <a:extLst>
                <a:ext uri="{FF2B5EF4-FFF2-40B4-BE49-F238E27FC236}">
                  <a16:creationId xmlns:a16="http://schemas.microsoft.com/office/drawing/2014/main" id="{4B1C7C7D-4C4F-EB07-17DF-1AA32C665DA8}"/>
                </a:ext>
              </a:extLst>
            </p:cNvPr>
            <p:cNvSpPr/>
            <p:nvPr/>
          </p:nvSpPr>
          <p:spPr>
            <a:xfrm>
              <a:off x="4651605"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3" name="Freeform: Shape 202">
              <a:extLst>
                <a:ext uri="{FF2B5EF4-FFF2-40B4-BE49-F238E27FC236}">
                  <a16:creationId xmlns:a16="http://schemas.microsoft.com/office/drawing/2014/main" id="{CB067832-0618-F488-226D-605C6E9A8319}"/>
                </a:ext>
              </a:extLst>
            </p:cNvPr>
            <p:cNvSpPr/>
            <p:nvPr/>
          </p:nvSpPr>
          <p:spPr>
            <a:xfrm>
              <a:off x="4765861"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4" name="Freeform: Shape 203">
              <a:extLst>
                <a:ext uri="{FF2B5EF4-FFF2-40B4-BE49-F238E27FC236}">
                  <a16:creationId xmlns:a16="http://schemas.microsoft.com/office/drawing/2014/main" id="{DEBE94CD-3619-CA32-0D4B-EB2C34B0211C}"/>
                </a:ext>
              </a:extLst>
            </p:cNvPr>
            <p:cNvSpPr/>
            <p:nvPr/>
          </p:nvSpPr>
          <p:spPr>
            <a:xfrm>
              <a:off x="4880117"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5" name="Freeform: Shape 204">
              <a:extLst>
                <a:ext uri="{FF2B5EF4-FFF2-40B4-BE49-F238E27FC236}">
                  <a16:creationId xmlns:a16="http://schemas.microsoft.com/office/drawing/2014/main" id="{088A04AE-71FB-5334-788E-AF12DAEF4C67}"/>
                </a:ext>
              </a:extLst>
            </p:cNvPr>
            <p:cNvSpPr/>
            <p:nvPr/>
          </p:nvSpPr>
          <p:spPr>
            <a:xfrm>
              <a:off x="4994373"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6" name="Freeform: Shape 205">
              <a:extLst>
                <a:ext uri="{FF2B5EF4-FFF2-40B4-BE49-F238E27FC236}">
                  <a16:creationId xmlns:a16="http://schemas.microsoft.com/office/drawing/2014/main" id="{5184C9E1-507A-C81E-8CD0-16C30B76895C}"/>
                </a:ext>
              </a:extLst>
            </p:cNvPr>
            <p:cNvSpPr/>
            <p:nvPr/>
          </p:nvSpPr>
          <p:spPr>
            <a:xfrm>
              <a:off x="5108629"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7" name="Freeform: Shape 206">
              <a:extLst>
                <a:ext uri="{FF2B5EF4-FFF2-40B4-BE49-F238E27FC236}">
                  <a16:creationId xmlns:a16="http://schemas.microsoft.com/office/drawing/2014/main" id="{B8F994F3-C5CA-C3D3-BB79-A3D2D236E8D6}"/>
                </a:ext>
              </a:extLst>
            </p:cNvPr>
            <p:cNvSpPr/>
            <p:nvPr/>
          </p:nvSpPr>
          <p:spPr>
            <a:xfrm>
              <a:off x="5222840"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8" name="Freeform: Shape 207">
              <a:extLst>
                <a:ext uri="{FF2B5EF4-FFF2-40B4-BE49-F238E27FC236}">
                  <a16:creationId xmlns:a16="http://schemas.microsoft.com/office/drawing/2014/main" id="{C64AF0E1-0D62-48B0-99BC-98F4A77890A1}"/>
                </a:ext>
              </a:extLst>
            </p:cNvPr>
            <p:cNvSpPr/>
            <p:nvPr/>
          </p:nvSpPr>
          <p:spPr>
            <a:xfrm>
              <a:off x="5337096"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9" name="Freeform: Shape 208">
              <a:extLst>
                <a:ext uri="{FF2B5EF4-FFF2-40B4-BE49-F238E27FC236}">
                  <a16:creationId xmlns:a16="http://schemas.microsoft.com/office/drawing/2014/main" id="{4B909CF4-45C6-D7DC-1604-99DA683DB81D}"/>
                </a:ext>
              </a:extLst>
            </p:cNvPr>
            <p:cNvSpPr/>
            <p:nvPr/>
          </p:nvSpPr>
          <p:spPr>
            <a:xfrm>
              <a:off x="5451352"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0" name="Freeform: Shape 209">
              <a:extLst>
                <a:ext uri="{FF2B5EF4-FFF2-40B4-BE49-F238E27FC236}">
                  <a16:creationId xmlns:a16="http://schemas.microsoft.com/office/drawing/2014/main" id="{5E19BD50-9A9A-E9C6-9D63-E7B434F3070C}"/>
                </a:ext>
              </a:extLst>
            </p:cNvPr>
            <p:cNvSpPr/>
            <p:nvPr/>
          </p:nvSpPr>
          <p:spPr>
            <a:xfrm>
              <a:off x="5565608"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1" name="Freeform: Shape 210">
              <a:extLst>
                <a:ext uri="{FF2B5EF4-FFF2-40B4-BE49-F238E27FC236}">
                  <a16:creationId xmlns:a16="http://schemas.microsoft.com/office/drawing/2014/main" id="{39BBE0DE-3A93-39A0-DC3C-E682CB0AC803}"/>
                </a:ext>
              </a:extLst>
            </p:cNvPr>
            <p:cNvSpPr/>
            <p:nvPr/>
          </p:nvSpPr>
          <p:spPr>
            <a:xfrm>
              <a:off x="5679863"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2" name="Freeform: Shape 211">
              <a:extLst>
                <a:ext uri="{FF2B5EF4-FFF2-40B4-BE49-F238E27FC236}">
                  <a16:creationId xmlns:a16="http://schemas.microsoft.com/office/drawing/2014/main" id="{2C4D9B4C-52A5-B9A6-4654-E16693F72382}"/>
                </a:ext>
              </a:extLst>
            </p:cNvPr>
            <p:cNvSpPr/>
            <p:nvPr/>
          </p:nvSpPr>
          <p:spPr>
            <a:xfrm>
              <a:off x="5794119"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3" name="Freeform: Shape 212">
              <a:extLst>
                <a:ext uri="{FF2B5EF4-FFF2-40B4-BE49-F238E27FC236}">
                  <a16:creationId xmlns:a16="http://schemas.microsoft.com/office/drawing/2014/main" id="{189E3FB7-2CA1-B04E-426F-707F4F4BA3BD}"/>
                </a:ext>
              </a:extLst>
            </p:cNvPr>
            <p:cNvSpPr/>
            <p:nvPr/>
          </p:nvSpPr>
          <p:spPr>
            <a:xfrm>
              <a:off x="5908375"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4" name="Freeform: Shape 213">
              <a:extLst>
                <a:ext uri="{FF2B5EF4-FFF2-40B4-BE49-F238E27FC236}">
                  <a16:creationId xmlns:a16="http://schemas.microsoft.com/office/drawing/2014/main" id="{C10A3C27-A948-1BD9-5D47-3C4829F8AD66}"/>
                </a:ext>
              </a:extLst>
            </p:cNvPr>
            <p:cNvSpPr/>
            <p:nvPr/>
          </p:nvSpPr>
          <p:spPr>
            <a:xfrm>
              <a:off x="6022631"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5" name="Freeform: Shape 214">
              <a:extLst>
                <a:ext uri="{FF2B5EF4-FFF2-40B4-BE49-F238E27FC236}">
                  <a16:creationId xmlns:a16="http://schemas.microsoft.com/office/drawing/2014/main" id="{F0A4818D-2713-3478-21DB-8A1673A5FE93}"/>
                </a:ext>
              </a:extLst>
            </p:cNvPr>
            <p:cNvSpPr/>
            <p:nvPr/>
          </p:nvSpPr>
          <p:spPr>
            <a:xfrm>
              <a:off x="6136886"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6" name="Freeform: Shape 215">
              <a:extLst>
                <a:ext uri="{FF2B5EF4-FFF2-40B4-BE49-F238E27FC236}">
                  <a16:creationId xmlns:a16="http://schemas.microsoft.com/office/drawing/2014/main" id="{609431A1-14F3-79F7-A63C-AD07F814A2AF}"/>
                </a:ext>
              </a:extLst>
            </p:cNvPr>
            <p:cNvSpPr/>
            <p:nvPr/>
          </p:nvSpPr>
          <p:spPr>
            <a:xfrm>
              <a:off x="6251142"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7" name="Freeform: Shape 216">
              <a:extLst>
                <a:ext uri="{FF2B5EF4-FFF2-40B4-BE49-F238E27FC236}">
                  <a16:creationId xmlns:a16="http://schemas.microsoft.com/office/drawing/2014/main" id="{8E3250E2-8F4F-078A-0D87-46247F209F84}"/>
                </a:ext>
              </a:extLst>
            </p:cNvPr>
            <p:cNvSpPr/>
            <p:nvPr/>
          </p:nvSpPr>
          <p:spPr>
            <a:xfrm>
              <a:off x="6365398"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8" name="Freeform: Shape 217">
              <a:extLst>
                <a:ext uri="{FF2B5EF4-FFF2-40B4-BE49-F238E27FC236}">
                  <a16:creationId xmlns:a16="http://schemas.microsoft.com/office/drawing/2014/main" id="{A0976098-F884-0D84-367B-5A6EA54293C7}"/>
                </a:ext>
              </a:extLst>
            </p:cNvPr>
            <p:cNvSpPr/>
            <p:nvPr/>
          </p:nvSpPr>
          <p:spPr>
            <a:xfrm>
              <a:off x="6479610"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9" name="Freeform: Shape 218">
              <a:extLst>
                <a:ext uri="{FF2B5EF4-FFF2-40B4-BE49-F238E27FC236}">
                  <a16:creationId xmlns:a16="http://schemas.microsoft.com/office/drawing/2014/main" id="{66DC0E7F-B65D-6C25-8277-60528BBB47A7}"/>
                </a:ext>
              </a:extLst>
            </p:cNvPr>
            <p:cNvSpPr/>
            <p:nvPr/>
          </p:nvSpPr>
          <p:spPr>
            <a:xfrm>
              <a:off x="6593865"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0" name="Freeform: Shape 219">
              <a:extLst>
                <a:ext uri="{FF2B5EF4-FFF2-40B4-BE49-F238E27FC236}">
                  <a16:creationId xmlns:a16="http://schemas.microsoft.com/office/drawing/2014/main" id="{5B7960B3-255D-BDEC-90AA-615648C2115A}"/>
                </a:ext>
              </a:extLst>
            </p:cNvPr>
            <p:cNvSpPr/>
            <p:nvPr/>
          </p:nvSpPr>
          <p:spPr>
            <a:xfrm>
              <a:off x="6708121" y="46113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1" name="Freeform: Shape 220">
              <a:extLst>
                <a:ext uri="{FF2B5EF4-FFF2-40B4-BE49-F238E27FC236}">
                  <a16:creationId xmlns:a16="http://schemas.microsoft.com/office/drawing/2014/main" id="{2EEDE967-D64F-80D7-BCA1-9E24649EE020}"/>
                </a:ext>
              </a:extLst>
            </p:cNvPr>
            <p:cNvSpPr/>
            <p:nvPr/>
          </p:nvSpPr>
          <p:spPr>
            <a:xfrm>
              <a:off x="6822377"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2" name="Freeform: Shape 221">
              <a:extLst>
                <a:ext uri="{FF2B5EF4-FFF2-40B4-BE49-F238E27FC236}">
                  <a16:creationId xmlns:a16="http://schemas.microsoft.com/office/drawing/2014/main" id="{592B82B2-3CEB-6F28-CB19-B0B760AA74D6}"/>
                </a:ext>
              </a:extLst>
            </p:cNvPr>
            <p:cNvSpPr/>
            <p:nvPr/>
          </p:nvSpPr>
          <p:spPr>
            <a:xfrm>
              <a:off x="6936633"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3" name="Freeform: Shape 222">
              <a:extLst>
                <a:ext uri="{FF2B5EF4-FFF2-40B4-BE49-F238E27FC236}">
                  <a16:creationId xmlns:a16="http://schemas.microsoft.com/office/drawing/2014/main" id="{1B4A78CE-A9A6-6105-B6F3-4259009BFF42}"/>
                </a:ext>
              </a:extLst>
            </p:cNvPr>
            <p:cNvSpPr/>
            <p:nvPr/>
          </p:nvSpPr>
          <p:spPr>
            <a:xfrm>
              <a:off x="7050888" y="46113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4" name="Freeform: Shape 223">
              <a:extLst>
                <a:ext uri="{FF2B5EF4-FFF2-40B4-BE49-F238E27FC236}">
                  <a16:creationId xmlns:a16="http://schemas.microsoft.com/office/drawing/2014/main" id="{BD7997FF-1A12-5C2E-EE4C-4B8F3A7EFD7F}"/>
                </a:ext>
              </a:extLst>
            </p:cNvPr>
            <p:cNvSpPr/>
            <p:nvPr/>
          </p:nvSpPr>
          <p:spPr>
            <a:xfrm>
              <a:off x="7165144"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5" name="Freeform: Shape 224">
              <a:extLst>
                <a:ext uri="{FF2B5EF4-FFF2-40B4-BE49-F238E27FC236}">
                  <a16:creationId xmlns:a16="http://schemas.microsoft.com/office/drawing/2014/main" id="{16425E4C-BD89-8D54-5374-D9E48F156A93}"/>
                </a:ext>
              </a:extLst>
            </p:cNvPr>
            <p:cNvSpPr/>
            <p:nvPr/>
          </p:nvSpPr>
          <p:spPr>
            <a:xfrm>
              <a:off x="2366578"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6" name="Freeform: Shape 225">
              <a:extLst>
                <a:ext uri="{FF2B5EF4-FFF2-40B4-BE49-F238E27FC236}">
                  <a16:creationId xmlns:a16="http://schemas.microsoft.com/office/drawing/2014/main" id="{23F40C5B-7D69-EF95-7ED2-C795B5086E12}"/>
                </a:ext>
              </a:extLst>
            </p:cNvPr>
            <p:cNvSpPr/>
            <p:nvPr/>
          </p:nvSpPr>
          <p:spPr>
            <a:xfrm>
              <a:off x="2480790"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7" name="Freeform: Shape 226">
              <a:extLst>
                <a:ext uri="{FF2B5EF4-FFF2-40B4-BE49-F238E27FC236}">
                  <a16:creationId xmlns:a16="http://schemas.microsoft.com/office/drawing/2014/main" id="{8BF12ED9-5115-FBD1-6BD4-32F517474909}"/>
                </a:ext>
              </a:extLst>
            </p:cNvPr>
            <p:cNvSpPr/>
            <p:nvPr/>
          </p:nvSpPr>
          <p:spPr>
            <a:xfrm>
              <a:off x="2595046"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8" name="Freeform: Shape 227">
              <a:extLst>
                <a:ext uri="{FF2B5EF4-FFF2-40B4-BE49-F238E27FC236}">
                  <a16:creationId xmlns:a16="http://schemas.microsoft.com/office/drawing/2014/main" id="{249F0F2F-B85B-AD26-28ED-3B51AA1FB692}"/>
                </a:ext>
              </a:extLst>
            </p:cNvPr>
            <p:cNvSpPr/>
            <p:nvPr/>
          </p:nvSpPr>
          <p:spPr>
            <a:xfrm>
              <a:off x="2709301"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9" name="Freeform: Shape 228">
              <a:extLst>
                <a:ext uri="{FF2B5EF4-FFF2-40B4-BE49-F238E27FC236}">
                  <a16:creationId xmlns:a16="http://schemas.microsoft.com/office/drawing/2014/main" id="{3CD194BB-4214-3160-22FC-645ADC4DFCC5}"/>
                </a:ext>
              </a:extLst>
            </p:cNvPr>
            <p:cNvSpPr/>
            <p:nvPr/>
          </p:nvSpPr>
          <p:spPr>
            <a:xfrm>
              <a:off x="2823557"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0" name="Freeform: Shape 229">
              <a:extLst>
                <a:ext uri="{FF2B5EF4-FFF2-40B4-BE49-F238E27FC236}">
                  <a16:creationId xmlns:a16="http://schemas.microsoft.com/office/drawing/2014/main" id="{D3D86324-06BA-B4E2-473D-4235338B44CA}"/>
                </a:ext>
              </a:extLst>
            </p:cNvPr>
            <p:cNvSpPr/>
            <p:nvPr/>
          </p:nvSpPr>
          <p:spPr>
            <a:xfrm>
              <a:off x="2937813"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1" name="Freeform: Shape 230">
              <a:extLst>
                <a:ext uri="{FF2B5EF4-FFF2-40B4-BE49-F238E27FC236}">
                  <a16:creationId xmlns:a16="http://schemas.microsoft.com/office/drawing/2014/main" id="{25772783-5789-3F3F-DB73-4EE238B95F03}"/>
                </a:ext>
              </a:extLst>
            </p:cNvPr>
            <p:cNvSpPr/>
            <p:nvPr/>
          </p:nvSpPr>
          <p:spPr>
            <a:xfrm>
              <a:off x="3052069"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2" name="Freeform: Shape 231">
              <a:extLst>
                <a:ext uri="{FF2B5EF4-FFF2-40B4-BE49-F238E27FC236}">
                  <a16:creationId xmlns:a16="http://schemas.microsoft.com/office/drawing/2014/main" id="{337DF7C8-181F-2466-7496-025F863D87C3}"/>
                </a:ext>
              </a:extLst>
            </p:cNvPr>
            <p:cNvSpPr/>
            <p:nvPr/>
          </p:nvSpPr>
          <p:spPr>
            <a:xfrm>
              <a:off x="3166325"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3" name="Freeform: Shape 232">
              <a:extLst>
                <a:ext uri="{FF2B5EF4-FFF2-40B4-BE49-F238E27FC236}">
                  <a16:creationId xmlns:a16="http://schemas.microsoft.com/office/drawing/2014/main" id="{EE962636-2E60-BDBD-A380-A66584C9A80E}"/>
                </a:ext>
              </a:extLst>
            </p:cNvPr>
            <p:cNvSpPr/>
            <p:nvPr/>
          </p:nvSpPr>
          <p:spPr>
            <a:xfrm>
              <a:off x="3280580"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4" name="Freeform: Shape 233">
              <a:extLst>
                <a:ext uri="{FF2B5EF4-FFF2-40B4-BE49-F238E27FC236}">
                  <a16:creationId xmlns:a16="http://schemas.microsoft.com/office/drawing/2014/main" id="{BED9C2CE-41A4-AB29-67B2-6068309B8BE6}"/>
                </a:ext>
              </a:extLst>
            </p:cNvPr>
            <p:cNvSpPr/>
            <p:nvPr/>
          </p:nvSpPr>
          <p:spPr>
            <a:xfrm>
              <a:off x="3394836"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5" name="Freeform: Shape 234">
              <a:extLst>
                <a:ext uri="{FF2B5EF4-FFF2-40B4-BE49-F238E27FC236}">
                  <a16:creationId xmlns:a16="http://schemas.microsoft.com/office/drawing/2014/main" id="{F26D1AED-C0E0-A2A9-F74C-ECAFCC08DE08}"/>
                </a:ext>
              </a:extLst>
            </p:cNvPr>
            <p:cNvSpPr/>
            <p:nvPr/>
          </p:nvSpPr>
          <p:spPr>
            <a:xfrm>
              <a:off x="3509092"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6" name="Freeform: Shape 235">
              <a:extLst>
                <a:ext uri="{FF2B5EF4-FFF2-40B4-BE49-F238E27FC236}">
                  <a16:creationId xmlns:a16="http://schemas.microsoft.com/office/drawing/2014/main" id="{E11989F2-911E-92C4-5EDD-28A2F290361C}"/>
                </a:ext>
              </a:extLst>
            </p:cNvPr>
            <p:cNvSpPr/>
            <p:nvPr/>
          </p:nvSpPr>
          <p:spPr>
            <a:xfrm>
              <a:off x="3623348"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7" name="Freeform: Shape 236">
              <a:extLst>
                <a:ext uri="{FF2B5EF4-FFF2-40B4-BE49-F238E27FC236}">
                  <a16:creationId xmlns:a16="http://schemas.microsoft.com/office/drawing/2014/main" id="{85D954D5-661A-7B9F-92A4-B360F2A1095B}"/>
                </a:ext>
              </a:extLst>
            </p:cNvPr>
            <p:cNvSpPr/>
            <p:nvPr/>
          </p:nvSpPr>
          <p:spPr>
            <a:xfrm>
              <a:off x="3737603"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8" name="Freeform: Shape 237">
              <a:extLst>
                <a:ext uri="{FF2B5EF4-FFF2-40B4-BE49-F238E27FC236}">
                  <a16:creationId xmlns:a16="http://schemas.microsoft.com/office/drawing/2014/main" id="{B1C2392A-A4B6-B40A-0A9A-11A447F572E8}"/>
                </a:ext>
              </a:extLst>
            </p:cNvPr>
            <p:cNvSpPr/>
            <p:nvPr/>
          </p:nvSpPr>
          <p:spPr>
            <a:xfrm>
              <a:off x="3851815"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9" name="Freeform: Shape 238">
              <a:extLst>
                <a:ext uri="{FF2B5EF4-FFF2-40B4-BE49-F238E27FC236}">
                  <a16:creationId xmlns:a16="http://schemas.microsoft.com/office/drawing/2014/main" id="{CFC4D3B8-4BAE-0261-7F2F-75E29CA993ED}"/>
                </a:ext>
              </a:extLst>
            </p:cNvPr>
            <p:cNvSpPr/>
            <p:nvPr/>
          </p:nvSpPr>
          <p:spPr>
            <a:xfrm>
              <a:off x="3966071"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0" name="Freeform: Shape 239">
              <a:extLst>
                <a:ext uri="{FF2B5EF4-FFF2-40B4-BE49-F238E27FC236}">
                  <a16:creationId xmlns:a16="http://schemas.microsoft.com/office/drawing/2014/main" id="{48C254B0-C10A-1480-3062-E41548DE2277}"/>
                </a:ext>
              </a:extLst>
            </p:cNvPr>
            <p:cNvSpPr/>
            <p:nvPr/>
          </p:nvSpPr>
          <p:spPr>
            <a:xfrm>
              <a:off x="4080327"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1" name="Freeform: Shape 240">
              <a:extLst>
                <a:ext uri="{FF2B5EF4-FFF2-40B4-BE49-F238E27FC236}">
                  <a16:creationId xmlns:a16="http://schemas.microsoft.com/office/drawing/2014/main" id="{2928D156-3142-C8F7-867B-9C5D6749384A}"/>
                </a:ext>
              </a:extLst>
            </p:cNvPr>
            <p:cNvSpPr/>
            <p:nvPr/>
          </p:nvSpPr>
          <p:spPr>
            <a:xfrm>
              <a:off x="4194582"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2" name="Freeform: Shape 241">
              <a:extLst>
                <a:ext uri="{FF2B5EF4-FFF2-40B4-BE49-F238E27FC236}">
                  <a16:creationId xmlns:a16="http://schemas.microsoft.com/office/drawing/2014/main" id="{A594C79B-7F48-3C8D-2C5F-4F8ED5536F54}"/>
                </a:ext>
              </a:extLst>
            </p:cNvPr>
            <p:cNvSpPr/>
            <p:nvPr/>
          </p:nvSpPr>
          <p:spPr>
            <a:xfrm>
              <a:off x="4308838"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3" name="Freeform: Shape 242">
              <a:extLst>
                <a:ext uri="{FF2B5EF4-FFF2-40B4-BE49-F238E27FC236}">
                  <a16:creationId xmlns:a16="http://schemas.microsoft.com/office/drawing/2014/main" id="{F7FA4368-4392-7D57-DC66-0E3AA0A4D928}"/>
                </a:ext>
              </a:extLst>
            </p:cNvPr>
            <p:cNvSpPr/>
            <p:nvPr/>
          </p:nvSpPr>
          <p:spPr>
            <a:xfrm>
              <a:off x="4423094"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4" name="Freeform: Shape 243">
              <a:extLst>
                <a:ext uri="{FF2B5EF4-FFF2-40B4-BE49-F238E27FC236}">
                  <a16:creationId xmlns:a16="http://schemas.microsoft.com/office/drawing/2014/main" id="{3F6779E2-6ED6-0F4E-B722-61A3CC7DBC9A}"/>
                </a:ext>
              </a:extLst>
            </p:cNvPr>
            <p:cNvSpPr/>
            <p:nvPr/>
          </p:nvSpPr>
          <p:spPr>
            <a:xfrm>
              <a:off x="4537350"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5" name="Freeform: Shape 244">
              <a:extLst>
                <a:ext uri="{FF2B5EF4-FFF2-40B4-BE49-F238E27FC236}">
                  <a16:creationId xmlns:a16="http://schemas.microsoft.com/office/drawing/2014/main" id="{9F99940A-C2DE-0663-5844-13834A5E8E19}"/>
                </a:ext>
              </a:extLst>
            </p:cNvPr>
            <p:cNvSpPr/>
            <p:nvPr/>
          </p:nvSpPr>
          <p:spPr>
            <a:xfrm>
              <a:off x="4651605"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6" name="Freeform: Shape 245">
              <a:extLst>
                <a:ext uri="{FF2B5EF4-FFF2-40B4-BE49-F238E27FC236}">
                  <a16:creationId xmlns:a16="http://schemas.microsoft.com/office/drawing/2014/main" id="{B78CDB5E-1FE6-58F7-DBD2-50DEFAD8AC33}"/>
                </a:ext>
              </a:extLst>
            </p:cNvPr>
            <p:cNvSpPr/>
            <p:nvPr/>
          </p:nvSpPr>
          <p:spPr>
            <a:xfrm>
              <a:off x="4765861"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7" name="Freeform: Shape 246">
              <a:extLst>
                <a:ext uri="{FF2B5EF4-FFF2-40B4-BE49-F238E27FC236}">
                  <a16:creationId xmlns:a16="http://schemas.microsoft.com/office/drawing/2014/main" id="{4ED6E2DB-F71F-6BF7-B041-5D6B1E586E70}"/>
                </a:ext>
              </a:extLst>
            </p:cNvPr>
            <p:cNvSpPr/>
            <p:nvPr/>
          </p:nvSpPr>
          <p:spPr>
            <a:xfrm>
              <a:off x="4880117"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8" name="Freeform: Shape 247">
              <a:extLst>
                <a:ext uri="{FF2B5EF4-FFF2-40B4-BE49-F238E27FC236}">
                  <a16:creationId xmlns:a16="http://schemas.microsoft.com/office/drawing/2014/main" id="{9D4E194B-3DAB-C66E-F835-7044815836C3}"/>
                </a:ext>
              </a:extLst>
            </p:cNvPr>
            <p:cNvSpPr/>
            <p:nvPr/>
          </p:nvSpPr>
          <p:spPr>
            <a:xfrm>
              <a:off x="4994373"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9" name="Freeform: Shape 248">
              <a:extLst>
                <a:ext uri="{FF2B5EF4-FFF2-40B4-BE49-F238E27FC236}">
                  <a16:creationId xmlns:a16="http://schemas.microsoft.com/office/drawing/2014/main" id="{76A2CF3C-ABC9-6F46-2491-C1E20A878EFC}"/>
                </a:ext>
              </a:extLst>
            </p:cNvPr>
            <p:cNvSpPr/>
            <p:nvPr/>
          </p:nvSpPr>
          <p:spPr>
            <a:xfrm>
              <a:off x="5108629"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0" name="Freeform: Shape 249">
              <a:extLst>
                <a:ext uri="{FF2B5EF4-FFF2-40B4-BE49-F238E27FC236}">
                  <a16:creationId xmlns:a16="http://schemas.microsoft.com/office/drawing/2014/main" id="{19AE8ECC-1B5B-4873-5E6E-34ADF0E47E1A}"/>
                </a:ext>
              </a:extLst>
            </p:cNvPr>
            <p:cNvSpPr/>
            <p:nvPr/>
          </p:nvSpPr>
          <p:spPr>
            <a:xfrm>
              <a:off x="5222840"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1" name="Freeform: Shape 250">
              <a:extLst>
                <a:ext uri="{FF2B5EF4-FFF2-40B4-BE49-F238E27FC236}">
                  <a16:creationId xmlns:a16="http://schemas.microsoft.com/office/drawing/2014/main" id="{E5588F6A-1D99-0A89-12CD-8F8083E243E6}"/>
                </a:ext>
              </a:extLst>
            </p:cNvPr>
            <p:cNvSpPr/>
            <p:nvPr/>
          </p:nvSpPr>
          <p:spPr>
            <a:xfrm>
              <a:off x="5337096"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2" name="Freeform: Shape 251">
              <a:extLst>
                <a:ext uri="{FF2B5EF4-FFF2-40B4-BE49-F238E27FC236}">
                  <a16:creationId xmlns:a16="http://schemas.microsoft.com/office/drawing/2014/main" id="{BEF4A70E-6B23-41B0-4FC7-9C667860F694}"/>
                </a:ext>
              </a:extLst>
            </p:cNvPr>
            <p:cNvSpPr/>
            <p:nvPr/>
          </p:nvSpPr>
          <p:spPr>
            <a:xfrm>
              <a:off x="5451352"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3" name="Freeform: Shape 252">
              <a:extLst>
                <a:ext uri="{FF2B5EF4-FFF2-40B4-BE49-F238E27FC236}">
                  <a16:creationId xmlns:a16="http://schemas.microsoft.com/office/drawing/2014/main" id="{E906D10E-5A4F-417B-0FD5-92513E574F46}"/>
                </a:ext>
              </a:extLst>
            </p:cNvPr>
            <p:cNvSpPr/>
            <p:nvPr/>
          </p:nvSpPr>
          <p:spPr>
            <a:xfrm>
              <a:off x="5565608"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4" name="Freeform: Shape 253">
              <a:extLst>
                <a:ext uri="{FF2B5EF4-FFF2-40B4-BE49-F238E27FC236}">
                  <a16:creationId xmlns:a16="http://schemas.microsoft.com/office/drawing/2014/main" id="{1AD24787-74F7-4EBE-6154-31C5756641E2}"/>
                </a:ext>
              </a:extLst>
            </p:cNvPr>
            <p:cNvSpPr/>
            <p:nvPr/>
          </p:nvSpPr>
          <p:spPr>
            <a:xfrm>
              <a:off x="5679863"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5" name="Freeform: Shape 254">
              <a:extLst>
                <a:ext uri="{FF2B5EF4-FFF2-40B4-BE49-F238E27FC236}">
                  <a16:creationId xmlns:a16="http://schemas.microsoft.com/office/drawing/2014/main" id="{98F08E7E-D1B3-1B7F-4B10-FE30CC7943D1}"/>
                </a:ext>
              </a:extLst>
            </p:cNvPr>
            <p:cNvSpPr/>
            <p:nvPr/>
          </p:nvSpPr>
          <p:spPr>
            <a:xfrm>
              <a:off x="5794119"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6" name="Freeform: Shape 255">
              <a:extLst>
                <a:ext uri="{FF2B5EF4-FFF2-40B4-BE49-F238E27FC236}">
                  <a16:creationId xmlns:a16="http://schemas.microsoft.com/office/drawing/2014/main" id="{769CE085-2AB2-E8E8-D7E0-9CA6B034B8F4}"/>
                </a:ext>
              </a:extLst>
            </p:cNvPr>
            <p:cNvSpPr/>
            <p:nvPr/>
          </p:nvSpPr>
          <p:spPr>
            <a:xfrm>
              <a:off x="5908375"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7" name="Freeform: Shape 256">
              <a:extLst>
                <a:ext uri="{FF2B5EF4-FFF2-40B4-BE49-F238E27FC236}">
                  <a16:creationId xmlns:a16="http://schemas.microsoft.com/office/drawing/2014/main" id="{470197C6-3792-D290-2B0A-B16990954443}"/>
                </a:ext>
              </a:extLst>
            </p:cNvPr>
            <p:cNvSpPr/>
            <p:nvPr/>
          </p:nvSpPr>
          <p:spPr>
            <a:xfrm>
              <a:off x="6022631"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8" name="Freeform: Shape 257">
              <a:extLst>
                <a:ext uri="{FF2B5EF4-FFF2-40B4-BE49-F238E27FC236}">
                  <a16:creationId xmlns:a16="http://schemas.microsoft.com/office/drawing/2014/main" id="{AFCDB6FE-1113-2714-67F1-D1AA9BB0CAE6}"/>
                </a:ext>
              </a:extLst>
            </p:cNvPr>
            <p:cNvSpPr/>
            <p:nvPr/>
          </p:nvSpPr>
          <p:spPr>
            <a:xfrm>
              <a:off x="6136886"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9" name="Freeform: Shape 258">
              <a:extLst>
                <a:ext uri="{FF2B5EF4-FFF2-40B4-BE49-F238E27FC236}">
                  <a16:creationId xmlns:a16="http://schemas.microsoft.com/office/drawing/2014/main" id="{8CD92816-FA52-0F0A-9460-EB1C7A949F8C}"/>
                </a:ext>
              </a:extLst>
            </p:cNvPr>
            <p:cNvSpPr/>
            <p:nvPr/>
          </p:nvSpPr>
          <p:spPr>
            <a:xfrm>
              <a:off x="6251142"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0" name="Freeform: Shape 259">
              <a:extLst>
                <a:ext uri="{FF2B5EF4-FFF2-40B4-BE49-F238E27FC236}">
                  <a16:creationId xmlns:a16="http://schemas.microsoft.com/office/drawing/2014/main" id="{7342E9E4-3BB8-3521-E5F5-1024131DB8B1}"/>
                </a:ext>
              </a:extLst>
            </p:cNvPr>
            <p:cNvSpPr/>
            <p:nvPr/>
          </p:nvSpPr>
          <p:spPr>
            <a:xfrm>
              <a:off x="6365398"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1" name="Freeform: Shape 260">
              <a:extLst>
                <a:ext uri="{FF2B5EF4-FFF2-40B4-BE49-F238E27FC236}">
                  <a16:creationId xmlns:a16="http://schemas.microsoft.com/office/drawing/2014/main" id="{43972240-E998-1F0F-CD28-44A754D6B8AE}"/>
                </a:ext>
              </a:extLst>
            </p:cNvPr>
            <p:cNvSpPr/>
            <p:nvPr/>
          </p:nvSpPr>
          <p:spPr>
            <a:xfrm>
              <a:off x="6479610"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2" name="Freeform: Shape 261">
              <a:extLst>
                <a:ext uri="{FF2B5EF4-FFF2-40B4-BE49-F238E27FC236}">
                  <a16:creationId xmlns:a16="http://schemas.microsoft.com/office/drawing/2014/main" id="{94F39FBB-7B8D-333D-6BAA-40ABE8FB3355}"/>
                </a:ext>
              </a:extLst>
            </p:cNvPr>
            <p:cNvSpPr/>
            <p:nvPr/>
          </p:nvSpPr>
          <p:spPr>
            <a:xfrm>
              <a:off x="6593865"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3" name="Freeform: Shape 262">
              <a:extLst>
                <a:ext uri="{FF2B5EF4-FFF2-40B4-BE49-F238E27FC236}">
                  <a16:creationId xmlns:a16="http://schemas.microsoft.com/office/drawing/2014/main" id="{3D8055A0-CB3E-D8BD-A5AD-4DAA3905659B}"/>
                </a:ext>
              </a:extLst>
            </p:cNvPr>
            <p:cNvSpPr/>
            <p:nvPr/>
          </p:nvSpPr>
          <p:spPr>
            <a:xfrm>
              <a:off x="6708121" y="57539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4" name="Freeform: Shape 263">
              <a:extLst>
                <a:ext uri="{FF2B5EF4-FFF2-40B4-BE49-F238E27FC236}">
                  <a16:creationId xmlns:a16="http://schemas.microsoft.com/office/drawing/2014/main" id="{2F2250FC-B08C-4E44-2342-4456D9CFCBB7}"/>
                </a:ext>
              </a:extLst>
            </p:cNvPr>
            <p:cNvSpPr/>
            <p:nvPr/>
          </p:nvSpPr>
          <p:spPr>
            <a:xfrm>
              <a:off x="6822377"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5" name="Freeform: Shape 264">
              <a:extLst>
                <a:ext uri="{FF2B5EF4-FFF2-40B4-BE49-F238E27FC236}">
                  <a16:creationId xmlns:a16="http://schemas.microsoft.com/office/drawing/2014/main" id="{9CB5C3B5-0FB7-635C-5AEB-6C50AF313AC3}"/>
                </a:ext>
              </a:extLst>
            </p:cNvPr>
            <p:cNvSpPr/>
            <p:nvPr/>
          </p:nvSpPr>
          <p:spPr>
            <a:xfrm>
              <a:off x="6936633"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6" name="Freeform: Shape 265">
              <a:extLst>
                <a:ext uri="{FF2B5EF4-FFF2-40B4-BE49-F238E27FC236}">
                  <a16:creationId xmlns:a16="http://schemas.microsoft.com/office/drawing/2014/main" id="{71CACC71-1133-41BA-59E8-9DE730C87C69}"/>
                </a:ext>
              </a:extLst>
            </p:cNvPr>
            <p:cNvSpPr/>
            <p:nvPr/>
          </p:nvSpPr>
          <p:spPr>
            <a:xfrm>
              <a:off x="7050888" y="57539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7" name="Freeform: Shape 266">
              <a:extLst>
                <a:ext uri="{FF2B5EF4-FFF2-40B4-BE49-F238E27FC236}">
                  <a16:creationId xmlns:a16="http://schemas.microsoft.com/office/drawing/2014/main" id="{DF15F295-174C-CEC9-E8A7-53634A9B7A9B}"/>
                </a:ext>
              </a:extLst>
            </p:cNvPr>
            <p:cNvSpPr/>
            <p:nvPr/>
          </p:nvSpPr>
          <p:spPr>
            <a:xfrm>
              <a:off x="7165144"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8" name="Freeform: Shape 267">
              <a:extLst>
                <a:ext uri="{FF2B5EF4-FFF2-40B4-BE49-F238E27FC236}">
                  <a16:creationId xmlns:a16="http://schemas.microsoft.com/office/drawing/2014/main" id="{8A868DDB-AAD5-3349-91A4-ADF8193AEB24}"/>
                </a:ext>
              </a:extLst>
            </p:cNvPr>
            <p:cNvSpPr/>
            <p:nvPr/>
          </p:nvSpPr>
          <p:spPr>
            <a:xfrm>
              <a:off x="2366578"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9" name="Freeform: Shape 268">
              <a:extLst>
                <a:ext uri="{FF2B5EF4-FFF2-40B4-BE49-F238E27FC236}">
                  <a16:creationId xmlns:a16="http://schemas.microsoft.com/office/drawing/2014/main" id="{B9129005-DA04-8281-7998-F1084B935396}"/>
                </a:ext>
              </a:extLst>
            </p:cNvPr>
            <p:cNvSpPr/>
            <p:nvPr/>
          </p:nvSpPr>
          <p:spPr>
            <a:xfrm>
              <a:off x="2480790"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0" name="Freeform: Shape 269">
              <a:extLst>
                <a:ext uri="{FF2B5EF4-FFF2-40B4-BE49-F238E27FC236}">
                  <a16:creationId xmlns:a16="http://schemas.microsoft.com/office/drawing/2014/main" id="{34EF12F4-DF59-284C-B3A4-0DB3645708A4}"/>
                </a:ext>
              </a:extLst>
            </p:cNvPr>
            <p:cNvSpPr/>
            <p:nvPr/>
          </p:nvSpPr>
          <p:spPr>
            <a:xfrm>
              <a:off x="2595046"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1" name="Freeform: Shape 270">
              <a:extLst>
                <a:ext uri="{FF2B5EF4-FFF2-40B4-BE49-F238E27FC236}">
                  <a16:creationId xmlns:a16="http://schemas.microsoft.com/office/drawing/2014/main" id="{14189D39-79E2-2229-9317-84998542BDBA}"/>
                </a:ext>
              </a:extLst>
            </p:cNvPr>
            <p:cNvSpPr/>
            <p:nvPr/>
          </p:nvSpPr>
          <p:spPr>
            <a:xfrm>
              <a:off x="2709301"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2" name="Freeform: Shape 271">
              <a:extLst>
                <a:ext uri="{FF2B5EF4-FFF2-40B4-BE49-F238E27FC236}">
                  <a16:creationId xmlns:a16="http://schemas.microsoft.com/office/drawing/2014/main" id="{F153BAA8-5108-E902-0648-FB3404447EE5}"/>
                </a:ext>
              </a:extLst>
            </p:cNvPr>
            <p:cNvSpPr/>
            <p:nvPr/>
          </p:nvSpPr>
          <p:spPr>
            <a:xfrm>
              <a:off x="2823557"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3" name="Freeform: Shape 272">
              <a:extLst>
                <a:ext uri="{FF2B5EF4-FFF2-40B4-BE49-F238E27FC236}">
                  <a16:creationId xmlns:a16="http://schemas.microsoft.com/office/drawing/2014/main" id="{5CA4AC1F-7247-EEAE-6574-23E14144ABAC}"/>
                </a:ext>
              </a:extLst>
            </p:cNvPr>
            <p:cNvSpPr/>
            <p:nvPr/>
          </p:nvSpPr>
          <p:spPr>
            <a:xfrm>
              <a:off x="2937813"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4" name="Freeform: Shape 273">
              <a:extLst>
                <a:ext uri="{FF2B5EF4-FFF2-40B4-BE49-F238E27FC236}">
                  <a16:creationId xmlns:a16="http://schemas.microsoft.com/office/drawing/2014/main" id="{18DC5993-08B3-11D9-F738-3D20C13A0EF2}"/>
                </a:ext>
              </a:extLst>
            </p:cNvPr>
            <p:cNvSpPr/>
            <p:nvPr/>
          </p:nvSpPr>
          <p:spPr>
            <a:xfrm>
              <a:off x="3052069"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5" name="Freeform: Shape 274">
              <a:extLst>
                <a:ext uri="{FF2B5EF4-FFF2-40B4-BE49-F238E27FC236}">
                  <a16:creationId xmlns:a16="http://schemas.microsoft.com/office/drawing/2014/main" id="{81DEA2FB-979D-06DD-85C6-FCAC809F0C5F}"/>
                </a:ext>
              </a:extLst>
            </p:cNvPr>
            <p:cNvSpPr/>
            <p:nvPr/>
          </p:nvSpPr>
          <p:spPr>
            <a:xfrm>
              <a:off x="3166325"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6" name="Freeform: Shape 275">
              <a:extLst>
                <a:ext uri="{FF2B5EF4-FFF2-40B4-BE49-F238E27FC236}">
                  <a16:creationId xmlns:a16="http://schemas.microsoft.com/office/drawing/2014/main" id="{B43C9A55-9D43-DE81-C7F4-03B7EF97ECA3}"/>
                </a:ext>
              </a:extLst>
            </p:cNvPr>
            <p:cNvSpPr/>
            <p:nvPr/>
          </p:nvSpPr>
          <p:spPr>
            <a:xfrm>
              <a:off x="3280580"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7" name="Freeform: Shape 276">
              <a:extLst>
                <a:ext uri="{FF2B5EF4-FFF2-40B4-BE49-F238E27FC236}">
                  <a16:creationId xmlns:a16="http://schemas.microsoft.com/office/drawing/2014/main" id="{78F68C01-6C7E-1A83-7A42-DB518DFC65EC}"/>
                </a:ext>
              </a:extLst>
            </p:cNvPr>
            <p:cNvSpPr/>
            <p:nvPr/>
          </p:nvSpPr>
          <p:spPr>
            <a:xfrm>
              <a:off x="3394836"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8" name="Freeform: Shape 277">
              <a:extLst>
                <a:ext uri="{FF2B5EF4-FFF2-40B4-BE49-F238E27FC236}">
                  <a16:creationId xmlns:a16="http://schemas.microsoft.com/office/drawing/2014/main" id="{68D0E94E-7B0F-D94A-CF05-DFE18CB431A0}"/>
                </a:ext>
              </a:extLst>
            </p:cNvPr>
            <p:cNvSpPr/>
            <p:nvPr/>
          </p:nvSpPr>
          <p:spPr>
            <a:xfrm>
              <a:off x="3509092"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9" name="Freeform: Shape 278">
              <a:extLst>
                <a:ext uri="{FF2B5EF4-FFF2-40B4-BE49-F238E27FC236}">
                  <a16:creationId xmlns:a16="http://schemas.microsoft.com/office/drawing/2014/main" id="{ED82EC71-F751-153E-195A-383FA5BDEA93}"/>
                </a:ext>
              </a:extLst>
            </p:cNvPr>
            <p:cNvSpPr/>
            <p:nvPr/>
          </p:nvSpPr>
          <p:spPr>
            <a:xfrm>
              <a:off x="3623348"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0" name="Freeform: Shape 279">
              <a:extLst>
                <a:ext uri="{FF2B5EF4-FFF2-40B4-BE49-F238E27FC236}">
                  <a16:creationId xmlns:a16="http://schemas.microsoft.com/office/drawing/2014/main" id="{E5ECBA9C-12F2-77EA-6927-8A7A7081F8DD}"/>
                </a:ext>
              </a:extLst>
            </p:cNvPr>
            <p:cNvSpPr/>
            <p:nvPr/>
          </p:nvSpPr>
          <p:spPr>
            <a:xfrm>
              <a:off x="3737603"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1" name="Freeform: Shape 280">
              <a:extLst>
                <a:ext uri="{FF2B5EF4-FFF2-40B4-BE49-F238E27FC236}">
                  <a16:creationId xmlns:a16="http://schemas.microsoft.com/office/drawing/2014/main" id="{DB404237-C3EA-CB47-62E3-06E0DD85811F}"/>
                </a:ext>
              </a:extLst>
            </p:cNvPr>
            <p:cNvSpPr/>
            <p:nvPr/>
          </p:nvSpPr>
          <p:spPr>
            <a:xfrm>
              <a:off x="3851815"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2" name="Freeform: Shape 281">
              <a:extLst>
                <a:ext uri="{FF2B5EF4-FFF2-40B4-BE49-F238E27FC236}">
                  <a16:creationId xmlns:a16="http://schemas.microsoft.com/office/drawing/2014/main" id="{62115347-0C09-4CB4-A6A9-D0789EE07AB2}"/>
                </a:ext>
              </a:extLst>
            </p:cNvPr>
            <p:cNvSpPr/>
            <p:nvPr/>
          </p:nvSpPr>
          <p:spPr>
            <a:xfrm>
              <a:off x="3966071"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3" name="Freeform: Shape 282">
              <a:extLst>
                <a:ext uri="{FF2B5EF4-FFF2-40B4-BE49-F238E27FC236}">
                  <a16:creationId xmlns:a16="http://schemas.microsoft.com/office/drawing/2014/main" id="{5E67F93A-ECFC-D6BD-E498-27534E1CF8F8}"/>
                </a:ext>
              </a:extLst>
            </p:cNvPr>
            <p:cNvSpPr/>
            <p:nvPr/>
          </p:nvSpPr>
          <p:spPr>
            <a:xfrm>
              <a:off x="4080327"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4" name="Freeform: Shape 283">
              <a:extLst>
                <a:ext uri="{FF2B5EF4-FFF2-40B4-BE49-F238E27FC236}">
                  <a16:creationId xmlns:a16="http://schemas.microsoft.com/office/drawing/2014/main" id="{0926F86F-BF7A-4D28-0501-6BE7E655B7CE}"/>
                </a:ext>
              </a:extLst>
            </p:cNvPr>
            <p:cNvSpPr/>
            <p:nvPr/>
          </p:nvSpPr>
          <p:spPr>
            <a:xfrm>
              <a:off x="4194582"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5" name="Freeform: Shape 284">
              <a:extLst>
                <a:ext uri="{FF2B5EF4-FFF2-40B4-BE49-F238E27FC236}">
                  <a16:creationId xmlns:a16="http://schemas.microsoft.com/office/drawing/2014/main" id="{83DE62D7-8BC5-7E2C-4281-CD40BEDBD3D9}"/>
                </a:ext>
              </a:extLst>
            </p:cNvPr>
            <p:cNvSpPr/>
            <p:nvPr/>
          </p:nvSpPr>
          <p:spPr>
            <a:xfrm>
              <a:off x="4308838"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6" name="Freeform: Shape 285">
              <a:extLst>
                <a:ext uri="{FF2B5EF4-FFF2-40B4-BE49-F238E27FC236}">
                  <a16:creationId xmlns:a16="http://schemas.microsoft.com/office/drawing/2014/main" id="{D3F4DC33-286F-FB3E-6D03-13F5BEEB53C5}"/>
                </a:ext>
              </a:extLst>
            </p:cNvPr>
            <p:cNvSpPr/>
            <p:nvPr/>
          </p:nvSpPr>
          <p:spPr>
            <a:xfrm>
              <a:off x="4423094"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7" name="Freeform: Shape 286">
              <a:extLst>
                <a:ext uri="{FF2B5EF4-FFF2-40B4-BE49-F238E27FC236}">
                  <a16:creationId xmlns:a16="http://schemas.microsoft.com/office/drawing/2014/main" id="{ECAB8BBD-BCB7-ECA7-554B-9BAD22281031}"/>
                </a:ext>
              </a:extLst>
            </p:cNvPr>
            <p:cNvSpPr/>
            <p:nvPr/>
          </p:nvSpPr>
          <p:spPr>
            <a:xfrm>
              <a:off x="4537350"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8" name="Freeform: Shape 287">
              <a:extLst>
                <a:ext uri="{FF2B5EF4-FFF2-40B4-BE49-F238E27FC236}">
                  <a16:creationId xmlns:a16="http://schemas.microsoft.com/office/drawing/2014/main" id="{E7B7BF13-3D26-4C95-8BCF-895B84ADA862}"/>
                </a:ext>
              </a:extLst>
            </p:cNvPr>
            <p:cNvSpPr/>
            <p:nvPr/>
          </p:nvSpPr>
          <p:spPr>
            <a:xfrm>
              <a:off x="4651605"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9" name="Freeform: Shape 288">
              <a:extLst>
                <a:ext uri="{FF2B5EF4-FFF2-40B4-BE49-F238E27FC236}">
                  <a16:creationId xmlns:a16="http://schemas.microsoft.com/office/drawing/2014/main" id="{E824A4D0-5CE1-E150-5497-A3D4A3F85C60}"/>
                </a:ext>
              </a:extLst>
            </p:cNvPr>
            <p:cNvSpPr/>
            <p:nvPr/>
          </p:nvSpPr>
          <p:spPr>
            <a:xfrm>
              <a:off x="4765861"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0" name="Freeform: Shape 289">
              <a:extLst>
                <a:ext uri="{FF2B5EF4-FFF2-40B4-BE49-F238E27FC236}">
                  <a16:creationId xmlns:a16="http://schemas.microsoft.com/office/drawing/2014/main" id="{404D6478-EDE7-FF43-0059-F8B656217822}"/>
                </a:ext>
              </a:extLst>
            </p:cNvPr>
            <p:cNvSpPr/>
            <p:nvPr/>
          </p:nvSpPr>
          <p:spPr>
            <a:xfrm>
              <a:off x="4880117"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1" name="Freeform: Shape 290">
              <a:extLst>
                <a:ext uri="{FF2B5EF4-FFF2-40B4-BE49-F238E27FC236}">
                  <a16:creationId xmlns:a16="http://schemas.microsoft.com/office/drawing/2014/main" id="{82664A0A-1CA9-2E82-8E26-863BA4AC65BF}"/>
                </a:ext>
              </a:extLst>
            </p:cNvPr>
            <p:cNvSpPr/>
            <p:nvPr/>
          </p:nvSpPr>
          <p:spPr>
            <a:xfrm>
              <a:off x="4994373"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2" name="Freeform: Shape 291">
              <a:extLst>
                <a:ext uri="{FF2B5EF4-FFF2-40B4-BE49-F238E27FC236}">
                  <a16:creationId xmlns:a16="http://schemas.microsoft.com/office/drawing/2014/main" id="{1E609C35-224D-FB33-F830-5DD77A350F5A}"/>
                </a:ext>
              </a:extLst>
            </p:cNvPr>
            <p:cNvSpPr/>
            <p:nvPr/>
          </p:nvSpPr>
          <p:spPr>
            <a:xfrm>
              <a:off x="5108629"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3" name="Freeform: Shape 292">
              <a:extLst>
                <a:ext uri="{FF2B5EF4-FFF2-40B4-BE49-F238E27FC236}">
                  <a16:creationId xmlns:a16="http://schemas.microsoft.com/office/drawing/2014/main" id="{E87786C8-A55D-6D48-E7E2-10CB0DCBE688}"/>
                </a:ext>
              </a:extLst>
            </p:cNvPr>
            <p:cNvSpPr/>
            <p:nvPr/>
          </p:nvSpPr>
          <p:spPr>
            <a:xfrm>
              <a:off x="5222840"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4" name="Freeform: Shape 293">
              <a:extLst>
                <a:ext uri="{FF2B5EF4-FFF2-40B4-BE49-F238E27FC236}">
                  <a16:creationId xmlns:a16="http://schemas.microsoft.com/office/drawing/2014/main" id="{57168F05-547F-F44D-3E08-217A38BD8F2D}"/>
                </a:ext>
              </a:extLst>
            </p:cNvPr>
            <p:cNvSpPr/>
            <p:nvPr/>
          </p:nvSpPr>
          <p:spPr>
            <a:xfrm>
              <a:off x="5337096"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5" name="Freeform: Shape 294">
              <a:extLst>
                <a:ext uri="{FF2B5EF4-FFF2-40B4-BE49-F238E27FC236}">
                  <a16:creationId xmlns:a16="http://schemas.microsoft.com/office/drawing/2014/main" id="{3D8D0E24-A50B-3966-5450-3B305F5632A0}"/>
                </a:ext>
              </a:extLst>
            </p:cNvPr>
            <p:cNvSpPr/>
            <p:nvPr/>
          </p:nvSpPr>
          <p:spPr>
            <a:xfrm>
              <a:off x="5451352"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6" name="Freeform: Shape 295">
              <a:extLst>
                <a:ext uri="{FF2B5EF4-FFF2-40B4-BE49-F238E27FC236}">
                  <a16:creationId xmlns:a16="http://schemas.microsoft.com/office/drawing/2014/main" id="{EC0EC9B7-562E-9C5D-934F-5A579507ED5E}"/>
                </a:ext>
              </a:extLst>
            </p:cNvPr>
            <p:cNvSpPr/>
            <p:nvPr/>
          </p:nvSpPr>
          <p:spPr>
            <a:xfrm>
              <a:off x="5565608"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7" name="Freeform: Shape 296">
              <a:extLst>
                <a:ext uri="{FF2B5EF4-FFF2-40B4-BE49-F238E27FC236}">
                  <a16:creationId xmlns:a16="http://schemas.microsoft.com/office/drawing/2014/main" id="{0EF875B5-523F-39BD-5B4A-45F48529C4C9}"/>
                </a:ext>
              </a:extLst>
            </p:cNvPr>
            <p:cNvSpPr/>
            <p:nvPr/>
          </p:nvSpPr>
          <p:spPr>
            <a:xfrm>
              <a:off x="5679863"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8" name="Freeform: Shape 297">
              <a:extLst>
                <a:ext uri="{FF2B5EF4-FFF2-40B4-BE49-F238E27FC236}">
                  <a16:creationId xmlns:a16="http://schemas.microsoft.com/office/drawing/2014/main" id="{2EF4A639-691C-EC91-5D51-7C8BC511F992}"/>
                </a:ext>
              </a:extLst>
            </p:cNvPr>
            <p:cNvSpPr/>
            <p:nvPr/>
          </p:nvSpPr>
          <p:spPr>
            <a:xfrm>
              <a:off x="5794119"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9" name="Freeform: Shape 298">
              <a:extLst>
                <a:ext uri="{FF2B5EF4-FFF2-40B4-BE49-F238E27FC236}">
                  <a16:creationId xmlns:a16="http://schemas.microsoft.com/office/drawing/2014/main" id="{8B9E7AA0-8925-1F13-8D0E-65C1C556AC4F}"/>
                </a:ext>
              </a:extLst>
            </p:cNvPr>
            <p:cNvSpPr/>
            <p:nvPr/>
          </p:nvSpPr>
          <p:spPr>
            <a:xfrm>
              <a:off x="5908375"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0" name="Freeform: Shape 299">
              <a:extLst>
                <a:ext uri="{FF2B5EF4-FFF2-40B4-BE49-F238E27FC236}">
                  <a16:creationId xmlns:a16="http://schemas.microsoft.com/office/drawing/2014/main" id="{23BA99EA-EB57-6123-4FB8-27CB6556DAB0}"/>
                </a:ext>
              </a:extLst>
            </p:cNvPr>
            <p:cNvSpPr/>
            <p:nvPr/>
          </p:nvSpPr>
          <p:spPr>
            <a:xfrm>
              <a:off x="6022631"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1" name="Freeform: Shape 300">
              <a:extLst>
                <a:ext uri="{FF2B5EF4-FFF2-40B4-BE49-F238E27FC236}">
                  <a16:creationId xmlns:a16="http://schemas.microsoft.com/office/drawing/2014/main" id="{1D3738B9-19C2-829F-2D2A-3B0C4ECA817D}"/>
                </a:ext>
              </a:extLst>
            </p:cNvPr>
            <p:cNvSpPr/>
            <p:nvPr/>
          </p:nvSpPr>
          <p:spPr>
            <a:xfrm>
              <a:off x="6136886"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2" name="Freeform: Shape 301">
              <a:extLst>
                <a:ext uri="{FF2B5EF4-FFF2-40B4-BE49-F238E27FC236}">
                  <a16:creationId xmlns:a16="http://schemas.microsoft.com/office/drawing/2014/main" id="{E00A62D8-AB93-176F-F293-F97FED835CD7}"/>
                </a:ext>
              </a:extLst>
            </p:cNvPr>
            <p:cNvSpPr/>
            <p:nvPr/>
          </p:nvSpPr>
          <p:spPr>
            <a:xfrm>
              <a:off x="6251142"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3" name="Freeform: Shape 302">
              <a:extLst>
                <a:ext uri="{FF2B5EF4-FFF2-40B4-BE49-F238E27FC236}">
                  <a16:creationId xmlns:a16="http://schemas.microsoft.com/office/drawing/2014/main" id="{32A3F946-7C70-3E70-55CB-B059AA0AF85F}"/>
                </a:ext>
              </a:extLst>
            </p:cNvPr>
            <p:cNvSpPr/>
            <p:nvPr/>
          </p:nvSpPr>
          <p:spPr>
            <a:xfrm>
              <a:off x="6365398"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4" name="Freeform: Shape 303">
              <a:extLst>
                <a:ext uri="{FF2B5EF4-FFF2-40B4-BE49-F238E27FC236}">
                  <a16:creationId xmlns:a16="http://schemas.microsoft.com/office/drawing/2014/main" id="{F2DE0423-7F3F-8DA3-D33F-B3AE61C61FAB}"/>
                </a:ext>
              </a:extLst>
            </p:cNvPr>
            <p:cNvSpPr/>
            <p:nvPr/>
          </p:nvSpPr>
          <p:spPr>
            <a:xfrm>
              <a:off x="6479610"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5" name="Freeform: Shape 304">
              <a:extLst>
                <a:ext uri="{FF2B5EF4-FFF2-40B4-BE49-F238E27FC236}">
                  <a16:creationId xmlns:a16="http://schemas.microsoft.com/office/drawing/2014/main" id="{DA786CE8-AAB2-4FE0-F7AF-1A7DF930026E}"/>
                </a:ext>
              </a:extLst>
            </p:cNvPr>
            <p:cNvSpPr/>
            <p:nvPr/>
          </p:nvSpPr>
          <p:spPr>
            <a:xfrm>
              <a:off x="6593865"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6" name="Freeform: Shape 305">
              <a:extLst>
                <a:ext uri="{FF2B5EF4-FFF2-40B4-BE49-F238E27FC236}">
                  <a16:creationId xmlns:a16="http://schemas.microsoft.com/office/drawing/2014/main" id="{994D344E-2F77-3A10-6FDB-64397CBB4486}"/>
                </a:ext>
              </a:extLst>
            </p:cNvPr>
            <p:cNvSpPr/>
            <p:nvPr/>
          </p:nvSpPr>
          <p:spPr>
            <a:xfrm>
              <a:off x="6708121" y="68964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7" name="Freeform: Shape 306">
              <a:extLst>
                <a:ext uri="{FF2B5EF4-FFF2-40B4-BE49-F238E27FC236}">
                  <a16:creationId xmlns:a16="http://schemas.microsoft.com/office/drawing/2014/main" id="{8EA85DDA-1453-432C-B31D-E7B02DE9F1C7}"/>
                </a:ext>
              </a:extLst>
            </p:cNvPr>
            <p:cNvSpPr/>
            <p:nvPr/>
          </p:nvSpPr>
          <p:spPr>
            <a:xfrm>
              <a:off x="6822377"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8" name="Freeform: Shape 307">
              <a:extLst>
                <a:ext uri="{FF2B5EF4-FFF2-40B4-BE49-F238E27FC236}">
                  <a16:creationId xmlns:a16="http://schemas.microsoft.com/office/drawing/2014/main" id="{C7FB2010-71C1-CCC3-59F5-64F84BB4519A}"/>
                </a:ext>
              </a:extLst>
            </p:cNvPr>
            <p:cNvSpPr/>
            <p:nvPr/>
          </p:nvSpPr>
          <p:spPr>
            <a:xfrm>
              <a:off x="6936633"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9" name="Freeform: Shape 308">
              <a:extLst>
                <a:ext uri="{FF2B5EF4-FFF2-40B4-BE49-F238E27FC236}">
                  <a16:creationId xmlns:a16="http://schemas.microsoft.com/office/drawing/2014/main" id="{38762629-CCBD-F9DA-1F7C-B11826B75F66}"/>
                </a:ext>
              </a:extLst>
            </p:cNvPr>
            <p:cNvSpPr/>
            <p:nvPr/>
          </p:nvSpPr>
          <p:spPr>
            <a:xfrm>
              <a:off x="7050888" y="68964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0" name="Freeform: Shape 309">
              <a:extLst>
                <a:ext uri="{FF2B5EF4-FFF2-40B4-BE49-F238E27FC236}">
                  <a16:creationId xmlns:a16="http://schemas.microsoft.com/office/drawing/2014/main" id="{544749C8-CB92-C861-234A-F806857A0F37}"/>
                </a:ext>
              </a:extLst>
            </p:cNvPr>
            <p:cNvSpPr/>
            <p:nvPr/>
          </p:nvSpPr>
          <p:spPr>
            <a:xfrm>
              <a:off x="7165144"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1" name="Freeform: Shape 310">
              <a:extLst>
                <a:ext uri="{FF2B5EF4-FFF2-40B4-BE49-F238E27FC236}">
                  <a16:creationId xmlns:a16="http://schemas.microsoft.com/office/drawing/2014/main" id="{BBD43EEC-501D-67D7-0B7A-58A2876799EA}"/>
                </a:ext>
              </a:extLst>
            </p:cNvPr>
            <p:cNvSpPr/>
            <p:nvPr/>
          </p:nvSpPr>
          <p:spPr>
            <a:xfrm>
              <a:off x="2366578"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2" name="Freeform: Shape 311">
              <a:extLst>
                <a:ext uri="{FF2B5EF4-FFF2-40B4-BE49-F238E27FC236}">
                  <a16:creationId xmlns:a16="http://schemas.microsoft.com/office/drawing/2014/main" id="{5680FFC6-EA52-26A8-F551-3DD867C1DEAD}"/>
                </a:ext>
              </a:extLst>
            </p:cNvPr>
            <p:cNvSpPr/>
            <p:nvPr/>
          </p:nvSpPr>
          <p:spPr>
            <a:xfrm>
              <a:off x="2480790"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3" name="Freeform: Shape 312">
              <a:extLst>
                <a:ext uri="{FF2B5EF4-FFF2-40B4-BE49-F238E27FC236}">
                  <a16:creationId xmlns:a16="http://schemas.microsoft.com/office/drawing/2014/main" id="{F0725307-38B8-61B8-6247-63972591195A}"/>
                </a:ext>
              </a:extLst>
            </p:cNvPr>
            <p:cNvSpPr/>
            <p:nvPr/>
          </p:nvSpPr>
          <p:spPr>
            <a:xfrm>
              <a:off x="2595046"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4" name="Freeform: Shape 313">
              <a:extLst>
                <a:ext uri="{FF2B5EF4-FFF2-40B4-BE49-F238E27FC236}">
                  <a16:creationId xmlns:a16="http://schemas.microsoft.com/office/drawing/2014/main" id="{447D8D8E-BEFE-AC28-9131-C8C6240F63A2}"/>
                </a:ext>
              </a:extLst>
            </p:cNvPr>
            <p:cNvSpPr/>
            <p:nvPr/>
          </p:nvSpPr>
          <p:spPr>
            <a:xfrm>
              <a:off x="2709301"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5" name="Freeform: Shape 314">
              <a:extLst>
                <a:ext uri="{FF2B5EF4-FFF2-40B4-BE49-F238E27FC236}">
                  <a16:creationId xmlns:a16="http://schemas.microsoft.com/office/drawing/2014/main" id="{AFE9A9E1-EB15-5E6E-2FCC-EAFF3D7F8EDA}"/>
                </a:ext>
              </a:extLst>
            </p:cNvPr>
            <p:cNvSpPr/>
            <p:nvPr/>
          </p:nvSpPr>
          <p:spPr>
            <a:xfrm>
              <a:off x="2823557"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6" name="Freeform: Shape 315">
              <a:extLst>
                <a:ext uri="{FF2B5EF4-FFF2-40B4-BE49-F238E27FC236}">
                  <a16:creationId xmlns:a16="http://schemas.microsoft.com/office/drawing/2014/main" id="{44B43754-431E-5486-9468-F4D0FE3CF278}"/>
                </a:ext>
              </a:extLst>
            </p:cNvPr>
            <p:cNvSpPr/>
            <p:nvPr/>
          </p:nvSpPr>
          <p:spPr>
            <a:xfrm>
              <a:off x="2937813"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7" name="Freeform: Shape 316">
              <a:extLst>
                <a:ext uri="{FF2B5EF4-FFF2-40B4-BE49-F238E27FC236}">
                  <a16:creationId xmlns:a16="http://schemas.microsoft.com/office/drawing/2014/main" id="{3763E7B6-87C7-DE20-F5A7-F9867077A0F3}"/>
                </a:ext>
              </a:extLst>
            </p:cNvPr>
            <p:cNvSpPr/>
            <p:nvPr/>
          </p:nvSpPr>
          <p:spPr>
            <a:xfrm>
              <a:off x="3052069"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8" name="Freeform: Shape 317">
              <a:extLst>
                <a:ext uri="{FF2B5EF4-FFF2-40B4-BE49-F238E27FC236}">
                  <a16:creationId xmlns:a16="http://schemas.microsoft.com/office/drawing/2014/main" id="{4D818FA9-7C8D-E625-5A5D-2230282A6931}"/>
                </a:ext>
              </a:extLst>
            </p:cNvPr>
            <p:cNvSpPr/>
            <p:nvPr/>
          </p:nvSpPr>
          <p:spPr>
            <a:xfrm>
              <a:off x="3166325"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9" name="Freeform: Shape 318">
              <a:extLst>
                <a:ext uri="{FF2B5EF4-FFF2-40B4-BE49-F238E27FC236}">
                  <a16:creationId xmlns:a16="http://schemas.microsoft.com/office/drawing/2014/main" id="{C22B607B-2090-11EE-CC77-7398F8AD2031}"/>
                </a:ext>
              </a:extLst>
            </p:cNvPr>
            <p:cNvSpPr/>
            <p:nvPr/>
          </p:nvSpPr>
          <p:spPr>
            <a:xfrm>
              <a:off x="3280580"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0" name="Freeform: Shape 319">
              <a:extLst>
                <a:ext uri="{FF2B5EF4-FFF2-40B4-BE49-F238E27FC236}">
                  <a16:creationId xmlns:a16="http://schemas.microsoft.com/office/drawing/2014/main" id="{DD82E970-4D95-416C-DBD5-B451FC09536A}"/>
                </a:ext>
              </a:extLst>
            </p:cNvPr>
            <p:cNvSpPr/>
            <p:nvPr/>
          </p:nvSpPr>
          <p:spPr>
            <a:xfrm>
              <a:off x="3394836"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1" name="Freeform: Shape 320">
              <a:extLst>
                <a:ext uri="{FF2B5EF4-FFF2-40B4-BE49-F238E27FC236}">
                  <a16:creationId xmlns:a16="http://schemas.microsoft.com/office/drawing/2014/main" id="{5D4AC1F9-7B93-8330-D981-F94E7E37D294}"/>
                </a:ext>
              </a:extLst>
            </p:cNvPr>
            <p:cNvSpPr/>
            <p:nvPr/>
          </p:nvSpPr>
          <p:spPr>
            <a:xfrm>
              <a:off x="3509092"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2" name="Freeform: Shape 321">
              <a:extLst>
                <a:ext uri="{FF2B5EF4-FFF2-40B4-BE49-F238E27FC236}">
                  <a16:creationId xmlns:a16="http://schemas.microsoft.com/office/drawing/2014/main" id="{7A74B896-0995-F4ED-9C92-A6DB93CC5D14}"/>
                </a:ext>
              </a:extLst>
            </p:cNvPr>
            <p:cNvSpPr/>
            <p:nvPr/>
          </p:nvSpPr>
          <p:spPr>
            <a:xfrm>
              <a:off x="3623348"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3" name="Freeform: Shape 322">
              <a:extLst>
                <a:ext uri="{FF2B5EF4-FFF2-40B4-BE49-F238E27FC236}">
                  <a16:creationId xmlns:a16="http://schemas.microsoft.com/office/drawing/2014/main" id="{F33B52F5-46DB-678D-26FD-72EE96C9E753}"/>
                </a:ext>
              </a:extLst>
            </p:cNvPr>
            <p:cNvSpPr/>
            <p:nvPr/>
          </p:nvSpPr>
          <p:spPr>
            <a:xfrm>
              <a:off x="3737603"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4" name="Freeform: Shape 323">
              <a:extLst>
                <a:ext uri="{FF2B5EF4-FFF2-40B4-BE49-F238E27FC236}">
                  <a16:creationId xmlns:a16="http://schemas.microsoft.com/office/drawing/2014/main" id="{888B44C1-ECE2-91DD-8557-B7224C767560}"/>
                </a:ext>
              </a:extLst>
            </p:cNvPr>
            <p:cNvSpPr/>
            <p:nvPr/>
          </p:nvSpPr>
          <p:spPr>
            <a:xfrm>
              <a:off x="3851815"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5" name="Freeform: Shape 324">
              <a:extLst>
                <a:ext uri="{FF2B5EF4-FFF2-40B4-BE49-F238E27FC236}">
                  <a16:creationId xmlns:a16="http://schemas.microsoft.com/office/drawing/2014/main" id="{0F82C2A2-541D-0990-24D1-2F64CA47A82E}"/>
                </a:ext>
              </a:extLst>
            </p:cNvPr>
            <p:cNvSpPr/>
            <p:nvPr/>
          </p:nvSpPr>
          <p:spPr>
            <a:xfrm>
              <a:off x="3966071"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6" name="Freeform: Shape 325">
              <a:extLst>
                <a:ext uri="{FF2B5EF4-FFF2-40B4-BE49-F238E27FC236}">
                  <a16:creationId xmlns:a16="http://schemas.microsoft.com/office/drawing/2014/main" id="{07DD8D61-0313-A64D-5A9A-8D363480DF08}"/>
                </a:ext>
              </a:extLst>
            </p:cNvPr>
            <p:cNvSpPr/>
            <p:nvPr/>
          </p:nvSpPr>
          <p:spPr>
            <a:xfrm>
              <a:off x="4080327"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7" name="Freeform: Shape 326">
              <a:extLst>
                <a:ext uri="{FF2B5EF4-FFF2-40B4-BE49-F238E27FC236}">
                  <a16:creationId xmlns:a16="http://schemas.microsoft.com/office/drawing/2014/main" id="{536948D5-1A76-6082-0BC2-18D4D7AFA65B}"/>
                </a:ext>
              </a:extLst>
            </p:cNvPr>
            <p:cNvSpPr/>
            <p:nvPr/>
          </p:nvSpPr>
          <p:spPr>
            <a:xfrm>
              <a:off x="4194582"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8" name="Freeform: Shape 327">
              <a:extLst>
                <a:ext uri="{FF2B5EF4-FFF2-40B4-BE49-F238E27FC236}">
                  <a16:creationId xmlns:a16="http://schemas.microsoft.com/office/drawing/2014/main" id="{160D3057-3DA8-67FB-2F0B-1E8CD71CB9D9}"/>
                </a:ext>
              </a:extLst>
            </p:cNvPr>
            <p:cNvSpPr/>
            <p:nvPr/>
          </p:nvSpPr>
          <p:spPr>
            <a:xfrm>
              <a:off x="4308838"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9" name="Freeform: Shape 328">
              <a:extLst>
                <a:ext uri="{FF2B5EF4-FFF2-40B4-BE49-F238E27FC236}">
                  <a16:creationId xmlns:a16="http://schemas.microsoft.com/office/drawing/2014/main" id="{FBA872F0-08B6-0E11-9D2A-1307F6B837B2}"/>
                </a:ext>
              </a:extLst>
            </p:cNvPr>
            <p:cNvSpPr/>
            <p:nvPr/>
          </p:nvSpPr>
          <p:spPr>
            <a:xfrm>
              <a:off x="4423094"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0" name="Freeform: Shape 329">
              <a:extLst>
                <a:ext uri="{FF2B5EF4-FFF2-40B4-BE49-F238E27FC236}">
                  <a16:creationId xmlns:a16="http://schemas.microsoft.com/office/drawing/2014/main" id="{336C15D3-0A8E-50FE-F0EB-4F8D810D03E9}"/>
                </a:ext>
              </a:extLst>
            </p:cNvPr>
            <p:cNvSpPr/>
            <p:nvPr/>
          </p:nvSpPr>
          <p:spPr>
            <a:xfrm>
              <a:off x="4537350"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1" name="Freeform: Shape 330">
              <a:extLst>
                <a:ext uri="{FF2B5EF4-FFF2-40B4-BE49-F238E27FC236}">
                  <a16:creationId xmlns:a16="http://schemas.microsoft.com/office/drawing/2014/main" id="{3608389C-6603-EC44-C069-2EA4DE333847}"/>
                </a:ext>
              </a:extLst>
            </p:cNvPr>
            <p:cNvSpPr/>
            <p:nvPr/>
          </p:nvSpPr>
          <p:spPr>
            <a:xfrm>
              <a:off x="4651605"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2" name="Freeform: Shape 331">
              <a:extLst>
                <a:ext uri="{FF2B5EF4-FFF2-40B4-BE49-F238E27FC236}">
                  <a16:creationId xmlns:a16="http://schemas.microsoft.com/office/drawing/2014/main" id="{F3CF044C-6DFE-300A-7432-A4C2A3AEFED1}"/>
                </a:ext>
              </a:extLst>
            </p:cNvPr>
            <p:cNvSpPr/>
            <p:nvPr/>
          </p:nvSpPr>
          <p:spPr>
            <a:xfrm>
              <a:off x="4765861"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3" name="Freeform: Shape 332">
              <a:extLst>
                <a:ext uri="{FF2B5EF4-FFF2-40B4-BE49-F238E27FC236}">
                  <a16:creationId xmlns:a16="http://schemas.microsoft.com/office/drawing/2014/main" id="{941C55B7-5081-A9B6-767C-D9921389A107}"/>
                </a:ext>
              </a:extLst>
            </p:cNvPr>
            <p:cNvSpPr/>
            <p:nvPr/>
          </p:nvSpPr>
          <p:spPr>
            <a:xfrm>
              <a:off x="4880117"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4" name="Freeform: Shape 333">
              <a:extLst>
                <a:ext uri="{FF2B5EF4-FFF2-40B4-BE49-F238E27FC236}">
                  <a16:creationId xmlns:a16="http://schemas.microsoft.com/office/drawing/2014/main" id="{DDDA0A38-3EC0-78E6-3E4E-C680D4F994C6}"/>
                </a:ext>
              </a:extLst>
            </p:cNvPr>
            <p:cNvSpPr/>
            <p:nvPr/>
          </p:nvSpPr>
          <p:spPr>
            <a:xfrm>
              <a:off x="4994373"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5" name="Freeform: Shape 334">
              <a:extLst>
                <a:ext uri="{FF2B5EF4-FFF2-40B4-BE49-F238E27FC236}">
                  <a16:creationId xmlns:a16="http://schemas.microsoft.com/office/drawing/2014/main" id="{BF87AEA9-B4E2-0330-4D45-25273417435C}"/>
                </a:ext>
              </a:extLst>
            </p:cNvPr>
            <p:cNvSpPr/>
            <p:nvPr/>
          </p:nvSpPr>
          <p:spPr>
            <a:xfrm>
              <a:off x="5108629"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6" name="Freeform: Shape 335">
              <a:extLst>
                <a:ext uri="{FF2B5EF4-FFF2-40B4-BE49-F238E27FC236}">
                  <a16:creationId xmlns:a16="http://schemas.microsoft.com/office/drawing/2014/main" id="{E572A747-5D2C-2161-6DB9-D61D9B0BA1DA}"/>
                </a:ext>
              </a:extLst>
            </p:cNvPr>
            <p:cNvSpPr/>
            <p:nvPr/>
          </p:nvSpPr>
          <p:spPr>
            <a:xfrm>
              <a:off x="5222840"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7" name="Freeform: Shape 336">
              <a:extLst>
                <a:ext uri="{FF2B5EF4-FFF2-40B4-BE49-F238E27FC236}">
                  <a16:creationId xmlns:a16="http://schemas.microsoft.com/office/drawing/2014/main" id="{D07C5467-DBB2-D19E-C294-DAB54C7B8712}"/>
                </a:ext>
              </a:extLst>
            </p:cNvPr>
            <p:cNvSpPr/>
            <p:nvPr/>
          </p:nvSpPr>
          <p:spPr>
            <a:xfrm>
              <a:off x="5337096"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8" name="Freeform: Shape 337">
              <a:extLst>
                <a:ext uri="{FF2B5EF4-FFF2-40B4-BE49-F238E27FC236}">
                  <a16:creationId xmlns:a16="http://schemas.microsoft.com/office/drawing/2014/main" id="{0F39B500-6A31-D6D4-5D08-C1C5F782D934}"/>
                </a:ext>
              </a:extLst>
            </p:cNvPr>
            <p:cNvSpPr/>
            <p:nvPr/>
          </p:nvSpPr>
          <p:spPr>
            <a:xfrm>
              <a:off x="5451352"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9" name="Freeform: Shape 338">
              <a:extLst>
                <a:ext uri="{FF2B5EF4-FFF2-40B4-BE49-F238E27FC236}">
                  <a16:creationId xmlns:a16="http://schemas.microsoft.com/office/drawing/2014/main" id="{FAB3F14C-A1F7-646C-9CD7-044C663A8B60}"/>
                </a:ext>
              </a:extLst>
            </p:cNvPr>
            <p:cNvSpPr/>
            <p:nvPr/>
          </p:nvSpPr>
          <p:spPr>
            <a:xfrm>
              <a:off x="5565608"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0" name="Freeform: Shape 339">
              <a:extLst>
                <a:ext uri="{FF2B5EF4-FFF2-40B4-BE49-F238E27FC236}">
                  <a16:creationId xmlns:a16="http://schemas.microsoft.com/office/drawing/2014/main" id="{B6760644-1C93-18C7-5715-F8EEBD79A632}"/>
                </a:ext>
              </a:extLst>
            </p:cNvPr>
            <p:cNvSpPr/>
            <p:nvPr/>
          </p:nvSpPr>
          <p:spPr>
            <a:xfrm>
              <a:off x="5679863"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1" name="Freeform: Shape 340">
              <a:extLst>
                <a:ext uri="{FF2B5EF4-FFF2-40B4-BE49-F238E27FC236}">
                  <a16:creationId xmlns:a16="http://schemas.microsoft.com/office/drawing/2014/main" id="{812E02CA-6F9E-CCE0-A77D-09808E402A9D}"/>
                </a:ext>
              </a:extLst>
            </p:cNvPr>
            <p:cNvSpPr/>
            <p:nvPr/>
          </p:nvSpPr>
          <p:spPr>
            <a:xfrm>
              <a:off x="5794119"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2" name="Freeform: Shape 341">
              <a:extLst>
                <a:ext uri="{FF2B5EF4-FFF2-40B4-BE49-F238E27FC236}">
                  <a16:creationId xmlns:a16="http://schemas.microsoft.com/office/drawing/2014/main" id="{A81BD4D9-BECC-6BEC-114B-FDBF6F96D327}"/>
                </a:ext>
              </a:extLst>
            </p:cNvPr>
            <p:cNvSpPr/>
            <p:nvPr/>
          </p:nvSpPr>
          <p:spPr>
            <a:xfrm>
              <a:off x="5908375"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3" name="Freeform: Shape 342">
              <a:extLst>
                <a:ext uri="{FF2B5EF4-FFF2-40B4-BE49-F238E27FC236}">
                  <a16:creationId xmlns:a16="http://schemas.microsoft.com/office/drawing/2014/main" id="{005A3F98-C95F-E6B4-E7A6-BD01439E9C06}"/>
                </a:ext>
              </a:extLst>
            </p:cNvPr>
            <p:cNvSpPr/>
            <p:nvPr/>
          </p:nvSpPr>
          <p:spPr>
            <a:xfrm>
              <a:off x="6022631"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4" name="Freeform: Shape 343">
              <a:extLst>
                <a:ext uri="{FF2B5EF4-FFF2-40B4-BE49-F238E27FC236}">
                  <a16:creationId xmlns:a16="http://schemas.microsoft.com/office/drawing/2014/main" id="{A0831BC9-BBB0-A431-F364-1149A087F2AF}"/>
                </a:ext>
              </a:extLst>
            </p:cNvPr>
            <p:cNvSpPr/>
            <p:nvPr/>
          </p:nvSpPr>
          <p:spPr>
            <a:xfrm>
              <a:off x="6136886"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5" name="Freeform: Shape 344">
              <a:extLst>
                <a:ext uri="{FF2B5EF4-FFF2-40B4-BE49-F238E27FC236}">
                  <a16:creationId xmlns:a16="http://schemas.microsoft.com/office/drawing/2014/main" id="{BEDEBE5C-7950-F1BB-6771-4C2D1571A19D}"/>
                </a:ext>
              </a:extLst>
            </p:cNvPr>
            <p:cNvSpPr/>
            <p:nvPr/>
          </p:nvSpPr>
          <p:spPr>
            <a:xfrm>
              <a:off x="6251142"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6" name="Freeform: Shape 345">
              <a:extLst>
                <a:ext uri="{FF2B5EF4-FFF2-40B4-BE49-F238E27FC236}">
                  <a16:creationId xmlns:a16="http://schemas.microsoft.com/office/drawing/2014/main" id="{41CEB323-FEF9-29AA-DE99-AAB56E0DAE3F}"/>
                </a:ext>
              </a:extLst>
            </p:cNvPr>
            <p:cNvSpPr/>
            <p:nvPr/>
          </p:nvSpPr>
          <p:spPr>
            <a:xfrm>
              <a:off x="6365398"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7" name="Freeform: Shape 346">
              <a:extLst>
                <a:ext uri="{FF2B5EF4-FFF2-40B4-BE49-F238E27FC236}">
                  <a16:creationId xmlns:a16="http://schemas.microsoft.com/office/drawing/2014/main" id="{CA240C0B-FF97-C19D-A94E-801E4D8FCB7F}"/>
                </a:ext>
              </a:extLst>
            </p:cNvPr>
            <p:cNvSpPr/>
            <p:nvPr/>
          </p:nvSpPr>
          <p:spPr>
            <a:xfrm>
              <a:off x="6479610"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8" name="Freeform: Shape 347">
              <a:extLst>
                <a:ext uri="{FF2B5EF4-FFF2-40B4-BE49-F238E27FC236}">
                  <a16:creationId xmlns:a16="http://schemas.microsoft.com/office/drawing/2014/main" id="{BBEEB60C-7AC9-EFD1-5CEC-D585CA35D2A8}"/>
                </a:ext>
              </a:extLst>
            </p:cNvPr>
            <p:cNvSpPr/>
            <p:nvPr/>
          </p:nvSpPr>
          <p:spPr>
            <a:xfrm>
              <a:off x="6593865"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9" name="Freeform: Shape 348">
              <a:extLst>
                <a:ext uri="{FF2B5EF4-FFF2-40B4-BE49-F238E27FC236}">
                  <a16:creationId xmlns:a16="http://schemas.microsoft.com/office/drawing/2014/main" id="{BBFDBCA6-C7DD-4932-6A0B-972451E8FD51}"/>
                </a:ext>
              </a:extLst>
            </p:cNvPr>
            <p:cNvSpPr/>
            <p:nvPr/>
          </p:nvSpPr>
          <p:spPr>
            <a:xfrm>
              <a:off x="6708121" y="80390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0" name="Freeform: Shape 349">
              <a:extLst>
                <a:ext uri="{FF2B5EF4-FFF2-40B4-BE49-F238E27FC236}">
                  <a16:creationId xmlns:a16="http://schemas.microsoft.com/office/drawing/2014/main" id="{79F9DA29-E391-D275-87A5-9ACD56205806}"/>
                </a:ext>
              </a:extLst>
            </p:cNvPr>
            <p:cNvSpPr/>
            <p:nvPr/>
          </p:nvSpPr>
          <p:spPr>
            <a:xfrm>
              <a:off x="6822377"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1" name="Freeform: Shape 350">
              <a:extLst>
                <a:ext uri="{FF2B5EF4-FFF2-40B4-BE49-F238E27FC236}">
                  <a16:creationId xmlns:a16="http://schemas.microsoft.com/office/drawing/2014/main" id="{2B196703-EF11-9142-75CC-848CE4D7EEB7}"/>
                </a:ext>
              </a:extLst>
            </p:cNvPr>
            <p:cNvSpPr/>
            <p:nvPr/>
          </p:nvSpPr>
          <p:spPr>
            <a:xfrm>
              <a:off x="6936633"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2" name="Freeform: Shape 351">
              <a:extLst>
                <a:ext uri="{FF2B5EF4-FFF2-40B4-BE49-F238E27FC236}">
                  <a16:creationId xmlns:a16="http://schemas.microsoft.com/office/drawing/2014/main" id="{3AA5C7EB-AD54-DA64-F52D-F9EEA2A34ABF}"/>
                </a:ext>
              </a:extLst>
            </p:cNvPr>
            <p:cNvSpPr/>
            <p:nvPr/>
          </p:nvSpPr>
          <p:spPr>
            <a:xfrm>
              <a:off x="7050888" y="80390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3" name="Freeform: Shape 352">
              <a:extLst>
                <a:ext uri="{FF2B5EF4-FFF2-40B4-BE49-F238E27FC236}">
                  <a16:creationId xmlns:a16="http://schemas.microsoft.com/office/drawing/2014/main" id="{F9D443CA-F9D6-DE81-5A89-4C2DEB260E63}"/>
                </a:ext>
              </a:extLst>
            </p:cNvPr>
            <p:cNvSpPr/>
            <p:nvPr/>
          </p:nvSpPr>
          <p:spPr>
            <a:xfrm>
              <a:off x="7165144"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4" name="Freeform: Shape 353">
              <a:extLst>
                <a:ext uri="{FF2B5EF4-FFF2-40B4-BE49-F238E27FC236}">
                  <a16:creationId xmlns:a16="http://schemas.microsoft.com/office/drawing/2014/main" id="{967D9B59-3294-09B7-5770-8A830233663C}"/>
                </a:ext>
              </a:extLst>
            </p:cNvPr>
            <p:cNvSpPr/>
            <p:nvPr/>
          </p:nvSpPr>
          <p:spPr>
            <a:xfrm>
              <a:off x="2366578"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5" name="Freeform: Shape 354">
              <a:extLst>
                <a:ext uri="{FF2B5EF4-FFF2-40B4-BE49-F238E27FC236}">
                  <a16:creationId xmlns:a16="http://schemas.microsoft.com/office/drawing/2014/main" id="{5ABDBA16-0508-8510-3767-61634A441D72}"/>
                </a:ext>
              </a:extLst>
            </p:cNvPr>
            <p:cNvSpPr/>
            <p:nvPr/>
          </p:nvSpPr>
          <p:spPr>
            <a:xfrm>
              <a:off x="2480790"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6" name="Freeform: Shape 355">
              <a:extLst>
                <a:ext uri="{FF2B5EF4-FFF2-40B4-BE49-F238E27FC236}">
                  <a16:creationId xmlns:a16="http://schemas.microsoft.com/office/drawing/2014/main" id="{3358FEF2-3888-AAE7-9A8E-5EE99D37793D}"/>
                </a:ext>
              </a:extLst>
            </p:cNvPr>
            <p:cNvSpPr/>
            <p:nvPr/>
          </p:nvSpPr>
          <p:spPr>
            <a:xfrm>
              <a:off x="2595046"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7" name="Freeform: Shape 356">
              <a:extLst>
                <a:ext uri="{FF2B5EF4-FFF2-40B4-BE49-F238E27FC236}">
                  <a16:creationId xmlns:a16="http://schemas.microsoft.com/office/drawing/2014/main" id="{EA70AF16-5DA9-93A0-133A-9958B6F972EB}"/>
                </a:ext>
              </a:extLst>
            </p:cNvPr>
            <p:cNvSpPr/>
            <p:nvPr/>
          </p:nvSpPr>
          <p:spPr>
            <a:xfrm>
              <a:off x="2709301"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8" name="Freeform: Shape 357">
              <a:extLst>
                <a:ext uri="{FF2B5EF4-FFF2-40B4-BE49-F238E27FC236}">
                  <a16:creationId xmlns:a16="http://schemas.microsoft.com/office/drawing/2014/main" id="{BC6925C3-BE4F-F0E7-5EF9-1F369CC0BF36}"/>
                </a:ext>
              </a:extLst>
            </p:cNvPr>
            <p:cNvSpPr/>
            <p:nvPr/>
          </p:nvSpPr>
          <p:spPr>
            <a:xfrm>
              <a:off x="2823557"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9" name="Freeform: Shape 358">
              <a:extLst>
                <a:ext uri="{FF2B5EF4-FFF2-40B4-BE49-F238E27FC236}">
                  <a16:creationId xmlns:a16="http://schemas.microsoft.com/office/drawing/2014/main" id="{11D49742-8E14-D555-A21C-11B780603ED1}"/>
                </a:ext>
              </a:extLst>
            </p:cNvPr>
            <p:cNvSpPr/>
            <p:nvPr/>
          </p:nvSpPr>
          <p:spPr>
            <a:xfrm>
              <a:off x="2937813"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0" name="Freeform: Shape 359">
              <a:extLst>
                <a:ext uri="{FF2B5EF4-FFF2-40B4-BE49-F238E27FC236}">
                  <a16:creationId xmlns:a16="http://schemas.microsoft.com/office/drawing/2014/main" id="{CE011B29-3CA0-064F-83D0-EC1F7AD25DC3}"/>
                </a:ext>
              </a:extLst>
            </p:cNvPr>
            <p:cNvSpPr/>
            <p:nvPr/>
          </p:nvSpPr>
          <p:spPr>
            <a:xfrm>
              <a:off x="3052069"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1" name="Freeform: Shape 360">
              <a:extLst>
                <a:ext uri="{FF2B5EF4-FFF2-40B4-BE49-F238E27FC236}">
                  <a16:creationId xmlns:a16="http://schemas.microsoft.com/office/drawing/2014/main" id="{C1E57181-D8D0-6727-B415-F5B86B187930}"/>
                </a:ext>
              </a:extLst>
            </p:cNvPr>
            <p:cNvSpPr/>
            <p:nvPr/>
          </p:nvSpPr>
          <p:spPr>
            <a:xfrm>
              <a:off x="3166325"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2" name="Freeform: Shape 361">
              <a:extLst>
                <a:ext uri="{FF2B5EF4-FFF2-40B4-BE49-F238E27FC236}">
                  <a16:creationId xmlns:a16="http://schemas.microsoft.com/office/drawing/2014/main" id="{812D895E-8EA6-255D-190E-90896D77B698}"/>
                </a:ext>
              </a:extLst>
            </p:cNvPr>
            <p:cNvSpPr/>
            <p:nvPr/>
          </p:nvSpPr>
          <p:spPr>
            <a:xfrm>
              <a:off x="3280580"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3" name="Freeform: Shape 362">
              <a:extLst>
                <a:ext uri="{FF2B5EF4-FFF2-40B4-BE49-F238E27FC236}">
                  <a16:creationId xmlns:a16="http://schemas.microsoft.com/office/drawing/2014/main" id="{F982E039-6897-6B09-1127-4E767F9B270E}"/>
                </a:ext>
              </a:extLst>
            </p:cNvPr>
            <p:cNvSpPr/>
            <p:nvPr/>
          </p:nvSpPr>
          <p:spPr>
            <a:xfrm>
              <a:off x="3394836"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4" name="Freeform: Shape 363">
              <a:extLst>
                <a:ext uri="{FF2B5EF4-FFF2-40B4-BE49-F238E27FC236}">
                  <a16:creationId xmlns:a16="http://schemas.microsoft.com/office/drawing/2014/main" id="{0B6A0486-8D54-2FDC-8CCD-C02F82867F30}"/>
                </a:ext>
              </a:extLst>
            </p:cNvPr>
            <p:cNvSpPr/>
            <p:nvPr/>
          </p:nvSpPr>
          <p:spPr>
            <a:xfrm>
              <a:off x="3509092"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5" name="Freeform: Shape 364">
              <a:extLst>
                <a:ext uri="{FF2B5EF4-FFF2-40B4-BE49-F238E27FC236}">
                  <a16:creationId xmlns:a16="http://schemas.microsoft.com/office/drawing/2014/main" id="{D3D2E681-5B1B-A6AA-9F85-FC6B9610F103}"/>
                </a:ext>
              </a:extLst>
            </p:cNvPr>
            <p:cNvSpPr/>
            <p:nvPr/>
          </p:nvSpPr>
          <p:spPr>
            <a:xfrm>
              <a:off x="3623348"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6" name="Freeform: Shape 365">
              <a:extLst>
                <a:ext uri="{FF2B5EF4-FFF2-40B4-BE49-F238E27FC236}">
                  <a16:creationId xmlns:a16="http://schemas.microsoft.com/office/drawing/2014/main" id="{7DEF2987-CBDF-BC5B-13CC-A37ADCFF9240}"/>
                </a:ext>
              </a:extLst>
            </p:cNvPr>
            <p:cNvSpPr/>
            <p:nvPr/>
          </p:nvSpPr>
          <p:spPr>
            <a:xfrm>
              <a:off x="3737603"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7" name="Freeform: Shape 366">
              <a:extLst>
                <a:ext uri="{FF2B5EF4-FFF2-40B4-BE49-F238E27FC236}">
                  <a16:creationId xmlns:a16="http://schemas.microsoft.com/office/drawing/2014/main" id="{5E0441BD-2544-83A8-BE63-9791B0C22BDD}"/>
                </a:ext>
              </a:extLst>
            </p:cNvPr>
            <p:cNvSpPr/>
            <p:nvPr/>
          </p:nvSpPr>
          <p:spPr>
            <a:xfrm>
              <a:off x="3851815"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8" name="Freeform: Shape 367">
              <a:extLst>
                <a:ext uri="{FF2B5EF4-FFF2-40B4-BE49-F238E27FC236}">
                  <a16:creationId xmlns:a16="http://schemas.microsoft.com/office/drawing/2014/main" id="{72C324AA-E6FA-DFCA-FDAB-4366EB6A8698}"/>
                </a:ext>
              </a:extLst>
            </p:cNvPr>
            <p:cNvSpPr/>
            <p:nvPr/>
          </p:nvSpPr>
          <p:spPr>
            <a:xfrm>
              <a:off x="3966071"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9" name="Freeform: Shape 368">
              <a:extLst>
                <a:ext uri="{FF2B5EF4-FFF2-40B4-BE49-F238E27FC236}">
                  <a16:creationId xmlns:a16="http://schemas.microsoft.com/office/drawing/2014/main" id="{E87F8A6C-3A0F-593E-C13C-A79FEB6324B9}"/>
                </a:ext>
              </a:extLst>
            </p:cNvPr>
            <p:cNvSpPr/>
            <p:nvPr/>
          </p:nvSpPr>
          <p:spPr>
            <a:xfrm>
              <a:off x="4080327"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0" name="Freeform: Shape 369">
              <a:extLst>
                <a:ext uri="{FF2B5EF4-FFF2-40B4-BE49-F238E27FC236}">
                  <a16:creationId xmlns:a16="http://schemas.microsoft.com/office/drawing/2014/main" id="{BE72F3A0-51D1-0F73-0793-C5DE481AD1BB}"/>
                </a:ext>
              </a:extLst>
            </p:cNvPr>
            <p:cNvSpPr/>
            <p:nvPr/>
          </p:nvSpPr>
          <p:spPr>
            <a:xfrm>
              <a:off x="4194582"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1" name="Freeform: Shape 370">
              <a:extLst>
                <a:ext uri="{FF2B5EF4-FFF2-40B4-BE49-F238E27FC236}">
                  <a16:creationId xmlns:a16="http://schemas.microsoft.com/office/drawing/2014/main" id="{75C21E51-797A-4857-E418-766CAF11D1FA}"/>
                </a:ext>
              </a:extLst>
            </p:cNvPr>
            <p:cNvSpPr/>
            <p:nvPr/>
          </p:nvSpPr>
          <p:spPr>
            <a:xfrm>
              <a:off x="4308838"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2" name="Freeform: Shape 371">
              <a:extLst>
                <a:ext uri="{FF2B5EF4-FFF2-40B4-BE49-F238E27FC236}">
                  <a16:creationId xmlns:a16="http://schemas.microsoft.com/office/drawing/2014/main" id="{ABC05975-2CD7-DF73-93E5-718FBFA74B08}"/>
                </a:ext>
              </a:extLst>
            </p:cNvPr>
            <p:cNvSpPr/>
            <p:nvPr/>
          </p:nvSpPr>
          <p:spPr>
            <a:xfrm>
              <a:off x="4423094"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3" name="Freeform: Shape 372">
              <a:extLst>
                <a:ext uri="{FF2B5EF4-FFF2-40B4-BE49-F238E27FC236}">
                  <a16:creationId xmlns:a16="http://schemas.microsoft.com/office/drawing/2014/main" id="{A1B82044-E940-A13A-80EE-673E399A0248}"/>
                </a:ext>
              </a:extLst>
            </p:cNvPr>
            <p:cNvSpPr/>
            <p:nvPr/>
          </p:nvSpPr>
          <p:spPr>
            <a:xfrm>
              <a:off x="4537350"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4" name="Freeform: Shape 373">
              <a:extLst>
                <a:ext uri="{FF2B5EF4-FFF2-40B4-BE49-F238E27FC236}">
                  <a16:creationId xmlns:a16="http://schemas.microsoft.com/office/drawing/2014/main" id="{405FB0C0-8B2F-CD76-4CB4-F7344E8FEAB6}"/>
                </a:ext>
              </a:extLst>
            </p:cNvPr>
            <p:cNvSpPr/>
            <p:nvPr/>
          </p:nvSpPr>
          <p:spPr>
            <a:xfrm>
              <a:off x="4651605"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5" name="Freeform: Shape 374">
              <a:extLst>
                <a:ext uri="{FF2B5EF4-FFF2-40B4-BE49-F238E27FC236}">
                  <a16:creationId xmlns:a16="http://schemas.microsoft.com/office/drawing/2014/main" id="{B2AB1C6C-3E29-BC27-6003-DC2F59C85A19}"/>
                </a:ext>
              </a:extLst>
            </p:cNvPr>
            <p:cNvSpPr/>
            <p:nvPr/>
          </p:nvSpPr>
          <p:spPr>
            <a:xfrm>
              <a:off x="4765861"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6" name="Freeform: Shape 375">
              <a:extLst>
                <a:ext uri="{FF2B5EF4-FFF2-40B4-BE49-F238E27FC236}">
                  <a16:creationId xmlns:a16="http://schemas.microsoft.com/office/drawing/2014/main" id="{984FD6F2-68C1-021E-F1E4-AB2F2A30A71A}"/>
                </a:ext>
              </a:extLst>
            </p:cNvPr>
            <p:cNvSpPr/>
            <p:nvPr/>
          </p:nvSpPr>
          <p:spPr>
            <a:xfrm>
              <a:off x="4880117"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7" name="Freeform: Shape 376">
              <a:extLst>
                <a:ext uri="{FF2B5EF4-FFF2-40B4-BE49-F238E27FC236}">
                  <a16:creationId xmlns:a16="http://schemas.microsoft.com/office/drawing/2014/main" id="{18BA1926-A8D9-6FB5-DB5A-5E15D5AD64F8}"/>
                </a:ext>
              </a:extLst>
            </p:cNvPr>
            <p:cNvSpPr/>
            <p:nvPr/>
          </p:nvSpPr>
          <p:spPr>
            <a:xfrm>
              <a:off x="4994373"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8" name="Freeform: Shape 377">
              <a:extLst>
                <a:ext uri="{FF2B5EF4-FFF2-40B4-BE49-F238E27FC236}">
                  <a16:creationId xmlns:a16="http://schemas.microsoft.com/office/drawing/2014/main" id="{8DD948AA-1471-98D8-946C-42F099D820B5}"/>
                </a:ext>
              </a:extLst>
            </p:cNvPr>
            <p:cNvSpPr/>
            <p:nvPr/>
          </p:nvSpPr>
          <p:spPr>
            <a:xfrm>
              <a:off x="5108629"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9" name="Freeform: Shape 378">
              <a:extLst>
                <a:ext uri="{FF2B5EF4-FFF2-40B4-BE49-F238E27FC236}">
                  <a16:creationId xmlns:a16="http://schemas.microsoft.com/office/drawing/2014/main" id="{1496B9D0-B782-EACD-6FE3-35C16AD8C400}"/>
                </a:ext>
              </a:extLst>
            </p:cNvPr>
            <p:cNvSpPr/>
            <p:nvPr/>
          </p:nvSpPr>
          <p:spPr>
            <a:xfrm>
              <a:off x="5222840"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0" name="Freeform: Shape 379">
              <a:extLst>
                <a:ext uri="{FF2B5EF4-FFF2-40B4-BE49-F238E27FC236}">
                  <a16:creationId xmlns:a16="http://schemas.microsoft.com/office/drawing/2014/main" id="{14D4CD79-E29A-4A04-2810-3E9122ACB948}"/>
                </a:ext>
              </a:extLst>
            </p:cNvPr>
            <p:cNvSpPr/>
            <p:nvPr/>
          </p:nvSpPr>
          <p:spPr>
            <a:xfrm>
              <a:off x="5337096"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1" name="Freeform: Shape 380">
              <a:extLst>
                <a:ext uri="{FF2B5EF4-FFF2-40B4-BE49-F238E27FC236}">
                  <a16:creationId xmlns:a16="http://schemas.microsoft.com/office/drawing/2014/main" id="{8DD8ADAE-71E8-3C88-6D9F-D0EBE0C0DC69}"/>
                </a:ext>
              </a:extLst>
            </p:cNvPr>
            <p:cNvSpPr/>
            <p:nvPr/>
          </p:nvSpPr>
          <p:spPr>
            <a:xfrm>
              <a:off x="5451352"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2" name="Freeform: Shape 381">
              <a:extLst>
                <a:ext uri="{FF2B5EF4-FFF2-40B4-BE49-F238E27FC236}">
                  <a16:creationId xmlns:a16="http://schemas.microsoft.com/office/drawing/2014/main" id="{1D24CB5B-224D-A984-E1F7-96EC96CBECF8}"/>
                </a:ext>
              </a:extLst>
            </p:cNvPr>
            <p:cNvSpPr/>
            <p:nvPr/>
          </p:nvSpPr>
          <p:spPr>
            <a:xfrm>
              <a:off x="5565608"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3" name="Freeform: Shape 382">
              <a:extLst>
                <a:ext uri="{FF2B5EF4-FFF2-40B4-BE49-F238E27FC236}">
                  <a16:creationId xmlns:a16="http://schemas.microsoft.com/office/drawing/2014/main" id="{FBCFEBAB-957B-D539-4C5D-D89BCCBCACCB}"/>
                </a:ext>
              </a:extLst>
            </p:cNvPr>
            <p:cNvSpPr/>
            <p:nvPr/>
          </p:nvSpPr>
          <p:spPr>
            <a:xfrm>
              <a:off x="5679863"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4" name="Freeform: Shape 383">
              <a:extLst>
                <a:ext uri="{FF2B5EF4-FFF2-40B4-BE49-F238E27FC236}">
                  <a16:creationId xmlns:a16="http://schemas.microsoft.com/office/drawing/2014/main" id="{CC68A85B-B3BD-6D52-FB0F-C237925D834A}"/>
                </a:ext>
              </a:extLst>
            </p:cNvPr>
            <p:cNvSpPr/>
            <p:nvPr/>
          </p:nvSpPr>
          <p:spPr>
            <a:xfrm>
              <a:off x="5794119"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5" name="Freeform: Shape 384">
              <a:extLst>
                <a:ext uri="{FF2B5EF4-FFF2-40B4-BE49-F238E27FC236}">
                  <a16:creationId xmlns:a16="http://schemas.microsoft.com/office/drawing/2014/main" id="{D9210F34-FF36-E9A4-81DD-67D55A422AEA}"/>
                </a:ext>
              </a:extLst>
            </p:cNvPr>
            <p:cNvSpPr/>
            <p:nvPr/>
          </p:nvSpPr>
          <p:spPr>
            <a:xfrm>
              <a:off x="5908375"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6" name="Freeform: Shape 385">
              <a:extLst>
                <a:ext uri="{FF2B5EF4-FFF2-40B4-BE49-F238E27FC236}">
                  <a16:creationId xmlns:a16="http://schemas.microsoft.com/office/drawing/2014/main" id="{5B6B035C-2F2F-C965-7F7E-F9761BF0C127}"/>
                </a:ext>
              </a:extLst>
            </p:cNvPr>
            <p:cNvSpPr/>
            <p:nvPr/>
          </p:nvSpPr>
          <p:spPr>
            <a:xfrm>
              <a:off x="6022631"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7" name="Freeform: Shape 386">
              <a:extLst>
                <a:ext uri="{FF2B5EF4-FFF2-40B4-BE49-F238E27FC236}">
                  <a16:creationId xmlns:a16="http://schemas.microsoft.com/office/drawing/2014/main" id="{0501B6CA-EBF8-CBB3-02F9-347284BB44CB}"/>
                </a:ext>
              </a:extLst>
            </p:cNvPr>
            <p:cNvSpPr/>
            <p:nvPr/>
          </p:nvSpPr>
          <p:spPr>
            <a:xfrm>
              <a:off x="6136886"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8" name="Freeform: Shape 387">
              <a:extLst>
                <a:ext uri="{FF2B5EF4-FFF2-40B4-BE49-F238E27FC236}">
                  <a16:creationId xmlns:a16="http://schemas.microsoft.com/office/drawing/2014/main" id="{50BC4696-6050-8C7F-C14F-B3807150A1DA}"/>
                </a:ext>
              </a:extLst>
            </p:cNvPr>
            <p:cNvSpPr/>
            <p:nvPr/>
          </p:nvSpPr>
          <p:spPr>
            <a:xfrm>
              <a:off x="6251142"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9" name="Freeform: Shape 388">
              <a:extLst>
                <a:ext uri="{FF2B5EF4-FFF2-40B4-BE49-F238E27FC236}">
                  <a16:creationId xmlns:a16="http://schemas.microsoft.com/office/drawing/2014/main" id="{ABE79C1C-C274-C54E-1B78-941EA4AF2F8A}"/>
                </a:ext>
              </a:extLst>
            </p:cNvPr>
            <p:cNvSpPr/>
            <p:nvPr/>
          </p:nvSpPr>
          <p:spPr>
            <a:xfrm>
              <a:off x="6365398"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0" name="Freeform: Shape 389">
              <a:extLst>
                <a:ext uri="{FF2B5EF4-FFF2-40B4-BE49-F238E27FC236}">
                  <a16:creationId xmlns:a16="http://schemas.microsoft.com/office/drawing/2014/main" id="{D7E7F217-3B09-EA5C-645D-43EBBC6E0498}"/>
                </a:ext>
              </a:extLst>
            </p:cNvPr>
            <p:cNvSpPr/>
            <p:nvPr/>
          </p:nvSpPr>
          <p:spPr>
            <a:xfrm>
              <a:off x="6479610"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1" name="Freeform: Shape 390">
              <a:extLst>
                <a:ext uri="{FF2B5EF4-FFF2-40B4-BE49-F238E27FC236}">
                  <a16:creationId xmlns:a16="http://schemas.microsoft.com/office/drawing/2014/main" id="{4D271C9C-85FF-CD82-EBF1-53CCAA947EDA}"/>
                </a:ext>
              </a:extLst>
            </p:cNvPr>
            <p:cNvSpPr/>
            <p:nvPr/>
          </p:nvSpPr>
          <p:spPr>
            <a:xfrm>
              <a:off x="6593865"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2" name="Freeform: Shape 391">
              <a:extLst>
                <a:ext uri="{FF2B5EF4-FFF2-40B4-BE49-F238E27FC236}">
                  <a16:creationId xmlns:a16="http://schemas.microsoft.com/office/drawing/2014/main" id="{BA01E7FA-0700-BC03-63BF-D8B9187C2B51}"/>
                </a:ext>
              </a:extLst>
            </p:cNvPr>
            <p:cNvSpPr/>
            <p:nvPr/>
          </p:nvSpPr>
          <p:spPr>
            <a:xfrm>
              <a:off x="6708121" y="91815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3" name="Freeform: Shape 392">
              <a:extLst>
                <a:ext uri="{FF2B5EF4-FFF2-40B4-BE49-F238E27FC236}">
                  <a16:creationId xmlns:a16="http://schemas.microsoft.com/office/drawing/2014/main" id="{A583FDBF-24F9-F12B-BFE7-7B4D304E15E3}"/>
                </a:ext>
              </a:extLst>
            </p:cNvPr>
            <p:cNvSpPr/>
            <p:nvPr/>
          </p:nvSpPr>
          <p:spPr>
            <a:xfrm>
              <a:off x="6822377"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4" name="Freeform: Shape 393">
              <a:extLst>
                <a:ext uri="{FF2B5EF4-FFF2-40B4-BE49-F238E27FC236}">
                  <a16:creationId xmlns:a16="http://schemas.microsoft.com/office/drawing/2014/main" id="{C6E21563-A8FC-8A4A-CCEC-621634FA17CA}"/>
                </a:ext>
              </a:extLst>
            </p:cNvPr>
            <p:cNvSpPr/>
            <p:nvPr/>
          </p:nvSpPr>
          <p:spPr>
            <a:xfrm>
              <a:off x="6936633"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5" name="Freeform: Shape 394">
              <a:extLst>
                <a:ext uri="{FF2B5EF4-FFF2-40B4-BE49-F238E27FC236}">
                  <a16:creationId xmlns:a16="http://schemas.microsoft.com/office/drawing/2014/main" id="{38584FEE-1DC6-B118-5124-053C87B9C2B0}"/>
                </a:ext>
              </a:extLst>
            </p:cNvPr>
            <p:cNvSpPr/>
            <p:nvPr/>
          </p:nvSpPr>
          <p:spPr>
            <a:xfrm>
              <a:off x="7050888" y="91815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6" name="Freeform: Shape 395">
              <a:extLst>
                <a:ext uri="{FF2B5EF4-FFF2-40B4-BE49-F238E27FC236}">
                  <a16:creationId xmlns:a16="http://schemas.microsoft.com/office/drawing/2014/main" id="{D6891259-A013-2D4F-C80F-41104F11DE74}"/>
                </a:ext>
              </a:extLst>
            </p:cNvPr>
            <p:cNvSpPr/>
            <p:nvPr/>
          </p:nvSpPr>
          <p:spPr>
            <a:xfrm>
              <a:off x="7165144"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7" name="Freeform: Shape 396">
              <a:extLst>
                <a:ext uri="{FF2B5EF4-FFF2-40B4-BE49-F238E27FC236}">
                  <a16:creationId xmlns:a16="http://schemas.microsoft.com/office/drawing/2014/main" id="{9747F222-75EC-0DD0-CBCF-ECC139FA1A8F}"/>
                </a:ext>
              </a:extLst>
            </p:cNvPr>
            <p:cNvSpPr/>
            <p:nvPr/>
          </p:nvSpPr>
          <p:spPr>
            <a:xfrm>
              <a:off x="2366578"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8" name="Freeform: Shape 397">
              <a:extLst>
                <a:ext uri="{FF2B5EF4-FFF2-40B4-BE49-F238E27FC236}">
                  <a16:creationId xmlns:a16="http://schemas.microsoft.com/office/drawing/2014/main" id="{1036D8F3-1D66-4EA6-FC3E-A8DC876D79F1}"/>
                </a:ext>
              </a:extLst>
            </p:cNvPr>
            <p:cNvSpPr/>
            <p:nvPr/>
          </p:nvSpPr>
          <p:spPr>
            <a:xfrm>
              <a:off x="2480790"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9" name="Freeform: Shape 398">
              <a:extLst>
                <a:ext uri="{FF2B5EF4-FFF2-40B4-BE49-F238E27FC236}">
                  <a16:creationId xmlns:a16="http://schemas.microsoft.com/office/drawing/2014/main" id="{E35BA2C3-869E-3753-E72A-AE35E011445F}"/>
                </a:ext>
              </a:extLst>
            </p:cNvPr>
            <p:cNvSpPr/>
            <p:nvPr/>
          </p:nvSpPr>
          <p:spPr>
            <a:xfrm>
              <a:off x="2595046"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0" name="Freeform: Shape 399">
              <a:extLst>
                <a:ext uri="{FF2B5EF4-FFF2-40B4-BE49-F238E27FC236}">
                  <a16:creationId xmlns:a16="http://schemas.microsoft.com/office/drawing/2014/main" id="{68495E38-1444-3568-E94E-77AAB15E58BB}"/>
                </a:ext>
              </a:extLst>
            </p:cNvPr>
            <p:cNvSpPr/>
            <p:nvPr/>
          </p:nvSpPr>
          <p:spPr>
            <a:xfrm>
              <a:off x="2709301"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1" name="Freeform: Shape 400">
              <a:extLst>
                <a:ext uri="{FF2B5EF4-FFF2-40B4-BE49-F238E27FC236}">
                  <a16:creationId xmlns:a16="http://schemas.microsoft.com/office/drawing/2014/main" id="{1F0C671A-6459-CB79-FFF7-B82B04AE3247}"/>
                </a:ext>
              </a:extLst>
            </p:cNvPr>
            <p:cNvSpPr/>
            <p:nvPr/>
          </p:nvSpPr>
          <p:spPr>
            <a:xfrm>
              <a:off x="2823557"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2" name="Freeform: Shape 401">
              <a:extLst>
                <a:ext uri="{FF2B5EF4-FFF2-40B4-BE49-F238E27FC236}">
                  <a16:creationId xmlns:a16="http://schemas.microsoft.com/office/drawing/2014/main" id="{92E2C048-EE06-2A2D-43FA-861DECC51474}"/>
                </a:ext>
              </a:extLst>
            </p:cNvPr>
            <p:cNvSpPr/>
            <p:nvPr/>
          </p:nvSpPr>
          <p:spPr>
            <a:xfrm>
              <a:off x="2937813"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3" name="Freeform: Shape 402">
              <a:extLst>
                <a:ext uri="{FF2B5EF4-FFF2-40B4-BE49-F238E27FC236}">
                  <a16:creationId xmlns:a16="http://schemas.microsoft.com/office/drawing/2014/main" id="{BF90E158-F569-A8D3-A9CD-A71C58E74E39}"/>
                </a:ext>
              </a:extLst>
            </p:cNvPr>
            <p:cNvSpPr/>
            <p:nvPr/>
          </p:nvSpPr>
          <p:spPr>
            <a:xfrm>
              <a:off x="3052069"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4" name="Freeform: Shape 403">
              <a:extLst>
                <a:ext uri="{FF2B5EF4-FFF2-40B4-BE49-F238E27FC236}">
                  <a16:creationId xmlns:a16="http://schemas.microsoft.com/office/drawing/2014/main" id="{C3C6B9BE-0CA9-0D78-9B54-E501F065D2A2}"/>
                </a:ext>
              </a:extLst>
            </p:cNvPr>
            <p:cNvSpPr/>
            <p:nvPr/>
          </p:nvSpPr>
          <p:spPr>
            <a:xfrm>
              <a:off x="3166325"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5" name="Freeform: Shape 404">
              <a:extLst>
                <a:ext uri="{FF2B5EF4-FFF2-40B4-BE49-F238E27FC236}">
                  <a16:creationId xmlns:a16="http://schemas.microsoft.com/office/drawing/2014/main" id="{C7CF6640-E2D3-D299-5110-5B5B273AFA26}"/>
                </a:ext>
              </a:extLst>
            </p:cNvPr>
            <p:cNvSpPr/>
            <p:nvPr/>
          </p:nvSpPr>
          <p:spPr>
            <a:xfrm>
              <a:off x="3280580"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6" name="Freeform: Shape 405">
              <a:extLst>
                <a:ext uri="{FF2B5EF4-FFF2-40B4-BE49-F238E27FC236}">
                  <a16:creationId xmlns:a16="http://schemas.microsoft.com/office/drawing/2014/main" id="{339ADBE3-A83B-3863-8515-5B73467DA228}"/>
                </a:ext>
              </a:extLst>
            </p:cNvPr>
            <p:cNvSpPr/>
            <p:nvPr/>
          </p:nvSpPr>
          <p:spPr>
            <a:xfrm>
              <a:off x="3394836"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7" name="Freeform: Shape 406">
              <a:extLst>
                <a:ext uri="{FF2B5EF4-FFF2-40B4-BE49-F238E27FC236}">
                  <a16:creationId xmlns:a16="http://schemas.microsoft.com/office/drawing/2014/main" id="{AD30959F-4401-6238-AD9D-516C14A725FB}"/>
                </a:ext>
              </a:extLst>
            </p:cNvPr>
            <p:cNvSpPr/>
            <p:nvPr/>
          </p:nvSpPr>
          <p:spPr>
            <a:xfrm>
              <a:off x="3509092"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8" name="Freeform: Shape 407">
              <a:extLst>
                <a:ext uri="{FF2B5EF4-FFF2-40B4-BE49-F238E27FC236}">
                  <a16:creationId xmlns:a16="http://schemas.microsoft.com/office/drawing/2014/main" id="{75C43F18-F76F-81F5-812A-A8B58B9A078F}"/>
                </a:ext>
              </a:extLst>
            </p:cNvPr>
            <p:cNvSpPr/>
            <p:nvPr/>
          </p:nvSpPr>
          <p:spPr>
            <a:xfrm>
              <a:off x="3623348"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9" name="Freeform: Shape 408">
              <a:extLst>
                <a:ext uri="{FF2B5EF4-FFF2-40B4-BE49-F238E27FC236}">
                  <a16:creationId xmlns:a16="http://schemas.microsoft.com/office/drawing/2014/main" id="{2AD6AB2E-BD84-494E-CE25-2A9055D1413B}"/>
                </a:ext>
              </a:extLst>
            </p:cNvPr>
            <p:cNvSpPr/>
            <p:nvPr/>
          </p:nvSpPr>
          <p:spPr>
            <a:xfrm>
              <a:off x="3737603"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0" name="Freeform: Shape 409">
              <a:extLst>
                <a:ext uri="{FF2B5EF4-FFF2-40B4-BE49-F238E27FC236}">
                  <a16:creationId xmlns:a16="http://schemas.microsoft.com/office/drawing/2014/main" id="{55223535-5ED0-F8EA-F131-1D930B54D2D5}"/>
                </a:ext>
              </a:extLst>
            </p:cNvPr>
            <p:cNvSpPr/>
            <p:nvPr/>
          </p:nvSpPr>
          <p:spPr>
            <a:xfrm>
              <a:off x="3851815"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1" name="Freeform: Shape 410">
              <a:extLst>
                <a:ext uri="{FF2B5EF4-FFF2-40B4-BE49-F238E27FC236}">
                  <a16:creationId xmlns:a16="http://schemas.microsoft.com/office/drawing/2014/main" id="{350CC153-CB07-8D59-0A92-1A4B951C9607}"/>
                </a:ext>
              </a:extLst>
            </p:cNvPr>
            <p:cNvSpPr/>
            <p:nvPr/>
          </p:nvSpPr>
          <p:spPr>
            <a:xfrm>
              <a:off x="3966071"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2" name="Freeform: Shape 411">
              <a:extLst>
                <a:ext uri="{FF2B5EF4-FFF2-40B4-BE49-F238E27FC236}">
                  <a16:creationId xmlns:a16="http://schemas.microsoft.com/office/drawing/2014/main" id="{A514FDDC-CAF4-0F58-1A67-55344C5B25B3}"/>
                </a:ext>
              </a:extLst>
            </p:cNvPr>
            <p:cNvSpPr/>
            <p:nvPr/>
          </p:nvSpPr>
          <p:spPr>
            <a:xfrm>
              <a:off x="4080327"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3" name="Freeform: Shape 412">
              <a:extLst>
                <a:ext uri="{FF2B5EF4-FFF2-40B4-BE49-F238E27FC236}">
                  <a16:creationId xmlns:a16="http://schemas.microsoft.com/office/drawing/2014/main" id="{CB8E8C33-03EA-CC1B-4E0F-58AEA82AB4F6}"/>
                </a:ext>
              </a:extLst>
            </p:cNvPr>
            <p:cNvSpPr/>
            <p:nvPr/>
          </p:nvSpPr>
          <p:spPr>
            <a:xfrm>
              <a:off x="4194582"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4" name="Freeform: Shape 413">
              <a:extLst>
                <a:ext uri="{FF2B5EF4-FFF2-40B4-BE49-F238E27FC236}">
                  <a16:creationId xmlns:a16="http://schemas.microsoft.com/office/drawing/2014/main" id="{2C7E6289-E47E-A43A-B0C4-0DF4DD110907}"/>
                </a:ext>
              </a:extLst>
            </p:cNvPr>
            <p:cNvSpPr/>
            <p:nvPr/>
          </p:nvSpPr>
          <p:spPr>
            <a:xfrm>
              <a:off x="4308838"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5" name="Freeform: Shape 414">
              <a:extLst>
                <a:ext uri="{FF2B5EF4-FFF2-40B4-BE49-F238E27FC236}">
                  <a16:creationId xmlns:a16="http://schemas.microsoft.com/office/drawing/2014/main" id="{B7908C97-9A36-70D9-9A4C-62B47F91BA0B}"/>
                </a:ext>
              </a:extLst>
            </p:cNvPr>
            <p:cNvSpPr/>
            <p:nvPr/>
          </p:nvSpPr>
          <p:spPr>
            <a:xfrm>
              <a:off x="4423094"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6" name="Freeform: Shape 415">
              <a:extLst>
                <a:ext uri="{FF2B5EF4-FFF2-40B4-BE49-F238E27FC236}">
                  <a16:creationId xmlns:a16="http://schemas.microsoft.com/office/drawing/2014/main" id="{A9AF2697-03BF-8DC7-7EB6-BBF94D7C0FAB}"/>
                </a:ext>
              </a:extLst>
            </p:cNvPr>
            <p:cNvSpPr/>
            <p:nvPr/>
          </p:nvSpPr>
          <p:spPr>
            <a:xfrm>
              <a:off x="4537350"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7" name="Freeform: Shape 416">
              <a:extLst>
                <a:ext uri="{FF2B5EF4-FFF2-40B4-BE49-F238E27FC236}">
                  <a16:creationId xmlns:a16="http://schemas.microsoft.com/office/drawing/2014/main" id="{0EFF86A3-2C3D-3AFD-4653-EF42AC9EA8FD}"/>
                </a:ext>
              </a:extLst>
            </p:cNvPr>
            <p:cNvSpPr/>
            <p:nvPr/>
          </p:nvSpPr>
          <p:spPr>
            <a:xfrm>
              <a:off x="4651605"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8" name="Freeform: Shape 417">
              <a:extLst>
                <a:ext uri="{FF2B5EF4-FFF2-40B4-BE49-F238E27FC236}">
                  <a16:creationId xmlns:a16="http://schemas.microsoft.com/office/drawing/2014/main" id="{472D8222-85A1-5489-9123-11B6D03760CC}"/>
                </a:ext>
              </a:extLst>
            </p:cNvPr>
            <p:cNvSpPr/>
            <p:nvPr/>
          </p:nvSpPr>
          <p:spPr>
            <a:xfrm>
              <a:off x="4765861"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9" name="Freeform: Shape 418">
              <a:extLst>
                <a:ext uri="{FF2B5EF4-FFF2-40B4-BE49-F238E27FC236}">
                  <a16:creationId xmlns:a16="http://schemas.microsoft.com/office/drawing/2014/main" id="{49D79323-7FFC-2570-6BD6-BED5B7141775}"/>
                </a:ext>
              </a:extLst>
            </p:cNvPr>
            <p:cNvSpPr/>
            <p:nvPr/>
          </p:nvSpPr>
          <p:spPr>
            <a:xfrm>
              <a:off x="4880117"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0" name="Freeform: Shape 419">
              <a:extLst>
                <a:ext uri="{FF2B5EF4-FFF2-40B4-BE49-F238E27FC236}">
                  <a16:creationId xmlns:a16="http://schemas.microsoft.com/office/drawing/2014/main" id="{4B344211-72F3-C3E4-0004-900B0E3ACC63}"/>
                </a:ext>
              </a:extLst>
            </p:cNvPr>
            <p:cNvSpPr/>
            <p:nvPr/>
          </p:nvSpPr>
          <p:spPr>
            <a:xfrm>
              <a:off x="4994373"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1" name="Freeform: Shape 420">
              <a:extLst>
                <a:ext uri="{FF2B5EF4-FFF2-40B4-BE49-F238E27FC236}">
                  <a16:creationId xmlns:a16="http://schemas.microsoft.com/office/drawing/2014/main" id="{EC1CB9C1-89F0-86EF-504E-798AFA620A28}"/>
                </a:ext>
              </a:extLst>
            </p:cNvPr>
            <p:cNvSpPr/>
            <p:nvPr/>
          </p:nvSpPr>
          <p:spPr>
            <a:xfrm>
              <a:off x="5108629"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2" name="Freeform: Shape 421">
              <a:extLst>
                <a:ext uri="{FF2B5EF4-FFF2-40B4-BE49-F238E27FC236}">
                  <a16:creationId xmlns:a16="http://schemas.microsoft.com/office/drawing/2014/main" id="{1236DA42-A070-216B-AC1C-1036DCCEDB56}"/>
                </a:ext>
              </a:extLst>
            </p:cNvPr>
            <p:cNvSpPr/>
            <p:nvPr/>
          </p:nvSpPr>
          <p:spPr>
            <a:xfrm>
              <a:off x="5222840"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3" name="Freeform: Shape 422">
              <a:extLst>
                <a:ext uri="{FF2B5EF4-FFF2-40B4-BE49-F238E27FC236}">
                  <a16:creationId xmlns:a16="http://schemas.microsoft.com/office/drawing/2014/main" id="{4002A1FE-B62D-CC5A-E299-093D82096973}"/>
                </a:ext>
              </a:extLst>
            </p:cNvPr>
            <p:cNvSpPr/>
            <p:nvPr/>
          </p:nvSpPr>
          <p:spPr>
            <a:xfrm>
              <a:off x="5337096"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4" name="Freeform: Shape 423">
              <a:extLst>
                <a:ext uri="{FF2B5EF4-FFF2-40B4-BE49-F238E27FC236}">
                  <a16:creationId xmlns:a16="http://schemas.microsoft.com/office/drawing/2014/main" id="{4FDEE754-676E-CCE6-E029-C375693E98BA}"/>
                </a:ext>
              </a:extLst>
            </p:cNvPr>
            <p:cNvSpPr/>
            <p:nvPr/>
          </p:nvSpPr>
          <p:spPr>
            <a:xfrm>
              <a:off x="5451352"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5" name="Freeform: Shape 424">
              <a:extLst>
                <a:ext uri="{FF2B5EF4-FFF2-40B4-BE49-F238E27FC236}">
                  <a16:creationId xmlns:a16="http://schemas.microsoft.com/office/drawing/2014/main" id="{4A737E52-4709-2CF1-1E00-C9A8AA84F78A}"/>
                </a:ext>
              </a:extLst>
            </p:cNvPr>
            <p:cNvSpPr/>
            <p:nvPr/>
          </p:nvSpPr>
          <p:spPr>
            <a:xfrm>
              <a:off x="5565608"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6" name="Freeform: Shape 425">
              <a:extLst>
                <a:ext uri="{FF2B5EF4-FFF2-40B4-BE49-F238E27FC236}">
                  <a16:creationId xmlns:a16="http://schemas.microsoft.com/office/drawing/2014/main" id="{EF8C71E4-7245-1C9F-85DE-A47971C95D0C}"/>
                </a:ext>
              </a:extLst>
            </p:cNvPr>
            <p:cNvSpPr/>
            <p:nvPr/>
          </p:nvSpPr>
          <p:spPr>
            <a:xfrm>
              <a:off x="5679863"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7" name="Freeform: Shape 426">
              <a:extLst>
                <a:ext uri="{FF2B5EF4-FFF2-40B4-BE49-F238E27FC236}">
                  <a16:creationId xmlns:a16="http://schemas.microsoft.com/office/drawing/2014/main" id="{5E136210-0652-FD50-02A4-BA20A2298671}"/>
                </a:ext>
              </a:extLst>
            </p:cNvPr>
            <p:cNvSpPr/>
            <p:nvPr/>
          </p:nvSpPr>
          <p:spPr>
            <a:xfrm>
              <a:off x="5794119"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8" name="Freeform: Shape 427">
              <a:extLst>
                <a:ext uri="{FF2B5EF4-FFF2-40B4-BE49-F238E27FC236}">
                  <a16:creationId xmlns:a16="http://schemas.microsoft.com/office/drawing/2014/main" id="{015C6EAB-8A1E-99DA-E92E-CB9F81BFEA37}"/>
                </a:ext>
              </a:extLst>
            </p:cNvPr>
            <p:cNvSpPr/>
            <p:nvPr/>
          </p:nvSpPr>
          <p:spPr>
            <a:xfrm>
              <a:off x="5908375"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9" name="Freeform: Shape 428">
              <a:extLst>
                <a:ext uri="{FF2B5EF4-FFF2-40B4-BE49-F238E27FC236}">
                  <a16:creationId xmlns:a16="http://schemas.microsoft.com/office/drawing/2014/main" id="{D67B55CD-23B5-D0A4-997E-7340407118C6}"/>
                </a:ext>
              </a:extLst>
            </p:cNvPr>
            <p:cNvSpPr/>
            <p:nvPr/>
          </p:nvSpPr>
          <p:spPr>
            <a:xfrm>
              <a:off x="6022631"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0" name="Freeform: Shape 429">
              <a:extLst>
                <a:ext uri="{FF2B5EF4-FFF2-40B4-BE49-F238E27FC236}">
                  <a16:creationId xmlns:a16="http://schemas.microsoft.com/office/drawing/2014/main" id="{7A934D38-84FD-5F5B-8CA3-E965673AFDD4}"/>
                </a:ext>
              </a:extLst>
            </p:cNvPr>
            <p:cNvSpPr/>
            <p:nvPr/>
          </p:nvSpPr>
          <p:spPr>
            <a:xfrm>
              <a:off x="6136886"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1" name="Freeform: Shape 430">
              <a:extLst>
                <a:ext uri="{FF2B5EF4-FFF2-40B4-BE49-F238E27FC236}">
                  <a16:creationId xmlns:a16="http://schemas.microsoft.com/office/drawing/2014/main" id="{04BB42C0-81AF-0E6D-03E2-D65D5BEC4858}"/>
                </a:ext>
              </a:extLst>
            </p:cNvPr>
            <p:cNvSpPr/>
            <p:nvPr/>
          </p:nvSpPr>
          <p:spPr>
            <a:xfrm>
              <a:off x="6251142"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2" name="Freeform: Shape 431">
              <a:extLst>
                <a:ext uri="{FF2B5EF4-FFF2-40B4-BE49-F238E27FC236}">
                  <a16:creationId xmlns:a16="http://schemas.microsoft.com/office/drawing/2014/main" id="{CEF96EB8-6CC1-6761-C8F5-9D52705DF242}"/>
                </a:ext>
              </a:extLst>
            </p:cNvPr>
            <p:cNvSpPr/>
            <p:nvPr/>
          </p:nvSpPr>
          <p:spPr>
            <a:xfrm>
              <a:off x="6365398"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3" name="Freeform: Shape 432">
              <a:extLst>
                <a:ext uri="{FF2B5EF4-FFF2-40B4-BE49-F238E27FC236}">
                  <a16:creationId xmlns:a16="http://schemas.microsoft.com/office/drawing/2014/main" id="{27A05D19-121A-3491-1530-1CFE032781D5}"/>
                </a:ext>
              </a:extLst>
            </p:cNvPr>
            <p:cNvSpPr/>
            <p:nvPr/>
          </p:nvSpPr>
          <p:spPr>
            <a:xfrm>
              <a:off x="6479610"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4" name="Freeform: Shape 433">
              <a:extLst>
                <a:ext uri="{FF2B5EF4-FFF2-40B4-BE49-F238E27FC236}">
                  <a16:creationId xmlns:a16="http://schemas.microsoft.com/office/drawing/2014/main" id="{530E8E91-2ED1-ED8C-580E-EBAF89B78539}"/>
                </a:ext>
              </a:extLst>
            </p:cNvPr>
            <p:cNvSpPr/>
            <p:nvPr/>
          </p:nvSpPr>
          <p:spPr>
            <a:xfrm>
              <a:off x="6593865"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5" name="Freeform: Shape 434">
              <a:extLst>
                <a:ext uri="{FF2B5EF4-FFF2-40B4-BE49-F238E27FC236}">
                  <a16:creationId xmlns:a16="http://schemas.microsoft.com/office/drawing/2014/main" id="{448C6FF5-984D-C98B-3426-6751E64FF454}"/>
                </a:ext>
              </a:extLst>
            </p:cNvPr>
            <p:cNvSpPr/>
            <p:nvPr/>
          </p:nvSpPr>
          <p:spPr>
            <a:xfrm>
              <a:off x="6708121" y="103241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6" name="Freeform: Shape 435">
              <a:extLst>
                <a:ext uri="{FF2B5EF4-FFF2-40B4-BE49-F238E27FC236}">
                  <a16:creationId xmlns:a16="http://schemas.microsoft.com/office/drawing/2014/main" id="{71CEAA77-C666-F0E4-E798-C417E606ADC0}"/>
                </a:ext>
              </a:extLst>
            </p:cNvPr>
            <p:cNvSpPr/>
            <p:nvPr/>
          </p:nvSpPr>
          <p:spPr>
            <a:xfrm>
              <a:off x="6822377"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7" name="Freeform: Shape 436">
              <a:extLst>
                <a:ext uri="{FF2B5EF4-FFF2-40B4-BE49-F238E27FC236}">
                  <a16:creationId xmlns:a16="http://schemas.microsoft.com/office/drawing/2014/main" id="{87383180-23EA-D709-03CE-0EBB2E98B205}"/>
                </a:ext>
              </a:extLst>
            </p:cNvPr>
            <p:cNvSpPr/>
            <p:nvPr/>
          </p:nvSpPr>
          <p:spPr>
            <a:xfrm>
              <a:off x="6936633"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8" name="Freeform: Shape 437">
              <a:extLst>
                <a:ext uri="{FF2B5EF4-FFF2-40B4-BE49-F238E27FC236}">
                  <a16:creationId xmlns:a16="http://schemas.microsoft.com/office/drawing/2014/main" id="{36EFF11E-C2D7-22CE-0C2C-5A77B3B56892}"/>
                </a:ext>
              </a:extLst>
            </p:cNvPr>
            <p:cNvSpPr/>
            <p:nvPr/>
          </p:nvSpPr>
          <p:spPr>
            <a:xfrm>
              <a:off x="7050888" y="103241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9" name="Freeform: Shape 438">
              <a:extLst>
                <a:ext uri="{FF2B5EF4-FFF2-40B4-BE49-F238E27FC236}">
                  <a16:creationId xmlns:a16="http://schemas.microsoft.com/office/drawing/2014/main" id="{A1543692-102F-76C3-3C1E-F07A202113EE}"/>
                </a:ext>
              </a:extLst>
            </p:cNvPr>
            <p:cNvSpPr/>
            <p:nvPr/>
          </p:nvSpPr>
          <p:spPr>
            <a:xfrm>
              <a:off x="7165144"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0" name="Freeform: Shape 439">
              <a:extLst>
                <a:ext uri="{FF2B5EF4-FFF2-40B4-BE49-F238E27FC236}">
                  <a16:creationId xmlns:a16="http://schemas.microsoft.com/office/drawing/2014/main" id="{9C506BBB-970E-2200-FF37-2F326129E78A}"/>
                </a:ext>
              </a:extLst>
            </p:cNvPr>
            <p:cNvSpPr/>
            <p:nvPr/>
          </p:nvSpPr>
          <p:spPr>
            <a:xfrm>
              <a:off x="2366578"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1" name="Freeform: Shape 440">
              <a:extLst>
                <a:ext uri="{FF2B5EF4-FFF2-40B4-BE49-F238E27FC236}">
                  <a16:creationId xmlns:a16="http://schemas.microsoft.com/office/drawing/2014/main" id="{BFDAA9E5-E8C9-BEC7-62BE-0F402862C208}"/>
                </a:ext>
              </a:extLst>
            </p:cNvPr>
            <p:cNvSpPr/>
            <p:nvPr/>
          </p:nvSpPr>
          <p:spPr>
            <a:xfrm>
              <a:off x="2480790"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2" name="Freeform: Shape 441">
              <a:extLst>
                <a:ext uri="{FF2B5EF4-FFF2-40B4-BE49-F238E27FC236}">
                  <a16:creationId xmlns:a16="http://schemas.microsoft.com/office/drawing/2014/main" id="{FB68EDD8-BBF6-6B15-69C3-8B1894AB4A89}"/>
                </a:ext>
              </a:extLst>
            </p:cNvPr>
            <p:cNvSpPr/>
            <p:nvPr/>
          </p:nvSpPr>
          <p:spPr>
            <a:xfrm>
              <a:off x="2595046"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3" name="Freeform: Shape 442">
              <a:extLst>
                <a:ext uri="{FF2B5EF4-FFF2-40B4-BE49-F238E27FC236}">
                  <a16:creationId xmlns:a16="http://schemas.microsoft.com/office/drawing/2014/main" id="{1D093296-450E-2FEA-85F6-41D072A94AF2}"/>
                </a:ext>
              </a:extLst>
            </p:cNvPr>
            <p:cNvSpPr/>
            <p:nvPr/>
          </p:nvSpPr>
          <p:spPr>
            <a:xfrm>
              <a:off x="2709301"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4" name="Freeform: Shape 443">
              <a:extLst>
                <a:ext uri="{FF2B5EF4-FFF2-40B4-BE49-F238E27FC236}">
                  <a16:creationId xmlns:a16="http://schemas.microsoft.com/office/drawing/2014/main" id="{2DF0D5D0-3826-5040-8B74-4B44B7B55FB1}"/>
                </a:ext>
              </a:extLst>
            </p:cNvPr>
            <p:cNvSpPr/>
            <p:nvPr/>
          </p:nvSpPr>
          <p:spPr>
            <a:xfrm>
              <a:off x="2823557"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5" name="Freeform: Shape 444">
              <a:extLst>
                <a:ext uri="{FF2B5EF4-FFF2-40B4-BE49-F238E27FC236}">
                  <a16:creationId xmlns:a16="http://schemas.microsoft.com/office/drawing/2014/main" id="{887D8BDC-A421-2FC8-3134-79D03DFB334F}"/>
                </a:ext>
              </a:extLst>
            </p:cNvPr>
            <p:cNvSpPr/>
            <p:nvPr/>
          </p:nvSpPr>
          <p:spPr>
            <a:xfrm>
              <a:off x="2937813"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6" name="Freeform: Shape 445">
              <a:extLst>
                <a:ext uri="{FF2B5EF4-FFF2-40B4-BE49-F238E27FC236}">
                  <a16:creationId xmlns:a16="http://schemas.microsoft.com/office/drawing/2014/main" id="{DB31F71E-98A3-3528-11E1-247E18FA68AE}"/>
                </a:ext>
              </a:extLst>
            </p:cNvPr>
            <p:cNvSpPr/>
            <p:nvPr/>
          </p:nvSpPr>
          <p:spPr>
            <a:xfrm>
              <a:off x="3052069"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7" name="Freeform: Shape 446">
              <a:extLst>
                <a:ext uri="{FF2B5EF4-FFF2-40B4-BE49-F238E27FC236}">
                  <a16:creationId xmlns:a16="http://schemas.microsoft.com/office/drawing/2014/main" id="{AF28500C-22D6-AD0D-C3F6-66086042182C}"/>
                </a:ext>
              </a:extLst>
            </p:cNvPr>
            <p:cNvSpPr/>
            <p:nvPr/>
          </p:nvSpPr>
          <p:spPr>
            <a:xfrm>
              <a:off x="3166325"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8" name="Freeform: Shape 447">
              <a:extLst>
                <a:ext uri="{FF2B5EF4-FFF2-40B4-BE49-F238E27FC236}">
                  <a16:creationId xmlns:a16="http://schemas.microsoft.com/office/drawing/2014/main" id="{4608988C-DA91-E594-4D21-797300041DD2}"/>
                </a:ext>
              </a:extLst>
            </p:cNvPr>
            <p:cNvSpPr/>
            <p:nvPr/>
          </p:nvSpPr>
          <p:spPr>
            <a:xfrm>
              <a:off x="3280580"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9" name="Freeform: Shape 448">
              <a:extLst>
                <a:ext uri="{FF2B5EF4-FFF2-40B4-BE49-F238E27FC236}">
                  <a16:creationId xmlns:a16="http://schemas.microsoft.com/office/drawing/2014/main" id="{96F4BC52-48D2-93E3-E01B-7BC26AF5CE81}"/>
                </a:ext>
              </a:extLst>
            </p:cNvPr>
            <p:cNvSpPr/>
            <p:nvPr/>
          </p:nvSpPr>
          <p:spPr>
            <a:xfrm>
              <a:off x="3394836"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0" name="Freeform: Shape 449">
              <a:extLst>
                <a:ext uri="{FF2B5EF4-FFF2-40B4-BE49-F238E27FC236}">
                  <a16:creationId xmlns:a16="http://schemas.microsoft.com/office/drawing/2014/main" id="{0E262DDC-6E7D-0C3C-9551-15E02FE6EDA6}"/>
                </a:ext>
              </a:extLst>
            </p:cNvPr>
            <p:cNvSpPr/>
            <p:nvPr/>
          </p:nvSpPr>
          <p:spPr>
            <a:xfrm>
              <a:off x="3509092"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1" name="Freeform: Shape 450">
              <a:extLst>
                <a:ext uri="{FF2B5EF4-FFF2-40B4-BE49-F238E27FC236}">
                  <a16:creationId xmlns:a16="http://schemas.microsoft.com/office/drawing/2014/main" id="{99315273-9B68-B35A-9158-5E03C4D413C8}"/>
                </a:ext>
              </a:extLst>
            </p:cNvPr>
            <p:cNvSpPr/>
            <p:nvPr/>
          </p:nvSpPr>
          <p:spPr>
            <a:xfrm>
              <a:off x="3623348"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2" name="Freeform: Shape 451">
              <a:extLst>
                <a:ext uri="{FF2B5EF4-FFF2-40B4-BE49-F238E27FC236}">
                  <a16:creationId xmlns:a16="http://schemas.microsoft.com/office/drawing/2014/main" id="{853916F5-4EE5-F294-263A-77D97C3F558D}"/>
                </a:ext>
              </a:extLst>
            </p:cNvPr>
            <p:cNvSpPr/>
            <p:nvPr/>
          </p:nvSpPr>
          <p:spPr>
            <a:xfrm>
              <a:off x="3737603"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3" name="Freeform: Shape 452">
              <a:extLst>
                <a:ext uri="{FF2B5EF4-FFF2-40B4-BE49-F238E27FC236}">
                  <a16:creationId xmlns:a16="http://schemas.microsoft.com/office/drawing/2014/main" id="{1D2E5E23-585A-9FCE-48EB-3B3C14AD6549}"/>
                </a:ext>
              </a:extLst>
            </p:cNvPr>
            <p:cNvSpPr/>
            <p:nvPr/>
          </p:nvSpPr>
          <p:spPr>
            <a:xfrm>
              <a:off x="3851815"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4" name="Freeform: Shape 453">
              <a:extLst>
                <a:ext uri="{FF2B5EF4-FFF2-40B4-BE49-F238E27FC236}">
                  <a16:creationId xmlns:a16="http://schemas.microsoft.com/office/drawing/2014/main" id="{9D448DB9-EAD9-8203-F696-A6403995FF53}"/>
                </a:ext>
              </a:extLst>
            </p:cNvPr>
            <p:cNvSpPr/>
            <p:nvPr/>
          </p:nvSpPr>
          <p:spPr>
            <a:xfrm>
              <a:off x="3966071"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5" name="Freeform: Shape 454">
              <a:extLst>
                <a:ext uri="{FF2B5EF4-FFF2-40B4-BE49-F238E27FC236}">
                  <a16:creationId xmlns:a16="http://schemas.microsoft.com/office/drawing/2014/main" id="{94E66612-4C90-22B5-674D-7E3A67029CB9}"/>
                </a:ext>
              </a:extLst>
            </p:cNvPr>
            <p:cNvSpPr/>
            <p:nvPr/>
          </p:nvSpPr>
          <p:spPr>
            <a:xfrm>
              <a:off x="4080327"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6" name="Freeform: Shape 455">
              <a:extLst>
                <a:ext uri="{FF2B5EF4-FFF2-40B4-BE49-F238E27FC236}">
                  <a16:creationId xmlns:a16="http://schemas.microsoft.com/office/drawing/2014/main" id="{1575636A-7D7D-C3B7-A077-792C2F0BEDFA}"/>
                </a:ext>
              </a:extLst>
            </p:cNvPr>
            <p:cNvSpPr/>
            <p:nvPr/>
          </p:nvSpPr>
          <p:spPr>
            <a:xfrm>
              <a:off x="4194582"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7" name="Freeform: Shape 456">
              <a:extLst>
                <a:ext uri="{FF2B5EF4-FFF2-40B4-BE49-F238E27FC236}">
                  <a16:creationId xmlns:a16="http://schemas.microsoft.com/office/drawing/2014/main" id="{3F434AFA-F51F-77F5-841C-CFDE27AC6C4E}"/>
                </a:ext>
              </a:extLst>
            </p:cNvPr>
            <p:cNvSpPr/>
            <p:nvPr/>
          </p:nvSpPr>
          <p:spPr>
            <a:xfrm>
              <a:off x="4308838"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8" name="Freeform: Shape 457">
              <a:extLst>
                <a:ext uri="{FF2B5EF4-FFF2-40B4-BE49-F238E27FC236}">
                  <a16:creationId xmlns:a16="http://schemas.microsoft.com/office/drawing/2014/main" id="{D40DF4BC-C485-C403-2921-1042AE860097}"/>
                </a:ext>
              </a:extLst>
            </p:cNvPr>
            <p:cNvSpPr/>
            <p:nvPr/>
          </p:nvSpPr>
          <p:spPr>
            <a:xfrm>
              <a:off x="4423094"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9" name="Freeform: Shape 458">
              <a:extLst>
                <a:ext uri="{FF2B5EF4-FFF2-40B4-BE49-F238E27FC236}">
                  <a16:creationId xmlns:a16="http://schemas.microsoft.com/office/drawing/2014/main" id="{694F0FB8-98CE-3CE2-E63E-3CC22FFF39DF}"/>
                </a:ext>
              </a:extLst>
            </p:cNvPr>
            <p:cNvSpPr/>
            <p:nvPr/>
          </p:nvSpPr>
          <p:spPr>
            <a:xfrm>
              <a:off x="4537350"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0" name="Freeform: Shape 459">
              <a:extLst>
                <a:ext uri="{FF2B5EF4-FFF2-40B4-BE49-F238E27FC236}">
                  <a16:creationId xmlns:a16="http://schemas.microsoft.com/office/drawing/2014/main" id="{40968F28-F72E-FB6F-0067-D8050B07A55A}"/>
                </a:ext>
              </a:extLst>
            </p:cNvPr>
            <p:cNvSpPr/>
            <p:nvPr/>
          </p:nvSpPr>
          <p:spPr>
            <a:xfrm>
              <a:off x="4651605"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1" name="Freeform: Shape 460">
              <a:extLst>
                <a:ext uri="{FF2B5EF4-FFF2-40B4-BE49-F238E27FC236}">
                  <a16:creationId xmlns:a16="http://schemas.microsoft.com/office/drawing/2014/main" id="{E4BC2CEE-771B-7205-F381-DD828AF09903}"/>
                </a:ext>
              </a:extLst>
            </p:cNvPr>
            <p:cNvSpPr/>
            <p:nvPr/>
          </p:nvSpPr>
          <p:spPr>
            <a:xfrm>
              <a:off x="4765861"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2" name="Freeform: Shape 461">
              <a:extLst>
                <a:ext uri="{FF2B5EF4-FFF2-40B4-BE49-F238E27FC236}">
                  <a16:creationId xmlns:a16="http://schemas.microsoft.com/office/drawing/2014/main" id="{6990D93E-B15C-E4B1-F1F5-0DA4B1F90F35}"/>
                </a:ext>
              </a:extLst>
            </p:cNvPr>
            <p:cNvSpPr/>
            <p:nvPr/>
          </p:nvSpPr>
          <p:spPr>
            <a:xfrm>
              <a:off x="4880117"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3" name="Freeform: Shape 462">
              <a:extLst>
                <a:ext uri="{FF2B5EF4-FFF2-40B4-BE49-F238E27FC236}">
                  <a16:creationId xmlns:a16="http://schemas.microsoft.com/office/drawing/2014/main" id="{74B80875-95B5-4BDB-19CF-8F3399BAA948}"/>
                </a:ext>
              </a:extLst>
            </p:cNvPr>
            <p:cNvSpPr/>
            <p:nvPr/>
          </p:nvSpPr>
          <p:spPr>
            <a:xfrm>
              <a:off x="4994373"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4" name="Freeform: Shape 463">
              <a:extLst>
                <a:ext uri="{FF2B5EF4-FFF2-40B4-BE49-F238E27FC236}">
                  <a16:creationId xmlns:a16="http://schemas.microsoft.com/office/drawing/2014/main" id="{DD251352-89ED-F979-4A9E-412F9F63DADA}"/>
                </a:ext>
              </a:extLst>
            </p:cNvPr>
            <p:cNvSpPr/>
            <p:nvPr/>
          </p:nvSpPr>
          <p:spPr>
            <a:xfrm>
              <a:off x="5108629"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5" name="Freeform: Shape 464">
              <a:extLst>
                <a:ext uri="{FF2B5EF4-FFF2-40B4-BE49-F238E27FC236}">
                  <a16:creationId xmlns:a16="http://schemas.microsoft.com/office/drawing/2014/main" id="{22C1C28D-4E23-4BC2-E8B8-4F6D0F6FC7C5}"/>
                </a:ext>
              </a:extLst>
            </p:cNvPr>
            <p:cNvSpPr/>
            <p:nvPr/>
          </p:nvSpPr>
          <p:spPr>
            <a:xfrm>
              <a:off x="5222840"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6" name="Freeform: Shape 465">
              <a:extLst>
                <a:ext uri="{FF2B5EF4-FFF2-40B4-BE49-F238E27FC236}">
                  <a16:creationId xmlns:a16="http://schemas.microsoft.com/office/drawing/2014/main" id="{3D41DA24-C02D-20DA-0F61-6FA9FCFB9DDF}"/>
                </a:ext>
              </a:extLst>
            </p:cNvPr>
            <p:cNvSpPr/>
            <p:nvPr/>
          </p:nvSpPr>
          <p:spPr>
            <a:xfrm>
              <a:off x="5337096"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7" name="Freeform: Shape 466">
              <a:extLst>
                <a:ext uri="{FF2B5EF4-FFF2-40B4-BE49-F238E27FC236}">
                  <a16:creationId xmlns:a16="http://schemas.microsoft.com/office/drawing/2014/main" id="{8C73C108-41A1-C9A2-25BE-54A9DA63CDFE}"/>
                </a:ext>
              </a:extLst>
            </p:cNvPr>
            <p:cNvSpPr/>
            <p:nvPr/>
          </p:nvSpPr>
          <p:spPr>
            <a:xfrm>
              <a:off x="5451352"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8" name="Freeform: Shape 467">
              <a:extLst>
                <a:ext uri="{FF2B5EF4-FFF2-40B4-BE49-F238E27FC236}">
                  <a16:creationId xmlns:a16="http://schemas.microsoft.com/office/drawing/2014/main" id="{19E0691E-4FE8-DB3C-F1AE-DD3E6671D01D}"/>
                </a:ext>
              </a:extLst>
            </p:cNvPr>
            <p:cNvSpPr/>
            <p:nvPr/>
          </p:nvSpPr>
          <p:spPr>
            <a:xfrm>
              <a:off x="5565608"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9" name="Freeform: Shape 468">
              <a:extLst>
                <a:ext uri="{FF2B5EF4-FFF2-40B4-BE49-F238E27FC236}">
                  <a16:creationId xmlns:a16="http://schemas.microsoft.com/office/drawing/2014/main" id="{D5B9EEB7-4476-95BC-5B11-2F61365E936F}"/>
                </a:ext>
              </a:extLst>
            </p:cNvPr>
            <p:cNvSpPr/>
            <p:nvPr/>
          </p:nvSpPr>
          <p:spPr>
            <a:xfrm>
              <a:off x="5679863"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0" name="Freeform: Shape 469">
              <a:extLst>
                <a:ext uri="{FF2B5EF4-FFF2-40B4-BE49-F238E27FC236}">
                  <a16:creationId xmlns:a16="http://schemas.microsoft.com/office/drawing/2014/main" id="{84CA6D47-D338-BBD9-3489-5976DC73BE90}"/>
                </a:ext>
              </a:extLst>
            </p:cNvPr>
            <p:cNvSpPr/>
            <p:nvPr/>
          </p:nvSpPr>
          <p:spPr>
            <a:xfrm>
              <a:off x="5794119"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1" name="Freeform: Shape 470">
              <a:extLst>
                <a:ext uri="{FF2B5EF4-FFF2-40B4-BE49-F238E27FC236}">
                  <a16:creationId xmlns:a16="http://schemas.microsoft.com/office/drawing/2014/main" id="{783A468B-E50A-827F-569E-94E3160E2E4A}"/>
                </a:ext>
              </a:extLst>
            </p:cNvPr>
            <p:cNvSpPr/>
            <p:nvPr/>
          </p:nvSpPr>
          <p:spPr>
            <a:xfrm>
              <a:off x="5908375"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2" name="Freeform: Shape 471">
              <a:extLst>
                <a:ext uri="{FF2B5EF4-FFF2-40B4-BE49-F238E27FC236}">
                  <a16:creationId xmlns:a16="http://schemas.microsoft.com/office/drawing/2014/main" id="{3C1F2F63-20E1-3707-BE89-89F178637064}"/>
                </a:ext>
              </a:extLst>
            </p:cNvPr>
            <p:cNvSpPr/>
            <p:nvPr/>
          </p:nvSpPr>
          <p:spPr>
            <a:xfrm>
              <a:off x="6022631"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3" name="Freeform: Shape 472">
              <a:extLst>
                <a:ext uri="{FF2B5EF4-FFF2-40B4-BE49-F238E27FC236}">
                  <a16:creationId xmlns:a16="http://schemas.microsoft.com/office/drawing/2014/main" id="{99E9FF2C-9FD5-9400-BD02-9B97234624CF}"/>
                </a:ext>
              </a:extLst>
            </p:cNvPr>
            <p:cNvSpPr/>
            <p:nvPr/>
          </p:nvSpPr>
          <p:spPr>
            <a:xfrm>
              <a:off x="6136886"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4" name="Freeform: Shape 473">
              <a:extLst>
                <a:ext uri="{FF2B5EF4-FFF2-40B4-BE49-F238E27FC236}">
                  <a16:creationId xmlns:a16="http://schemas.microsoft.com/office/drawing/2014/main" id="{CAE92333-1E31-FC35-9546-E95A92C07457}"/>
                </a:ext>
              </a:extLst>
            </p:cNvPr>
            <p:cNvSpPr/>
            <p:nvPr/>
          </p:nvSpPr>
          <p:spPr>
            <a:xfrm>
              <a:off x="6251142"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5" name="Freeform: Shape 474">
              <a:extLst>
                <a:ext uri="{FF2B5EF4-FFF2-40B4-BE49-F238E27FC236}">
                  <a16:creationId xmlns:a16="http://schemas.microsoft.com/office/drawing/2014/main" id="{C7AE30CF-3354-F868-078C-87D2570C7A6B}"/>
                </a:ext>
              </a:extLst>
            </p:cNvPr>
            <p:cNvSpPr/>
            <p:nvPr/>
          </p:nvSpPr>
          <p:spPr>
            <a:xfrm>
              <a:off x="6365398"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6" name="Freeform: Shape 475">
              <a:extLst>
                <a:ext uri="{FF2B5EF4-FFF2-40B4-BE49-F238E27FC236}">
                  <a16:creationId xmlns:a16="http://schemas.microsoft.com/office/drawing/2014/main" id="{6D648727-8475-C5CD-D915-59B6D1BC792C}"/>
                </a:ext>
              </a:extLst>
            </p:cNvPr>
            <p:cNvSpPr/>
            <p:nvPr/>
          </p:nvSpPr>
          <p:spPr>
            <a:xfrm>
              <a:off x="6479610"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7" name="Freeform: Shape 476">
              <a:extLst>
                <a:ext uri="{FF2B5EF4-FFF2-40B4-BE49-F238E27FC236}">
                  <a16:creationId xmlns:a16="http://schemas.microsoft.com/office/drawing/2014/main" id="{02CA45C3-E292-0455-C9DD-F486A32E6357}"/>
                </a:ext>
              </a:extLst>
            </p:cNvPr>
            <p:cNvSpPr/>
            <p:nvPr/>
          </p:nvSpPr>
          <p:spPr>
            <a:xfrm>
              <a:off x="6593865"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8" name="Freeform: Shape 477">
              <a:extLst>
                <a:ext uri="{FF2B5EF4-FFF2-40B4-BE49-F238E27FC236}">
                  <a16:creationId xmlns:a16="http://schemas.microsoft.com/office/drawing/2014/main" id="{53CB5AF6-3F7B-4E14-EF51-66789B32E753}"/>
                </a:ext>
              </a:extLst>
            </p:cNvPr>
            <p:cNvSpPr/>
            <p:nvPr/>
          </p:nvSpPr>
          <p:spPr>
            <a:xfrm>
              <a:off x="6708121" y="114666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9" name="Freeform: Shape 478">
              <a:extLst>
                <a:ext uri="{FF2B5EF4-FFF2-40B4-BE49-F238E27FC236}">
                  <a16:creationId xmlns:a16="http://schemas.microsoft.com/office/drawing/2014/main" id="{476CBB52-54F7-BC8E-3ADB-71EDC5162B5F}"/>
                </a:ext>
              </a:extLst>
            </p:cNvPr>
            <p:cNvSpPr/>
            <p:nvPr/>
          </p:nvSpPr>
          <p:spPr>
            <a:xfrm>
              <a:off x="6822377"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0" name="Freeform: Shape 479">
              <a:extLst>
                <a:ext uri="{FF2B5EF4-FFF2-40B4-BE49-F238E27FC236}">
                  <a16:creationId xmlns:a16="http://schemas.microsoft.com/office/drawing/2014/main" id="{F4C42C96-8E78-7E6F-1837-7448CB3C321A}"/>
                </a:ext>
              </a:extLst>
            </p:cNvPr>
            <p:cNvSpPr/>
            <p:nvPr/>
          </p:nvSpPr>
          <p:spPr>
            <a:xfrm>
              <a:off x="6936633"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1" name="Freeform: Shape 480">
              <a:extLst>
                <a:ext uri="{FF2B5EF4-FFF2-40B4-BE49-F238E27FC236}">
                  <a16:creationId xmlns:a16="http://schemas.microsoft.com/office/drawing/2014/main" id="{B77D4653-79E2-BB1A-6125-B3D54721B8BA}"/>
                </a:ext>
              </a:extLst>
            </p:cNvPr>
            <p:cNvSpPr/>
            <p:nvPr/>
          </p:nvSpPr>
          <p:spPr>
            <a:xfrm>
              <a:off x="7050888" y="114666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2" name="Freeform: Shape 481">
              <a:extLst>
                <a:ext uri="{FF2B5EF4-FFF2-40B4-BE49-F238E27FC236}">
                  <a16:creationId xmlns:a16="http://schemas.microsoft.com/office/drawing/2014/main" id="{C0D3E3DE-A810-0C95-6AFC-49605484E336}"/>
                </a:ext>
              </a:extLst>
            </p:cNvPr>
            <p:cNvSpPr/>
            <p:nvPr/>
          </p:nvSpPr>
          <p:spPr>
            <a:xfrm>
              <a:off x="7165144"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3" name="Freeform: Shape 482">
              <a:extLst>
                <a:ext uri="{FF2B5EF4-FFF2-40B4-BE49-F238E27FC236}">
                  <a16:creationId xmlns:a16="http://schemas.microsoft.com/office/drawing/2014/main" id="{9C411CCC-011C-6043-0A09-A8FE00F453FA}"/>
                </a:ext>
              </a:extLst>
            </p:cNvPr>
            <p:cNvSpPr/>
            <p:nvPr/>
          </p:nvSpPr>
          <p:spPr>
            <a:xfrm>
              <a:off x="2366578"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4" name="Freeform: Shape 483">
              <a:extLst>
                <a:ext uri="{FF2B5EF4-FFF2-40B4-BE49-F238E27FC236}">
                  <a16:creationId xmlns:a16="http://schemas.microsoft.com/office/drawing/2014/main" id="{76BE0523-37BC-C60A-ECBE-FEECA1B74271}"/>
                </a:ext>
              </a:extLst>
            </p:cNvPr>
            <p:cNvSpPr/>
            <p:nvPr/>
          </p:nvSpPr>
          <p:spPr>
            <a:xfrm>
              <a:off x="2480790"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5" name="Freeform: Shape 484">
              <a:extLst>
                <a:ext uri="{FF2B5EF4-FFF2-40B4-BE49-F238E27FC236}">
                  <a16:creationId xmlns:a16="http://schemas.microsoft.com/office/drawing/2014/main" id="{3671C37B-C31D-3002-EB91-01BF76A57024}"/>
                </a:ext>
              </a:extLst>
            </p:cNvPr>
            <p:cNvSpPr/>
            <p:nvPr/>
          </p:nvSpPr>
          <p:spPr>
            <a:xfrm>
              <a:off x="2595046"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6" name="Freeform: Shape 485">
              <a:extLst>
                <a:ext uri="{FF2B5EF4-FFF2-40B4-BE49-F238E27FC236}">
                  <a16:creationId xmlns:a16="http://schemas.microsoft.com/office/drawing/2014/main" id="{46289B7F-AC35-2686-BD00-546680CA67BE}"/>
                </a:ext>
              </a:extLst>
            </p:cNvPr>
            <p:cNvSpPr/>
            <p:nvPr/>
          </p:nvSpPr>
          <p:spPr>
            <a:xfrm>
              <a:off x="2709301"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7" name="Freeform: Shape 486">
              <a:extLst>
                <a:ext uri="{FF2B5EF4-FFF2-40B4-BE49-F238E27FC236}">
                  <a16:creationId xmlns:a16="http://schemas.microsoft.com/office/drawing/2014/main" id="{5CD2D00F-C0B0-458F-73BA-9176D911E115}"/>
                </a:ext>
              </a:extLst>
            </p:cNvPr>
            <p:cNvSpPr/>
            <p:nvPr/>
          </p:nvSpPr>
          <p:spPr>
            <a:xfrm>
              <a:off x="2823557"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8" name="Freeform: Shape 487">
              <a:extLst>
                <a:ext uri="{FF2B5EF4-FFF2-40B4-BE49-F238E27FC236}">
                  <a16:creationId xmlns:a16="http://schemas.microsoft.com/office/drawing/2014/main" id="{FAEDCBDE-31A7-3CCE-2780-951D40DDB3BF}"/>
                </a:ext>
              </a:extLst>
            </p:cNvPr>
            <p:cNvSpPr/>
            <p:nvPr/>
          </p:nvSpPr>
          <p:spPr>
            <a:xfrm>
              <a:off x="2937813"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9" name="Freeform: Shape 488">
              <a:extLst>
                <a:ext uri="{FF2B5EF4-FFF2-40B4-BE49-F238E27FC236}">
                  <a16:creationId xmlns:a16="http://schemas.microsoft.com/office/drawing/2014/main" id="{07545CD7-D939-E6E4-190C-72FAE7866FCE}"/>
                </a:ext>
              </a:extLst>
            </p:cNvPr>
            <p:cNvSpPr/>
            <p:nvPr/>
          </p:nvSpPr>
          <p:spPr>
            <a:xfrm>
              <a:off x="3052069"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0" name="Freeform: Shape 489">
              <a:extLst>
                <a:ext uri="{FF2B5EF4-FFF2-40B4-BE49-F238E27FC236}">
                  <a16:creationId xmlns:a16="http://schemas.microsoft.com/office/drawing/2014/main" id="{46A128D1-5102-D166-37D2-186C2CD0F116}"/>
                </a:ext>
              </a:extLst>
            </p:cNvPr>
            <p:cNvSpPr/>
            <p:nvPr/>
          </p:nvSpPr>
          <p:spPr>
            <a:xfrm>
              <a:off x="3166325"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1" name="Freeform: Shape 490">
              <a:extLst>
                <a:ext uri="{FF2B5EF4-FFF2-40B4-BE49-F238E27FC236}">
                  <a16:creationId xmlns:a16="http://schemas.microsoft.com/office/drawing/2014/main" id="{413E6808-5917-8870-B485-555A0448D2D9}"/>
                </a:ext>
              </a:extLst>
            </p:cNvPr>
            <p:cNvSpPr/>
            <p:nvPr/>
          </p:nvSpPr>
          <p:spPr>
            <a:xfrm>
              <a:off x="3280580"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2" name="Freeform: Shape 491">
              <a:extLst>
                <a:ext uri="{FF2B5EF4-FFF2-40B4-BE49-F238E27FC236}">
                  <a16:creationId xmlns:a16="http://schemas.microsoft.com/office/drawing/2014/main" id="{0A6DB580-BF69-908F-3D5F-717D6F8C8DE3}"/>
                </a:ext>
              </a:extLst>
            </p:cNvPr>
            <p:cNvSpPr/>
            <p:nvPr/>
          </p:nvSpPr>
          <p:spPr>
            <a:xfrm>
              <a:off x="3394836"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3" name="Freeform: Shape 492">
              <a:extLst>
                <a:ext uri="{FF2B5EF4-FFF2-40B4-BE49-F238E27FC236}">
                  <a16:creationId xmlns:a16="http://schemas.microsoft.com/office/drawing/2014/main" id="{DEAEE7BE-DD43-C22D-2951-A571C7FFDDCE}"/>
                </a:ext>
              </a:extLst>
            </p:cNvPr>
            <p:cNvSpPr/>
            <p:nvPr/>
          </p:nvSpPr>
          <p:spPr>
            <a:xfrm>
              <a:off x="3509092"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4" name="Freeform: Shape 493">
              <a:extLst>
                <a:ext uri="{FF2B5EF4-FFF2-40B4-BE49-F238E27FC236}">
                  <a16:creationId xmlns:a16="http://schemas.microsoft.com/office/drawing/2014/main" id="{2315385D-C342-2E54-3F0C-66248DB59396}"/>
                </a:ext>
              </a:extLst>
            </p:cNvPr>
            <p:cNvSpPr/>
            <p:nvPr/>
          </p:nvSpPr>
          <p:spPr>
            <a:xfrm>
              <a:off x="3623348"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5" name="Freeform: Shape 494">
              <a:extLst>
                <a:ext uri="{FF2B5EF4-FFF2-40B4-BE49-F238E27FC236}">
                  <a16:creationId xmlns:a16="http://schemas.microsoft.com/office/drawing/2014/main" id="{BD6A063D-D1EF-91DA-A9CE-C13A1225988C}"/>
                </a:ext>
              </a:extLst>
            </p:cNvPr>
            <p:cNvSpPr/>
            <p:nvPr/>
          </p:nvSpPr>
          <p:spPr>
            <a:xfrm>
              <a:off x="3737603"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6" name="Freeform: Shape 495">
              <a:extLst>
                <a:ext uri="{FF2B5EF4-FFF2-40B4-BE49-F238E27FC236}">
                  <a16:creationId xmlns:a16="http://schemas.microsoft.com/office/drawing/2014/main" id="{42854982-7DD1-3845-B2E7-B8CD3DED8E25}"/>
                </a:ext>
              </a:extLst>
            </p:cNvPr>
            <p:cNvSpPr/>
            <p:nvPr/>
          </p:nvSpPr>
          <p:spPr>
            <a:xfrm>
              <a:off x="3851815"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7" name="Freeform: Shape 496">
              <a:extLst>
                <a:ext uri="{FF2B5EF4-FFF2-40B4-BE49-F238E27FC236}">
                  <a16:creationId xmlns:a16="http://schemas.microsoft.com/office/drawing/2014/main" id="{0B6E1AAC-78BE-0EEF-F5A8-0DD47115A73E}"/>
                </a:ext>
              </a:extLst>
            </p:cNvPr>
            <p:cNvSpPr/>
            <p:nvPr/>
          </p:nvSpPr>
          <p:spPr>
            <a:xfrm>
              <a:off x="3966071"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8" name="Freeform: Shape 497">
              <a:extLst>
                <a:ext uri="{FF2B5EF4-FFF2-40B4-BE49-F238E27FC236}">
                  <a16:creationId xmlns:a16="http://schemas.microsoft.com/office/drawing/2014/main" id="{1BB6D862-7579-23D2-1378-DEB81C0EF159}"/>
                </a:ext>
              </a:extLst>
            </p:cNvPr>
            <p:cNvSpPr/>
            <p:nvPr/>
          </p:nvSpPr>
          <p:spPr>
            <a:xfrm>
              <a:off x="4080327"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9" name="Freeform: Shape 498">
              <a:extLst>
                <a:ext uri="{FF2B5EF4-FFF2-40B4-BE49-F238E27FC236}">
                  <a16:creationId xmlns:a16="http://schemas.microsoft.com/office/drawing/2014/main" id="{DA4B20F7-08E3-65B7-5DDE-8683B13C3067}"/>
                </a:ext>
              </a:extLst>
            </p:cNvPr>
            <p:cNvSpPr/>
            <p:nvPr/>
          </p:nvSpPr>
          <p:spPr>
            <a:xfrm>
              <a:off x="4194582"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0" name="Freeform: Shape 499">
              <a:extLst>
                <a:ext uri="{FF2B5EF4-FFF2-40B4-BE49-F238E27FC236}">
                  <a16:creationId xmlns:a16="http://schemas.microsoft.com/office/drawing/2014/main" id="{FB46F59C-4E4D-7959-D834-296483A7CF6C}"/>
                </a:ext>
              </a:extLst>
            </p:cNvPr>
            <p:cNvSpPr/>
            <p:nvPr/>
          </p:nvSpPr>
          <p:spPr>
            <a:xfrm>
              <a:off x="4308838"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1" name="Freeform: Shape 500">
              <a:extLst>
                <a:ext uri="{FF2B5EF4-FFF2-40B4-BE49-F238E27FC236}">
                  <a16:creationId xmlns:a16="http://schemas.microsoft.com/office/drawing/2014/main" id="{88D91302-710A-A360-94DA-98D60B6E79FC}"/>
                </a:ext>
              </a:extLst>
            </p:cNvPr>
            <p:cNvSpPr/>
            <p:nvPr/>
          </p:nvSpPr>
          <p:spPr>
            <a:xfrm>
              <a:off x="4423094"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2" name="Freeform: Shape 501">
              <a:extLst>
                <a:ext uri="{FF2B5EF4-FFF2-40B4-BE49-F238E27FC236}">
                  <a16:creationId xmlns:a16="http://schemas.microsoft.com/office/drawing/2014/main" id="{1D7361B2-BB6B-7E8C-43E1-E2A779E18007}"/>
                </a:ext>
              </a:extLst>
            </p:cNvPr>
            <p:cNvSpPr/>
            <p:nvPr/>
          </p:nvSpPr>
          <p:spPr>
            <a:xfrm>
              <a:off x="4537350"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3" name="Freeform: Shape 502">
              <a:extLst>
                <a:ext uri="{FF2B5EF4-FFF2-40B4-BE49-F238E27FC236}">
                  <a16:creationId xmlns:a16="http://schemas.microsoft.com/office/drawing/2014/main" id="{54BF235B-C06A-88EC-DF47-3944D79F66E2}"/>
                </a:ext>
              </a:extLst>
            </p:cNvPr>
            <p:cNvSpPr/>
            <p:nvPr/>
          </p:nvSpPr>
          <p:spPr>
            <a:xfrm>
              <a:off x="4651605"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4" name="Freeform: Shape 503">
              <a:extLst>
                <a:ext uri="{FF2B5EF4-FFF2-40B4-BE49-F238E27FC236}">
                  <a16:creationId xmlns:a16="http://schemas.microsoft.com/office/drawing/2014/main" id="{98C3337B-E030-954D-BCA0-BABBFDEB00D5}"/>
                </a:ext>
              </a:extLst>
            </p:cNvPr>
            <p:cNvSpPr/>
            <p:nvPr/>
          </p:nvSpPr>
          <p:spPr>
            <a:xfrm>
              <a:off x="4765861"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5" name="Freeform: Shape 504">
              <a:extLst>
                <a:ext uri="{FF2B5EF4-FFF2-40B4-BE49-F238E27FC236}">
                  <a16:creationId xmlns:a16="http://schemas.microsoft.com/office/drawing/2014/main" id="{387FB858-0FBC-CFB1-CA38-B7186BA8672B}"/>
                </a:ext>
              </a:extLst>
            </p:cNvPr>
            <p:cNvSpPr/>
            <p:nvPr/>
          </p:nvSpPr>
          <p:spPr>
            <a:xfrm>
              <a:off x="4880117"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6" name="Freeform: Shape 505">
              <a:extLst>
                <a:ext uri="{FF2B5EF4-FFF2-40B4-BE49-F238E27FC236}">
                  <a16:creationId xmlns:a16="http://schemas.microsoft.com/office/drawing/2014/main" id="{290B965D-A5B8-D429-C8AD-7BFD2688E3BB}"/>
                </a:ext>
              </a:extLst>
            </p:cNvPr>
            <p:cNvSpPr/>
            <p:nvPr/>
          </p:nvSpPr>
          <p:spPr>
            <a:xfrm>
              <a:off x="4994373"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7" name="Freeform: Shape 506">
              <a:extLst>
                <a:ext uri="{FF2B5EF4-FFF2-40B4-BE49-F238E27FC236}">
                  <a16:creationId xmlns:a16="http://schemas.microsoft.com/office/drawing/2014/main" id="{8DFDA954-64B2-1A4F-E948-F5FE44B6A74E}"/>
                </a:ext>
              </a:extLst>
            </p:cNvPr>
            <p:cNvSpPr/>
            <p:nvPr/>
          </p:nvSpPr>
          <p:spPr>
            <a:xfrm>
              <a:off x="5108629"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8" name="Freeform: Shape 507">
              <a:extLst>
                <a:ext uri="{FF2B5EF4-FFF2-40B4-BE49-F238E27FC236}">
                  <a16:creationId xmlns:a16="http://schemas.microsoft.com/office/drawing/2014/main" id="{32316E18-6CC8-DB50-90D9-74825DF461FF}"/>
                </a:ext>
              </a:extLst>
            </p:cNvPr>
            <p:cNvSpPr/>
            <p:nvPr/>
          </p:nvSpPr>
          <p:spPr>
            <a:xfrm>
              <a:off x="5222840"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9" name="Freeform: Shape 508">
              <a:extLst>
                <a:ext uri="{FF2B5EF4-FFF2-40B4-BE49-F238E27FC236}">
                  <a16:creationId xmlns:a16="http://schemas.microsoft.com/office/drawing/2014/main" id="{C84BF893-CF2A-2EF5-0974-1C9DE0FE3061}"/>
                </a:ext>
              </a:extLst>
            </p:cNvPr>
            <p:cNvSpPr/>
            <p:nvPr/>
          </p:nvSpPr>
          <p:spPr>
            <a:xfrm>
              <a:off x="5337096"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0" name="Freeform: Shape 509">
              <a:extLst>
                <a:ext uri="{FF2B5EF4-FFF2-40B4-BE49-F238E27FC236}">
                  <a16:creationId xmlns:a16="http://schemas.microsoft.com/office/drawing/2014/main" id="{16C46472-CD06-31FF-AD54-6F6F636781C8}"/>
                </a:ext>
              </a:extLst>
            </p:cNvPr>
            <p:cNvSpPr/>
            <p:nvPr/>
          </p:nvSpPr>
          <p:spPr>
            <a:xfrm>
              <a:off x="5451352"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1" name="Freeform: Shape 510">
              <a:extLst>
                <a:ext uri="{FF2B5EF4-FFF2-40B4-BE49-F238E27FC236}">
                  <a16:creationId xmlns:a16="http://schemas.microsoft.com/office/drawing/2014/main" id="{91637F42-E5BF-FC64-42F7-477F1BBCBEBF}"/>
                </a:ext>
              </a:extLst>
            </p:cNvPr>
            <p:cNvSpPr/>
            <p:nvPr/>
          </p:nvSpPr>
          <p:spPr>
            <a:xfrm>
              <a:off x="5565608"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2" name="Freeform: Shape 511">
              <a:extLst>
                <a:ext uri="{FF2B5EF4-FFF2-40B4-BE49-F238E27FC236}">
                  <a16:creationId xmlns:a16="http://schemas.microsoft.com/office/drawing/2014/main" id="{E4A21801-5705-2CDB-C5FA-071F24407EE4}"/>
                </a:ext>
              </a:extLst>
            </p:cNvPr>
            <p:cNvSpPr/>
            <p:nvPr/>
          </p:nvSpPr>
          <p:spPr>
            <a:xfrm>
              <a:off x="5679863"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3" name="Freeform: Shape 512">
              <a:extLst>
                <a:ext uri="{FF2B5EF4-FFF2-40B4-BE49-F238E27FC236}">
                  <a16:creationId xmlns:a16="http://schemas.microsoft.com/office/drawing/2014/main" id="{A76046E5-AF83-11EF-C09E-826182A8D868}"/>
                </a:ext>
              </a:extLst>
            </p:cNvPr>
            <p:cNvSpPr/>
            <p:nvPr/>
          </p:nvSpPr>
          <p:spPr>
            <a:xfrm>
              <a:off x="5794119"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4" name="Freeform: Shape 513">
              <a:extLst>
                <a:ext uri="{FF2B5EF4-FFF2-40B4-BE49-F238E27FC236}">
                  <a16:creationId xmlns:a16="http://schemas.microsoft.com/office/drawing/2014/main" id="{AB6434EC-81D2-D6E9-8EBC-AD81C6BD1F37}"/>
                </a:ext>
              </a:extLst>
            </p:cNvPr>
            <p:cNvSpPr/>
            <p:nvPr/>
          </p:nvSpPr>
          <p:spPr>
            <a:xfrm>
              <a:off x="5908375"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5" name="Freeform: Shape 514">
              <a:extLst>
                <a:ext uri="{FF2B5EF4-FFF2-40B4-BE49-F238E27FC236}">
                  <a16:creationId xmlns:a16="http://schemas.microsoft.com/office/drawing/2014/main" id="{C23F3A31-D759-2739-D8E8-467A7A4044CC}"/>
                </a:ext>
              </a:extLst>
            </p:cNvPr>
            <p:cNvSpPr/>
            <p:nvPr/>
          </p:nvSpPr>
          <p:spPr>
            <a:xfrm>
              <a:off x="6022631"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6" name="Freeform: Shape 515">
              <a:extLst>
                <a:ext uri="{FF2B5EF4-FFF2-40B4-BE49-F238E27FC236}">
                  <a16:creationId xmlns:a16="http://schemas.microsoft.com/office/drawing/2014/main" id="{57242B36-10BB-DB2C-B1B4-2313B124ABD7}"/>
                </a:ext>
              </a:extLst>
            </p:cNvPr>
            <p:cNvSpPr/>
            <p:nvPr/>
          </p:nvSpPr>
          <p:spPr>
            <a:xfrm>
              <a:off x="6136886"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7" name="Freeform: Shape 516">
              <a:extLst>
                <a:ext uri="{FF2B5EF4-FFF2-40B4-BE49-F238E27FC236}">
                  <a16:creationId xmlns:a16="http://schemas.microsoft.com/office/drawing/2014/main" id="{974A0414-4FCD-8071-0EA1-4BB9240376F9}"/>
                </a:ext>
              </a:extLst>
            </p:cNvPr>
            <p:cNvSpPr/>
            <p:nvPr/>
          </p:nvSpPr>
          <p:spPr>
            <a:xfrm>
              <a:off x="6251142"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8" name="Freeform: Shape 517">
              <a:extLst>
                <a:ext uri="{FF2B5EF4-FFF2-40B4-BE49-F238E27FC236}">
                  <a16:creationId xmlns:a16="http://schemas.microsoft.com/office/drawing/2014/main" id="{310481C5-9AF2-1174-A051-9C68C518ED38}"/>
                </a:ext>
              </a:extLst>
            </p:cNvPr>
            <p:cNvSpPr/>
            <p:nvPr/>
          </p:nvSpPr>
          <p:spPr>
            <a:xfrm>
              <a:off x="6365398"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9" name="Freeform: Shape 518">
              <a:extLst>
                <a:ext uri="{FF2B5EF4-FFF2-40B4-BE49-F238E27FC236}">
                  <a16:creationId xmlns:a16="http://schemas.microsoft.com/office/drawing/2014/main" id="{98F60465-5036-68D4-8880-255005D9A317}"/>
                </a:ext>
              </a:extLst>
            </p:cNvPr>
            <p:cNvSpPr/>
            <p:nvPr/>
          </p:nvSpPr>
          <p:spPr>
            <a:xfrm>
              <a:off x="6479610"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20" name="Freeform: Shape 519">
              <a:extLst>
                <a:ext uri="{FF2B5EF4-FFF2-40B4-BE49-F238E27FC236}">
                  <a16:creationId xmlns:a16="http://schemas.microsoft.com/office/drawing/2014/main" id="{C8190F01-E2C0-D29C-552E-7668E9ECECBD}"/>
                </a:ext>
              </a:extLst>
            </p:cNvPr>
            <p:cNvSpPr/>
            <p:nvPr/>
          </p:nvSpPr>
          <p:spPr>
            <a:xfrm>
              <a:off x="6593865"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21" name="Freeform: Shape 520">
              <a:extLst>
                <a:ext uri="{FF2B5EF4-FFF2-40B4-BE49-F238E27FC236}">
                  <a16:creationId xmlns:a16="http://schemas.microsoft.com/office/drawing/2014/main" id="{F1E48D0C-BC98-A267-8684-214A797544D4}"/>
                </a:ext>
              </a:extLst>
            </p:cNvPr>
            <p:cNvSpPr/>
            <p:nvPr/>
          </p:nvSpPr>
          <p:spPr>
            <a:xfrm>
              <a:off x="6708121" y="126092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22" name="Freeform: Shape 521">
              <a:extLst>
                <a:ext uri="{FF2B5EF4-FFF2-40B4-BE49-F238E27FC236}">
                  <a16:creationId xmlns:a16="http://schemas.microsoft.com/office/drawing/2014/main" id="{01E41DA2-B36D-BE51-0192-588D155F243B}"/>
                </a:ext>
              </a:extLst>
            </p:cNvPr>
            <p:cNvSpPr/>
            <p:nvPr/>
          </p:nvSpPr>
          <p:spPr>
            <a:xfrm>
              <a:off x="6822377"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23" name="Freeform: Shape 522">
              <a:extLst>
                <a:ext uri="{FF2B5EF4-FFF2-40B4-BE49-F238E27FC236}">
                  <a16:creationId xmlns:a16="http://schemas.microsoft.com/office/drawing/2014/main" id="{1E1F5CC9-E556-BB1C-F901-4B99DF9A83CD}"/>
                </a:ext>
              </a:extLst>
            </p:cNvPr>
            <p:cNvSpPr/>
            <p:nvPr/>
          </p:nvSpPr>
          <p:spPr>
            <a:xfrm>
              <a:off x="6936633"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24" name="Freeform: Shape 523">
              <a:extLst>
                <a:ext uri="{FF2B5EF4-FFF2-40B4-BE49-F238E27FC236}">
                  <a16:creationId xmlns:a16="http://schemas.microsoft.com/office/drawing/2014/main" id="{3CBBFA48-073F-B2CB-4EB0-9EEEB02D5617}"/>
                </a:ext>
              </a:extLst>
            </p:cNvPr>
            <p:cNvSpPr/>
            <p:nvPr/>
          </p:nvSpPr>
          <p:spPr>
            <a:xfrm>
              <a:off x="7050888" y="126092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25" name="Freeform: Shape 524">
              <a:extLst>
                <a:ext uri="{FF2B5EF4-FFF2-40B4-BE49-F238E27FC236}">
                  <a16:creationId xmlns:a16="http://schemas.microsoft.com/office/drawing/2014/main" id="{F349D554-FD8D-3275-1C6D-F901DFA2B2D9}"/>
                </a:ext>
              </a:extLst>
            </p:cNvPr>
            <p:cNvSpPr/>
            <p:nvPr/>
          </p:nvSpPr>
          <p:spPr>
            <a:xfrm>
              <a:off x="7165144"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26" name="Freeform: Shape 525">
              <a:extLst>
                <a:ext uri="{FF2B5EF4-FFF2-40B4-BE49-F238E27FC236}">
                  <a16:creationId xmlns:a16="http://schemas.microsoft.com/office/drawing/2014/main" id="{875DD023-9255-3046-33D8-721909BAB46E}"/>
                </a:ext>
              </a:extLst>
            </p:cNvPr>
            <p:cNvSpPr/>
            <p:nvPr/>
          </p:nvSpPr>
          <p:spPr>
            <a:xfrm>
              <a:off x="2366578"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27" name="Freeform: Shape 526">
              <a:extLst>
                <a:ext uri="{FF2B5EF4-FFF2-40B4-BE49-F238E27FC236}">
                  <a16:creationId xmlns:a16="http://schemas.microsoft.com/office/drawing/2014/main" id="{AFD8DBF1-6C49-4505-E700-25B23805CA7A}"/>
                </a:ext>
              </a:extLst>
            </p:cNvPr>
            <p:cNvSpPr/>
            <p:nvPr/>
          </p:nvSpPr>
          <p:spPr>
            <a:xfrm>
              <a:off x="2480790"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28" name="Freeform: Shape 527">
              <a:extLst>
                <a:ext uri="{FF2B5EF4-FFF2-40B4-BE49-F238E27FC236}">
                  <a16:creationId xmlns:a16="http://schemas.microsoft.com/office/drawing/2014/main" id="{33DAA620-0895-9844-6BC8-59A9B4D35AD4}"/>
                </a:ext>
              </a:extLst>
            </p:cNvPr>
            <p:cNvSpPr/>
            <p:nvPr/>
          </p:nvSpPr>
          <p:spPr>
            <a:xfrm>
              <a:off x="2595046"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29" name="Freeform: Shape 528">
              <a:extLst>
                <a:ext uri="{FF2B5EF4-FFF2-40B4-BE49-F238E27FC236}">
                  <a16:creationId xmlns:a16="http://schemas.microsoft.com/office/drawing/2014/main" id="{B33F9B0F-D3AD-092F-4D8C-154EEAC448AE}"/>
                </a:ext>
              </a:extLst>
            </p:cNvPr>
            <p:cNvSpPr/>
            <p:nvPr/>
          </p:nvSpPr>
          <p:spPr>
            <a:xfrm>
              <a:off x="2709301"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30" name="Freeform: Shape 529">
              <a:extLst>
                <a:ext uri="{FF2B5EF4-FFF2-40B4-BE49-F238E27FC236}">
                  <a16:creationId xmlns:a16="http://schemas.microsoft.com/office/drawing/2014/main" id="{A8A97EAA-7D71-47B1-CA76-5C41D73A7AA3}"/>
                </a:ext>
              </a:extLst>
            </p:cNvPr>
            <p:cNvSpPr/>
            <p:nvPr/>
          </p:nvSpPr>
          <p:spPr>
            <a:xfrm>
              <a:off x="2823557"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31" name="Freeform: Shape 530">
              <a:extLst>
                <a:ext uri="{FF2B5EF4-FFF2-40B4-BE49-F238E27FC236}">
                  <a16:creationId xmlns:a16="http://schemas.microsoft.com/office/drawing/2014/main" id="{C21A6F13-0A5C-009A-A728-D0AC4B0EEF80}"/>
                </a:ext>
              </a:extLst>
            </p:cNvPr>
            <p:cNvSpPr/>
            <p:nvPr/>
          </p:nvSpPr>
          <p:spPr>
            <a:xfrm>
              <a:off x="2937813"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32" name="Freeform: Shape 531">
              <a:extLst>
                <a:ext uri="{FF2B5EF4-FFF2-40B4-BE49-F238E27FC236}">
                  <a16:creationId xmlns:a16="http://schemas.microsoft.com/office/drawing/2014/main" id="{83B05D91-1077-1C02-6C7D-44B0A8B79DBF}"/>
                </a:ext>
              </a:extLst>
            </p:cNvPr>
            <p:cNvSpPr/>
            <p:nvPr/>
          </p:nvSpPr>
          <p:spPr>
            <a:xfrm>
              <a:off x="3052069"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33" name="Freeform: Shape 532">
              <a:extLst>
                <a:ext uri="{FF2B5EF4-FFF2-40B4-BE49-F238E27FC236}">
                  <a16:creationId xmlns:a16="http://schemas.microsoft.com/office/drawing/2014/main" id="{5F1C656B-871B-4091-3ADD-2A72F71EFF42}"/>
                </a:ext>
              </a:extLst>
            </p:cNvPr>
            <p:cNvSpPr/>
            <p:nvPr/>
          </p:nvSpPr>
          <p:spPr>
            <a:xfrm>
              <a:off x="3166325"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34" name="Freeform: Shape 533">
              <a:extLst>
                <a:ext uri="{FF2B5EF4-FFF2-40B4-BE49-F238E27FC236}">
                  <a16:creationId xmlns:a16="http://schemas.microsoft.com/office/drawing/2014/main" id="{EF69804A-1BCC-FFB1-E1CE-1D26163855C6}"/>
                </a:ext>
              </a:extLst>
            </p:cNvPr>
            <p:cNvSpPr/>
            <p:nvPr/>
          </p:nvSpPr>
          <p:spPr>
            <a:xfrm>
              <a:off x="3280580"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35" name="Freeform: Shape 534">
              <a:extLst>
                <a:ext uri="{FF2B5EF4-FFF2-40B4-BE49-F238E27FC236}">
                  <a16:creationId xmlns:a16="http://schemas.microsoft.com/office/drawing/2014/main" id="{C1F07C9E-EA61-1211-98A1-A749A033EC3C}"/>
                </a:ext>
              </a:extLst>
            </p:cNvPr>
            <p:cNvSpPr/>
            <p:nvPr/>
          </p:nvSpPr>
          <p:spPr>
            <a:xfrm>
              <a:off x="3394836"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36" name="Freeform: Shape 535">
              <a:extLst>
                <a:ext uri="{FF2B5EF4-FFF2-40B4-BE49-F238E27FC236}">
                  <a16:creationId xmlns:a16="http://schemas.microsoft.com/office/drawing/2014/main" id="{8DFCE1CE-0F46-35C5-33CF-DBF3ED404974}"/>
                </a:ext>
              </a:extLst>
            </p:cNvPr>
            <p:cNvSpPr/>
            <p:nvPr/>
          </p:nvSpPr>
          <p:spPr>
            <a:xfrm>
              <a:off x="3509092"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37" name="Freeform: Shape 536">
              <a:extLst>
                <a:ext uri="{FF2B5EF4-FFF2-40B4-BE49-F238E27FC236}">
                  <a16:creationId xmlns:a16="http://schemas.microsoft.com/office/drawing/2014/main" id="{0E58C925-A142-C2AA-15BA-EF2119B73661}"/>
                </a:ext>
              </a:extLst>
            </p:cNvPr>
            <p:cNvSpPr/>
            <p:nvPr/>
          </p:nvSpPr>
          <p:spPr>
            <a:xfrm>
              <a:off x="3623348"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38" name="Freeform: Shape 537">
              <a:extLst>
                <a:ext uri="{FF2B5EF4-FFF2-40B4-BE49-F238E27FC236}">
                  <a16:creationId xmlns:a16="http://schemas.microsoft.com/office/drawing/2014/main" id="{F1A3FFDC-1138-0AF7-C993-CF2FA4B923F1}"/>
                </a:ext>
              </a:extLst>
            </p:cNvPr>
            <p:cNvSpPr/>
            <p:nvPr/>
          </p:nvSpPr>
          <p:spPr>
            <a:xfrm>
              <a:off x="3737603"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39" name="Freeform: Shape 538">
              <a:extLst>
                <a:ext uri="{FF2B5EF4-FFF2-40B4-BE49-F238E27FC236}">
                  <a16:creationId xmlns:a16="http://schemas.microsoft.com/office/drawing/2014/main" id="{62BD7DC8-7979-D63B-7611-D1AAF32148AF}"/>
                </a:ext>
              </a:extLst>
            </p:cNvPr>
            <p:cNvSpPr/>
            <p:nvPr/>
          </p:nvSpPr>
          <p:spPr>
            <a:xfrm>
              <a:off x="3851815"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40" name="Freeform: Shape 539">
              <a:extLst>
                <a:ext uri="{FF2B5EF4-FFF2-40B4-BE49-F238E27FC236}">
                  <a16:creationId xmlns:a16="http://schemas.microsoft.com/office/drawing/2014/main" id="{CB2A7367-D49E-FF15-3310-5D52710AD327}"/>
                </a:ext>
              </a:extLst>
            </p:cNvPr>
            <p:cNvSpPr/>
            <p:nvPr/>
          </p:nvSpPr>
          <p:spPr>
            <a:xfrm>
              <a:off x="3966071"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41" name="Freeform: Shape 540">
              <a:extLst>
                <a:ext uri="{FF2B5EF4-FFF2-40B4-BE49-F238E27FC236}">
                  <a16:creationId xmlns:a16="http://schemas.microsoft.com/office/drawing/2014/main" id="{C2F8526F-0D16-E669-8B02-79FBD98B18E2}"/>
                </a:ext>
              </a:extLst>
            </p:cNvPr>
            <p:cNvSpPr/>
            <p:nvPr/>
          </p:nvSpPr>
          <p:spPr>
            <a:xfrm>
              <a:off x="4080327"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42" name="Freeform: Shape 541">
              <a:extLst>
                <a:ext uri="{FF2B5EF4-FFF2-40B4-BE49-F238E27FC236}">
                  <a16:creationId xmlns:a16="http://schemas.microsoft.com/office/drawing/2014/main" id="{1EF360FB-C6EC-8022-26F7-01298D09EB4E}"/>
                </a:ext>
              </a:extLst>
            </p:cNvPr>
            <p:cNvSpPr/>
            <p:nvPr/>
          </p:nvSpPr>
          <p:spPr>
            <a:xfrm>
              <a:off x="4194582"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43" name="Freeform: Shape 542">
              <a:extLst>
                <a:ext uri="{FF2B5EF4-FFF2-40B4-BE49-F238E27FC236}">
                  <a16:creationId xmlns:a16="http://schemas.microsoft.com/office/drawing/2014/main" id="{A4CB68E5-5CDF-22EC-8F3F-FD3F6F041834}"/>
                </a:ext>
              </a:extLst>
            </p:cNvPr>
            <p:cNvSpPr/>
            <p:nvPr/>
          </p:nvSpPr>
          <p:spPr>
            <a:xfrm>
              <a:off x="4308838"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44" name="Freeform: Shape 543">
              <a:extLst>
                <a:ext uri="{FF2B5EF4-FFF2-40B4-BE49-F238E27FC236}">
                  <a16:creationId xmlns:a16="http://schemas.microsoft.com/office/drawing/2014/main" id="{3B04B208-7BE2-262C-1921-3F6E6F309D72}"/>
                </a:ext>
              </a:extLst>
            </p:cNvPr>
            <p:cNvSpPr/>
            <p:nvPr/>
          </p:nvSpPr>
          <p:spPr>
            <a:xfrm>
              <a:off x="4423094"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45" name="Freeform: Shape 544">
              <a:extLst>
                <a:ext uri="{FF2B5EF4-FFF2-40B4-BE49-F238E27FC236}">
                  <a16:creationId xmlns:a16="http://schemas.microsoft.com/office/drawing/2014/main" id="{BFB715BA-43E4-1FAA-4FEB-25824FF35B87}"/>
                </a:ext>
              </a:extLst>
            </p:cNvPr>
            <p:cNvSpPr/>
            <p:nvPr/>
          </p:nvSpPr>
          <p:spPr>
            <a:xfrm>
              <a:off x="4537350"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46" name="Freeform: Shape 545">
              <a:extLst>
                <a:ext uri="{FF2B5EF4-FFF2-40B4-BE49-F238E27FC236}">
                  <a16:creationId xmlns:a16="http://schemas.microsoft.com/office/drawing/2014/main" id="{6D5C781B-A920-C0E4-7229-A4C267147B9A}"/>
                </a:ext>
              </a:extLst>
            </p:cNvPr>
            <p:cNvSpPr/>
            <p:nvPr/>
          </p:nvSpPr>
          <p:spPr>
            <a:xfrm>
              <a:off x="4651605"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47" name="Freeform: Shape 546">
              <a:extLst>
                <a:ext uri="{FF2B5EF4-FFF2-40B4-BE49-F238E27FC236}">
                  <a16:creationId xmlns:a16="http://schemas.microsoft.com/office/drawing/2014/main" id="{D656BEF5-00EB-83E7-5FA8-F33758B6BC99}"/>
                </a:ext>
              </a:extLst>
            </p:cNvPr>
            <p:cNvSpPr/>
            <p:nvPr/>
          </p:nvSpPr>
          <p:spPr>
            <a:xfrm>
              <a:off x="4765861"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48" name="Freeform: Shape 547">
              <a:extLst>
                <a:ext uri="{FF2B5EF4-FFF2-40B4-BE49-F238E27FC236}">
                  <a16:creationId xmlns:a16="http://schemas.microsoft.com/office/drawing/2014/main" id="{89D1B467-9100-CE7C-B43F-641489E83E07}"/>
                </a:ext>
              </a:extLst>
            </p:cNvPr>
            <p:cNvSpPr/>
            <p:nvPr/>
          </p:nvSpPr>
          <p:spPr>
            <a:xfrm>
              <a:off x="4880117"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49" name="Freeform: Shape 548">
              <a:extLst>
                <a:ext uri="{FF2B5EF4-FFF2-40B4-BE49-F238E27FC236}">
                  <a16:creationId xmlns:a16="http://schemas.microsoft.com/office/drawing/2014/main" id="{F0AFE599-00CB-9D96-8A0F-6FEAD48F6001}"/>
                </a:ext>
              </a:extLst>
            </p:cNvPr>
            <p:cNvSpPr/>
            <p:nvPr/>
          </p:nvSpPr>
          <p:spPr>
            <a:xfrm>
              <a:off x="4994373"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50" name="Freeform: Shape 549">
              <a:extLst>
                <a:ext uri="{FF2B5EF4-FFF2-40B4-BE49-F238E27FC236}">
                  <a16:creationId xmlns:a16="http://schemas.microsoft.com/office/drawing/2014/main" id="{67879CA0-DE63-15B1-6648-F88FF57285D7}"/>
                </a:ext>
              </a:extLst>
            </p:cNvPr>
            <p:cNvSpPr/>
            <p:nvPr/>
          </p:nvSpPr>
          <p:spPr>
            <a:xfrm>
              <a:off x="5108629"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51" name="Freeform: Shape 550">
              <a:extLst>
                <a:ext uri="{FF2B5EF4-FFF2-40B4-BE49-F238E27FC236}">
                  <a16:creationId xmlns:a16="http://schemas.microsoft.com/office/drawing/2014/main" id="{6C184CC0-5158-1B9E-32DA-6C5392045357}"/>
                </a:ext>
              </a:extLst>
            </p:cNvPr>
            <p:cNvSpPr/>
            <p:nvPr/>
          </p:nvSpPr>
          <p:spPr>
            <a:xfrm>
              <a:off x="5222840"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52" name="Freeform: Shape 551">
              <a:extLst>
                <a:ext uri="{FF2B5EF4-FFF2-40B4-BE49-F238E27FC236}">
                  <a16:creationId xmlns:a16="http://schemas.microsoft.com/office/drawing/2014/main" id="{CE103E5E-D8BA-4CDA-9164-DE82EB98BCF6}"/>
                </a:ext>
              </a:extLst>
            </p:cNvPr>
            <p:cNvSpPr/>
            <p:nvPr/>
          </p:nvSpPr>
          <p:spPr>
            <a:xfrm>
              <a:off x="5337096"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53" name="Freeform: Shape 552">
              <a:extLst>
                <a:ext uri="{FF2B5EF4-FFF2-40B4-BE49-F238E27FC236}">
                  <a16:creationId xmlns:a16="http://schemas.microsoft.com/office/drawing/2014/main" id="{BEE7700F-E98D-C1C7-8C08-AD7FB7545591}"/>
                </a:ext>
              </a:extLst>
            </p:cNvPr>
            <p:cNvSpPr/>
            <p:nvPr/>
          </p:nvSpPr>
          <p:spPr>
            <a:xfrm>
              <a:off x="5451352"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54" name="Freeform: Shape 553">
              <a:extLst>
                <a:ext uri="{FF2B5EF4-FFF2-40B4-BE49-F238E27FC236}">
                  <a16:creationId xmlns:a16="http://schemas.microsoft.com/office/drawing/2014/main" id="{38A61A8C-B268-E44A-08FA-158772804FDE}"/>
                </a:ext>
              </a:extLst>
            </p:cNvPr>
            <p:cNvSpPr/>
            <p:nvPr/>
          </p:nvSpPr>
          <p:spPr>
            <a:xfrm>
              <a:off x="5565608"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55" name="Freeform: Shape 554">
              <a:extLst>
                <a:ext uri="{FF2B5EF4-FFF2-40B4-BE49-F238E27FC236}">
                  <a16:creationId xmlns:a16="http://schemas.microsoft.com/office/drawing/2014/main" id="{C3A6DE53-D26A-E249-3213-FCF7A2BB5E82}"/>
                </a:ext>
              </a:extLst>
            </p:cNvPr>
            <p:cNvSpPr/>
            <p:nvPr/>
          </p:nvSpPr>
          <p:spPr>
            <a:xfrm>
              <a:off x="5679863"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56" name="Freeform: Shape 555">
              <a:extLst>
                <a:ext uri="{FF2B5EF4-FFF2-40B4-BE49-F238E27FC236}">
                  <a16:creationId xmlns:a16="http://schemas.microsoft.com/office/drawing/2014/main" id="{4FBEBF10-9636-1B92-6572-7B540A0EC36D}"/>
                </a:ext>
              </a:extLst>
            </p:cNvPr>
            <p:cNvSpPr/>
            <p:nvPr/>
          </p:nvSpPr>
          <p:spPr>
            <a:xfrm>
              <a:off x="5794119"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57" name="Freeform: Shape 556">
              <a:extLst>
                <a:ext uri="{FF2B5EF4-FFF2-40B4-BE49-F238E27FC236}">
                  <a16:creationId xmlns:a16="http://schemas.microsoft.com/office/drawing/2014/main" id="{FA8D4A80-3706-35B6-4EB5-189B11BCA45A}"/>
                </a:ext>
              </a:extLst>
            </p:cNvPr>
            <p:cNvSpPr/>
            <p:nvPr/>
          </p:nvSpPr>
          <p:spPr>
            <a:xfrm>
              <a:off x="5908375"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58" name="Freeform: Shape 557">
              <a:extLst>
                <a:ext uri="{FF2B5EF4-FFF2-40B4-BE49-F238E27FC236}">
                  <a16:creationId xmlns:a16="http://schemas.microsoft.com/office/drawing/2014/main" id="{1FF1A421-1B08-A4CE-19D1-E4D33200384A}"/>
                </a:ext>
              </a:extLst>
            </p:cNvPr>
            <p:cNvSpPr/>
            <p:nvPr/>
          </p:nvSpPr>
          <p:spPr>
            <a:xfrm>
              <a:off x="6022631"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59" name="Freeform: Shape 558">
              <a:extLst>
                <a:ext uri="{FF2B5EF4-FFF2-40B4-BE49-F238E27FC236}">
                  <a16:creationId xmlns:a16="http://schemas.microsoft.com/office/drawing/2014/main" id="{E7998FA1-65CF-E3E0-510A-BE9F992F6895}"/>
                </a:ext>
              </a:extLst>
            </p:cNvPr>
            <p:cNvSpPr/>
            <p:nvPr/>
          </p:nvSpPr>
          <p:spPr>
            <a:xfrm>
              <a:off x="6136886"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60" name="Freeform: Shape 559">
              <a:extLst>
                <a:ext uri="{FF2B5EF4-FFF2-40B4-BE49-F238E27FC236}">
                  <a16:creationId xmlns:a16="http://schemas.microsoft.com/office/drawing/2014/main" id="{EF742391-632B-7280-3593-ECC2FC013DA9}"/>
                </a:ext>
              </a:extLst>
            </p:cNvPr>
            <p:cNvSpPr/>
            <p:nvPr/>
          </p:nvSpPr>
          <p:spPr>
            <a:xfrm>
              <a:off x="6251142"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61" name="Freeform: Shape 560">
              <a:extLst>
                <a:ext uri="{FF2B5EF4-FFF2-40B4-BE49-F238E27FC236}">
                  <a16:creationId xmlns:a16="http://schemas.microsoft.com/office/drawing/2014/main" id="{62909D09-5099-FC2F-9CA5-470823A1FB5E}"/>
                </a:ext>
              </a:extLst>
            </p:cNvPr>
            <p:cNvSpPr/>
            <p:nvPr/>
          </p:nvSpPr>
          <p:spPr>
            <a:xfrm>
              <a:off x="6365398"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62" name="Freeform: Shape 561">
              <a:extLst>
                <a:ext uri="{FF2B5EF4-FFF2-40B4-BE49-F238E27FC236}">
                  <a16:creationId xmlns:a16="http://schemas.microsoft.com/office/drawing/2014/main" id="{310424FC-4A99-684A-7301-B6D16F8CAF2E}"/>
                </a:ext>
              </a:extLst>
            </p:cNvPr>
            <p:cNvSpPr/>
            <p:nvPr/>
          </p:nvSpPr>
          <p:spPr>
            <a:xfrm>
              <a:off x="6479610"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63" name="Freeform: Shape 562">
              <a:extLst>
                <a:ext uri="{FF2B5EF4-FFF2-40B4-BE49-F238E27FC236}">
                  <a16:creationId xmlns:a16="http://schemas.microsoft.com/office/drawing/2014/main" id="{9608BFB7-1BC9-022E-C1CC-FADF36645B2B}"/>
                </a:ext>
              </a:extLst>
            </p:cNvPr>
            <p:cNvSpPr/>
            <p:nvPr/>
          </p:nvSpPr>
          <p:spPr>
            <a:xfrm>
              <a:off x="6593865"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64" name="Freeform: Shape 563">
              <a:extLst>
                <a:ext uri="{FF2B5EF4-FFF2-40B4-BE49-F238E27FC236}">
                  <a16:creationId xmlns:a16="http://schemas.microsoft.com/office/drawing/2014/main" id="{8909F158-8CA9-E115-D592-91278C679CC4}"/>
                </a:ext>
              </a:extLst>
            </p:cNvPr>
            <p:cNvSpPr/>
            <p:nvPr/>
          </p:nvSpPr>
          <p:spPr>
            <a:xfrm>
              <a:off x="6708121" y="137518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65" name="Freeform: Shape 564">
              <a:extLst>
                <a:ext uri="{FF2B5EF4-FFF2-40B4-BE49-F238E27FC236}">
                  <a16:creationId xmlns:a16="http://schemas.microsoft.com/office/drawing/2014/main" id="{63AFBD7D-D5E8-2CF2-AE61-8831474AF668}"/>
                </a:ext>
              </a:extLst>
            </p:cNvPr>
            <p:cNvSpPr/>
            <p:nvPr/>
          </p:nvSpPr>
          <p:spPr>
            <a:xfrm>
              <a:off x="6822377"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66" name="Freeform: Shape 565">
              <a:extLst>
                <a:ext uri="{FF2B5EF4-FFF2-40B4-BE49-F238E27FC236}">
                  <a16:creationId xmlns:a16="http://schemas.microsoft.com/office/drawing/2014/main" id="{463FACD1-127A-9EE6-8335-EDFA85A91CA1}"/>
                </a:ext>
              </a:extLst>
            </p:cNvPr>
            <p:cNvSpPr/>
            <p:nvPr/>
          </p:nvSpPr>
          <p:spPr>
            <a:xfrm>
              <a:off x="6936633"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67" name="Freeform: Shape 566">
              <a:extLst>
                <a:ext uri="{FF2B5EF4-FFF2-40B4-BE49-F238E27FC236}">
                  <a16:creationId xmlns:a16="http://schemas.microsoft.com/office/drawing/2014/main" id="{C44AE7AF-5101-4719-2DC9-746FD5D4CCFE}"/>
                </a:ext>
              </a:extLst>
            </p:cNvPr>
            <p:cNvSpPr/>
            <p:nvPr/>
          </p:nvSpPr>
          <p:spPr>
            <a:xfrm>
              <a:off x="7050888" y="137518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68" name="Freeform: Shape 567">
              <a:extLst>
                <a:ext uri="{FF2B5EF4-FFF2-40B4-BE49-F238E27FC236}">
                  <a16:creationId xmlns:a16="http://schemas.microsoft.com/office/drawing/2014/main" id="{CFA38B01-FF33-F98A-C0E8-3C3ED5D0A724}"/>
                </a:ext>
              </a:extLst>
            </p:cNvPr>
            <p:cNvSpPr/>
            <p:nvPr/>
          </p:nvSpPr>
          <p:spPr>
            <a:xfrm>
              <a:off x="7165144"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69" name="Freeform: Shape 568">
              <a:extLst>
                <a:ext uri="{FF2B5EF4-FFF2-40B4-BE49-F238E27FC236}">
                  <a16:creationId xmlns:a16="http://schemas.microsoft.com/office/drawing/2014/main" id="{F9F35A8C-EB46-97C5-7ADE-3FEA06A651F9}"/>
                </a:ext>
              </a:extLst>
            </p:cNvPr>
            <p:cNvSpPr/>
            <p:nvPr/>
          </p:nvSpPr>
          <p:spPr>
            <a:xfrm>
              <a:off x="2366578"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70" name="Freeform: Shape 569">
              <a:extLst>
                <a:ext uri="{FF2B5EF4-FFF2-40B4-BE49-F238E27FC236}">
                  <a16:creationId xmlns:a16="http://schemas.microsoft.com/office/drawing/2014/main" id="{9882E340-71ED-D3D6-F571-35ED5DFDE9EA}"/>
                </a:ext>
              </a:extLst>
            </p:cNvPr>
            <p:cNvSpPr/>
            <p:nvPr/>
          </p:nvSpPr>
          <p:spPr>
            <a:xfrm>
              <a:off x="2480790"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71" name="Freeform: Shape 570">
              <a:extLst>
                <a:ext uri="{FF2B5EF4-FFF2-40B4-BE49-F238E27FC236}">
                  <a16:creationId xmlns:a16="http://schemas.microsoft.com/office/drawing/2014/main" id="{D15DF7D8-1083-9702-D9B3-7F8E070C76A3}"/>
                </a:ext>
              </a:extLst>
            </p:cNvPr>
            <p:cNvSpPr/>
            <p:nvPr/>
          </p:nvSpPr>
          <p:spPr>
            <a:xfrm>
              <a:off x="2595046"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72" name="Freeform: Shape 571">
              <a:extLst>
                <a:ext uri="{FF2B5EF4-FFF2-40B4-BE49-F238E27FC236}">
                  <a16:creationId xmlns:a16="http://schemas.microsoft.com/office/drawing/2014/main" id="{A8812F25-24AC-4FCE-9E01-59B422FDD1BF}"/>
                </a:ext>
              </a:extLst>
            </p:cNvPr>
            <p:cNvSpPr/>
            <p:nvPr/>
          </p:nvSpPr>
          <p:spPr>
            <a:xfrm>
              <a:off x="2709301"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73" name="Freeform: Shape 572">
              <a:extLst>
                <a:ext uri="{FF2B5EF4-FFF2-40B4-BE49-F238E27FC236}">
                  <a16:creationId xmlns:a16="http://schemas.microsoft.com/office/drawing/2014/main" id="{D2FBFC9A-03CB-5AD1-E84E-9F24349DF94C}"/>
                </a:ext>
              </a:extLst>
            </p:cNvPr>
            <p:cNvSpPr/>
            <p:nvPr/>
          </p:nvSpPr>
          <p:spPr>
            <a:xfrm>
              <a:off x="2823557"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74" name="Freeform: Shape 573">
              <a:extLst>
                <a:ext uri="{FF2B5EF4-FFF2-40B4-BE49-F238E27FC236}">
                  <a16:creationId xmlns:a16="http://schemas.microsoft.com/office/drawing/2014/main" id="{A41D226F-C78B-94A7-DA81-F37BABF615A4}"/>
                </a:ext>
              </a:extLst>
            </p:cNvPr>
            <p:cNvSpPr/>
            <p:nvPr/>
          </p:nvSpPr>
          <p:spPr>
            <a:xfrm>
              <a:off x="2937813"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75" name="Freeform: Shape 574">
              <a:extLst>
                <a:ext uri="{FF2B5EF4-FFF2-40B4-BE49-F238E27FC236}">
                  <a16:creationId xmlns:a16="http://schemas.microsoft.com/office/drawing/2014/main" id="{212F5ABE-FF50-CF21-AFEA-547F6351E783}"/>
                </a:ext>
              </a:extLst>
            </p:cNvPr>
            <p:cNvSpPr/>
            <p:nvPr/>
          </p:nvSpPr>
          <p:spPr>
            <a:xfrm>
              <a:off x="3052069"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76" name="Freeform: Shape 575">
              <a:extLst>
                <a:ext uri="{FF2B5EF4-FFF2-40B4-BE49-F238E27FC236}">
                  <a16:creationId xmlns:a16="http://schemas.microsoft.com/office/drawing/2014/main" id="{C6D3DE29-6741-C78B-2745-81FE955011D9}"/>
                </a:ext>
              </a:extLst>
            </p:cNvPr>
            <p:cNvSpPr/>
            <p:nvPr/>
          </p:nvSpPr>
          <p:spPr>
            <a:xfrm>
              <a:off x="3166325"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77" name="Freeform: Shape 576">
              <a:extLst>
                <a:ext uri="{FF2B5EF4-FFF2-40B4-BE49-F238E27FC236}">
                  <a16:creationId xmlns:a16="http://schemas.microsoft.com/office/drawing/2014/main" id="{8BE50BFC-62A8-E24E-9273-3906DCDED8AF}"/>
                </a:ext>
              </a:extLst>
            </p:cNvPr>
            <p:cNvSpPr/>
            <p:nvPr/>
          </p:nvSpPr>
          <p:spPr>
            <a:xfrm>
              <a:off x="3280580"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78" name="Freeform: Shape 577">
              <a:extLst>
                <a:ext uri="{FF2B5EF4-FFF2-40B4-BE49-F238E27FC236}">
                  <a16:creationId xmlns:a16="http://schemas.microsoft.com/office/drawing/2014/main" id="{34080533-9E7A-021C-8612-06E4F229FA84}"/>
                </a:ext>
              </a:extLst>
            </p:cNvPr>
            <p:cNvSpPr/>
            <p:nvPr/>
          </p:nvSpPr>
          <p:spPr>
            <a:xfrm>
              <a:off x="3394836"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79" name="Freeform: Shape 578">
              <a:extLst>
                <a:ext uri="{FF2B5EF4-FFF2-40B4-BE49-F238E27FC236}">
                  <a16:creationId xmlns:a16="http://schemas.microsoft.com/office/drawing/2014/main" id="{AA632C08-9F65-E155-725B-D7B9CFD00A92}"/>
                </a:ext>
              </a:extLst>
            </p:cNvPr>
            <p:cNvSpPr/>
            <p:nvPr/>
          </p:nvSpPr>
          <p:spPr>
            <a:xfrm>
              <a:off x="3509092"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80" name="Freeform: Shape 579">
              <a:extLst>
                <a:ext uri="{FF2B5EF4-FFF2-40B4-BE49-F238E27FC236}">
                  <a16:creationId xmlns:a16="http://schemas.microsoft.com/office/drawing/2014/main" id="{C96F4DB9-A57A-D9A6-387E-69E46F318D4A}"/>
                </a:ext>
              </a:extLst>
            </p:cNvPr>
            <p:cNvSpPr/>
            <p:nvPr/>
          </p:nvSpPr>
          <p:spPr>
            <a:xfrm>
              <a:off x="3623348"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81" name="Freeform: Shape 580">
              <a:extLst>
                <a:ext uri="{FF2B5EF4-FFF2-40B4-BE49-F238E27FC236}">
                  <a16:creationId xmlns:a16="http://schemas.microsoft.com/office/drawing/2014/main" id="{E8F3B805-AA32-683C-A619-DA3D6AB5DBC2}"/>
                </a:ext>
              </a:extLst>
            </p:cNvPr>
            <p:cNvSpPr/>
            <p:nvPr/>
          </p:nvSpPr>
          <p:spPr>
            <a:xfrm>
              <a:off x="3737603"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82" name="Freeform: Shape 581">
              <a:extLst>
                <a:ext uri="{FF2B5EF4-FFF2-40B4-BE49-F238E27FC236}">
                  <a16:creationId xmlns:a16="http://schemas.microsoft.com/office/drawing/2014/main" id="{4AA7A479-172A-6AF4-7A69-DFE52652B104}"/>
                </a:ext>
              </a:extLst>
            </p:cNvPr>
            <p:cNvSpPr/>
            <p:nvPr/>
          </p:nvSpPr>
          <p:spPr>
            <a:xfrm>
              <a:off x="3851815"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83" name="Freeform: Shape 582">
              <a:extLst>
                <a:ext uri="{FF2B5EF4-FFF2-40B4-BE49-F238E27FC236}">
                  <a16:creationId xmlns:a16="http://schemas.microsoft.com/office/drawing/2014/main" id="{44D61073-987C-AFF7-CCFB-F77DD07D4AE4}"/>
                </a:ext>
              </a:extLst>
            </p:cNvPr>
            <p:cNvSpPr/>
            <p:nvPr/>
          </p:nvSpPr>
          <p:spPr>
            <a:xfrm>
              <a:off x="3966071"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84" name="Freeform: Shape 583">
              <a:extLst>
                <a:ext uri="{FF2B5EF4-FFF2-40B4-BE49-F238E27FC236}">
                  <a16:creationId xmlns:a16="http://schemas.microsoft.com/office/drawing/2014/main" id="{65486497-F272-1701-30D5-E64C43ECD5F4}"/>
                </a:ext>
              </a:extLst>
            </p:cNvPr>
            <p:cNvSpPr/>
            <p:nvPr/>
          </p:nvSpPr>
          <p:spPr>
            <a:xfrm>
              <a:off x="4080327"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85" name="Freeform: Shape 584">
              <a:extLst>
                <a:ext uri="{FF2B5EF4-FFF2-40B4-BE49-F238E27FC236}">
                  <a16:creationId xmlns:a16="http://schemas.microsoft.com/office/drawing/2014/main" id="{FD391EB6-D705-7EEA-CB31-7D221CF05838}"/>
                </a:ext>
              </a:extLst>
            </p:cNvPr>
            <p:cNvSpPr/>
            <p:nvPr/>
          </p:nvSpPr>
          <p:spPr>
            <a:xfrm>
              <a:off x="4194582"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86" name="Freeform: Shape 585">
              <a:extLst>
                <a:ext uri="{FF2B5EF4-FFF2-40B4-BE49-F238E27FC236}">
                  <a16:creationId xmlns:a16="http://schemas.microsoft.com/office/drawing/2014/main" id="{AC2B7759-3C71-8F7C-C716-A13BA3EFE761}"/>
                </a:ext>
              </a:extLst>
            </p:cNvPr>
            <p:cNvSpPr/>
            <p:nvPr/>
          </p:nvSpPr>
          <p:spPr>
            <a:xfrm>
              <a:off x="4308838"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87" name="Freeform: Shape 586">
              <a:extLst>
                <a:ext uri="{FF2B5EF4-FFF2-40B4-BE49-F238E27FC236}">
                  <a16:creationId xmlns:a16="http://schemas.microsoft.com/office/drawing/2014/main" id="{3C9533CC-4D78-9F9F-7755-3B0B10592F40}"/>
                </a:ext>
              </a:extLst>
            </p:cNvPr>
            <p:cNvSpPr/>
            <p:nvPr/>
          </p:nvSpPr>
          <p:spPr>
            <a:xfrm>
              <a:off x="4423094"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88" name="Freeform: Shape 587">
              <a:extLst>
                <a:ext uri="{FF2B5EF4-FFF2-40B4-BE49-F238E27FC236}">
                  <a16:creationId xmlns:a16="http://schemas.microsoft.com/office/drawing/2014/main" id="{F943CFDB-372C-7243-1CB3-46D4FBE0E4F6}"/>
                </a:ext>
              </a:extLst>
            </p:cNvPr>
            <p:cNvSpPr/>
            <p:nvPr/>
          </p:nvSpPr>
          <p:spPr>
            <a:xfrm>
              <a:off x="4537350"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89" name="Freeform: Shape 588">
              <a:extLst>
                <a:ext uri="{FF2B5EF4-FFF2-40B4-BE49-F238E27FC236}">
                  <a16:creationId xmlns:a16="http://schemas.microsoft.com/office/drawing/2014/main" id="{8C2DFFB8-D91C-6225-8CE5-2D06FEAAB59F}"/>
                </a:ext>
              </a:extLst>
            </p:cNvPr>
            <p:cNvSpPr/>
            <p:nvPr/>
          </p:nvSpPr>
          <p:spPr>
            <a:xfrm>
              <a:off x="4651605"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90" name="Freeform: Shape 589">
              <a:extLst>
                <a:ext uri="{FF2B5EF4-FFF2-40B4-BE49-F238E27FC236}">
                  <a16:creationId xmlns:a16="http://schemas.microsoft.com/office/drawing/2014/main" id="{72BEFCA4-A846-4121-3A06-18FDA0E80E83}"/>
                </a:ext>
              </a:extLst>
            </p:cNvPr>
            <p:cNvSpPr/>
            <p:nvPr/>
          </p:nvSpPr>
          <p:spPr>
            <a:xfrm>
              <a:off x="4765861"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91" name="Freeform: Shape 590">
              <a:extLst>
                <a:ext uri="{FF2B5EF4-FFF2-40B4-BE49-F238E27FC236}">
                  <a16:creationId xmlns:a16="http://schemas.microsoft.com/office/drawing/2014/main" id="{71AF453F-19B4-74CC-33E4-900C69B164E1}"/>
                </a:ext>
              </a:extLst>
            </p:cNvPr>
            <p:cNvSpPr/>
            <p:nvPr/>
          </p:nvSpPr>
          <p:spPr>
            <a:xfrm>
              <a:off x="4880117"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92" name="Freeform: Shape 591">
              <a:extLst>
                <a:ext uri="{FF2B5EF4-FFF2-40B4-BE49-F238E27FC236}">
                  <a16:creationId xmlns:a16="http://schemas.microsoft.com/office/drawing/2014/main" id="{AE5F769A-81C4-1A30-D770-14C2EF39AD9B}"/>
                </a:ext>
              </a:extLst>
            </p:cNvPr>
            <p:cNvSpPr/>
            <p:nvPr/>
          </p:nvSpPr>
          <p:spPr>
            <a:xfrm>
              <a:off x="4994373"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93" name="Freeform: Shape 592">
              <a:extLst>
                <a:ext uri="{FF2B5EF4-FFF2-40B4-BE49-F238E27FC236}">
                  <a16:creationId xmlns:a16="http://schemas.microsoft.com/office/drawing/2014/main" id="{87442F22-6A17-A881-010A-092F5AB3DE61}"/>
                </a:ext>
              </a:extLst>
            </p:cNvPr>
            <p:cNvSpPr/>
            <p:nvPr/>
          </p:nvSpPr>
          <p:spPr>
            <a:xfrm>
              <a:off x="5108629"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94" name="Freeform: Shape 593">
              <a:extLst>
                <a:ext uri="{FF2B5EF4-FFF2-40B4-BE49-F238E27FC236}">
                  <a16:creationId xmlns:a16="http://schemas.microsoft.com/office/drawing/2014/main" id="{F36F528D-74AB-A264-A206-BE0AF825E7E3}"/>
                </a:ext>
              </a:extLst>
            </p:cNvPr>
            <p:cNvSpPr/>
            <p:nvPr/>
          </p:nvSpPr>
          <p:spPr>
            <a:xfrm>
              <a:off x="5222840"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95" name="Freeform: Shape 594">
              <a:extLst>
                <a:ext uri="{FF2B5EF4-FFF2-40B4-BE49-F238E27FC236}">
                  <a16:creationId xmlns:a16="http://schemas.microsoft.com/office/drawing/2014/main" id="{26AC7BB7-508D-7714-E75F-55838847A2ED}"/>
                </a:ext>
              </a:extLst>
            </p:cNvPr>
            <p:cNvSpPr/>
            <p:nvPr/>
          </p:nvSpPr>
          <p:spPr>
            <a:xfrm>
              <a:off x="5337096"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96" name="Freeform: Shape 595">
              <a:extLst>
                <a:ext uri="{FF2B5EF4-FFF2-40B4-BE49-F238E27FC236}">
                  <a16:creationId xmlns:a16="http://schemas.microsoft.com/office/drawing/2014/main" id="{F41EA0D7-16DD-7992-1496-A506FB53A0F5}"/>
                </a:ext>
              </a:extLst>
            </p:cNvPr>
            <p:cNvSpPr/>
            <p:nvPr/>
          </p:nvSpPr>
          <p:spPr>
            <a:xfrm>
              <a:off x="5451352"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97" name="Freeform: Shape 596">
              <a:extLst>
                <a:ext uri="{FF2B5EF4-FFF2-40B4-BE49-F238E27FC236}">
                  <a16:creationId xmlns:a16="http://schemas.microsoft.com/office/drawing/2014/main" id="{865C3C2F-B7FE-8685-D905-48E1D7651024}"/>
                </a:ext>
              </a:extLst>
            </p:cNvPr>
            <p:cNvSpPr/>
            <p:nvPr/>
          </p:nvSpPr>
          <p:spPr>
            <a:xfrm>
              <a:off x="5565608"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98" name="Freeform: Shape 597">
              <a:extLst>
                <a:ext uri="{FF2B5EF4-FFF2-40B4-BE49-F238E27FC236}">
                  <a16:creationId xmlns:a16="http://schemas.microsoft.com/office/drawing/2014/main" id="{652D7C09-023C-B6A5-C6A2-78FF93496DED}"/>
                </a:ext>
              </a:extLst>
            </p:cNvPr>
            <p:cNvSpPr/>
            <p:nvPr/>
          </p:nvSpPr>
          <p:spPr>
            <a:xfrm>
              <a:off x="5679863"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99" name="Freeform: Shape 598">
              <a:extLst>
                <a:ext uri="{FF2B5EF4-FFF2-40B4-BE49-F238E27FC236}">
                  <a16:creationId xmlns:a16="http://schemas.microsoft.com/office/drawing/2014/main" id="{96286FA3-2234-C974-C127-E98B90308677}"/>
                </a:ext>
              </a:extLst>
            </p:cNvPr>
            <p:cNvSpPr/>
            <p:nvPr/>
          </p:nvSpPr>
          <p:spPr>
            <a:xfrm>
              <a:off x="5794119"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00" name="Freeform: Shape 599">
              <a:extLst>
                <a:ext uri="{FF2B5EF4-FFF2-40B4-BE49-F238E27FC236}">
                  <a16:creationId xmlns:a16="http://schemas.microsoft.com/office/drawing/2014/main" id="{EBF7C3B4-430D-825D-8282-1C73E7702C26}"/>
                </a:ext>
              </a:extLst>
            </p:cNvPr>
            <p:cNvSpPr/>
            <p:nvPr/>
          </p:nvSpPr>
          <p:spPr>
            <a:xfrm>
              <a:off x="5908375"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01" name="Freeform: Shape 600">
              <a:extLst>
                <a:ext uri="{FF2B5EF4-FFF2-40B4-BE49-F238E27FC236}">
                  <a16:creationId xmlns:a16="http://schemas.microsoft.com/office/drawing/2014/main" id="{0B04B5FC-564F-6E23-0B1F-1EEDDC207DA9}"/>
                </a:ext>
              </a:extLst>
            </p:cNvPr>
            <p:cNvSpPr/>
            <p:nvPr/>
          </p:nvSpPr>
          <p:spPr>
            <a:xfrm>
              <a:off x="6022631"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02" name="Freeform: Shape 601">
              <a:extLst>
                <a:ext uri="{FF2B5EF4-FFF2-40B4-BE49-F238E27FC236}">
                  <a16:creationId xmlns:a16="http://schemas.microsoft.com/office/drawing/2014/main" id="{3D62171E-E336-10EE-31A3-485660A692F4}"/>
                </a:ext>
              </a:extLst>
            </p:cNvPr>
            <p:cNvSpPr/>
            <p:nvPr/>
          </p:nvSpPr>
          <p:spPr>
            <a:xfrm>
              <a:off x="6136886"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03" name="Freeform: Shape 602">
              <a:extLst>
                <a:ext uri="{FF2B5EF4-FFF2-40B4-BE49-F238E27FC236}">
                  <a16:creationId xmlns:a16="http://schemas.microsoft.com/office/drawing/2014/main" id="{0F93C0FE-848F-C522-61AC-B633ED092CD6}"/>
                </a:ext>
              </a:extLst>
            </p:cNvPr>
            <p:cNvSpPr/>
            <p:nvPr/>
          </p:nvSpPr>
          <p:spPr>
            <a:xfrm>
              <a:off x="6251142"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04" name="Freeform: Shape 603">
              <a:extLst>
                <a:ext uri="{FF2B5EF4-FFF2-40B4-BE49-F238E27FC236}">
                  <a16:creationId xmlns:a16="http://schemas.microsoft.com/office/drawing/2014/main" id="{CBF735D6-35E6-0516-7384-5BFEFCA6C8AD}"/>
                </a:ext>
              </a:extLst>
            </p:cNvPr>
            <p:cNvSpPr/>
            <p:nvPr/>
          </p:nvSpPr>
          <p:spPr>
            <a:xfrm>
              <a:off x="6365398"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05" name="Freeform: Shape 604">
              <a:extLst>
                <a:ext uri="{FF2B5EF4-FFF2-40B4-BE49-F238E27FC236}">
                  <a16:creationId xmlns:a16="http://schemas.microsoft.com/office/drawing/2014/main" id="{0737563F-BF16-D063-0BE6-13663AEE2496}"/>
                </a:ext>
              </a:extLst>
            </p:cNvPr>
            <p:cNvSpPr/>
            <p:nvPr/>
          </p:nvSpPr>
          <p:spPr>
            <a:xfrm>
              <a:off x="6479610"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06" name="Freeform: Shape 605">
              <a:extLst>
                <a:ext uri="{FF2B5EF4-FFF2-40B4-BE49-F238E27FC236}">
                  <a16:creationId xmlns:a16="http://schemas.microsoft.com/office/drawing/2014/main" id="{1AC0DFE2-1B81-FF7E-FAAC-183FB11F4BB7}"/>
                </a:ext>
              </a:extLst>
            </p:cNvPr>
            <p:cNvSpPr/>
            <p:nvPr/>
          </p:nvSpPr>
          <p:spPr>
            <a:xfrm>
              <a:off x="6593865"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07" name="Freeform: Shape 606">
              <a:extLst>
                <a:ext uri="{FF2B5EF4-FFF2-40B4-BE49-F238E27FC236}">
                  <a16:creationId xmlns:a16="http://schemas.microsoft.com/office/drawing/2014/main" id="{8BF62544-15F8-BA81-C9A3-54215BA95198}"/>
                </a:ext>
              </a:extLst>
            </p:cNvPr>
            <p:cNvSpPr/>
            <p:nvPr/>
          </p:nvSpPr>
          <p:spPr>
            <a:xfrm>
              <a:off x="6708121" y="148943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08" name="Freeform: Shape 607">
              <a:extLst>
                <a:ext uri="{FF2B5EF4-FFF2-40B4-BE49-F238E27FC236}">
                  <a16:creationId xmlns:a16="http://schemas.microsoft.com/office/drawing/2014/main" id="{DB0091C2-2DB0-C2F5-6D3E-34B26D21E67F}"/>
                </a:ext>
              </a:extLst>
            </p:cNvPr>
            <p:cNvSpPr/>
            <p:nvPr/>
          </p:nvSpPr>
          <p:spPr>
            <a:xfrm>
              <a:off x="6822377"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09" name="Freeform: Shape 608">
              <a:extLst>
                <a:ext uri="{FF2B5EF4-FFF2-40B4-BE49-F238E27FC236}">
                  <a16:creationId xmlns:a16="http://schemas.microsoft.com/office/drawing/2014/main" id="{7751A8EE-E83F-F165-E5E6-35B6D070A9AA}"/>
                </a:ext>
              </a:extLst>
            </p:cNvPr>
            <p:cNvSpPr/>
            <p:nvPr/>
          </p:nvSpPr>
          <p:spPr>
            <a:xfrm>
              <a:off x="6936633"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10" name="Freeform: Shape 609">
              <a:extLst>
                <a:ext uri="{FF2B5EF4-FFF2-40B4-BE49-F238E27FC236}">
                  <a16:creationId xmlns:a16="http://schemas.microsoft.com/office/drawing/2014/main" id="{B999733C-C5F6-7A93-75A2-C28DB889CDEF}"/>
                </a:ext>
              </a:extLst>
            </p:cNvPr>
            <p:cNvSpPr/>
            <p:nvPr/>
          </p:nvSpPr>
          <p:spPr>
            <a:xfrm>
              <a:off x="7050888" y="148943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11" name="Freeform: Shape 610">
              <a:extLst>
                <a:ext uri="{FF2B5EF4-FFF2-40B4-BE49-F238E27FC236}">
                  <a16:creationId xmlns:a16="http://schemas.microsoft.com/office/drawing/2014/main" id="{288C9B9D-3A70-2FEB-1E01-F5C879149FC1}"/>
                </a:ext>
              </a:extLst>
            </p:cNvPr>
            <p:cNvSpPr/>
            <p:nvPr/>
          </p:nvSpPr>
          <p:spPr>
            <a:xfrm>
              <a:off x="7165144"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12" name="Freeform: Shape 611">
              <a:extLst>
                <a:ext uri="{FF2B5EF4-FFF2-40B4-BE49-F238E27FC236}">
                  <a16:creationId xmlns:a16="http://schemas.microsoft.com/office/drawing/2014/main" id="{9489255A-ED9B-4022-C0D4-A0A8F4A65DE4}"/>
                </a:ext>
              </a:extLst>
            </p:cNvPr>
            <p:cNvSpPr/>
            <p:nvPr/>
          </p:nvSpPr>
          <p:spPr>
            <a:xfrm>
              <a:off x="2366578"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13" name="Freeform: Shape 612">
              <a:extLst>
                <a:ext uri="{FF2B5EF4-FFF2-40B4-BE49-F238E27FC236}">
                  <a16:creationId xmlns:a16="http://schemas.microsoft.com/office/drawing/2014/main" id="{E826879B-D2F6-0D39-16A6-E4A501FDBB03}"/>
                </a:ext>
              </a:extLst>
            </p:cNvPr>
            <p:cNvSpPr/>
            <p:nvPr/>
          </p:nvSpPr>
          <p:spPr>
            <a:xfrm>
              <a:off x="2480790"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14" name="Freeform: Shape 613">
              <a:extLst>
                <a:ext uri="{FF2B5EF4-FFF2-40B4-BE49-F238E27FC236}">
                  <a16:creationId xmlns:a16="http://schemas.microsoft.com/office/drawing/2014/main" id="{23B80AAB-5390-5177-3370-37D6E43D03ED}"/>
                </a:ext>
              </a:extLst>
            </p:cNvPr>
            <p:cNvSpPr/>
            <p:nvPr/>
          </p:nvSpPr>
          <p:spPr>
            <a:xfrm>
              <a:off x="2595046"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15" name="Freeform: Shape 614">
              <a:extLst>
                <a:ext uri="{FF2B5EF4-FFF2-40B4-BE49-F238E27FC236}">
                  <a16:creationId xmlns:a16="http://schemas.microsoft.com/office/drawing/2014/main" id="{252CD6A2-6A53-84B0-B8C0-554143DD60FA}"/>
                </a:ext>
              </a:extLst>
            </p:cNvPr>
            <p:cNvSpPr/>
            <p:nvPr/>
          </p:nvSpPr>
          <p:spPr>
            <a:xfrm>
              <a:off x="2709301"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16" name="Freeform: Shape 615">
              <a:extLst>
                <a:ext uri="{FF2B5EF4-FFF2-40B4-BE49-F238E27FC236}">
                  <a16:creationId xmlns:a16="http://schemas.microsoft.com/office/drawing/2014/main" id="{A08F80FB-B3D6-91AF-2DDF-DB0B08255173}"/>
                </a:ext>
              </a:extLst>
            </p:cNvPr>
            <p:cNvSpPr/>
            <p:nvPr/>
          </p:nvSpPr>
          <p:spPr>
            <a:xfrm>
              <a:off x="2823557"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17" name="Freeform: Shape 616">
              <a:extLst>
                <a:ext uri="{FF2B5EF4-FFF2-40B4-BE49-F238E27FC236}">
                  <a16:creationId xmlns:a16="http://schemas.microsoft.com/office/drawing/2014/main" id="{ABE4F1EA-DAD4-220D-0FAB-4C89A88B115A}"/>
                </a:ext>
              </a:extLst>
            </p:cNvPr>
            <p:cNvSpPr/>
            <p:nvPr/>
          </p:nvSpPr>
          <p:spPr>
            <a:xfrm>
              <a:off x="2937813"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18" name="Freeform: Shape 617">
              <a:extLst>
                <a:ext uri="{FF2B5EF4-FFF2-40B4-BE49-F238E27FC236}">
                  <a16:creationId xmlns:a16="http://schemas.microsoft.com/office/drawing/2014/main" id="{695A41F1-4BDF-81AB-D331-6E329E859032}"/>
                </a:ext>
              </a:extLst>
            </p:cNvPr>
            <p:cNvSpPr/>
            <p:nvPr/>
          </p:nvSpPr>
          <p:spPr>
            <a:xfrm>
              <a:off x="3052069"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19" name="Freeform: Shape 618">
              <a:extLst>
                <a:ext uri="{FF2B5EF4-FFF2-40B4-BE49-F238E27FC236}">
                  <a16:creationId xmlns:a16="http://schemas.microsoft.com/office/drawing/2014/main" id="{37C45EC1-D843-19BC-47E2-32C5603C3379}"/>
                </a:ext>
              </a:extLst>
            </p:cNvPr>
            <p:cNvSpPr/>
            <p:nvPr/>
          </p:nvSpPr>
          <p:spPr>
            <a:xfrm>
              <a:off x="3166325"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20" name="Freeform: Shape 619">
              <a:extLst>
                <a:ext uri="{FF2B5EF4-FFF2-40B4-BE49-F238E27FC236}">
                  <a16:creationId xmlns:a16="http://schemas.microsoft.com/office/drawing/2014/main" id="{98D7F094-C0F0-C3D3-76EE-D814C3DD53C7}"/>
                </a:ext>
              </a:extLst>
            </p:cNvPr>
            <p:cNvSpPr/>
            <p:nvPr/>
          </p:nvSpPr>
          <p:spPr>
            <a:xfrm>
              <a:off x="3280580"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21" name="Freeform: Shape 620">
              <a:extLst>
                <a:ext uri="{FF2B5EF4-FFF2-40B4-BE49-F238E27FC236}">
                  <a16:creationId xmlns:a16="http://schemas.microsoft.com/office/drawing/2014/main" id="{7590EABF-DB81-B92B-E17D-9A583650D637}"/>
                </a:ext>
              </a:extLst>
            </p:cNvPr>
            <p:cNvSpPr/>
            <p:nvPr/>
          </p:nvSpPr>
          <p:spPr>
            <a:xfrm>
              <a:off x="3394836"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22" name="Freeform: Shape 621">
              <a:extLst>
                <a:ext uri="{FF2B5EF4-FFF2-40B4-BE49-F238E27FC236}">
                  <a16:creationId xmlns:a16="http://schemas.microsoft.com/office/drawing/2014/main" id="{17987906-B1E2-E607-28FD-D8618FCCF2A7}"/>
                </a:ext>
              </a:extLst>
            </p:cNvPr>
            <p:cNvSpPr/>
            <p:nvPr/>
          </p:nvSpPr>
          <p:spPr>
            <a:xfrm>
              <a:off x="3509092"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23" name="Freeform: Shape 622">
              <a:extLst>
                <a:ext uri="{FF2B5EF4-FFF2-40B4-BE49-F238E27FC236}">
                  <a16:creationId xmlns:a16="http://schemas.microsoft.com/office/drawing/2014/main" id="{ADDC7340-D436-3608-EA50-6BFF12713790}"/>
                </a:ext>
              </a:extLst>
            </p:cNvPr>
            <p:cNvSpPr/>
            <p:nvPr/>
          </p:nvSpPr>
          <p:spPr>
            <a:xfrm>
              <a:off x="3623348"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24" name="Freeform: Shape 623">
              <a:extLst>
                <a:ext uri="{FF2B5EF4-FFF2-40B4-BE49-F238E27FC236}">
                  <a16:creationId xmlns:a16="http://schemas.microsoft.com/office/drawing/2014/main" id="{E505CA03-A951-9892-103E-172558ACB903}"/>
                </a:ext>
              </a:extLst>
            </p:cNvPr>
            <p:cNvSpPr/>
            <p:nvPr/>
          </p:nvSpPr>
          <p:spPr>
            <a:xfrm>
              <a:off x="3737603"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25" name="Freeform: Shape 624">
              <a:extLst>
                <a:ext uri="{FF2B5EF4-FFF2-40B4-BE49-F238E27FC236}">
                  <a16:creationId xmlns:a16="http://schemas.microsoft.com/office/drawing/2014/main" id="{8FC521EE-1992-41BB-E41D-9967E0F7765B}"/>
                </a:ext>
              </a:extLst>
            </p:cNvPr>
            <p:cNvSpPr/>
            <p:nvPr/>
          </p:nvSpPr>
          <p:spPr>
            <a:xfrm>
              <a:off x="3851815"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26" name="Freeform: Shape 625">
              <a:extLst>
                <a:ext uri="{FF2B5EF4-FFF2-40B4-BE49-F238E27FC236}">
                  <a16:creationId xmlns:a16="http://schemas.microsoft.com/office/drawing/2014/main" id="{176204EA-B4EF-549E-024E-2DC4B37033DB}"/>
                </a:ext>
              </a:extLst>
            </p:cNvPr>
            <p:cNvSpPr/>
            <p:nvPr/>
          </p:nvSpPr>
          <p:spPr>
            <a:xfrm>
              <a:off x="3966071"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27" name="Freeform: Shape 626">
              <a:extLst>
                <a:ext uri="{FF2B5EF4-FFF2-40B4-BE49-F238E27FC236}">
                  <a16:creationId xmlns:a16="http://schemas.microsoft.com/office/drawing/2014/main" id="{C1459428-9B97-F523-7C3E-F9C79B615A43}"/>
                </a:ext>
              </a:extLst>
            </p:cNvPr>
            <p:cNvSpPr/>
            <p:nvPr/>
          </p:nvSpPr>
          <p:spPr>
            <a:xfrm>
              <a:off x="4080327"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28" name="Freeform: Shape 627">
              <a:extLst>
                <a:ext uri="{FF2B5EF4-FFF2-40B4-BE49-F238E27FC236}">
                  <a16:creationId xmlns:a16="http://schemas.microsoft.com/office/drawing/2014/main" id="{8A9B8B35-7C56-6250-7E47-2E295FF5858E}"/>
                </a:ext>
              </a:extLst>
            </p:cNvPr>
            <p:cNvSpPr/>
            <p:nvPr/>
          </p:nvSpPr>
          <p:spPr>
            <a:xfrm>
              <a:off x="4194582"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29" name="Freeform: Shape 628">
              <a:extLst>
                <a:ext uri="{FF2B5EF4-FFF2-40B4-BE49-F238E27FC236}">
                  <a16:creationId xmlns:a16="http://schemas.microsoft.com/office/drawing/2014/main" id="{D6F23E1A-B386-DBAB-9D3A-3BD8E7E49DFC}"/>
                </a:ext>
              </a:extLst>
            </p:cNvPr>
            <p:cNvSpPr/>
            <p:nvPr/>
          </p:nvSpPr>
          <p:spPr>
            <a:xfrm>
              <a:off x="4308838"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30" name="Freeform: Shape 629">
              <a:extLst>
                <a:ext uri="{FF2B5EF4-FFF2-40B4-BE49-F238E27FC236}">
                  <a16:creationId xmlns:a16="http://schemas.microsoft.com/office/drawing/2014/main" id="{2A54E660-E8FB-2411-3138-9812EAE3F0C6}"/>
                </a:ext>
              </a:extLst>
            </p:cNvPr>
            <p:cNvSpPr/>
            <p:nvPr/>
          </p:nvSpPr>
          <p:spPr>
            <a:xfrm>
              <a:off x="4423094"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31" name="Freeform: Shape 630">
              <a:extLst>
                <a:ext uri="{FF2B5EF4-FFF2-40B4-BE49-F238E27FC236}">
                  <a16:creationId xmlns:a16="http://schemas.microsoft.com/office/drawing/2014/main" id="{B0ADD621-49B7-B3CD-4BB6-051894F21685}"/>
                </a:ext>
              </a:extLst>
            </p:cNvPr>
            <p:cNvSpPr/>
            <p:nvPr/>
          </p:nvSpPr>
          <p:spPr>
            <a:xfrm>
              <a:off x="4537350"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32" name="Freeform: Shape 631">
              <a:extLst>
                <a:ext uri="{FF2B5EF4-FFF2-40B4-BE49-F238E27FC236}">
                  <a16:creationId xmlns:a16="http://schemas.microsoft.com/office/drawing/2014/main" id="{F8245059-3A18-C024-C711-4F3678566C8D}"/>
                </a:ext>
              </a:extLst>
            </p:cNvPr>
            <p:cNvSpPr/>
            <p:nvPr/>
          </p:nvSpPr>
          <p:spPr>
            <a:xfrm>
              <a:off x="4651605"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33" name="Freeform: Shape 632">
              <a:extLst>
                <a:ext uri="{FF2B5EF4-FFF2-40B4-BE49-F238E27FC236}">
                  <a16:creationId xmlns:a16="http://schemas.microsoft.com/office/drawing/2014/main" id="{AB190BF6-E83C-1084-FBC7-483D60D4B673}"/>
                </a:ext>
              </a:extLst>
            </p:cNvPr>
            <p:cNvSpPr/>
            <p:nvPr/>
          </p:nvSpPr>
          <p:spPr>
            <a:xfrm>
              <a:off x="4765861"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34" name="Freeform: Shape 633">
              <a:extLst>
                <a:ext uri="{FF2B5EF4-FFF2-40B4-BE49-F238E27FC236}">
                  <a16:creationId xmlns:a16="http://schemas.microsoft.com/office/drawing/2014/main" id="{B1A64EA0-60A2-0F5B-7023-EBA6C7B60756}"/>
                </a:ext>
              </a:extLst>
            </p:cNvPr>
            <p:cNvSpPr/>
            <p:nvPr/>
          </p:nvSpPr>
          <p:spPr>
            <a:xfrm>
              <a:off x="4880117"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35" name="Freeform: Shape 634">
              <a:extLst>
                <a:ext uri="{FF2B5EF4-FFF2-40B4-BE49-F238E27FC236}">
                  <a16:creationId xmlns:a16="http://schemas.microsoft.com/office/drawing/2014/main" id="{0C993565-7EC4-6C27-E291-7AEDA130BAFA}"/>
                </a:ext>
              </a:extLst>
            </p:cNvPr>
            <p:cNvSpPr/>
            <p:nvPr/>
          </p:nvSpPr>
          <p:spPr>
            <a:xfrm>
              <a:off x="4994373"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36" name="Freeform: Shape 635">
              <a:extLst>
                <a:ext uri="{FF2B5EF4-FFF2-40B4-BE49-F238E27FC236}">
                  <a16:creationId xmlns:a16="http://schemas.microsoft.com/office/drawing/2014/main" id="{170444F5-C8C6-E2D5-187E-51A6C609C4C1}"/>
                </a:ext>
              </a:extLst>
            </p:cNvPr>
            <p:cNvSpPr/>
            <p:nvPr/>
          </p:nvSpPr>
          <p:spPr>
            <a:xfrm>
              <a:off x="5108629"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37" name="Freeform: Shape 636">
              <a:extLst>
                <a:ext uri="{FF2B5EF4-FFF2-40B4-BE49-F238E27FC236}">
                  <a16:creationId xmlns:a16="http://schemas.microsoft.com/office/drawing/2014/main" id="{C54C8FDD-A893-E34F-C294-C4094771A484}"/>
                </a:ext>
              </a:extLst>
            </p:cNvPr>
            <p:cNvSpPr/>
            <p:nvPr/>
          </p:nvSpPr>
          <p:spPr>
            <a:xfrm>
              <a:off x="5222840"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38" name="Freeform: Shape 637">
              <a:extLst>
                <a:ext uri="{FF2B5EF4-FFF2-40B4-BE49-F238E27FC236}">
                  <a16:creationId xmlns:a16="http://schemas.microsoft.com/office/drawing/2014/main" id="{C099E2A6-1040-02F0-19CE-18076672408F}"/>
                </a:ext>
              </a:extLst>
            </p:cNvPr>
            <p:cNvSpPr/>
            <p:nvPr/>
          </p:nvSpPr>
          <p:spPr>
            <a:xfrm>
              <a:off x="5337096"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39" name="Freeform: Shape 638">
              <a:extLst>
                <a:ext uri="{FF2B5EF4-FFF2-40B4-BE49-F238E27FC236}">
                  <a16:creationId xmlns:a16="http://schemas.microsoft.com/office/drawing/2014/main" id="{36074DC2-8BF2-CAB1-14F9-3F3E47FA77E0}"/>
                </a:ext>
              </a:extLst>
            </p:cNvPr>
            <p:cNvSpPr/>
            <p:nvPr/>
          </p:nvSpPr>
          <p:spPr>
            <a:xfrm>
              <a:off x="5451352"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40" name="Freeform: Shape 639">
              <a:extLst>
                <a:ext uri="{FF2B5EF4-FFF2-40B4-BE49-F238E27FC236}">
                  <a16:creationId xmlns:a16="http://schemas.microsoft.com/office/drawing/2014/main" id="{7594A893-1A17-FB86-6659-F7BABA87496C}"/>
                </a:ext>
              </a:extLst>
            </p:cNvPr>
            <p:cNvSpPr/>
            <p:nvPr/>
          </p:nvSpPr>
          <p:spPr>
            <a:xfrm>
              <a:off x="5565608"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41" name="Freeform: Shape 640">
              <a:extLst>
                <a:ext uri="{FF2B5EF4-FFF2-40B4-BE49-F238E27FC236}">
                  <a16:creationId xmlns:a16="http://schemas.microsoft.com/office/drawing/2014/main" id="{53F4FD1D-9D04-42ED-002E-647280244A97}"/>
                </a:ext>
              </a:extLst>
            </p:cNvPr>
            <p:cNvSpPr/>
            <p:nvPr/>
          </p:nvSpPr>
          <p:spPr>
            <a:xfrm>
              <a:off x="5679863"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42" name="Freeform: Shape 641">
              <a:extLst>
                <a:ext uri="{FF2B5EF4-FFF2-40B4-BE49-F238E27FC236}">
                  <a16:creationId xmlns:a16="http://schemas.microsoft.com/office/drawing/2014/main" id="{5E7F8FC7-945D-12E9-E33E-2F6D5B9163B8}"/>
                </a:ext>
              </a:extLst>
            </p:cNvPr>
            <p:cNvSpPr/>
            <p:nvPr/>
          </p:nvSpPr>
          <p:spPr>
            <a:xfrm>
              <a:off x="5794119"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43" name="Freeform: Shape 642">
              <a:extLst>
                <a:ext uri="{FF2B5EF4-FFF2-40B4-BE49-F238E27FC236}">
                  <a16:creationId xmlns:a16="http://schemas.microsoft.com/office/drawing/2014/main" id="{C94C0558-3E31-F6D4-7D1B-79B9A85BBFEF}"/>
                </a:ext>
              </a:extLst>
            </p:cNvPr>
            <p:cNvSpPr/>
            <p:nvPr/>
          </p:nvSpPr>
          <p:spPr>
            <a:xfrm>
              <a:off x="5908375"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44" name="Freeform: Shape 643">
              <a:extLst>
                <a:ext uri="{FF2B5EF4-FFF2-40B4-BE49-F238E27FC236}">
                  <a16:creationId xmlns:a16="http://schemas.microsoft.com/office/drawing/2014/main" id="{EEAFA0D7-3AD1-3533-DEBC-DB59E3AF786B}"/>
                </a:ext>
              </a:extLst>
            </p:cNvPr>
            <p:cNvSpPr/>
            <p:nvPr/>
          </p:nvSpPr>
          <p:spPr>
            <a:xfrm>
              <a:off x="6022631"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45" name="Freeform: Shape 644">
              <a:extLst>
                <a:ext uri="{FF2B5EF4-FFF2-40B4-BE49-F238E27FC236}">
                  <a16:creationId xmlns:a16="http://schemas.microsoft.com/office/drawing/2014/main" id="{F0FAD909-FE97-030D-78CB-094C96D49B58}"/>
                </a:ext>
              </a:extLst>
            </p:cNvPr>
            <p:cNvSpPr/>
            <p:nvPr/>
          </p:nvSpPr>
          <p:spPr>
            <a:xfrm>
              <a:off x="6136886"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46" name="Freeform: Shape 645">
              <a:extLst>
                <a:ext uri="{FF2B5EF4-FFF2-40B4-BE49-F238E27FC236}">
                  <a16:creationId xmlns:a16="http://schemas.microsoft.com/office/drawing/2014/main" id="{02857AAF-1B93-B000-18CF-5427B27C66DA}"/>
                </a:ext>
              </a:extLst>
            </p:cNvPr>
            <p:cNvSpPr/>
            <p:nvPr/>
          </p:nvSpPr>
          <p:spPr>
            <a:xfrm>
              <a:off x="6251142"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47" name="Freeform: Shape 646">
              <a:extLst>
                <a:ext uri="{FF2B5EF4-FFF2-40B4-BE49-F238E27FC236}">
                  <a16:creationId xmlns:a16="http://schemas.microsoft.com/office/drawing/2014/main" id="{17345618-1063-F414-FC00-ACA09B18B603}"/>
                </a:ext>
              </a:extLst>
            </p:cNvPr>
            <p:cNvSpPr/>
            <p:nvPr/>
          </p:nvSpPr>
          <p:spPr>
            <a:xfrm>
              <a:off x="6365398"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48" name="Freeform: Shape 647">
              <a:extLst>
                <a:ext uri="{FF2B5EF4-FFF2-40B4-BE49-F238E27FC236}">
                  <a16:creationId xmlns:a16="http://schemas.microsoft.com/office/drawing/2014/main" id="{14716597-33E6-AEC9-CA8C-96F7B04E75EE}"/>
                </a:ext>
              </a:extLst>
            </p:cNvPr>
            <p:cNvSpPr/>
            <p:nvPr/>
          </p:nvSpPr>
          <p:spPr>
            <a:xfrm>
              <a:off x="6479610"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49" name="Freeform: Shape 648">
              <a:extLst>
                <a:ext uri="{FF2B5EF4-FFF2-40B4-BE49-F238E27FC236}">
                  <a16:creationId xmlns:a16="http://schemas.microsoft.com/office/drawing/2014/main" id="{8E1C88D0-C9F8-C301-8993-8529F49E6583}"/>
                </a:ext>
              </a:extLst>
            </p:cNvPr>
            <p:cNvSpPr/>
            <p:nvPr/>
          </p:nvSpPr>
          <p:spPr>
            <a:xfrm>
              <a:off x="6593865"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50" name="Freeform: Shape 649">
              <a:extLst>
                <a:ext uri="{FF2B5EF4-FFF2-40B4-BE49-F238E27FC236}">
                  <a16:creationId xmlns:a16="http://schemas.microsoft.com/office/drawing/2014/main" id="{2863E789-7860-3CC8-8A50-DE74759C4D31}"/>
                </a:ext>
              </a:extLst>
            </p:cNvPr>
            <p:cNvSpPr/>
            <p:nvPr/>
          </p:nvSpPr>
          <p:spPr>
            <a:xfrm>
              <a:off x="6708121" y="160364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51" name="Freeform: Shape 650">
              <a:extLst>
                <a:ext uri="{FF2B5EF4-FFF2-40B4-BE49-F238E27FC236}">
                  <a16:creationId xmlns:a16="http://schemas.microsoft.com/office/drawing/2014/main" id="{6A10E43C-7832-8D94-6289-4B8352713BF2}"/>
                </a:ext>
              </a:extLst>
            </p:cNvPr>
            <p:cNvSpPr/>
            <p:nvPr/>
          </p:nvSpPr>
          <p:spPr>
            <a:xfrm>
              <a:off x="6822377"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52" name="Freeform: Shape 651">
              <a:extLst>
                <a:ext uri="{FF2B5EF4-FFF2-40B4-BE49-F238E27FC236}">
                  <a16:creationId xmlns:a16="http://schemas.microsoft.com/office/drawing/2014/main" id="{78E328B0-7900-FDE8-FAF9-3ADF2094695C}"/>
                </a:ext>
              </a:extLst>
            </p:cNvPr>
            <p:cNvSpPr/>
            <p:nvPr/>
          </p:nvSpPr>
          <p:spPr>
            <a:xfrm>
              <a:off x="6936633"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53" name="Freeform: Shape 652">
              <a:extLst>
                <a:ext uri="{FF2B5EF4-FFF2-40B4-BE49-F238E27FC236}">
                  <a16:creationId xmlns:a16="http://schemas.microsoft.com/office/drawing/2014/main" id="{4901BA4B-E5A8-1A28-A973-2FEBE6679EC7}"/>
                </a:ext>
              </a:extLst>
            </p:cNvPr>
            <p:cNvSpPr/>
            <p:nvPr/>
          </p:nvSpPr>
          <p:spPr>
            <a:xfrm>
              <a:off x="7050888" y="160364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54" name="Freeform: Shape 653">
              <a:extLst>
                <a:ext uri="{FF2B5EF4-FFF2-40B4-BE49-F238E27FC236}">
                  <a16:creationId xmlns:a16="http://schemas.microsoft.com/office/drawing/2014/main" id="{6CDE12D7-62DD-7D35-85E2-944E30EFAA37}"/>
                </a:ext>
              </a:extLst>
            </p:cNvPr>
            <p:cNvSpPr/>
            <p:nvPr/>
          </p:nvSpPr>
          <p:spPr>
            <a:xfrm>
              <a:off x="7165144"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55" name="Freeform: Shape 654">
              <a:extLst>
                <a:ext uri="{FF2B5EF4-FFF2-40B4-BE49-F238E27FC236}">
                  <a16:creationId xmlns:a16="http://schemas.microsoft.com/office/drawing/2014/main" id="{C32D739E-9EAD-913E-2DA2-9BBD8D01783A}"/>
                </a:ext>
              </a:extLst>
            </p:cNvPr>
            <p:cNvSpPr/>
            <p:nvPr/>
          </p:nvSpPr>
          <p:spPr>
            <a:xfrm>
              <a:off x="2366578"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56" name="Freeform: Shape 655">
              <a:extLst>
                <a:ext uri="{FF2B5EF4-FFF2-40B4-BE49-F238E27FC236}">
                  <a16:creationId xmlns:a16="http://schemas.microsoft.com/office/drawing/2014/main" id="{6FB834CB-31F5-B1C7-89A1-919B3177840C}"/>
                </a:ext>
              </a:extLst>
            </p:cNvPr>
            <p:cNvSpPr/>
            <p:nvPr/>
          </p:nvSpPr>
          <p:spPr>
            <a:xfrm>
              <a:off x="2480790"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57" name="Freeform: Shape 656">
              <a:extLst>
                <a:ext uri="{FF2B5EF4-FFF2-40B4-BE49-F238E27FC236}">
                  <a16:creationId xmlns:a16="http://schemas.microsoft.com/office/drawing/2014/main" id="{C32BFC22-5DA3-F490-987F-4109034AD72D}"/>
                </a:ext>
              </a:extLst>
            </p:cNvPr>
            <p:cNvSpPr/>
            <p:nvPr/>
          </p:nvSpPr>
          <p:spPr>
            <a:xfrm>
              <a:off x="2595046"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58" name="Freeform: Shape 657">
              <a:extLst>
                <a:ext uri="{FF2B5EF4-FFF2-40B4-BE49-F238E27FC236}">
                  <a16:creationId xmlns:a16="http://schemas.microsoft.com/office/drawing/2014/main" id="{C73BE004-A8E7-F411-197A-9AAC80874400}"/>
                </a:ext>
              </a:extLst>
            </p:cNvPr>
            <p:cNvSpPr/>
            <p:nvPr/>
          </p:nvSpPr>
          <p:spPr>
            <a:xfrm>
              <a:off x="2709301"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59" name="Freeform: Shape 658">
              <a:extLst>
                <a:ext uri="{FF2B5EF4-FFF2-40B4-BE49-F238E27FC236}">
                  <a16:creationId xmlns:a16="http://schemas.microsoft.com/office/drawing/2014/main" id="{F1B19F11-C95D-9FA5-14C8-E2A38B14BF7C}"/>
                </a:ext>
              </a:extLst>
            </p:cNvPr>
            <p:cNvSpPr/>
            <p:nvPr/>
          </p:nvSpPr>
          <p:spPr>
            <a:xfrm>
              <a:off x="2823557"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60" name="Freeform: Shape 659">
              <a:extLst>
                <a:ext uri="{FF2B5EF4-FFF2-40B4-BE49-F238E27FC236}">
                  <a16:creationId xmlns:a16="http://schemas.microsoft.com/office/drawing/2014/main" id="{DB5BCD33-C2D8-1DC3-55CB-8DFBE7FF2E34}"/>
                </a:ext>
              </a:extLst>
            </p:cNvPr>
            <p:cNvSpPr/>
            <p:nvPr/>
          </p:nvSpPr>
          <p:spPr>
            <a:xfrm>
              <a:off x="2937813"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61" name="Freeform: Shape 660">
              <a:extLst>
                <a:ext uri="{FF2B5EF4-FFF2-40B4-BE49-F238E27FC236}">
                  <a16:creationId xmlns:a16="http://schemas.microsoft.com/office/drawing/2014/main" id="{CBEB2862-B342-A5A0-CBF0-88B2B2F5F141}"/>
                </a:ext>
              </a:extLst>
            </p:cNvPr>
            <p:cNvSpPr/>
            <p:nvPr/>
          </p:nvSpPr>
          <p:spPr>
            <a:xfrm>
              <a:off x="3052069"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62" name="Freeform: Shape 661">
              <a:extLst>
                <a:ext uri="{FF2B5EF4-FFF2-40B4-BE49-F238E27FC236}">
                  <a16:creationId xmlns:a16="http://schemas.microsoft.com/office/drawing/2014/main" id="{89E21F53-6B41-D472-08BE-4A4F81246669}"/>
                </a:ext>
              </a:extLst>
            </p:cNvPr>
            <p:cNvSpPr/>
            <p:nvPr/>
          </p:nvSpPr>
          <p:spPr>
            <a:xfrm>
              <a:off x="3166325"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63" name="Freeform: Shape 662">
              <a:extLst>
                <a:ext uri="{FF2B5EF4-FFF2-40B4-BE49-F238E27FC236}">
                  <a16:creationId xmlns:a16="http://schemas.microsoft.com/office/drawing/2014/main" id="{35E7A31E-EB75-B05E-652E-608B0694A48D}"/>
                </a:ext>
              </a:extLst>
            </p:cNvPr>
            <p:cNvSpPr/>
            <p:nvPr/>
          </p:nvSpPr>
          <p:spPr>
            <a:xfrm>
              <a:off x="3280580"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64" name="Freeform: Shape 663">
              <a:extLst>
                <a:ext uri="{FF2B5EF4-FFF2-40B4-BE49-F238E27FC236}">
                  <a16:creationId xmlns:a16="http://schemas.microsoft.com/office/drawing/2014/main" id="{0A81DEAF-DB56-FC08-10F9-0596A68E6FF7}"/>
                </a:ext>
              </a:extLst>
            </p:cNvPr>
            <p:cNvSpPr/>
            <p:nvPr/>
          </p:nvSpPr>
          <p:spPr>
            <a:xfrm>
              <a:off x="3394836"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65" name="Freeform: Shape 664">
              <a:extLst>
                <a:ext uri="{FF2B5EF4-FFF2-40B4-BE49-F238E27FC236}">
                  <a16:creationId xmlns:a16="http://schemas.microsoft.com/office/drawing/2014/main" id="{EC99721B-C26F-2AC6-5622-047E1BE295E8}"/>
                </a:ext>
              </a:extLst>
            </p:cNvPr>
            <p:cNvSpPr/>
            <p:nvPr/>
          </p:nvSpPr>
          <p:spPr>
            <a:xfrm>
              <a:off x="3509092"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66" name="Freeform: Shape 665">
              <a:extLst>
                <a:ext uri="{FF2B5EF4-FFF2-40B4-BE49-F238E27FC236}">
                  <a16:creationId xmlns:a16="http://schemas.microsoft.com/office/drawing/2014/main" id="{D0B9C9D3-90A6-9939-B0D5-1FC735F6BBE2}"/>
                </a:ext>
              </a:extLst>
            </p:cNvPr>
            <p:cNvSpPr/>
            <p:nvPr/>
          </p:nvSpPr>
          <p:spPr>
            <a:xfrm>
              <a:off x="3623348"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67" name="Freeform: Shape 666">
              <a:extLst>
                <a:ext uri="{FF2B5EF4-FFF2-40B4-BE49-F238E27FC236}">
                  <a16:creationId xmlns:a16="http://schemas.microsoft.com/office/drawing/2014/main" id="{DDBC4A20-5DD4-E689-7016-72A569F31795}"/>
                </a:ext>
              </a:extLst>
            </p:cNvPr>
            <p:cNvSpPr/>
            <p:nvPr/>
          </p:nvSpPr>
          <p:spPr>
            <a:xfrm>
              <a:off x="3737603"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68" name="Freeform: Shape 667">
              <a:extLst>
                <a:ext uri="{FF2B5EF4-FFF2-40B4-BE49-F238E27FC236}">
                  <a16:creationId xmlns:a16="http://schemas.microsoft.com/office/drawing/2014/main" id="{01D5C485-6C55-7E59-9C36-91B589EE8528}"/>
                </a:ext>
              </a:extLst>
            </p:cNvPr>
            <p:cNvSpPr/>
            <p:nvPr/>
          </p:nvSpPr>
          <p:spPr>
            <a:xfrm>
              <a:off x="3851815"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69" name="Freeform: Shape 668">
              <a:extLst>
                <a:ext uri="{FF2B5EF4-FFF2-40B4-BE49-F238E27FC236}">
                  <a16:creationId xmlns:a16="http://schemas.microsoft.com/office/drawing/2014/main" id="{450D9EC8-049C-AB94-38D1-8CAE9D0119DB}"/>
                </a:ext>
              </a:extLst>
            </p:cNvPr>
            <p:cNvSpPr/>
            <p:nvPr/>
          </p:nvSpPr>
          <p:spPr>
            <a:xfrm>
              <a:off x="3966071"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70" name="Freeform: Shape 669">
              <a:extLst>
                <a:ext uri="{FF2B5EF4-FFF2-40B4-BE49-F238E27FC236}">
                  <a16:creationId xmlns:a16="http://schemas.microsoft.com/office/drawing/2014/main" id="{E4F3280D-DADF-7DEA-4190-F8B0D7452758}"/>
                </a:ext>
              </a:extLst>
            </p:cNvPr>
            <p:cNvSpPr/>
            <p:nvPr/>
          </p:nvSpPr>
          <p:spPr>
            <a:xfrm>
              <a:off x="4080327"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71" name="Freeform: Shape 670">
              <a:extLst>
                <a:ext uri="{FF2B5EF4-FFF2-40B4-BE49-F238E27FC236}">
                  <a16:creationId xmlns:a16="http://schemas.microsoft.com/office/drawing/2014/main" id="{0EB8300F-0E78-7CB2-1EF2-1B7A65C7F135}"/>
                </a:ext>
              </a:extLst>
            </p:cNvPr>
            <p:cNvSpPr/>
            <p:nvPr/>
          </p:nvSpPr>
          <p:spPr>
            <a:xfrm>
              <a:off x="4194582"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72" name="Freeform: Shape 671">
              <a:extLst>
                <a:ext uri="{FF2B5EF4-FFF2-40B4-BE49-F238E27FC236}">
                  <a16:creationId xmlns:a16="http://schemas.microsoft.com/office/drawing/2014/main" id="{44024B00-6FF6-7E8A-B961-5F4FA8B2D306}"/>
                </a:ext>
              </a:extLst>
            </p:cNvPr>
            <p:cNvSpPr/>
            <p:nvPr/>
          </p:nvSpPr>
          <p:spPr>
            <a:xfrm>
              <a:off x="4308838"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73" name="Freeform: Shape 672">
              <a:extLst>
                <a:ext uri="{FF2B5EF4-FFF2-40B4-BE49-F238E27FC236}">
                  <a16:creationId xmlns:a16="http://schemas.microsoft.com/office/drawing/2014/main" id="{071DEDF5-3B3A-4CBC-B08D-97ED1E9B159B}"/>
                </a:ext>
              </a:extLst>
            </p:cNvPr>
            <p:cNvSpPr/>
            <p:nvPr/>
          </p:nvSpPr>
          <p:spPr>
            <a:xfrm>
              <a:off x="4423094"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74" name="Freeform: Shape 673">
              <a:extLst>
                <a:ext uri="{FF2B5EF4-FFF2-40B4-BE49-F238E27FC236}">
                  <a16:creationId xmlns:a16="http://schemas.microsoft.com/office/drawing/2014/main" id="{C9CA4E07-5CEC-A17C-03E8-978713E4E8FE}"/>
                </a:ext>
              </a:extLst>
            </p:cNvPr>
            <p:cNvSpPr/>
            <p:nvPr/>
          </p:nvSpPr>
          <p:spPr>
            <a:xfrm>
              <a:off x="4537350"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75" name="Freeform: Shape 674">
              <a:extLst>
                <a:ext uri="{FF2B5EF4-FFF2-40B4-BE49-F238E27FC236}">
                  <a16:creationId xmlns:a16="http://schemas.microsoft.com/office/drawing/2014/main" id="{438B901E-D303-B9E1-A069-58DD311DBE62}"/>
                </a:ext>
              </a:extLst>
            </p:cNvPr>
            <p:cNvSpPr/>
            <p:nvPr/>
          </p:nvSpPr>
          <p:spPr>
            <a:xfrm>
              <a:off x="4651605"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76" name="Freeform: Shape 675">
              <a:extLst>
                <a:ext uri="{FF2B5EF4-FFF2-40B4-BE49-F238E27FC236}">
                  <a16:creationId xmlns:a16="http://schemas.microsoft.com/office/drawing/2014/main" id="{987274C3-35B4-8969-8C27-72F8FA7C1359}"/>
                </a:ext>
              </a:extLst>
            </p:cNvPr>
            <p:cNvSpPr/>
            <p:nvPr/>
          </p:nvSpPr>
          <p:spPr>
            <a:xfrm>
              <a:off x="4765861"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77" name="Freeform: Shape 676">
              <a:extLst>
                <a:ext uri="{FF2B5EF4-FFF2-40B4-BE49-F238E27FC236}">
                  <a16:creationId xmlns:a16="http://schemas.microsoft.com/office/drawing/2014/main" id="{8AD76FE3-061D-F972-5726-8CB504F1B61F}"/>
                </a:ext>
              </a:extLst>
            </p:cNvPr>
            <p:cNvSpPr/>
            <p:nvPr/>
          </p:nvSpPr>
          <p:spPr>
            <a:xfrm>
              <a:off x="4880117"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78" name="Freeform: Shape 677">
              <a:extLst>
                <a:ext uri="{FF2B5EF4-FFF2-40B4-BE49-F238E27FC236}">
                  <a16:creationId xmlns:a16="http://schemas.microsoft.com/office/drawing/2014/main" id="{FC8A76D5-14D2-C474-E83B-03F96EFFBBF2}"/>
                </a:ext>
              </a:extLst>
            </p:cNvPr>
            <p:cNvSpPr/>
            <p:nvPr/>
          </p:nvSpPr>
          <p:spPr>
            <a:xfrm>
              <a:off x="4994373"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79" name="Freeform: Shape 678">
              <a:extLst>
                <a:ext uri="{FF2B5EF4-FFF2-40B4-BE49-F238E27FC236}">
                  <a16:creationId xmlns:a16="http://schemas.microsoft.com/office/drawing/2014/main" id="{81B94AED-3E27-F846-C060-5E81B2E2BD13}"/>
                </a:ext>
              </a:extLst>
            </p:cNvPr>
            <p:cNvSpPr/>
            <p:nvPr/>
          </p:nvSpPr>
          <p:spPr>
            <a:xfrm>
              <a:off x="5108629"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80" name="Freeform: Shape 679">
              <a:extLst>
                <a:ext uri="{FF2B5EF4-FFF2-40B4-BE49-F238E27FC236}">
                  <a16:creationId xmlns:a16="http://schemas.microsoft.com/office/drawing/2014/main" id="{EEE787A0-9014-75A6-B53B-90AC890B7D37}"/>
                </a:ext>
              </a:extLst>
            </p:cNvPr>
            <p:cNvSpPr/>
            <p:nvPr/>
          </p:nvSpPr>
          <p:spPr>
            <a:xfrm>
              <a:off x="5222840"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81" name="Freeform: Shape 680">
              <a:extLst>
                <a:ext uri="{FF2B5EF4-FFF2-40B4-BE49-F238E27FC236}">
                  <a16:creationId xmlns:a16="http://schemas.microsoft.com/office/drawing/2014/main" id="{84B6A28A-747E-35CF-4584-809CF0546AD7}"/>
                </a:ext>
              </a:extLst>
            </p:cNvPr>
            <p:cNvSpPr/>
            <p:nvPr/>
          </p:nvSpPr>
          <p:spPr>
            <a:xfrm>
              <a:off x="5337096"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82" name="Freeform: Shape 681">
              <a:extLst>
                <a:ext uri="{FF2B5EF4-FFF2-40B4-BE49-F238E27FC236}">
                  <a16:creationId xmlns:a16="http://schemas.microsoft.com/office/drawing/2014/main" id="{67366A68-AAF7-4E3F-8B29-9C86790C5081}"/>
                </a:ext>
              </a:extLst>
            </p:cNvPr>
            <p:cNvSpPr/>
            <p:nvPr/>
          </p:nvSpPr>
          <p:spPr>
            <a:xfrm>
              <a:off x="5451352"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83" name="Freeform: Shape 682">
              <a:extLst>
                <a:ext uri="{FF2B5EF4-FFF2-40B4-BE49-F238E27FC236}">
                  <a16:creationId xmlns:a16="http://schemas.microsoft.com/office/drawing/2014/main" id="{732312A7-1B53-6168-07CF-AC75B9E9B488}"/>
                </a:ext>
              </a:extLst>
            </p:cNvPr>
            <p:cNvSpPr/>
            <p:nvPr/>
          </p:nvSpPr>
          <p:spPr>
            <a:xfrm>
              <a:off x="5565608"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84" name="Freeform: Shape 683">
              <a:extLst>
                <a:ext uri="{FF2B5EF4-FFF2-40B4-BE49-F238E27FC236}">
                  <a16:creationId xmlns:a16="http://schemas.microsoft.com/office/drawing/2014/main" id="{286F1350-FB6B-702C-7F84-D5268D721C1F}"/>
                </a:ext>
              </a:extLst>
            </p:cNvPr>
            <p:cNvSpPr/>
            <p:nvPr/>
          </p:nvSpPr>
          <p:spPr>
            <a:xfrm>
              <a:off x="5679863"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85" name="Freeform: Shape 684">
              <a:extLst>
                <a:ext uri="{FF2B5EF4-FFF2-40B4-BE49-F238E27FC236}">
                  <a16:creationId xmlns:a16="http://schemas.microsoft.com/office/drawing/2014/main" id="{78672369-D99C-6482-E36B-EC75525027EE}"/>
                </a:ext>
              </a:extLst>
            </p:cNvPr>
            <p:cNvSpPr/>
            <p:nvPr/>
          </p:nvSpPr>
          <p:spPr>
            <a:xfrm>
              <a:off x="5794119"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86" name="Freeform: Shape 685">
              <a:extLst>
                <a:ext uri="{FF2B5EF4-FFF2-40B4-BE49-F238E27FC236}">
                  <a16:creationId xmlns:a16="http://schemas.microsoft.com/office/drawing/2014/main" id="{080D3EA0-8E38-56F4-4679-598EC94F9A5B}"/>
                </a:ext>
              </a:extLst>
            </p:cNvPr>
            <p:cNvSpPr/>
            <p:nvPr/>
          </p:nvSpPr>
          <p:spPr>
            <a:xfrm>
              <a:off x="5908375"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87" name="Freeform: Shape 686">
              <a:extLst>
                <a:ext uri="{FF2B5EF4-FFF2-40B4-BE49-F238E27FC236}">
                  <a16:creationId xmlns:a16="http://schemas.microsoft.com/office/drawing/2014/main" id="{7265F4A0-BA49-3594-F476-D47CB5D616CF}"/>
                </a:ext>
              </a:extLst>
            </p:cNvPr>
            <p:cNvSpPr/>
            <p:nvPr/>
          </p:nvSpPr>
          <p:spPr>
            <a:xfrm>
              <a:off x="6022631"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88" name="Freeform: Shape 687">
              <a:extLst>
                <a:ext uri="{FF2B5EF4-FFF2-40B4-BE49-F238E27FC236}">
                  <a16:creationId xmlns:a16="http://schemas.microsoft.com/office/drawing/2014/main" id="{1E8660D6-A236-1B4D-8BC7-3527DA142924}"/>
                </a:ext>
              </a:extLst>
            </p:cNvPr>
            <p:cNvSpPr/>
            <p:nvPr/>
          </p:nvSpPr>
          <p:spPr>
            <a:xfrm>
              <a:off x="6136886"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89" name="Freeform: Shape 688">
              <a:extLst>
                <a:ext uri="{FF2B5EF4-FFF2-40B4-BE49-F238E27FC236}">
                  <a16:creationId xmlns:a16="http://schemas.microsoft.com/office/drawing/2014/main" id="{50571425-BD61-FE59-6A05-9A87B88084BE}"/>
                </a:ext>
              </a:extLst>
            </p:cNvPr>
            <p:cNvSpPr/>
            <p:nvPr/>
          </p:nvSpPr>
          <p:spPr>
            <a:xfrm>
              <a:off x="6251142"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90" name="Freeform: Shape 689">
              <a:extLst>
                <a:ext uri="{FF2B5EF4-FFF2-40B4-BE49-F238E27FC236}">
                  <a16:creationId xmlns:a16="http://schemas.microsoft.com/office/drawing/2014/main" id="{E693419F-00FC-5B6B-0340-A58736E096A9}"/>
                </a:ext>
              </a:extLst>
            </p:cNvPr>
            <p:cNvSpPr/>
            <p:nvPr/>
          </p:nvSpPr>
          <p:spPr>
            <a:xfrm>
              <a:off x="6365398"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91" name="Freeform: Shape 690">
              <a:extLst>
                <a:ext uri="{FF2B5EF4-FFF2-40B4-BE49-F238E27FC236}">
                  <a16:creationId xmlns:a16="http://schemas.microsoft.com/office/drawing/2014/main" id="{7E736796-5A17-BCAA-2848-3C7024C6885A}"/>
                </a:ext>
              </a:extLst>
            </p:cNvPr>
            <p:cNvSpPr/>
            <p:nvPr/>
          </p:nvSpPr>
          <p:spPr>
            <a:xfrm>
              <a:off x="6479610"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92" name="Freeform: Shape 691">
              <a:extLst>
                <a:ext uri="{FF2B5EF4-FFF2-40B4-BE49-F238E27FC236}">
                  <a16:creationId xmlns:a16="http://schemas.microsoft.com/office/drawing/2014/main" id="{B4396162-78D3-CF81-60AE-7927B21D62F8}"/>
                </a:ext>
              </a:extLst>
            </p:cNvPr>
            <p:cNvSpPr/>
            <p:nvPr/>
          </p:nvSpPr>
          <p:spPr>
            <a:xfrm>
              <a:off x="6593865"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93" name="Freeform: Shape 692">
              <a:extLst>
                <a:ext uri="{FF2B5EF4-FFF2-40B4-BE49-F238E27FC236}">
                  <a16:creationId xmlns:a16="http://schemas.microsoft.com/office/drawing/2014/main" id="{4B469336-6B9F-C1EA-26D0-F1592E5996CD}"/>
                </a:ext>
              </a:extLst>
            </p:cNvPr>
            <p:cNvSpPr/>
            <p:nvPr/>
          </p:nvSpPr>
          <p:spPr>
            <a:xfrm>
              <a:off x="6708121" y="171790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94" name="Freeform: Shape 693">
              <a:extLst>
                <a:ext uri="{FF2B5EF4-FFF2-40B4-BE49-F238E27FC236}">
                  <a16:creationId xmlns:a16="http://schemas.microsoft.com/office/drawing/2014/main" id="{1ADF58A6-6246-6DDE-EB07-E7140C3FAFB7}"/>
                </a:ext>
              </a:extLst>
            </p:cNvPr>
            <p:cNvSpPr/>
            <p:nvPr/>
          </p:nvSpPr>
          <p:spPr>
            <a:xfrm>
              <a:off x="6822377"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95" name="Freeform: Shape 694">
              <a:extLst>
                <a:ext uri="{FF2B5EF4-FFF2-40B4-BE49-F238E27FC236}">
                  <a16:creationId xmlns:a16="http://schemas.microsoft.com/office/drawing/2014/main" id="{E9E44313-F88A-749E-2817-285F26CB5D70}"/>
                </a:ext>
              </a:extLst>
            </p:cNvPr>
            <p:cNvSpPr/>
            <p:nvPr/>
          </p:nvSpPr>
          <p:spPr>
            <a:xfrm>
              <a:off x="6936633"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96" name="Freeform: Shape 695">
              <a:extLst>
                <a:ext uri="{FF2B5EF4-FFF2-40B4-BE49-F238E27FC236}">
                  <a16:creationId xmlns:a16="http://schemas.microsoft.com/office/drawing/2014/main" id="{6D43F6C7-BF5A-C6C3-1E0D-C4CBC031EBE6}"/>
                </a:ext>
              </a:extLst>
            </p:cNvPr>
            <p:cNvSpPr/>
            <p:nvPr/>
          </p:nvSpPr>
          <p:spPr>
            <a:xfrm>
              <a:off x="7050888" y="171790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97" name="Freeform: Shape 696">
              <a:extLst>
                <a:ext uri="{FF2B5EF4-FFF2-40B4-BE49-F238E27FC236}">
                  <a16:creationId xmlns:a16="http://schemas.microsoft.com/office/drawing/2014/main" id="{F8B6464C-B945-B7D8-B498-983CA2446CAA}"/>
                </a:ext>
              </a:extLst>
            </p:cNvPr>
            <p:cNvSpPr/>
            <p:nvPr/>
          </p:nvSpPr>
          <p:spPr>
            <a:xfrm>
              <a:off x="7165144"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98" name="Freeform: Shape 697">
              <a:extLst>
                <a:ext uri="{FF2B5EF4-FFF2-40B4-BE49-F238E27FC236}">
                  <a16:creationId xmlns:a16="http://schemas.microsoft.com/office/drawing/2014/main" id="{562732F8-A7EE-B17E-802D-BDFBC2A75345}"/>
                </a:ext>
              </a:extLst>
            </p:cNvPr>
            <p:cNvSpPr/>
            <p:nvPr/>
          </p:nvSpPr>
          <p:spPr>
            <a:xfrm>
              <a:off x="2366578"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699" name="Freeform: Shape 698">
              <a:extLst>
                <a:ext uri="{FF2B5EF4-FFF2-40B4-BE49-F238E27FC236}">
                  <a16:creationId xmlns:a16="http://schemas.microsoft.com/office/drawing/2014/main" id="{194FFDED-D071-A9DB-695E-B570F6C0A4DC}"/>
                </a:ext>
              </a:extLst>
            </p:cNvPr>
            <p:cNvSpPr/>
            <p:nvPr/>
          </p:nvSpPr>
          <p:spPr>
            <a:xfrm>
              <a:off x="2480790"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00" name="Freeform: Shape 699">
              <a:extLst>
                <a:ext uri="{FF2B5EF4-FFF2-40B4-BE49-F238E27FC236}">
                  <a16:creationId xmlns:a16="http://schemas.microsoft.com/office/drawing/2014/main" id="{95095602-7CA8-6752-D451-2DCE4F0D1FCF}"/>
                </a:ext>
              </a:extLst>
            </p:cNvPr>
            <p:cNvSpPr/>
            <p:nvPr/>
          </p:nvSpPr>
          <p:spPr>
            <a:xfrm>
              <a:off x="2595046"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01" name="Freeform: Shape 700">
              <a:extLst>
                <a:ext uri="{FF2B5EF4-FFF2-40B4-BE49-F238E27FC236}">
                  <a16:creationId xmlns:a16="http://schemas.microsoft.com/office/drawing/2014/main" id="{F5EAD84A-6D75-E86D-6FA8-36DA32AAA2F6}"/>
                </a:ext>
              </a:extLst>
            </p:cNvPr>
            <p:cNvSpPr/>
            <p:nvPr/>
          </p:nvSpPr>
          <p:spPr>
            <a:xfrm>
              <a:off x="2709301"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02" name="Freeform: Shape 701">
              <a:extLst>
                <a:ext uri="{FF2B5EF4-FFF2-40B4-BE49-F238E27FC236}">
                  <a16:creationId xmlns:a16="http://schemas.microsoft.com/office/drawing/2014/main" id="{DDC44374-5255-2D01-2613-6187D47BA007}"/>
                </a:ext>
              </a:extLst>
            </p:cNvPr>
            <p:cNvSpPr/>
            <p:nvPr/>
          </p:nvSpPr>
          <p:spPr>
            <a:xfrm>
              <a:off x="2823557"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03" name="Freeform: Shape 702">
              <a:extLst>
                <a:ext uri="{FF2B5EF4-FFF2-40B4-BE49-F238E27FC236}">
                  <a16:creationId xmlns:a16="http://schemas.microsoft.com/office/drawing/2014/main" id="{2403578D-6C48-49F6-AC3E-38D26FDA83EC}"/>
                </a:ext>
              </a:extLst>
            </p:cNvPr>
            <p:cNvSpPr/>
            <p:nvPr/>
          </p:nvSpPr>
          <p:spPr>
            <a:xfrm>
              <a:off x="2937813"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04" name="Freeform: Shape 703">
              <a:extLst>
                <a:ext uri="{FF2B5EF4-FFF2-40B4-BE49-F238E27FC236}">
                  <a16:creationId xmlns:a16="http://schemas.microsoft.com/office/drawing/2014/main" id="{E5F8C2AB-4E6D-7F41-65F6-4C75F3F29CF3}"/>
                </a:ext>
              </a:extLst>
            </p:cNvPr>
            <p:cNvSpPr/>
            <p:nvPr/>
          </p:nvSpPr>
          <p:spPr>
            <a:xfrm>
              <a:off x="3052069"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05" name="Freeform: Shape 704">
              <a:extLst>
                <a:ext uri="{FF2B5EF4-FFF2-40B4-BE49-F238E27FC236}">
                  <a16:creationId xmlns:a16="http://schemas.microsoft.com/office/drawing/2014/main" id="{99611CED-5801-AD95-42F4-DE62FB8B0547}"/>
                </a:ext>
              </a:extLst>
            </p:cNvPr>
            <p:cNvSpPr/>
            <p:nvPr/>
          </p:nvSpPr>
          <p:spPr>
            <a:xfrm>
              <a:off x="3166325"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06" name="Freeform: Shape 705">
              <a:extLst>
                <a:ext uri="{FF2B5EF4-FFF2-40B4-BE49-F238E27FC236}">
                  <a16:creationId xmlns:a16="http://schemas.microsoft.com/office/drawing/2014/main" id="{142E464E-88C7-9BBF-9FC5-783E9588DFC3}"/>
                </a:ext>
              </a:extLst>
            </p:cNvPr>
            <p:cNvSpPr/>
            <p:nvPr/>
          </p:nvSpPr>
          <p:spPr>
            <a:xfrm>
              <a:off x="3280580"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07" name="Freeform: Shape 706">
              <a:extLst>
                <a:ext uri="{FF2B5EF4-FFF2-40B4-BE49-F238E27FC236}">
                  <a16:creationId xmlns:a16="http://schemas.microsoft.com/office/drawing/2014/main" id="{D2E6AD48-5C10-E712-2BEA-907D028A8F56}"/>
                </a:ext>
              </a:extLst>
            </p:cNvPr>
            <p:cNvSpPr/>
            <p:nvPr/>
          </p:nvSpPr>
          <p:spPr>
            <a:xfrm>
              <a:off x="3394836"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08" name="Freeform: Shape 707">
              <a:extLst>
                <a:ext uri="{FF2B5EF4-FFF2-40B4-BE49-F238E27FC236}">
                  <a16:creationId xmlns:a16="http://schemas.microsoft.com/office/drawing/2014/main" id="{B34AF1D0-892F-1B11-EB29-C508CE6EB24D}"/>
                </a:ext>
              </a:extLst>
            </p:cNvPr>
            <p:cNvSpPr/>
            <p:nvPr/>
          </p:nvSpPr>
          <p:spPr>
            <a:xfrm>
              <a:off x="3509092"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09" name="Freeform: Shape 708">
              <a:extLst>
                <a:ext uri="{FF2B5EF4-FFF2-40B4-BE49-F238E27FC236}">
                  <a16:creationId xmlns:a16="http://schemas.microsoft.com/office/drawing/2014/main" id="{C8460819-A202-28C4-BECB-CD98C87AE5BF}"/>
                </a:ext>
              </a:extLst>
            </p:cNvPr>
            <p:cNvSpPr/>
            <p:nvPr/>
          </p:nvSpPr>
          <p:spPr>
            <a:xfrm>
              <a:off x="3623348"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10" name="Freeform: Shape 709">
              <a:extLst>
                <a:ext uri="{FF2B5EF4-FFF2-40B4-BE49-F238E27FC236}">
                  <a16:creationId xmlns:a16="http://schemas.microsoft.com/office/drawing/2014/main" id="{069BC723-12E3-34F2-7E36-C591C12CCF6C}"/>
                </a:ext>
              </a:extLst>
            </p:cNvPr>
            <p:cNvSpPr/>
            <p:nvPr/>
          </p:nvSpPr>
          <p:spPr>
            <a:xfrm>
              <a:off x="3737603"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11" name="Freeform: Shape 710">
              <a:extLst>
                <a:ext uri="{FF2B5EF4-FFF2-40B4-BE49-F238E27FC236}">
                  <a16:creationId xmlns:a16="http://schemas.microsoft.com/office/drawing/2014/main" id="{0F8E988D-2D63-E91A-A768-E66292C2FBD4}"/>
                </a:ext>
              </a:extLst>
            </p:cNvPr>
            <p:cNvSpPr/>
            <p:nvPr/>
          </p:nvSpPr>
          <p:spPr>
            <a:xfrm>
              <a:off x="3851815"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12" name="Freeform: Shape 711">
              <a:extLst>
                <a:ext uri="{FF2B5EF4-FFF2-40B4-BE49-F238E27FC236}">
                  <a16:creationId xmlns:a16="http://schemas.microsoft.com/office/drawing/2014/main" id="{779605A8-67DF-B385-EE15-24885D3EA14A}"/>
                </a:ext>
              </a:extLst>
            </p:cNvPr>
            <p:cNvSpPr/>
            <p:nvPr/>
          </p:nvSpPr>
          <p:spPr>
            <a:xfrm>
              <a:off x="3966071"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13" name="Freeform: Shape 712">
              <a:extLst>
                <a:ext uri="{FF2B5EF4-FFF2-40B4-BE49-F238E27FC236}">
                  <a16:creationId xmlns:a16="http://schemas.microsoft.com/office/drawing/2014/main" id="{4C123048-3AB5-252C-96D1-FB29EAAF50A0}"/>
                </a:ext>
              </a:extLst>
            </p:cNvPr>
            <p:cNvSpPr/>
            <p:nvPr/>
          </p:nvSpPr>
          <p:spPr>
            <a:xfrm>
              <a:off x="4080327"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14" name="Freeform: Shape 713">
              <a:extLst>
                <a:ext uri="{FF2B5EF4-FFF2-40B4-BE49-F238E27FC236}">
                  <a16:creationId xmlns:a16="http://schemas.microsoft.com/office/drawing/2014/main" id="{A3665A19-9F42-3EBF-F9A4-E7689AB2C0C1}"/>
                </a:ext>
              </a:extLst>
            </p:cNvPr>
            <p:cNvSpPr/>
            <p:nvPr/>
          </p:nvSpPr>
          <p:spPr>
            <a:xfrm>
              <a:off x="4194582"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15" name="Freeform: Shape 714">
              <a:extLst>
                <a:ext uri="{FF2B5EF4-FFF2-40B4-BE49-F238E27FC236}">
                  <a16:creationId xmlns:a16="http://schemas.microsoft.com/office/drawing/2014/main" id="{63D680F7-626D-9588-1E56-63E47E4BE39F}"/>
                </a:ext>
              </a:extLst>
            </p:cNvPr>
            <p:cNvSpPr/>
            <p:nvPr/>
          </p:nvSpPr>
          <p:spPr>
            <a:xfrm>
              <a:off x="4308838"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16" name="Freeform: Shape 715">
              <a:extLst>
                <a:ext uri="{FF2B5EF4-FFF2-40B4-BE49-F238E27FC236}">
                  <a16:creationId xmlns:a16="http://schemas.microsoft.com/office/drawing/2014/main" id="{F32C8D02-B1A1-2ADC-F415-1978A761C754}"/>
                </a:ext>
              </a:extLst>
            </p:cNvPr>
            <p:cNvSpPr/>
            <p:nvPr/>
          </p:nvSpPr>
          <p:spPr>
            <a:xfrm>
              <a:off x="4423094"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17" name="Freeform: Shape 716">
              <a:extLst>
                <a:ext uri="{FF2B5EF4-FFF2-40B4-BE49-F238E27FC236}">
                  <a16:creationId xmlns:a16="http://schemas.microsoft.com/office/drawing/2014/main" id="{FEE42732-81FD-C6CA-56D0-2384CEEEE9C9}"/>
                </a:ext>
              </a:extLst>
            </p:cNvPr>
            <p:cNvSpPr/>
            <p:nvPr/>
          </p:nvSpPr>
          <p:spPr>
            <a:xfrm>
              <a:off x="4537350"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18" name="Freeform: Shape 717">
              <a:extLst>
                <a:ext uri="{FF2B5EF4-FFF2-40B4-BE49-F238E27FC236}">
                  <a16:creationId xmlns:a16="http://schemas.microsoft.com/office/drawing/2014/main" id="{B009A16F-AC11-B103-8620-CC3287BF3F95}"/>
                </a:ext>
              </a:extLst>
            </p:cNvPr>
            <p:cNvSpPr/>
            <p:nvPr/>
          </p:nvSpPr>
          <p:spPr>
            <a:xfrm>
              <a:off x="4651605"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19" name="Freeform: Shape 718">
              <a:extLst>
                <a:ext uri="{FF2B5EF4-FFF2-40B4-BE49-F238E27FC236}">
                  <a16:creationId xmlns:a16="http://schemas.microsoft.com/office/drawing/2014/main" id="{C385A288-3DC2-9E43-DA9C-4A7149B90BED}"/>
                </a:ext>
              </a:extLst>
            </p:cNvPr>
            <p:cNvSpPr/>
            <p:nvPr/>
          </p:nvSpPr>
          <p:spPr>
            <a:xfrm>
              <a:off x="4765861"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20" name="Freeform: Shape 719">
              <a:extLst>
                <a:ext uri="{FF2B5EF4-FFF2-40B4-BE49-F238E27FC236}">
                  <a16:creationId xmlns:a16="http://schemas.microsoft.com/office/drawing/2014/main" id="{005521B9-A636-1A40-8638-B74C02D613A9}"/>
                </a:ext>
              </a:extLst>
            </p:cNvPr>
            <p:cNvSpPr/>
            <p:nvPr/>
          </p:nvSpPr>
          <p:spPr>
            <a:xfrm>
              <a:off x="4880117"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21" name="Freeform: Shape 720">
              <a:extLst>
                <a:ext uri="{FF2B5EF4-FFF2-40B4-BE49-F238E27FC236}">
                  <a16:creationId xmlns:a16="http://schemas.microsoft.com/office/drawing/2014/main" id="{9AC9841F-85D4-77E7-2FF4-62850566B6C9}"/>
                </a:ext>
              </a:extLst>
            </p:cNvPr>
            <p:cNvSpPr/>
            <p:nvPr/>
          </p:nvSpPr>
          <p:spPr>
            <a:xfrm>
              <a:off x="4994373"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22" name="Freeform: Shape 721">
              <a:extLst>
                <a:ext uri="{FF2B5EF4-FFF2-40B4-BE49-F238E27FC236}">
                  <a16:creationId xmlns:a16="http://schemas.microsoft.com/office/drawing/2014/main" id="{FB02440C-E880-926A-AEC3-6EDF20E4450A}"/>
                </a:ext>
              </a:extLst>
            </p:cNvPr>
            <p:cNvSpPr/>
            <p:nvPr/>
          </p:nvSpPr>
          <p:spPr>
            <a:xfrm>
              <a:off x="5108629"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23" name="Freeform: Shape 722">
              <a:extLst>
                <a:ext uri="{FF2B5EF4-FFF2-40B4-BE49-F238E27FC236}">
                  <a16:creationId xmlns:a16="http://schemas.microsoft.com/office/drawing/2014/main" id="{E9C08390-7C1E-31EB-CA99-8C5A83E37BDE}"/>
                </a:ext>
              </a:extLst>
            </p:cNvPr>
            <p:cNvSpPr/>
            <p:nvPr/>
          </p:nvSpPr>
          <p:spPr>
            <a:xfrm>
              <a:off x="5222840"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24" name="Freeform: Shape 723">
              <a:extLst>
                <a:ext uri="{FF2B5EF4-FFF2-40B4-BE49-F238E27FC236}">
                  <a16:creationId xmlns:a16="http://schemas.microsoft.com/office/drawing/2014/main" id="{2941479E-21AA-1A6B-FF08-52D67F5B31C4}"/>
                </a:ext>
              </a:extLst>
            </p:cNvPr>
            <p:cNvSpPr/>
            <p:nvPr/>
          </p:nvSpPr>
          <p:spPr>
            <a:xfrm>
              <a:off x="5337096"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25" name="Freeform: Shape 724">
              <a:extLst>
                <a:ext uri="{FF2B5EF4-FFF2-40B4-BE49-F238E27FC236}">
                  <a16:creationId xmlns:a16="http://schemas.microsoft.com/office/drawing/2014/main" id="{3CC6C677-EA30-4873-20E2-C14D9B7E7207}"/>
                </a:ext>
              </a:extLst>
            </p:cNvPr>
            <p:cNvSpPr/>
            <p:nvPr/>
          </p:nvSpPr>
          <p:spPr>
            <a:xfrm>
              <a:off x="5451352"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26" name="Freeform: Shape 725">
              <a:extLst>
                <a:ext uri="{FF2B5EF4-FFF2-40B4-BE49-F238E27FC236}">
                  <a16:creationId xmlns:a16="http://schemas.microsoft.com/office/drawing/2014/main" id="{EE019772-F445-BFFD-895E-A02521228F70}"/>
                </a:ext>
              </a:extLst>
            </p:cNvPr>
            <p:cNvSpPr/>
            <p:nvPr/>
          </p:nvSpPr>
          <p:spPr>
            <a:xfrm>
              <a:off x="5565608"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27" name="Freeform: Shape 726">
              <a:extLst>
                <a:ext uri="{FF2B5EF4-FFF2-40B4-BE49-F238E27FC236}">
                  <a16:creationId xmlns:a16="http://schemas.microsoft.com/office/drawing/2014/main" id="{BE0FA438-C7CD-D46C-C3DC-7418E03F49F1}"/>
                </a:ext>
              </a:extLst>
            </p:cNvPr>
            <p:cNvSpPr/>
            <p:nvPr/>
          </p:nvSpPr>
          <p:spPr>
            <a:xfrm>
              <a:off x="5679863"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28" name="Freeform: Shape 727">
              <a:extLst>
                <a:ext uri="{FF2B5EF4-FFF2-40B4-BE49-F238E27FC236}">
                  <a16:creationId xmlns:a16="http://schemas.microsoft.com/office/drawing/2014/main" id="{EC6BB22D-7317-3CA0-8EB2-8DA4D0EF3424}"/>
                </a:ext>
              </a:extLst>
            </p:cNvPr>
            <p:cNvSpPr/>
            <p:nvPr/>
          </p:nvSpPr>
          <p:spPr>
            <a:xfrm>
              <a:off x="5794119"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29" name="Freeform: Shape 728">
              <a:extLst>
                <a:ext uri="{FF2B5EF4-FFF2-40B4-BE49-F238E27FC236}">
                  <a16:creationId xmlns:a16="http://schemas.microsoft.com/office/drawing/2014/main" id="{2DF27F3A-824C-2847-98A0-C60CCDFBA22A}"/>
                </a:ext>
              </a:extLst>
            </p:cNvPr>
            <p:cNvSpPr/>
            <p:nvPr/>
          </p:nvSpPr>
          <p:spPr>
            <a:xfrm>
              <a:off x="5908375"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30" name="Freeform: Shape 729">
              <a:extLst>
                <a:ext uri="{FF2B5EF4-FFF2-40B4-BE49-F238E27FC236}">
                  <a16:creationId xmlns:a16="http://schemas.microsoft.com/office/drawing/2014/main" id="{855F84EE-225E-BF60-F56C-7AB2AF932774}"/>
                </a:ext>
              </a:extLst>
            </p:cNvPr>
            <p:cNvSpPr/>
            <p:nvPr/>
          </p:nvSpPr>
          <p:spPr>
            <a:xfrm>
              <a:off x="6022631"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31" name="Freeform: Shape 730">
              <a:extLst>
                <a:ext uri="{FF2B5EF4-FFF2-40B4-BE49-F238E27FC236}">
                  <a16:creationId xmlns:a16="http://schemas.microsoft.com/office/drawing/2014/main" id="{48CA6117-20CB-4D5E-07CE-B59CA19DD146}"/>
                </a:ext>
              </a:extLst>
            </p:cNvPr>
            <p:cNvSpPr/>
            <p:nvPr/>
          </p:nvSpPr>
          <p:spPr>
            <a:xfrm>
              <a:off x="6136886"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32" name="Freeform: Shape 731">
              <a:extLst>
                <a:ext uri="{FF2B5EF4-FFF2-40B4-BE49-F238E27FC236}">
                  <a16:creationId xmlns:a16="http://schemas.microsoft.com/office/drawing/2014/main" id="{321505A1-D0C4-EF5B-B715-6FC64C6FF91C}"/>
                </a:ext>
              </a:extLst>
            </p:cNvPr>
            <p:cNvSpPr/>
            <p:nvPr/>
          </p:nvSpPr>
          <p:spPr>
            <a:xfrm>
              <a:off x="6251142"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33" name="Freeform: Shape 732">
              <a:extLst>
                <a:ext uri="{FF2B5EF4-FFF2-40B4-BE49-F238E27FC236}">
                  <a16:creationId xmlns:a16="http://schemas.microsoft.com/office/drawing/2014/main" id="{8D9C0225-7502-80DC-F605-1409DAC5F67E}"/>
                </a:ext>
              </a:extLst>
            </p:cNvPr>
            <p:cNvSpPr/>
            <p:nvPr/>
          </p:nvSpPr>
          <p:spPr>
            <a:xfrm>
              <a:off x="6365398"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34" name="Freeform: Shape 733">
              <a:extLst>
                <a:ext uri="{FF2B5EF4-FFF2-40B4-BE49-F238E27FC236}">
                  <a16:creationId xmlns:a16="http://schemas.microsoft.com/office/drawing/2014/main" id="{68817DD3-C2A2-8C94-949A-36F48280A450}"/>
                </a:ext>
              </a:extLst>
            </p:cNvPr>
            <p:cNvSpPr/>
            <p:nvPr/>
          </p:nvSpPr>
          <p:spPr>
            <a:xfrm>
              <a:off x="6479610"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35" name="Freeform: Shape 734">
              <a:extLst>
                <a:ext uri="{FF2B5EF4-FFF2-40B4-BE49-F238E27FC236}">
                  <a16:creationId xmlns:a16="http://schemas.microsoft.com/office/drawing/2014/main" id="{894B3509-2E93-96A3-D526-072CFA6FAEF7}"/>
                </a:ext>
              </a:extLst>
            </p:cNvPr>
            <p:cNvSpPr/>
            <p:nvPr/>
          </p:nvSpPr>
          <p:spPr>
            <a:xfrm>
              <a:off x="6593865"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36" name="Freeform: Shape 735">
              <a:extLst>
                <a:ext uri="{FF2B5EF4-FFF2-40B4-BE49-F238E27FC236}">
                  <a16:creationId xmlns:a16="http://schemas.microsoft.com/office/drawing/2014/main" id="{D95A6242-B34D-A5B0-7FD3-83CCBA8B2663}"/>
                </a:ext>
              </a:extLst>
            </p:cNvPr>
            <p:cNvSpPr/>
            <p:nvPr/>
          </p:nvSpPr>
          <p:spPr>
            <a:xfrm>
              <a:off x="6708121" y="183216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37" name="Freeform: Shape 736">
              <a:extLst>
                <a:ext uri="{FF2B5EF4-FFF2-40B4-BE49-F238E27FC236}">
                  <a16:creationId xmlns:a16="http://schemas.microsoft.com/office/drawing/2014/main" id="{7CD185F9-9B5E-A566-EAA0-46EDF3C9450B}"/>
                </a:ext>
              </a:extLst>
            </p:cNvPr>
            <p:cNvSpPr/>
            <p:nvPr/>
          </p:nvSpPr>
          <p:spPr>
            <a:xfrm>
              <a:off x="6822377"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38" name="Freeform: Shape 737">
              <a:extLst>
                <a:ext uri="{FF2B5EF4-FFF2-40B4-BE49-F238E27FC236}">
                  <a16:creationId xmlns:a16="http://schemas.microsoft.com/office/drawing/2014/main" id="{07958219-5984-E636-25D9-E100F015B2DB}"/>
                </a:ext>
              </a:extLst>
            </p:cNvPr>
            <p:cNvSpPr/>
            <p:nvPr/>
          </p:nvSpPr>
          <p:spPr>
            <a:xfrm>
              <a:off x="6936633"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39" name="Freeform: Shape 738">
              <a:extLst>
                <a:ext uri="{FF2B5EF4-FFF2-40B4-BE49-F238E27FC236}">
                  <a16:creationId xmlns:a16="http://schemas.microsoft.com/office/drawing/2014/main" id="{AC7B3649-5430-E147-3B33-727C4F6AAAAA}"/>
                </a:ext>
              </a:extLst>
            </p:cNvPr>
            <p:cNvSpPr/>
            <p:nvPr/>
          </p:nvSpPr>
          <p:spPr>
            <a:xfrm>
              <a:off x="7050888" y="183216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40" name="Freeform: Shape 739">
              <a:extLst>
                <a:ext uri="{FF2B5EF4-FFF2-40B4-BE49-F238E27FC236}">
                  <a16:creationId xmlns:a16="http://schemas.microsoft.com/office/drawing/2014/main" id="{4D6BCBAC-A6B5-DEF3-66E7-D2DD45A56A42}"/>
                </a:ext>
              </a:extLst>
            </p:cNvPr>
            <p:cNvSpPr/>
            <p:nvPr/>
          </p:nvSpPr>
          <p:spPr>
            <a:xfrm>
              <a:off x="7165144"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41" name="Freeform: Shape 740">
              <a:extLst>
                <a:ext uri="{FF2B5EF4-FFF2-40B4-BE49-F238E27FC236}">
                  <a16:creationId xmlns:a16="http://schemas.microsoft.com/office/drawing/2014/main" id="{E32BA38B-3F79-8AF1-73F9-2AFC4546CD8C}"/>
                </a:ext>
              </a:extLst>
            </p:cNvPr>
            <p:cNvSpPr/>
            <p:nvPr/>
          </p:nvSpPr>
          <p:spPr>
            <a:xfrm>
              <a:off x="2366578"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42" name="Freeform: Shape 741">
              <a:extLst>
                <a:ext uri="{FF2B5EF4-FFF2-40B4-BE49-F238E27FC236}">
                  <a16:creationId xmlns:a16="http://schemas.microsoft.com/office/drawing/2014/main" id="{E55DE30B-FE6D-574C-0D08-3B2B54ABC383}"/>
                </a:ext>
              </a:extLst>
            </p:cNvPr>
            <p:cNvSpPr/>
            <p:nvPr/>
          </p:nvSpPr>
          <p:spPr>
            <a:xfrm>
              <a:off x="2480790"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43" name="Freeform: Shape 742">
              <a:extLst>
                <a:ext uri="{FF2B5EF4-FFF2-40B4-BE49-F238E27FC236}">
                  <a16:creationId xmlns:a16="http://schemas.microsoft.com/office/drawing/2014/main" id="{C287178A-1BBF-00EC-DC33-F79D81927927}"/>
                </a:ext>
              </a:extLst>
            </p:cNvPr>
            <p:cNvSpPr/>
            <p:nvPr/>
          </p:nvSpPr>
          <p:spPr>
            <a:xfrm>
              <a:off x="2595046"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44" name="Freeform: Shape 743">
              <a:extLst>
                <a:ext uri="{FF2B5EF4-FFF2-40B4-BE49-F238E27FC236}">
                  <a16:creationId xmlns:a16="http://schemas.microsoft.com/office/drawing/2014/main" id="{518C7AC0-3752-4364-6077-249EB7C2693A}"/>
                </a:ext>
              </a:extLst>
            </p:cNvPr>
            <p:cNvSpPr/>
            <p:nvPr/>
          </p:nvSpPr>
          <p:spPr>
            <a:xfrm>
              <a:off x="2709301"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45" name="Freeform: Shape 744">
              <a:extLst>
                <a:ext uri="{FF2B5EF4-FFF2-40B4-BE49-F238E27FC236}">
                  <a16:creationId xmlns:a16="http://schemas.microsoft.com/office/drawing/2014/main" id="{B54E3536-4E81-B958-BD8C-833A1EA95C0C}"/>
                </a:ext>
              </a:extLst>
            </p:cNvPr>
            <p:cNvSpPr/>
            <p:nvPr/>
          </p:nvSpPr>
          <p:spPr>
            <a:xfrm>
              <a:off x="2823557"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46" name="Freeform: Shape 745">
              <a:extLst>
                <a:ext uri="{FF2B5EF4-FFF2-40B4-BE49-F238E27FC236}">
                  <a16:creationId xmlns:a16="http://schemas.microsoft.com/office/drawing/2014/main" id="{FB57E72A-2D74-3240-5FC9-8AEA7FA13DD8}"/>
                </a:ext>
              </a:extLst>
            </p:cNvPr>
            <p:cNvSpPr/>
            <p:nvPr/>
          </p:nvSpPr>
          <p:spPr>
            <a:xfrm>
              <a:off x="2937813"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47" name="Freeform: Shape 746">
              <a:extLst>
                <a:ext uri="{FF2B5EF4-FFF2-40B4-BE49-F238E27FC236}">
                  <a16:creationId xmlns:a16="http://schemas.microsoft.com/office/drawing/2014/main" id="{3B8BB1CF-48F6-579D-B8AD-85483C53AA62}"/>
                </a:ext>
              </a:extLst>
            </p:cNvPr>
            <p:cNvSpPr/>
            <p:nvPr/>
          </p:nvSpPr>
          <p:spPr>
            <a:xfrm>
              <a:off x="3052069"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48" name="Freeform: Shape 747">
              <a:extLst>
                <a:ext uri="{FF2B5EF4-FFF2-40B4-BE49-F238E27FC236}">
                  <a16:creationId xmlns:a16="http://schemas.microsoft.com/office/drawing/2014/main" id="{5042D1F5-3ADB-0312-5FE3-9148991D5074}"/>
                </a:ext>
              </a:extLst>
            </p:cNvPr>
            <p:cNvSpPr/>
            <p:nvPr/>
          </p:nvSpPr>
          <p:spPr>
            <a:xfrm>
              <a:off x="3166325"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49" name="Freeform: Shape 748">
              <a:extLst>
                <a:ext uri="{FF2B5EF4-FFF2-40B4-BE49-F238E27FC236}">
                  <a16:creationId xmlns:a16="http://schemas.microsoft.com/office/drawing/2014/main" id="{9937427E-11C2-B27C-1A3D-B1E901A03250}"/>
                </a:ext>
              </a:extLst>
            </p:cNvPr>
            <p:cNvSpPr/>
            <p:nvPr/>
          </p:nvSpPr>
          <p:spPr>
            <a:xfrm>
              <a:off x="3280580"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50" name="Freeform: Shape 749">
              <a:extLst>
                <a:ext uri="{FF2B5EF4-FFF2-40B4-BE49-F238E27FC236}">
                  <a16:creationId xmlns:a16="http://schemas.microsoft.com/office/drawing/2014/main" id="{CA82F0FC-8A9F-CB14-5DDB-0779D4C17380}"/>
                </a:ext>
              </a:extLst>
            </p:cNvPr>
            <p:cNvSpPr/>
            <p:nvPr/>
          </p:nvSpPr>
          <p:spPr>
            <a:xfrm>
              <a:off x="3394836"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51" name="Freeform: Shape 750">
              <a:extLst>
                <a:ext uri="{FF2B5EF4-FFF2-40B4-BE49-F238E27FC236}">
                  <a16:creationId xmlns:a16="http://schemas.microsoft.com/office/drawing/2014/main" id="{2D23B7F3-596E-6EEC-B1D4-DE7CA32B7180}"/>
                </a:ext>
              </a:extLst>
            </p:cNvPr>
            <p:cNvSpPr/>
            <p:nvPr/>
          </p:nvSpPr>
          <p:spPr>
            <a:xfrm>
              <a:off x="3509092"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52" name="Freeform: Shape 751">
              <a:extLst>
                <a:ext uri="{FF2B5EF4-FFF2-40B4-BE49-F238E27FC236}">
                  <a16:creationId xmlns:a16="http://schemas.microsoft.com/office/drawing/2014/main" id="{8D5505FF-DED0-484A-D664-89E44417CDF6}"/>
                </a:ext>
              </a:extLst>
            </p:cNvPr>
            <p:cNvSpPr/>
            <p:nvPr/>
          </p:nvSpPr>
          <p:spPr>
            <a:xfrm>
              <a:off x="3623348"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53" name="Freeform: Shape 752">
              <a:extLst>
                <a:ext uri="{FF2B5EF4-FFF2-40B4-BE49-F238E27FC236}">
                  <a16:creationId xmlns:a16="http://schemas.microsoft.com/office/drawing/2014/main" id="{2D0E7FDF-1316-CA7F-EF2E-BFF8D0AAE1DC}"/>
                </a:ext>
              </a:extLst>
            </p:cNvPr>
            <p:cNvSpPr/>
            <p:nvPr/>
          </p:nvSpPr>
          <p:spPr>
            <a:xfrm>
              <a:off x="3737603"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54" name="Freeform: Shape 753">
              <a:extLst>
                <a:ext uri="{FF2B5EF4-FFF2-40B4-BE49-F238E27FC236}">
                  <a16:creationId xmlns:a16="http://schemas.microsoft.com/office/drawing/2014/main" id="{1F11389A-D93B-D909-2FA3-C3C107BA409D}"/>
                </a:ext>
              </a:extLst>
            </p:cNvPr>
            <p:cNvSpPr/>
            <p:nvPr/>
          </p:nvSpPr>
          <p:spPr>
            <a:xfrm>
              <a:off x="3851815"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55" name="Freeform: Shape 754">
              <a:extLst>
                <a:ext uri="{FF2B5EF4-FFF2-40B4-BE49-F238E27FC236}">
                  <a16:creationId xmlns:a16="http://schemas.microsoft.com/office/drawing/2014/main" id="{DCBFEB76-0624-141F-F63F-673DD3664923}"/>
                </a:ext>
              </a:extLst>
            </p:cNvPr>
            <p:cNvSpPr/>
            <p:nvPr/>
          </p:nvSpPr>
          <p:spPr>
            <a:xfrm>
              <a:off x="3966071"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56" name="Freeform: Shape 755">
              <a:extLst>
                <a:ext uri="{FF2B5EF4-FFF2-40B4-BE49-F238E27FC236}">
                  <a16:creationId xmlns:a16="http://schemas.microsoft.com/office/drawing/2014/main" id="{B9FAD56B-66BF-AF43-0F5A-56BA9C9E4354}"/>
                </a:ext>
              </a:extLst>
            </p:cNvPr>
            <p:cNvSpPr/>
            <p:nvPr/>
          </p:nvSpPr>
          <p:spPr>
            <a:xfrm>
              <a:off x="4080327"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57" name="Freeform: Shape 756">
              <a:extLst>
                <a:ext uri="{FF2B5EF4-FFF2-40B4-BE49-F238E27FC236}">
                  <a16:creationId xmlns:a16="http://schemas.microsoft.com/office/drawing/2014/main" id="{1D395FBF-C534-D96B-E47A-D14F76DE60C5}"/>
                </a:ext>
              </a:extLst>
            </p:cNvPr>
            <p:cNvSpPr/>
            <p:nvPr/>
          </p:nvSpPr>
          <p:spPr>
            <a:xfrm>
              <a:off x="4194582"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58" name="Freeform: Shape 757">
              <a:extLst>
                <a:ext uri="{FF2B5EF4-FFF2-40B4-BE49-F238E27FC236}">
                  <a16:creationId xmlns:a16="http://schemas.microsoft.com/office/drawing/2014/main" id="{3CC66797-5066-2448-3F6A-7C055FB6CBE8}"/>
                </a:ext>
              </a:extLst>
            </p:cNvPr>
            <p:cNvSpPr/>
            <p:nvPr/>
          </p:nvSpPr>
          <p:spPr>
            <a:xfrm>
              <a:off x="4308838"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59" name="Freeform: Shape 758">
              <a:extLst>
                <a:ext uri="{FF2B5EF4-FFF2-40B4-BE49-F238E27FC236}">
                  <a16:creationId xmlns:a16="http://schemas.microsoft.com/office/drawing/2014/main" id="{CCC2ECDC-2777-9DE5-018A-0AB0C30A42E0}"/>
                </a:ext>
              </a:extLst>
            </p:cNvPr>
            <p:cNvSpPr/>
            <p:nvPr/>
          </p:nvSpPr>
          <p:spPr>
            <a:xfrm>
              <a:off x="4423094"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60" name="Freeform: Shape 759">
              <a:extLst>
                <a:ext uri="{FF2B5EF4-FFF2-40B4-BE49-F238E27FC236}">
                  <a16:creationId xmlns:a16="http://schemas.microsoft.com/office/drawing/2014/main" id="{E0FBBFC0-4D37-3B06-F42D-0FDA85DDDE70}"/>
                </a:ext>
              </a:extLst>
            </p:cNvPr>
            <p:cNvSpPr/>
            <p:nvPr/>
          </p:nvSpPr>
          <p:spPr>
            <a:xfrm>
              <a:off x="4537350"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61" name="Freeform: Shape 760">
              <a:extLst>
                <a:ext uri="{FF2B5EF4-FFF2-40B4-BE49-F238E27FC236}">
                  <a16:creationId xmlns:a16="http://schemas.microsoft.com/office/drawing/2014/main" id="{968D3438-648C-A6F2-9687-C34741B0B0D7}"/>
                </a:ext>
              </a:extLst>
            </p:cNvPr>
            <p:cNvSpPr/>
            <p:nvPr/>
          </p:nvSpPr>
          <p:spPr>
            <a:xfrm>
              <a:off x="4651605"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62" name="Freeform: Shape 761">
              <a:extLst>
                <a:ext uri="{FF2B5EF4-FFF2-40B4-BE49-F238E27FC236}">
                  <a16:creationId xmlns:a16="http://schemas.microsoft.com/office/drawing/2014/main" id="{85C38F40-9896-C51A-D420-6E0B4A60E205}"/>
                </a:ext>
              </a:extLst>
            </p:cNvPr>
            <p:cNvSpPr/>
            <p:nvPr/>
          </p:nvSpPr>
          <p:spPr>
            <a:xfrm>
              <a:off x="4765861"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63" name="Freeform: Shape 762">
              <a:extLst>
                <a:ext uri="{FF2B5EF4-FFF2-40B4-BE49-F238E27FC236}">
                  <a16:creationId xmlns:a16="http://schemas.microsoft.com/office/drawing/2014/main" id="{6335C604-738A-E769-787B-FB6203637F3B}"/>
                </a:ext>
              </a:extLst>
            </p:cNvPr>
            <p:cNvSpPr/>
            <p:nvPr/>
          </p:nvSpPr>
          <p:spPr>
            <a:xfrm>
              <a:off x="4880117"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64" name="Freeform: Shape 763">
              <a:extLst>
                <a:ext uri="{FF2B5EF4-FFF2-40B4-BE49-F238E27FC236}">
                  <a16:creationId xmlns:a16="http://schemas.microsoft.com/office/drawing/2014/main" id="{171CB175-E4A8-3666-7610-0443866DA1D7}"/>
                </a:ext>
              </a:extLst>
            </p:cNvPr>
            <p:cNvSpPr/>
            <p:nvPr/>
          </p:nvSpPr>
          <p:spPr>
            <a:xfrm>
              <a:off x="4994373"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65" name="Freeform: Shape 764">
              <a:extLst>
                <a:ext uri="{FF2B5EF4-FFF2-40B4-BE49-F238E27FC236}">
                  <a16:creationId xmlns:a16="http://schemas.microsoft.com/office/drawing/2014/main" id="{83F05001-562D-F3A3-E5D5-DB4209737E3C}"/>
                </a:ext>
              </a:extLst>
            </p:cNvPr>
            <p:cNvSpPr/>
            <p:nvPr/>
          </p:nvSpPr>
          <p:spPr>
            <a:xfrm>
              <a:off x="5108629"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66" name="Freeform: Shape 765">
              <a:extLst>
                <a:ext uri="{FF2B5EF4-FFF2-40B4-BE49-F238E27FC236}">
                  <a16:creationId xmlns:a16="http://schemas.microsoft.com/office/drawing/2014/main" id="{D59AA660-8077-B51A-5141-2776086F2936}"/>
                </a:ext>
              </a:extLst>
            </p:cNvPr>
            <p:cNvSpPr/>
            <p:nvPr/>
          </p:nvSpPr>
          <p:spPr>
            <a:xfrm>
              <a:off x="5222840"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67" name="Freeform: Shape 766">
              <a:extLst>
                <a:ext uri="{FF2B5EF4-FFF2-40B4-BE49-F238E27FC236}">
                  <a16:creationId xmlns:a16="http://schemas.microsoft.com/office/drawing/2014/main" id="{63EAFCCC-512C-7B36-6D4F-D7851693E263}"/>
                </a:ext>
              </a:extLst>
            </p:cNvPr>
            <p:cNvSpPr/>
            <p:nvPr/>
          </p:nvSpPr>
          <p:spPr>
            <a:xfrm>
              <a:off x="5337096"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68" name="Freeform: Shape 767">
              <a:extLst>
                <a:ext uri="{FF2B5EF4-FFF2-40B4-BE49-F238E27FC236}">
                  <a16:creationId xmlns:a16="http://schemas.microsoft.com/office/drawing/2014/main" id="{1A5B087E-3D8F-80D2-E826-8F66EA291652}"/>
                </a:ext>
              </a:extLst>
            </p:cNvPr>
            <p:cNvSpPr/>
            <p:nvPr/>
          </p:nvSpPr>
          <p:spPr>
            <a:xfrm>
              <a:off x="5451352"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69" name="Freeform: Shape 768">
              <a:extLst>
                <a:ext uri="{FF2B5EF4-FFF2-40B4-BE49-F238E27FC236}">
                  <a16:creationId xmlns:a16="http://schemas.microsoft.com/office/drawing/2014/main" id="{26910130-FAEC-078C-D929-1F865E20611A}"/>
                </a:ext>
              </a:extLst>
            </p:cNvPr>
            <p:cNvSpPr/>
            <p:nvPr/>
          </p:nvSpPr>
          <p:spPr>
            <a:xfrm>
              <a:off x="5565608"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70" name="Freeform: Shape 769">
              <a:extLst>
                <a:ext uri="{FF2B5EF4-FFF2-40B4-BE49-F238E27FC236}">
                  <a16:creationId xmlns:a16="http://schemas.microsoft.com/office/drawing/2014/main" id="{0C3EF7E4-8987-F916-A642-E6A104FC25E7}"/>
                </a:ext>
              </a:extLst>
            </p:cNvPr>
            <p:cNvSpPr/>
            <p:nvPr/>
          </p:nvSpPr>
          <p:spPr>
            <a:xfrm>
              <a:off x="5679863"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71" name="Freeform: Shape 770">
              <a:extLst>
                <a:ext uri="{FF2B5EF4-FFF2-40B4-BE49-F238E27FC236}">
                  <a16:creationId xmlns:a16="http://schemas.microsoft.com/office/drawing/2014/main" id="{9C0AFE63-20AB-559B-F5DD-BEF00CF70A57}"/>
                </a:ext>
              </a:extLst>
            </p:cNvPr>
            <p:cNvSpPr/>
            <p:nvPr/>
          </p:nvSpPr>
          <p:spPr>
            <a:xfrm>
              <a:off x="5794119"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72" name="Freeform: Shape 771">
              <a:extLst>
                <a:ext uri="{FF2B5EF4-FFF2-40B4-BE49-F238E27FC236}">
                  <a16:creationId xmlns:a16="http://schemas.microsoft.com/office/drawing/2014/main" id="{9AC112EC-1C42-F867-2DF3-608341CE6651}"/>
                </a:ext>
              </a:extLst>
            </p:cNvPr>
            <p:cNvSpPr/>
            <p:nvPr/>
          </p:nvSpPr>
          <p:spPr>
            <a:xfrm>
              <a:off x="5908375"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73" name="Freeform: Shape 772">
              <a:extLst>
                <a:ext uri="{FF2B5EF4-FFF2-40B4-BE49-F238E27FC236}">
                  <a16:creationId xmlns:a16="http://schemas.microsoft.com/office/drawing/2014/main" id="{B5176AB9-F542-AD29-6F9A-41B174375024}"/>
                </a:ext>
              </a:extLst>
            </p:cNvPr>
            <p:cNvSpPr/>
            <p:nvPr/>
          </p:nvSpPr>
          <p:spPr>
            <a:xfrm>
              <a:off x="6022631"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74" name="Freeform: Shape 773">
              <a:extLst>
                <a:ext uri="{FF2B5EF4-FFF2-40B4-BE49-F238E27FC236}">
                  <a16:creationId xmlns:a16="http://schemas.microsoft.com/office/drawing/2014/main" id="{40E2EC1C-2337-325C-F8CD-E0FDF9A69DFC}"/>
                </a:ext>
              </a:extLst>
            </p:cNvPr>
            <p:cNvSpPr/>
            <p:nvPr/>
          </p:nvSpPr>
          <p:spPr>
            <a:xfrm>
              <a:off x="6136886"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75" name="Freeform: Shape 774">
              <a:extLst>
                <a:ext uri="{FF2B5EF4-FFF2-40B4-BE49-F238E27FC236}">
                  <a16:creationId xmlns:a16="http://schemas.microsoft.com/office/drawing/2014/main" id="{7D59C270-8668-985B-79C8-EBFD5EB4135C}"/>
                </a:ext>
              </a:extLst>
            </p:cNvPr>
            <p:cNvSpPr/>
            <p:nvPr/>
          </p:nvSpPr>
          <p:spPr>
            <a:xfrm>
              <a:off x="6251142"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76" name="Freeform: Shape 775">
              <a:extLst>
                <a:ext uri="{FF2B5EF4-FFF2-40B4-BE49-F238E27FC236}">
                  <a16:creationId xmlns:a16="http://schemas.microsoft.com/office/drawing/2014/main" id="{295550BD-8870-E222-897B-748A1263E48A}"/>
                </a:ext>
              </a:extLst>
            </p:cNvPr>
            <p:cNvSpPr/>
            <p:nvPr/>
          </p:nvSpPr>
          <p:spPr>
            <a:xfrm>
              <a:off x="6365398"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77" name="Freeform: Shape 776">
              <a:extLst>
                <a:ext uri="{FF2B5EF4-FFF2-40B4-BE49-F238E27FC236}">
                  <a16:creationId xmlns:a16="http://schemas.microsoft.com/office/drawing/2014/main" id="{CF286D63-7794-273F-AA57-DFBC259C4B0B}"/>
                </a:ext>
              </a:extLst>
            </p:cNvPr>
            <p:cNvSpPr/>
            <p:nvPr/>
          </p:nvSpPr>
          <p:spPr>
            <a:xfrm>
              <a:off x="6479610"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78" name="Freeform: Shape 777">
              <a:extLst>
                <a:ext uri="{FF2B5EF4-FFF2-40B4-BE49-F238E27FC236}">
                  <a16:creationId xmlns:a16="http://schemas.microsoft.com/office/drawing/2014/main" id="{A76F76D1-CEBD-3334-BC98-FC4877915436}"/>
                </a:ext>
              </a:extLst>
            </p:cNvPr>
            <p:cNvSpPr/>
            <p:nvPr/>
          </p:nvSpPr>
          <p:spPr>
            <a:xfrm>
              <a:off x="6593865"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79" name="Freeform: Shape 778">
              <a:extLst>
                <a:ext uri="{FF2B5EF4-FFF2-40B4-BE49-F238E27FC236}">
                  <a16:creationId xmlns:a16="http://schemas.microsoft.com/office/drawing/2014/main" id="{05D4BDF5-48C0-1D58-5F92-8D69A52FBE79}"/>
                </a:ext>
              </a:extLst>
            </p:cNvPr>
            <p:cNvSpPr/>
            <p:nvPr/>
          </p:nvSpPr>
          <p:spPr>
            <a:xfrm>
              <a:off x="6708121" y="194641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80" name="Freeform: Shape 779">
              <a:extLst>
                <a:ext uri="{FF2B5EF4-FFF2-40B4-BE49-F238E27FC236}">
                  <a16:creationId xmlns:a16="http://schemas.microsoft.com/office/drawing/2014/main" id="{7D52DBB3-90B7-DFC1-9628-CB67C4546015}"/>
                </a:ext>
              </a:extLst>
            </p:cNvPr>
            <p:cNvSpPr/>
            <p:nvPr/>
          </p:nvSpPr>
          <p:spPr>
            <a:xfrm>
              <a:off x="6822377"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81" name="Freeform: Shape 780">
              <a:extLst>
                <a:ext uri="{FF2B5EF4-FFF2-40B4-BE49-F238E27FC236}">
                  <a16:creationId xmlns:a16="http://schemas.microsoft.com/office/drawing/2014/main" id="{2B5F7D35-6CE6-91D7-D828-D50AC12D845F}"/>
                </a:ext>
              </a:extLst>
            </p:cNvPr>
            <p:cNvSpPr/>
            <p:nvPr/>
          </p:nvSpPr>
          <p:spPr>
            <a:xfrm>
              <a:off x="6936633"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82" name="Freeform: Shape 781">
              <a:extLst>
                <a:ext uri="{FF2B5EF4-FFF2-40B4-BE49-F238E27FC236}">
                  <a16:creationId xmlns:a16="http://schemas.microsoft.com/office/drawing/2014/main" id="{9E556466-75E6-009F-29D1-09BE8AD47BED}"/>
                </a:ext>
              </a:extLst>
            </p:cNvPr>
            <p:cNvSpPr/>
            <p:nvPr/>
          </p:nvSpPr>
          <p:spPr>
            <a:xfrm>
              <a:off x="7050888" y="194641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83" name="Freeform: Shape 782">
              <a:extLst>
                <a:ext uri="{FF2B5EF4-FFF2-40B4-BE49-F238E27FC236}">
                  <a16:creationId xmlns:a16="http://schemas.microsoft.com/office/drawing/2014/main" id="{B16C2701-0FE1-7A5C-6D3D-6AF4666C1880}"/>
                </a:ext>
              </a:extLst>
            </p:cNvPr>
            <p:cNvSpPr/>
            <p:nvPr/>
          </p:nvSpPr>
          <p:spPr>
            <a:xfrm>
              <a:off x="7165144"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84" name="Freeform: Shape 783">
              <a:extLst>
                <a:ext uri="{FF2B5EF4-FFF2-40B4-BE49-F238E27FC236}">
                  <a16:creationId xmlns:a16="http://schemas.microsoft.com/office/drawing/2014/main" id="{9DED7E53-D56A-BDC8-233B-D486E0CC518B}"/>
                </a:ext>
              </a:extLst>
            </p:cNvPr>
            <p:cNvSpPr/>
            <p:nvPr/>
          </p:nvSpPr>
          <p:spPr>
            <a:xfrm>
              <a:off x="2366578"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85" name="Freeform: Shape 784">
              <a:extLst>
                <a:ext uri="{FF2B5EF4-FFF2-40B4-BE49-F238E27FC236}">
                  <a16:creationId xmlns:a16="http://schemas.microsoft.com/office/drawing/2014/main" id="{5C48E86E-41FF-D81E-02B1-53521BAD0916}"/>
                </a:ext>
              </a:extLst>
            </p:cNvPr>
            <p:cNvSpPr/>
            <p:nvPr/>
          </p:nvSpPr>
          <p:spPr>
            <a:xfrm>
              <a:off x="2480790"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86" name="Freeform: Shape 785">
              <a:extLst>
                <a:ext uri="{FF2B5EF4-FFF2-40B4-BE49-F238E27FC236}">
                  <a16:creationId xmlns:a16="http://schemas.microsoft.com/office/drawing/2014/main" id="{B9FF08CA-B31C-F738-4B1C-49D34074B026}"/>
                </a:ext>
              </a:extLst>
            </p:cNvPr>
            <p:cNvSpPr/>
            <p:nvPr/>
          </p:nvSpPr>
          <p:spPr>
            <a:xfrm>
              <a:off x="2595046"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87" name="Freeform: Shape 786">
              <a:extLst>
                <a:ext uri="{FF2B5EF4-FFF2-40B4-BE49-F238E27FC236}">
                  <a16:creationId xmlns:a16="http://schemas.microsoft.com/office/drawing/2014/main" id="{092D6E4A-AC85-3E9B-8A28-A36BCF5EB593}"/>
                </a:ext>
              </a:extLst>
            </p:cNvPr>
            <p:cNvSpPr/>
            <p:nvPr/>
          </p:nvSpPr>
          <p:spPr>
            <a:xfrm>
              <a:off x="2709301"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88" name="Freeform: Shape 787">
              <a:extLst>
                <a:ext uri="{FF2B5EF4-FFF2-40B4-BE49-F238E27FC236}">
                  <a16:creationId xmlns:a16="http://schemas.microsoft.com/office/drawing/2014/main" id="{3220C970-F75D-973B-A399-C74B3CB7A389}"/>
                </a:ext>
              </a:extLst>
            </p:cNvPr>
            <p:cNvSpPr/>
            <p:nvPr/>
          </p:nvSpPr>
          <p:spPr>
            <a:xfrm>
              <a:off x="2823557"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89" name="Freeform: Shape 788">
              <a:extLst>
                <a:ext uri="{FF2B5EF4-FFF2-40B4-BE49-F238E27FC236}">
                  <a16:creationId xmlns:a16="http://schemas.microsoft.com/office/drawing/2014/main" id="{5C08CEE3-DBAD-2B76-2D9D-CFDB328B344D}"/>
                </a:ext>
              </a:extLst>
            </p:cNvPr>
            <p:cNvSpPr/>
            <p:nvPr/>
          </p:nvSpPr>
          <p:spPr>
            <a:xfrm>
              <a:off x="2937813"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90" name="Freeform: Shape 789">
              <a:extLst>
                <a:ext uri="{FF2B5EF4-FFF2-40B4-BE49-F238E27FC236}">
                  <a16:creationId xmlns:a16="http://schemas.microsoft.com/office/drawing/2014/main" id="{A4F2DAC2-9936-2938-336E-2832A4DD4A61}"/>
                </a:ext>
              </a:extLst>
            </p:cNvPr>
            <p:cNvSpPr/>
            <p:nvPr/>
          </p:nvSpPr>
          <p:spPr>
            <a:xfrm>
              <a:off x="3052069"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91" name="Freeform: Shape 790">
              <a:extLst>
                <a:ext uri="{FF2B5EF4-FFF2-40B4-BE49-F238E27FC236}">
                  <a16:creationId xmlns:a16="http://schemas.microsoft.com/office/drawing/2014/main" id="{3CCD3B7D-F1A1-CE27-33D0-2D60205ED285}"/>
                </a:ext>
              </a:extLst>
            </p:cNvPr>
            <p:cNvSpPr/>
            <p:nvPr/>
          </p:nvSpPr>
          <p:spPr>
            <a:xfrm>
              <a:off x="3166325"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92" name="Freeform: Shape 791">
              <a:extLst>
                <a:ext uri="{FF2B5EF4-FFF2-40B4-BE49-F238E27FC236}">
                  <a16:creationId xmlns:a16="http://schemas.microsoft.com/office/drawing/2014/main" id="{FABE87A7-FCD0-FEB1-3AEE-99815E64E843}"/>
                </a:ext>
              </a:extLst>
            </p:cNvPr>
            <p:cNvSpPr/>
            <p:nvPr/>
          </p:nvSpPr>
          <p:spPr>
            <a:xfrm>
              <a:off x="3280580"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93" name="Freeform: Shape 792">
              <a:extLst>
                <a:ext uri="{FF2B5EF4-FFF2-40B4-BE49-F238E27FC236}">
                  <a16:creationId xmlns:a16="http://schemas.microsoft.com/office/drawing/2014/main" id="{12E34B46-6723-BA54-0A1B-CB755EFBF7E4}"/>
                </a:ext>
              </a:extLst>
            </p:cNvPr>
            <p:cNvSpPr/>
            <p:nvPr/>
          </p:nvSpPr>
          <p:spPr>
            <a:xfrm>
              <a:off x="3394836"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94" name="Freeform: Shape 793">
              <a:extLst>
                <a:ext uri="{FF2B5EF4-FFF2-40B4-BE49-F238E27FC236}">
                  <a16:creationId xmlns:a16="http://schemas.microsoft.com/office/drawing/2014/main" id="{DC457931-AABE-0A79-813D-6E9AEA107FF9}"/>
                </a:ext>
              </a:extLst>
            </p:cNvPr>
            <p:cNvSpPr/>
            <p:nvPr/>
          </p:nvSpPr>
          <p:spPr>
            <a:xfrm>
              <a:off x="3509092"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95" name="Freeform: Shape 794">
              <a:extLst>
                <a:ext uri="{FF2B5EF4-FFF2-40B4-BE49-F238E27FC236}">
                  <a16:creationId xmlns:a16="http://schemas.microsoft.com/office/drawing/2014/main" id="{76CC8FE6-57E2-F576-719B-8E9015F8C761}"/>
                </a:ext>
              </a:extLst>
            </p:cNvPr>
            <p:cNvSpPr/>
            <p:nvPr/>
          </p:nvSpPr>
          <p:spPr>
            <a:xfrm>
              <a:off x="3623348"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96" name="Freeform: Shape 795">
              <a:extLst>
                <a:ext uri="{FF2B5EF4-FFF2-40B4-BE49-F238E27FC236}">
                  <a16:creationId xmlns:a16="http://schemas.microsoft.com/office/drawing/2014/main" id="{35D36026-4A13-825C-70DF-9E55482A5971}"/>
                </a:ext>
              </a:extLst>
            </p:cNvPr>
            <p:cNvSpPr/>
            <p:nvPr/>
          </p:nvSpPr>
          <p:spPr>
            <a:xfrm>
              <a:off x="3737603"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97" name="Freeform: Shape 796">
              <a:extLst>
                <a:ext uri="{FF2B5EF4-FFF2-40B4-BE49-F238E27FC236}">
                  <a16:creationId xmlns:a16="http://schemas.microsoft.com/office/drawing/2014/main" id="{3AB5F5E1-7956-CCEB-A33C-DA749DE7A3B0}"/>
                </a:ext>
              </a:extLst>
            </p:cNvPr>
            <p:cNvSpPr/>
            <p:nvPr/>
          </p:nvSpPr>
          <p:spPr>
            <a:xfrm>
              <a:off x="3851815"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98" name="Freeform: Shape 797">
              <a:extLst>
                <a:ext uri="{FF2B5EF4-FFF2-40B4-BE49-F238E27FC236}">
                  <a16:creationId xmlns:a16="http://schemas.microsoft.com/office/drawing/2014/main" id="{14143AF5-8D02-11B5-0FE6-FF89F07D9309}"/>
                </a:ext>
              </a:extLst>
            </p:cNvPr>
            <p:cNvSpPr/>
            <p:nvPr/>
          </p:nvSpPr>
          <p:spPr>
            <a:xfrm>
              <a:off x="3966071"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799" name="Freeform: Shape 798">
              <a:extLst>
                <a:ext uri="{FF2B5EF4-FFF2-40B4-BE49-F238E27FC236}">
                  <a16:creationId xmlns:a16="http://schemas.microsoft.com/office/drawing/2014/main" id="{E7888E1C-3DC1-4566-FD24-337731B51249}"/>
                </a:ext>
              </a:extLst>
            </p:cNvPr>
            <p:cNvSpPr/>
            <p:nvPr/>
          </p:nvSpPr>
          <p:spPr>
            <a:xfrm>
              <a:off x="4080327"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00" name="Freeform: Shape 799">
              <a:extLst>
                <a:ext uri="{FF2B5EF4-FFF2-40B4-BE49-F238E27FC236}">
                  <a16:creationId xmlns:a16="http://schemas.microsoft.com/office/drawing/2014/main" id="{8374A502-EC0B-BE55-80E6-1CB806E08767}"/>
                </a:ext>
              </a:extLst>
            </p:cNvPr>
            <p:cNvSpPr/>
            <p:nvPr/>
          </p:nvSpPr>
          <p:spPr>
            <a:xfrm>
              <a:off x="4194582"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01" name="Freeform: Shape 800">
              <a:extLst>
                <a:ext uri="{FF2B5EF4-FFF2-40B4-BE49-F238E27FC236}">
                  <a16:creationId xmlns:a16="http://schemas.microsoft.com/office/drawing/2014/main" id="{B9E6C641-0583-6A28-B61F-9380D7C7ABC6}"/>
                </a:ext>
              </a:extLst>
            </p:cNvPr>
            <p:cNvSpPr/>
            <p:nvPr/>
          </p:nvSpPr>
          <p:spPr>
            <a:xfrm>
              <a:off x="4308838"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02" name="Freeform: Shape 801">
              <a:extLst>
                <a:ext uri="{FF2B5EF4-FFF2-40B4-BE49-F238E27FC236}">
                  <a16:creationId xmlns:a16="http://schemas.microsoft.com/office/drawing/2014/main" id="{77A622E3-5FBC-9CF0-34C3-136BBF20431E}"/>
                </a:ext>
              </a:extLst>
            </p:cNvPr>
            <p:cNvSpPr/>
            <p:nvPr/>
          </p:nvSpPr>
          <p:spPr>
            <a:xfrm>
              <a:off x="4423094"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03" name="Freeform: Shape 802">
              <a:extLst>
                <a:ext uri="{FF2B5EF4-FFF2-40B4-BE49-F238E27FC236}">
                  <a16:creationId xmlns:a16="http://schemas.microsoft.com/office/drawing/2014/main" id="{9383D5B6-9B2C-DEFD-5501-4164AE0558ED}"/>
                </a:ext>
              </a:extLst>
            </p:cNvPr>
            <p:cNvSpPr/>
            <p:nvPr/>
          </p:nvSpPr>
          <p:spPr>
            <a:xfrm>
              <a:off x="4537350"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04" name="Freeform: Shape 803">
              <a:extLst>
                <a:ext uri="{FF2B5EF4-FFF2-40B4-BE49-F238E27FC236}">
                  <a16:creationId xmlns:a16="http://schemas.microsoft.com/office/drawing/2014/main" id="{0771E5A8-44A5-0A6D-982E-906B417113B0}"/>
                </a:ext>
              </a:extLst>
            </p:cNvPr>
            <p:cNvSpPr/>
            <p:nvPr/>
          </p:nvSpPr>
          <p:spPr>
            <a:xfrm>
              <a:off x="4651605"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05" name="Freeform: Shape 804">
              <a:extLst>
                <a:ext uri="{FF2B5EF4-FFF2-40B4-BE49-F238E27FC236}">
                  <a16:creationId xmlns:a16="http://schemas.microsoft.com/office/drawing/2014/main" id="{B4E7BF58-3BA6-4763-9ED9-917AFCC50A16}"/>
                </a:ext>
              </a:extLst>
            </p:cNvPr>
            <p:cNvSpPr/>
            <p:nvPr/>
          </p:nvSpPr>
          <p:spPr>
            <a:xfrm>
              <a:off x="4765861"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06" name="Freeform: Shape 805">
              <a:extLst>
                <a:ext uri="{FF2B5EF4-FFF2-40B4-BE49-F238E27FC236}">
                  <a16:creationId xmlns:a16="http://schemas.microsoft.com/office/drawing/2014/main" id="{12707A3A-C847-0709-AF07-866CB1186010}"/>
                </a:ext>
              </a:extLst>
            </p:cNvPr>
            <p:cNvSpPr/>
            <p:nvPr/>
          </p:nvSpPr>
          <p:spPr>
            <a:xfrm>
              <a:off x="4880117"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07" name="Freeform: Shape 806">
              <a:extLst>
                <a:ext uri="{FF2B5EF4-FFF2-40B4-BE49-F238E27FC236}">
                  <a16:creationId xmlns:a16="http://schemas.microsoft.com/office/drawing/2014/main" id="{F0C8BDA0-C724-1C7D-63A3-4D7CDA4A48C9}"/>
                </a:ext>
              </a:extLst>
            </p:cNvPr>
            <p:cNvSpPr/>
            <p:nvPr/>
          </p:nvSpPr>
          <p:spPr>
            <a:xfrm>
              <a:off x="4994373"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08" name="Freeform: Shape 807">
              <a:extLst>
                <a:ext uri="{FF2B5EF4-FFF2-40B4-BE49-F238E27FC236}">
                  <a16:creationId xmlns:a16="http://schemas.microsoft.com/office/drawing/2014/main" id="{9D032732-915B-149B-7CD2-C4AF1B0FC44F}"/>
                </a:ext>
              </a:extLst>
            </p:cNvPr>
            <p:cNvSpPr/>
            <p:nvPr/>
          </p:nvSpPr>
          <p:spPr>
            <a:xfrm>
              <a:off x="5108629"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09" name="Freeform: Shape 808">
              <a:extLst>
                <a:ext uri="{FF2B5EF4-FFF2-40B4-BE49-F238E27FC236}">
                  <a16:creationId xmlns:a16="http://schemas.microsoft.com/office/drawing/2014/main" id="{9823844D-974B-0D89-5525-0D2C96EBAD5E}"/>
                </a:ext>
              </a:extLst>
            </p:cNvPr>
            <p:cNvSpPr/>
            <p:nvPr/>
          </p:nvSpPr>
          <p:spPr>
            <a:xfrm>
              <a:off x="5222840"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10" name="Freeform: Shape 809">
              <a:extLst>
                <a:ext uri="{FF2B5EF4-FFF2-40B4-BE49-F238E27FC236}">
                  <a16:creationId xmlns:a16="http://schemas.microsoft.com/office/drawing/2014/main" id="{36912A95-F36E-ECAE-4D3F-2280F177B22D}"/>
                </a:ext>
              </a:extLst>
            </p:cNvPr>
            <p:cNvSpPr/>
            <p:nvPr/>
          </p:nvSpPr>
          <p:spPr>
            <a:xfrm>
              <a:off x="5337096"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11" name="Freeform: Shape 810">
              <a:extLst>
                <a:ext uri="{FF2B5EF4-FFF2-40B4-BE49-F238E27FC236}">
                  <a16:creationId xmlns:a16="http://schemas.microsoft.com/office/drawing/2014/main" id="{7E50B090-63B5-C6BC-6847-6464172FB40F}"/>
                </a:ext>
              </a:extLst>
            </p:cNvPr>
            <p:cNvSpPr/>
            <p:nvPr/>
          </p:nvSpPr>
          <p:spPr>
            <a:xfrm>
              <a:off x="5451352"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12" name="Freeform: Shape 811">
              <a:extLst>
                <a:ext uri="{FF2B5EF4-FFF2-40B4-BE49-F238E27FC236}">
                  <a16:creationId xmlns:a16="http://schemas.microsoft.com/office/drawing/2014/main" id="{7E816E7D-9882-8884-80D5-8F58E6AC0CC3}"/>
                </a:ext>
              </a:extLst>
            </p:cNvPr>
            <p:cNvSpPr/>
            <p:nvPr/>
          </p:nvSpPr>
          <p:spPr>
            <a:xfrm>
              <a:off x="5565608"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13" name="Freeform: Shape 812">
              <a:extLst>
                <a:ext uri="{FF2B5EF4-FFF2-40B4-BE49-F238E27FC236}">
                  <a16:creationId xmlns:a16="http://schemas.microsoft.com/office/drawing/2014/main" id="{E4AD84A2-E388-68A9-FFF8-F8172800574D}"/>
                </a:ext>
              </a:extLst>
            </p:cNvPr>
            <p:cNvSpPr/>
            <p:nvPr/>
          </p:nvSpPr>
          <p:spPr>
            <a:xfrm>
              <a:off x="5679863"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14" name="Freeform: Shape 813">
              <a:extLst>
                <a:ext uri="{FF2B5EF4-FFF2-40B4-BE49-F238E27FC236}">
                  <a16:creationId xmlns:a16="http://schemas.microsoft.com/office/drawing/2014/main" id="{3858FCA0-9284-33D6-B0BF-DC0F396E46B7}"/>
                </a:ext>
              </a:extLst>
            </p:cNvPr>
            <p:cNvSpPr/>
            <p:nvPr/>
          </p:nvSpPr>
          <p:spPr>
            <a:xfrm>
              <a:off x="5794119"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15" name="Freeform: Shape 814">
              <a:extLst>
                <a:ext uri="{FF2B5EF4-FFF2-40B4-BE49-F238E27FC236}">
                  <a16:creationId xmlns:a16="http://schemas.microsoft.com/office/drawing/2014/main" id="{A4B7319D-C0EB-E7E5-758D-C54F08B459A9}"/>
                </a:ext>
              </a:extLst>
            </p:cNvPr>
            <p:cNvSpPr/>
            <p:nvPr/>
          </p:nvSpPr>
          <p:spPr>
            <a:xfrm>
              <a:off x="5908375"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16" name="Freeform: Shape 815">
              <a:extLst>
                <a:ext uri="{FF2B5EF4-FFF2-40B4-BE49-F238E27FC236}">
                  <a16:creationId xmlns:a16="http://schemas.microsoft.com/office/drawing/2014/main" id="{FBF28403-5740-17AD-03F2-1A0795E22982}"/>
                </a:ext>
              </a:extLst>
            </p:cNvPr>
            <p:cNvSpPr/>
            <p:nvPr/>
          </p:nvSpPr>
          <p:spPr>
            <a:xfrm>
              <a:off x="6022631"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17" name="Freeform: Shape 816">
              <a:extLst>
                <a:ext uri="{FF2B5EF4-FFF2-40B4-BE49-F238E27FC236}">
                  <a16:creationId xmlns:a16="http://schemas.microsoft.com/office/drawing/2014/main" id="{4D085EE8-7C1F-0168-2F8A-13677882D101}"/>
                </a:ext>
              </a:extLst>
            </p:cNvPr>
            <p:cNvSpPr/>
            <p:nvPr/>
          </p:nvSpPr>
          <p:spPr>
            <a:xfrm>
              <a:off x="6136886"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18" name="Freeform: Shape 817">
              <a:extLst>
                <a:ext uri="{FF2B5EF4-FFF2-40B4-BE49-F238E27FC236}">
                  <a16:creationId xmlns:a16="http://schemas.microsoft.com/office/drawing/2014/main" id="{195DEDFE-8FB2-0308-9284-A4E439B36AC8}"/>
                </a:ext>
              </a:extLst>
            </p:cNvPr>
            <p:cNvSpPr/>
            <p:nvPr/>
          </p:nvSpPr>
          <p:spPr>
            <a:xfrm>
              <a:off x="6251142"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19" name="Freeform: Shape 818">
              <a:extLst>
                <a:ext uri="{FF2B5EF4-FFF2-40B4-BE49-F238E27FC236}">
                  <a16:creationId xmlns:a16="http://schemas.microsoft.com/office/drawing/2014/main" id="{2671788F-CC46-36AA-FAD3-E0BF63520984}"/>
                </a:ext>
              </a:extLst>
            </p:cNvPr>
            <p:cNvSpPr/>
            <p:nvPr/>
          </p:nvSpPr>
          <p:spPr>
            <a:xfrm>
              <a:off x="6365398"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20" name="Freeform: Shape 819">
              <a:extLst>
                <a:ext uri="{FF2B5EF4-FFF2-40B4-BE49-F238E27FC236}">
                  <a16:creationId xmlns:a16="http://schemas.microsoft.com/office/drawing/2014/main" id="{76D87398-FD79-1016-105D-B94226EE8FC4}"/>
                </a:ext>
              </a:extLst>
            </p:cNvPr>
            <p:cNvSpPr/>
            <p:nvPr/>
          </p:nvSpPr>
          <p:spPr>
            <a:xfrm>
              <a:off x="6479610"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21" name="Freeform: Shape 820">
              <a:extLst>
                <a:ext uri="{FF2B5EF4-FFF2-40B4-BE49-F238E27FC236}">
                  <a16:creationId xmlns:a16="http://schemas.microsoft.com/office/drawing/2014/main" id="{1A4CC53C-AC48-9A06-47F3-2134DF31E543}"/>
                </a:ext>
              </a:extLst>
            </p:cNvPr>
            <p:cNvSpPr/>
            <p:nvPr/>
          </p:nvSpPr>
          <p:spPr>
            <a:xfrm>
              <a:off x="6593865"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22" name="Freeform: Shape 821">
              <a:extLst>
                <a:ext uri="{FF2B5EF4-FFF2-40B4-BE49-F238E27FC236}">
                  <a16:creationId xmlns:a16="http://schemas.microsoft.com/office/drawing/2014/main" id="{59BDFB6D-4747-F2C8-35F8-DBD47C3D98D7}"/>
                </a:ext>
              </a:extLst>
            </p:cNvPr>
            <p:cNvSpPr/>
            <p:nvPr/>
          </p:nvSpPr>
          <p:spPr>
            <a:xfrm>
              <a:off x="6708121" y="206067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23" name="Freeform: Shape 822">
              <a:extLst>
                <a:ext uri="{FF2B5EF4-FFF2-40B4-BE49-F238E27FC236}">
                  <a16:creationId xmlns:a16="http://schemas.microsoft.com/office/drawing/2014/main" id="{0DE3DF39-EDB4-B29D-0210-31EA45931BAC}"/>
                </a:ext>
              </a:extLst>
            </p:cNvPr>
            <p:cNvSpPr/>
            <p:nvPr/>
          </p:nvSpPr>
          <p:spPr>
            <a:xfrm>
              <a:off x="6822377"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24" name="Freeform: Shape 823">
              <a:extLst>
                <a:ext uri="{FF2B5EF4-FFF2-40B4-BE49-F238E27FC236}">
                  <a16:creationId xmlns:a16="http://schemas.microsoft.com/office/drawing/2014/main" id="{BB1B3016-6F40-DAA5-2683-717A9F38F71B}"/>
                </a:ext>
              </a:extLst>
            </p:cNvPr>
            <p:cNvSpPr/>
            <p:nvPr/>
          </p:nvSpPr>
          <p:spPr>
            <a:xfrm>
              <a:off x="6936633"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25" name="Freeform: Shape 824">
              <a:extLst>
                <a:ext uri="{FF2B5EF4-FFF2-40B4-BE49-F238E27FC236}">
                  <a16:creationId xmlns:a16="http://schemas.microsoft.com/office/drawing/2014/main" id="{D1B77EBC-795D-CAB3-8144-92BB377B279D}"/>
                </a:ext>
              </a:extLst>
            </p:cNvPr>
            <p:cNvSpPr/>
            <p:nvPr/>
          </p:nvSpPr>
          <p:spPr>
            <a:xfrm>
              <a:off x="7050888" y="206067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26" name="Freeform: Shape 825">
              <a:extLst>
                <a:ext uri="{FF2B5EF4-FFF2-40B4-BE49-F238E27FC236}">
                  <a16:creationId xmlns:a16="http://schemas.microsoft.com/office/drawing/2014/main" id="{913DEE7B-3DE6-B9BD-D18A-A30B96FC6ECC}"/>
                </a:ext>
              </a:extLst>
            </p:cNvPr>
            <p:cNvSpPr/>
            <p:nvPr/>
          </p:nvSpPr>
          <p:spPr>
            <a:xfrm>
              <a:off x="7165144"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27" name="Freeform: Shape 826">
              <a:extLst>
                <a:ext uri="{FF2B5EF4-FFF2-40B4-BE49-F238E27FC236}">
                  <a16:creationId xmlns:a16="http://schemas.microsoft.com/office/drawing/2014/main" id="{27BBC27C-81EE-DB14-0F62-622D111AE6EB}"/>
                </a:ext>
              </a:extLst>
            </p:cNvPr>
            <p:cNvSpPr/>
            <p:nvPr/>
          </p:nvSpPr>
          <p:spPr>
            <a:xfrm>
              <a:off x="2366578"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28" name="Freeform: Shape 827">
              <a:extLst>
                <a:ext uri="{FF2B5EF4-FFF2-40B4-BE49-F238E27FC236}">
                  <a16:creationId xmlns:a16="http://schemas.microsoft.com/office/drawing/2014/main" id="{F6C243C1-55B6-ACAE-C033-847CCD8F841D}"/>
                </a:ext>
              </a:extLst>
            </p:cNvPr>
            <p:cNvSpPr/>
            <p:nvPr/>
          </p:nvSpPr>
          <p:spPr>
            <a:xfrm>
              <a:off x="2480790"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29" name="Freeform: Shape 828">
              <a:extLst>
                <a:ext uri="{FF2B5EF4-FFF2-40B4-BE49-F238E27FC236}">
                  <a16:creationId xmlns:a16="http://schemas.microsoft.com/office/drawing/2014/main" id="{6CCD787C-124E-5E6C-AA24-93034CDA464A}"/>
                </a:ext>
              </a:extLst>
            </p:cNvPr>
            <p:cNvSpPr/>
            <p:nvPr/>
          </p:nvSpPr>
          <p:spPr>
            <a:xfrm>
              <a:off x="2595046"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30" name="Freeform: Shape 829">
              <a:extLst>
                <a:ext uri="{FF2B5EF4-FFF2-40B4-BE49-F238E27FC236}">
                  <a16:creationId xmlns:a16="http://schemas.microsoft.com/office/drawing/2014/main" id="{419A2B5D-F34E-96AE-5C2C-9FE6A181EF1E}"/>
                </a:ext>
              </a:extLst>
            </p:cNvPr>
            <p:cNvSpPr/>
            <p:nvPr/>
          </p:nvSpPr>
          <p:spPr>
            <a:xfrm>
              <a:off x="2709301"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31" name="Freeform: Shape 830">
              <a:extLst>
                <a:ext uri="{FF2B5EF4-FFF2-40B4-BE49-F238E27FC236}">
                  <a16:creationId xmlns:a16="http://schemas.microsoft.com/office/drawing/2014/main" id="{62817F28-DCC8-5DF0-428A-250614FF82BB}"/>
                </a:ext>
              </a:extLst>
            </p:cNvPr>
            <p:cNvSpPr/>
            <p:nvPr/>
          </p:nvSpPr>
          <p:spPr>
            <a:xfrm>
              <a:off x="2823557"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32" name="Freeform: Shape 831">
              <a:extLst>
                <a:ext uri="{FF2B5EF4-FFF2-40B4-BE49-F238E27FC236}">
                  <a16:creationId xmlns:a16="http://schemas.microsoft.com/office/drawing/2014/main" id="{4926EA94-E1EA-1949-2981-FA4F73AC1848}"/>
                </a:ext>
              </a:extLst>
            </p:cNvPr>
            <p:cNvSpPr/>
            <p:nvPr/>
          </p:nvSpPr>
          <p:spPr>
            <a:xfrm>
              <a:off x="2937813"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33" name="Freeform: Shape 832">
              <a:extLst>
                <a:ext uri="{FF2B5EF4-FFF2-40B4-BE49-F238E27FC236}">
                  <a16:creationId xmlns:a16="http://schemas.microsoft.com/office/drawing/2014/main" id="{87A32DF3-BE43-5BBA-F349-CB70A093A4BE}"/>
                </a:ext>
              </a:extLst>
            </p:cNvPr>
            <p:cNvSpPr/>
            <p:nvPr/>
          </p:nvSpPr>
          <p:spPr>
            <a:xfrm>
              <a:off x="3052069"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34" name="Freeform: Shape 833">
              <a:extLst>
                <a:ext uri="{FF2B5EF4-FFF2-40B4-BE49-F238E27FC236}">
                  <a16:creationId xmlns:a16="http://schemas.microsoft.com/office/drawing/2014/main" id="{DD9E6862-A236-5AC0-F1F0-4660588E4BF9}"/>
                </a:ext>
              </a:extLst>
            </p:cNvPr>
            <p:cNvSpPr/>
            <p:nvPr/>
          </p:nvSpPr>
          <p:spPr>
            <a:xfrm>
              <a:off x="3166325"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35" name="Freeform: Shape 834">
              <a:extLst>
                <a:ext uri="{FF2B5EF4-FFF2-40B4-BE49-F238E27FC236}">
                  <a16:creationId xmlns:a16="http://schemas.microsoft.com/office/drawing/2014/main" id="{B7D37503-E692-2483-CD6C-6E04C0680146}"/>
                </a:ext>
              </a:extLst>
            </p:cNvPr>
            <p:cNvSpPr/>
            <p:nvPr/>
          </p:nvSpPr>
          <p:spPr>
            <a:xfrm>
              <a:off x="3280580"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36" name="Freeform: Shape 835">
              <a:extLst>
                <a:ext uri="{FF2B5EF4-FFF2-40B4-BE49-F238E27FC236}">
                  <a16:creationId xmlns:a16="http://schemas.microsoft.com/office/drawing/2014/main" id="{7AB7C083-90BE-91C9-7728-21BBCC3F5927}"/>
                </a:ext>
              </a:extLst>
            </p:cNvPr>
            <p:cNvSpPr/>
            <p:nvPr/>
          </p:nvSpPr>
          <p:spPr>
            <a:xfrm>
              <a:off x="3394836"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37" name="Freeform: Shape 836">
              <a:extLst>
                <a:ext uri="{FF2B5EF4-FFF2-40B4-BE49-F238E27FC236}">
                  <a16:creationId xmlns:a16="http://schemas.microsoft.com/office/drawing/2014/main" id="{F10E117A-5426-E9D1-ACB3-F48BA87957E0}"/>
                </a:ext>
              </a:extLst>
            </p:cNvPr>
            <p:cNvSpPr/>
            <p:nvPr/>
          </p:nvSpPr>
          <p:spPr>
            <a:xfrm>
              <a:off x="3509092"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38" name="Freeform: Shape 837">
              <a:extLst>
                <a:ext uri="{FF2B5EF4-FFF2-40B4-BE49-F238E27FC236}">
                  <a16:creationId xmlns:a16="http://schemas.microsoft.com/office/drawing/2014/main" id="{3389FDBC-761C-5F87-4060-89E5E5CE7430}"/>
                </a:ext>
              </a:extLst>
            </p:cNvPr>
            <p:cNvSpPr/>
            <p:nvPr/>
          </p:nvSpPr>
          <p:spPr>
            <a:xfrm>
              <a:off x="3623348"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39" name="Freeform: Shape 838">
              <a:extLst>
                <a:ext uri="{FF2B5EF4-FFF2-40B4-BE49-F238E27FC236}">
                  <a16:creationId xmlns:a16="http://schemas.microsoft.com/office/drawing/2014/main" id="{6981C0CD-DD5F-BF98-10D1-384C3A6D2605}"/>
                </a:ext>
              </a:extLst>
            </p:cNvPr>
            <p:cNvSpPr/>
            <p:nvPr/>
          </p:nvSpPr>
          <p:spPr>
            <a:xfrm>
              <a:off x="3737603"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40" name="Freeform: Shape 839">
              <a:extLst>
                <a:ext uri="{FF2B5EF4-FFF2-40B4-BE49-F238E27FC236}">
                  <a16:creationId xmlns:a16="http://schemas.microsoft.com/office/drawing/2014/main" id="{12C28935-2EC4-3B75-1708-6A42545D45B8}"/>
                </a:ext>
              </a:extLst>
            </p:cNvPr>
            <p:cNvSpPr/>
            <p:nvPr/>
          </p:nvSpPr>
          <p:spPr>
            <a:xfrm>
              <a:off x="3851815"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41" name="Freeform: Shape 840">
              <a:extLst>
                <a:ext uri="{FF2B5EF4-FFF2-40B4-BE49-F238E27FC236}">
                  <a16:creationId xmlns:a16="http://schemas.microsoft.com/office/drawing/2014/main" id="{696DC98B-527D-4F00-4609-5F36564AEE99}"/>
                </a:ext>
              </a:extLst>
            </p:cNvPr>
            <p:cNvSpPr/>
            <p:nvPr/>
          </p:nvSpPr>
          <p:spPr>
            <a:xfrm>
              <a:off x="3966071"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42" name="Freeform: Shape 841">
              <a:extLst>
                <a:ext uri="{FF2B5EF4-FFF2-40B4-BE49-F238E27FC236}">
                  <a16:creationId xmlns:a16="http://schemas.microsoft.com/office/drawing/2014/main" id="{3C01D34A-96A5-39F9-C93B-42BC1A87DD73}"/>
                </a:ext>
              </a:extLst>
            </p:cNvPr>
            <p:cNvSpPr/>
            <p:nvPr/>
          </p:nvSpPr>
          <p:spPr>
            <a:xfrm>
              <a:off x="4080327"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43" name="Freeform: Shape 842">
              <a:extLst>
                <a:ext uri="{FF2B5EF4-FFF2-40B4-BE49-F238E27FC236}">
                  <a16:creationId xmlns:a16="http://schemas.microsoft.com/office/drawing/2014/main" id="{3EE31B99-ED5E-F9E2-A229-A73B3802A430}"/>
                </a:ext>
              </a:extLst>
            </p:cNvPr>
            <p:cNvSpPr/>
            <p:nvPr/>
          </p:nvSpPr>
          <p:spPr>
            <a:xfrm>
              <a:off x="4194582"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44" name="Freeform: Shape 843">
              <a:extLst>
                <a:ext uri="{FF2B5EF4-FFF2-40B4-BE49-F238E27FC236}">
                  <a16:creationId xmlns:a16="http://schemas.microsoft.com/office/drawing/2014/main" id="{1B5A3DD9-9558-CBDC-40C2-356BBD1CE665}"/>
                </a:ext>
              </a:extLst>
            </p:cNvPr>
            <p:cNvSpPr/>
            <p:nvPr/>
          </p:nvSpPr>
          <p:spPr>
            <a:xfrm>
              <a:off x="4308838"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45" name="Freeform: Shape 844">
              <a:extLst>
                <a:ext uri="{FF2B5EF4-FFF2-40B4-BE49-F238E27FC236}">
                  <a16:creationId xmlns:a16="http://schemas.microsoft.com/office/drawing/2014/main" id="{820467B3-7159-E5CF-9E85-9A5030A6FD2E}"/>
                </a:ext>
              </a:extLst>
            </p:cNvPr>
            <p:cNvSpPr/>
            <p:nvPr/>
          </p:nvSpPr>
          <p:spPr>
            <a:xfrm>
              <a:off x="4423094"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46" name="Freeform: Shape 845">
              <a:extLst>
                <a:ext uri="{FF2B5EF4-FFF2-40B4-BE49-F238E27FC236}">
                  <a16:creationId xmlns:a16="http://schemas.microsoft.com/office/drawing/2014/main" id="{0FB2145A-587F-1320-17AE-5FAF465A51A2}"/>
                </a:ext>
              </a:extLst>
            </p:cNvPr>
            <p:cNvSpPr/>
            <p:nvPr/>
          </p:nvSpPr>
          <p:spPr>
            <a:xfrm>
              <a:off x="4537350"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47" name="Freeform: Shape 846">
              <a:extLst>
                <a:ext uri="{FF2B5EF4-FFF2-40B4-BE49-F238E27FC236}">
                  <a16:creationId xmlns:a16="http://schemas.microsoft.com/office/drawing/2014/main" id="{16DA0D5B-1142-B4D1-5728-46B388BCB92F}"/>
                </a:ext>
              </a:extLst>
            </p:cNvPr>
            <p:cNvSpPr/>
            <p:nvPr/>
          </p:nvSpPr>
          <p:spPr>
            <a:xfrm>
              <a:off x="4651605"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48" name="Freeform: Shape 847">
              <a:extLst>
                <a:ext uri="{FF2B5EF4-FFF2-40B4-BE49-F238E27FC236}">
                  <a16:creationId xmlns:a16="http://schemas.microsoft.com/office/drawing/2014/main" id="{44F3162D-B482-F9DE-E8F6-5A4C395874F8}"/>
                </a:ext>
              </a:extLst>
            </p:cNvPr>
            <p:cNvSpPr/>
            <p:nvPr/>
          </p:nvSpPr>
          <p:spPr>
            <a:xfrm>
              <a:off x="4765861"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49" name="Freeform: Shape 848">
              <a:extLst>
                <a:ext uri="{FF2B5EF4-FFF2-40B4-BE49-F238E27FC236}">
                  <a16:creationId xmlns:a16="http://schemas.microsoft.com/office/drawing/2014/main" id="{D1472EE5-49D6-F030-A73C-8723BAAD3F59}"/>
                </a:ext>
              </a:extLst>
            </p:cNvPr>
            <p:cNvSpPr/>
            <p:nvPr/>
          </p:nvSpPr>
          <p:spPr>
            <a:xfrm>
              <a:off x="4880117"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50" name="Freeform: Shape 849">
              <a:extLst>
                <a:ext uri="{FF2B5EF4-FFF2-40B4-BE49-F238E27FC236}">
                  <a16:creationId xmlns:a16="http://schemas.microsoft.com/office/drawing/2014/main" id="{36A4C0F7-7C69-8802-66EE-30F4840561E9}"/>
                </a:ext>
              </a:extLst>
            </p:cNvPr>
            <p:cNvSpPr/>
            <p:nvPr/>
          </p:nvSpPr>
          <p:spPr>
            <a:xfrm>
              <a:off x="4994373"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51" name="Freeform: Shape 850">
              <a:extLst>
                <a:ext uri="{FF2B5EF4-FFF2-40B4-BE49-F238E27FC236}">
                  <a16:creationId xmlns:a16="http://schemas.microsoft.com/office/drawing/2014/main" id="{0E9BAD43-BD67-7328-0B45-BB8C9FB7459C}"/>
                </a:ext>
              </a:extLst>
            </p:cNvPr>
            <p:cNvSpPr/>
            <p:nvPr/>
          </p:nvSpPr>
          <p:spPr>
            <a:xfrm>
              <a:off x="5108629"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52" name="Freeform: Shape 851">
              <a:extLst>
                <a:ext uri="{FF2B5EF4-FFF2-40B4-BE49-F238E27FC236}">
                  <a16:creationId xmlns:a16="http://schemas.microsoft.com/office/drawing/2014/main" id="{6671F044-F95A-BEA8-10D4-17EB14975C5D}"/>
                </a:ext>
              </a:extLst>
            </p:cNvPr>
            <p:cNvSpPr/>
            <p:nvPr/>
          </p:nvSpPr>
          <p:spPr>
            <a:xfrm>
              <a:off x="5222840"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53" name="Freeform: Shape 852">
              <a:extLst>
                <a:ext uri="{FF2B5EF4-FFF2-40B4-BE49-F238E27FC236}">
                  <a16:creationId xmlns:a16="http://schemas.microsoft.com/office/drawing/2014/main" id="{F53202CB-1178-878D-FE8A-124DFF93548A}"/>
                </a:ext>
              </a:extLst>
            </p:cNvPr>
            <p:cNvSpPr/>
            <p:nvPr/>
          </p:nvSpPr>
          <p:spPr>
            <a:xfrm>
              <a:off x="5337096"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54" name="Freeform: Shape 853">
              <a:extLst>
                <a:ext uri="{FF2B5EF4-FFF2-40B4-BE49-F238E27FC236}">
                  <a16:creationId xmlns:a16="http://schemas.microsoft.com/office/drawing/2014/main" id="{327E79CC-B8F1-23D2-4D7E-5A37616E79E7}"/>
                </a:ext>
              </a:extLst>
            </p:cNvPr>
            <p:cNvSpPr/>
            <p:nvPr/>
          </p:nvSpPr>
          <p:spPr>
            <a:xfrm>
              <a:off x="5451352"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55" name="Freeform: Shape 854">
              <a:extLst>
                <a:ext uri="{FF2B5EF4-FFF2-40B4-BE49-F238E27FC236}">
                  <a16:creationId xmlns:a16="http://schemas.microsoft.com/office/drawing/2014/main" id="{C22FAC31-AFC8-A74E-2D2F-635959717CA2}"/>
                </a:ext>
              </a:extLst>
            </p:cNvPr>
            <p:cNvSpPr/>
            <p:nvPr/>
          </p:nvSpPr>
          <p:spPr>
            <a:xfrm>
              <a:off x="5565608"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56" name="Freeform: Shape 855">
              <a:extLst>
                <a:ext uri="{FF2B5EF4-FFF2-40B4-BE49-F238E27FC236}">
                  <a16:creationId xmlns:a16="http://schemas.microsoft.com/office/drawing/2014/main" id="{BA504BB9-1C85-5694-E766-900B609892EB}"/>
                </a:ext>
              </a:extLst>
            </p:cNvPr>
            <p:cNvSpPr/>
            <p:nvPr/>
          </p:nvSpPr>
          <p:spPr>
            <a:xfrm>
              <a:off x="5679863"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57" name="Freeform: Shape 856">
              <a:extLst>
                <a:ext uri="{FF2B5EF4-FFF2-40B4-BE49-F238E27FC236}">
                  <a16:creationId xmlns:a16="http://schemas.microsoft.com/office/drawing/2014/main" id="{A4EE6B8C-FF6D-05AB-2D7A-1A9036D7A7F5}"/>
                </a:ext>
              </a:extLst>
            </p:cNvPr>
            <p:cNvSpPr/>
            <p:nvPr/>
          </p:nvSpPr>
          <p:spPr>
            <a:xfrm>
              <a:off x="5794119"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58" name="Freeform: Shape 857">
              <a:extLst>
                <a:ext uri="{FF2B5EF4-FFF2-40B4-BE49-F238E27FC236}">
                  <a16:creationId xmlns:a16="http://schemas.microsoft.com/office/drawing/2014/main" id="{034F067D-2CA0-6C70-97CF-9F0557DD2455}"/>
                </a:ext>
              </a:extLst>
            </p:cNvPr>
            <p:cNvSpPr/>
            <p:nvPr/>
          </p:nvSpPr>
          <p:spPr>
            <a:xfrm>
              <a:off x="5908375"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59" name="Freeform: Shape 858">
              <a:extLst>
                <a:ext uri="{FF2B5EF4-FFF2-40B4-BE49-F238E27FC236}">
                  <a16:creationId xmlns:a16="http://schemas.microsoft.com/office/drawing/2014/main" id="{671F3867-CB73-9101-4778-5D406AC81A90}"/>
                </a:ext>
              </a:extLst>
            </p:cNvPr>
            <p:cNvSpPr/>
            <p:nvPr/>
          </p:nvSpPr>
          <p:spPr>
            <a:xfrm>
              <a:off x="6022631"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60" name="Freeform: Shape 859">
              <a:extLst>
                <a:ext uri="{FF2B5EF4-FFF2-40B4-BE49-F238E27FC236}">
                  <a16:creationId xmlns:a16="http://schemas.microsoft.com/office/drawing/2014/main" id="{54DCC34A-C10B-F920-74AF-DCDDB4357A30}"/>
                </a:ext>
              </a:extLst>
            </p:cNvPr>
            <p:cNvSpPr/>
            <p:nvPr/>
          </p:nvSpPr>
          <p:spPr>
            <a:xfrm>
              <a:off x="6136886"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61" name="Freeform: Shape 860">
              <a:extLst>
                <a:ext uri="{FF2B5EF4-FFF2-40B4-BE49-F238E27FC236}">
                  <a16:creationId xmlns:a16="http://schemas.microsoft.com/office/drawing/2014/main" id="{11BFB07A-2727-8204-9FD7-1095A1E0DE1C}"/>
                </a:ext>
              </a:extLst>
            </p:cNvPr>
            <p:cNvSpPr/>
            <p:nvPr/>
          </p:nvSpPr>
          <p:spPr>
            <a:xfrm>
              <a:off x="6251142"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62" name="Freeform: Shape 861">
              <a:extLst>
                <a:ext uri="{FF2B5EF4-FFF2-40B4-BE49-F238E27FC236}">
                  <a16:creationId xmlns:a16="http://schemas.microsoft.com/office/drawing/2014/main" id="{7B3D054F-EC29-E29F-985E-D298ADEF4516}"/>
                </a:ext>
              </a:extLst>
            </p:cNvPr>
            <p:cNvSpPr/>
            <p:nvPr/>
          </p:nvSpPr>
          <p:spPr>
            <a:xfrm>
              <a:off x="6365398"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63" name="Freeform: Shape 862">
              <a:extLst>
                <a:ext uri="{FF2B5EF4-FFF2-40B4-BE49-F238E27FC236}">
                  <a16:creationId xmlns:a16="http://schemas.microsoft.com/office/drawing/2014/main" id="{D36F01BD-5D34-E043-1D1D-83F9C563CF89}"/>
                </a:ext>
              </a:extLst>
            </p:cNvPr>
            <p:cNvSpPr/>
            <p:nvPr/>
          </p:nvSpPr>
          <p:spPr>
            <a:xfrm>
              <a:off x="6479610"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64" name="Freeform: Shape 863">
              <a:extLst>
                <a:ext uri="{FF2B5EF4-FFF2-40B4-BE49-F238E27FC236}">
                  <a16:creationId xmlns:a16="http://schemas.microsoft.com/office/drawing/2014/main" id="{D60DE055-D552-3EDC-0E21-DBDDF87DF97E}"/>
                </a:ext>
              </a:extLst>
            </p:cNvPr>
            <p:cNvSpPr/>
            <p:nvPr/>
          </p:nvSpPr>
          <p:spPr>
            <a:xfrm>
              <a:off x="6593865"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65" name="Freeform: Shape 864">
              <a:extLst>
                <a:ext uri="{FF2B5EF4-FFF2-40B4-BE49-F238E27FC236}">
                  <a16:creationId xmlns:a16="http://schemas.microsoft.com/office/drawing/2014/main" id="{ECEE1543-05EC-5192-D84B-8558C91D14F2}"/>
                </a:ext>
              </a:extLst>
            </p:cNvPr>
            <p:cNvSpPr/>
            <p:nvPr/>
          </p:nvSpPr>
          <p:spPr>
            <a:xfrm>
              <a:off x="6708121" y="217492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66" name="Freeform: Shape 865">
              <a:extLst>
                <a:ext uri="{FF2B5EF4-FFF2-40B4-BE49-F238E27FC236}">
                  <a16:creationId xmlns:a16="http://schemas.microsoft.com/office/drawing/2014/main" id="{F3D75CA4-ADE8-CE1C-5B98-645DA7BD36BD}"/>
                </a:ext>
              </a:extLst>
            </p:cNvPr>
            <p:cNvSpPr/>
            <p:nvPr/>
          </p:nvSpPr>
          <p:spPr>
            <a:xfrm>
              <a:off x="6822377"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67" name="Freeform: Shape 866">
              <a:extLst>
                <a:ext uri="{FF2B5EF4-FFF2-40B4-BE49-F238E27FC236}">
                  <a16:creationId xmlns:a16="http://schemas.microsoft.com/office/drawing/2014/main" id="{22F707E1-FE70-63A3-FA35-59BD26D3D12E}"/>
                </a:ext>
              </a:extLst>
            </p:cNvPr>
            <p:cNvSpPr/>
            <p:nvPr/>
          </p:nvSpPr>
          <p:spPr>
            <a:xfrm>
              <a:off x="6936633"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68" name="Freeform: Shape 867">
              <a:extLst>
                <a:ext uri="{FF2B5EF4-FFF2-40B4-BE49-F238E27FC236}">
                  <a16:creationId xmlns:a16="http://schemas.microsoft.com/office/drawing/2014/main" id="{4FC118B1-2BC7-1ACC-EC56-0E50C4A35F67}"/>
                </a:ext>
              </a:extLst>
            </p:cNvPr>
            <p:cNvSpPr/>
            <p:nvPr/>
          </p:nvSpPr>
          <p:spPr>
            <a:xfrm>
              <a:off x="7050888" y="217492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69" name="Freeform: Shape 868">
              <a:extLst>
                <a:ext uri="{FF2B5EF4-FFF2-40B4-BE49-F238E27FC236}">
                  <a16:creationId xmlns:a16="http://schemas.microsoft.com/office/drawing/2014/main" id="{C1BFA460-4340-312D-3283-005203808A79}"/>
                </a:ext>
              </a:extLst>
            </p:cNvPr>
            <p:cNvSpPr/>
            <p:nvPr/>
          </p:nvSpPr>
          <p:spPr>
            <a:xfrm>
              <a:off x="7165144"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70" name="Freeform: Shape 869">
              <a:extLst>
                <a:ext uri="{FF2B5EF4-FFF2-40B4-BE49-F238E27FC236}">
                  <a16:creationId xmlns:a16="http://schemas.microsoft.com/office/drawing/2014/main" id="{17C56D47-CC7E-7DFC-42C9-88E7FF4C87BB}"/>
                </a:ext>
              </a:extLst>
            </p:cNvPr>
            <p:cNvSpPr/>
            <p:nvPr/>
          </p:nvSpPr>
          <p:spPr>
            <a:xfrm>
              <a:off x="2366578"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71" name="Freeform: Shape 870">
              <a:extLst>
                <a:ext uri="{FF2B5EF4-FFF2-40B4-BE49-F238E27FC236}">
                  <a16:creationId xmlns:a16="http://schemas.microsoft.com/office/drawing/2014/main" id="{4C9081FC-AC5C-6A32-F3B3-CE78AB19563A}"/>
                </a:ext>
              </a:extLst>
            </p:cNvPr>
            <p:cNvSpPr/>
            <p:nvPr/>
          </p:nvSpPr>
          <p:spPr>
            <a:xfrm>
              <a:off x="2480790"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72" name="Freeform: Shape 871">
              <a:extLst>
                <a:ext uri="{FF2B5EF4-FFF2-40B4-BE49-F238E27FC236}">
                  <a16:creationId xmlns:a16="http://schemas.microsoft.com/office/drawing/2014/main" id="{FBD5540D-9F7A-6BBF-1C58-6473E8E2A3B2}"/>
                </a:ext>
              </a:extLst>
            </p:cNvPr>
            <p:cNvSpPr/>
            <p:nvPr/>
          </p:nvSpPr>
          <p:spPr>
            <a:xfrm>
              <a:off x="2595046"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73" name="Freeform: Shape 872">
              <a:extLst>
                <a:ext uri="{FF2B5EF4-FFF2-40B4-BE49-F238E27FC236}">
                  <a16:creationId xmlns:a16="http://schemas.microsoft.com/office/drawing/2014/main" id="{626BBDD1-6BAF-02A9-E28A-8083A08D1CD6}"/>
                </a:ext>
              </a:extLst>
            </p:cNvPr>
            <p:cNvSpPr/>
            <p:nvPr/>
          </p:nvSpPr>
          <p:spPr>
            <a:xfrm>
              <a:off x="2709301"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74" name="Freeform: Shape 873">
              <a:extLst>
                <a:ext uri="{FF2B5EF4-FFF2-40B4-BE49-F238E27FC236}">
                  <a16:creationId xmlns:a16="http://schemas.microsoft.com/office/drawing/2014/main" id="{ED63EF70-359E-5BAE-4A0F-3E831E80E3CC}"/>
                </a:ext>
              </a:extLst>
            </p:cNvPr>
            <p:cNvSpPr/>
            <p:nvPr/>
          </p:nvSpPr>
          <p:spPr>
            <a:xfrm>
              <a:off x="2823557"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75" name="Freeform: Shape 874">
              <a:extLst>
                <a:ext uri="{FF2B5EF4-FFF2-40B4-BE49-F238E27FC236}">
                  <a16:creationId xmlns:a16="http://schemas.microsoft.com/office/drawing/2014/main" id="{4135ADEB-CF47-CB3B-DECE-C6DDA8061DC6}"/>
                </a:ext>
              </a:extLst>
            </p:cNvPr>
            <p:cNvSpPr/>
            <p:nvPr/>
          </p:nvSpPr>
          <p:spPr>
            <a:xfrm>
              <a:off x="2937813"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76" name="Freeform: Shape 875">
              <a:extLst>
                <a:ext uri="{FF2B5EF4-FFF2-40B4-BE49-F238E27FC236}">
                  <a16:creationId xmlns:a16="http://schemas.microsoft.com/office/drawing/2014/main" id="{DF22B76C-2BE6-907A-A5AA-F23E5AB8E997}"/>
                </a:ext>
              </a:extLst>
            </p:cNvPr>
            <p:cNvSpPr/>
            <p:nvPr/>
          </p:nvSpPr>
          <p:spPr>
            <a:xfrm>
              <a:off x="3052069"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77" name="Freeform: Shape 876">
              <a:extLst>
                <a:ext uri="{FF2B5EF4-FFF2-40B4-BE49-F238E27FC236}">
                  <a16:creationId xmlns:a16="http://schemas.microsoft.com/office/drawing/2014/main" id="{DD32EC7F-70DC-8582-8617-947C1D8CE940}"/>
                </a:ext>
              </a:extLst>
            </p:cNvPr>
            <p:cNvSpPr/>
            <p:nvPr/>
          </p:nvSpPr>
          <p:spPr>
            <a:xfrm>
              <a:off x="3166325"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78" name="Freeform: Shape 877">
              <a:extLst>
                <a:ext uri="{FF2B5EF4-FFF2-40B4-BE49-F238E27FC236}">
                  <a16:creationId xmlns:a16="http://schemas.microsoft.com/office/drawing/2014/main" id="{DD6723FA-28FF-CCAC-A6C3-997F456D5E4F}"/>
                </a:ext>
              </a:extLst>
            </p:cNvPr>
            <p:cNvSpPr/>
            <p:nvPr/>
          </p:nvSpPr>
          <p:spPr>
            <a:xfrm>
              <a:off x="3280580"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79" name="Freeform: Shape 878">
              <a:extLst>
                <a:ext uri="{FF2B5EF4-FFF2-40B4-BE49-F238E27FC236}">
                  <a16:creationId xmlns:a16="http://schemas.microsoft.com/office/drawing/2014/main" id="{D956ED70-BBCB-A440-7EF8-C3D13D22815E}"/>
                </a:ext>
              </a:extLst>
            </p:cNvPr>
            <p:cNvSpPr/>
            <p:nvPr/>
          </p:nvSpPr>
          <p:spPr>
            <a:xfrm>
              <a:off x="3394836"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80" name="Freeform: Shape 879">
              <a:extLst>
                <a:ext uri="{FF2B5EF4-FFF2-40B4-BE49-F238E27FC236}">
                  <a16:creationId xmlns:a16="http://schemas.microsoft.com/office/drawing/2014/main" id="{2ECD02AA-F340-DC70-D9A1-75EC670EDAA7}"/>
                </a:ext>
              </a:extLst>
            </p:cNvPr>
            <p:cNvSpPr/>
            <p:nvPr/>
          </p:nvSpPr>
          <p:spPr>
            <a:xfrm>
              <a:off x="3509092"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81" name="Freeform: Shape 880">
              <a:extLst>
                <a:ext uri="{FF2B5EF4-FFF2-40B4-BE49-F238E27FC236}">
                  <a16:creationId xmlns:a16="http://schemas.microsoft.com/office/drawing/2014/main" id="{A16F3771-A19C-07ED-CFCF-044DCE5438AE}"/>
                </a:ext>
              </a:extLst>
            </p:cNvPr>
            <p:cNvSpPr/>
            <p:nvPr/>
          </p:nvSpPr>
          <p:spPr>
            <a:xfrm>
              <a:off x="3623348"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82" name="Freeform: Shape 881">
              <a:extLst>
                <a:ext uri="{FF2B5EF4-FFF2-40B4-BE49-F238E27FC236}">
                  <a16:creationId xmlns:a16="http://schemas.microsoft.com/office/drawing/2014/main" id="{AABDFCC8-1F02-2DEC-8F11-6E6704C003C6}"/>
                </a:ext>
              </a:extLst>
            </p:cNvPr>
            <p:cNvSpPr/>
            <p:nvPr/>
          </p:nvSpPr>
          <p:spPr>
            <a:xfrm>
              <a:off x="3737603"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83" name="Freeform: Shape 882">
              <a:extLst>
                <a:ext uri="{FF2B5EF4-FFF2-40B4-BE49-F238E27FC236}">
                  <a16:creationId xmlns:a16="http://schemas.microsoft.com/office/drawing/2014/main" id="{564E6505-8010-CA44-8B7A-114F13F1DCB8}"/>
                </a:ext>
              </a:extLst>
            </p:cNvPr>
            <p:cNvSpPr/>
            <p:nvPr/>
          </p:nvSpPr>
          <p:spPr>
            <a:xfrm>
              <a:off x="3851815"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84" name="Freeform: Shape 883">
              <a:extLst>
                <a:ext uri="{FF2B5EF4-FFF2-40B4-BE49-F238E27FC236}">
                  <a16:creationId xmlns:a16="http://schemas.microsoft.com/office/drawing/2014/main" id="{372E3A7E-0669-0861-C43D-4E4B80BD6B4D}"/>
                </a:ext>
              </a:extLst>
            </p:cNvPr>
            <p:cNvSpPr/>
            <p:nvPr/>
          </p:nvSpPr>
          <p:spPr>
            <a:xfrm>
              <a:off x="3966071"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85" name="Freeform: Shape 884">
              <a:extLst>
                <a:ext uri="{FF2B5EF4-FFF2-40B4-BE49-F238E27FC236}">
                  <a16:creationId xmlns:a16="http://schemas.microsoft.com/office/drawing/2014/main" id="{D5FF8EEE-ACD2-0FC0-AE62-6B649ACD02DB}"/>
                </a:ext>
              </a:extLst>
            </p:cNvPr>
            <p:cNvSpPr/>
            <p:nvPr/>
          </p:nvSpPr>
          <p:spPr>
            <a:xfrm>
              <a:off x="4080327"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86" name="Freeform: Shape 885">
              <a:extLst>
                <a:ext uri="{FF2B5EF4-FFF2-40B4-BE49-F238E27FC236}">
                  <a16:creationId xmlns:a16="http://schemas.microsoft.com/office/drawing/2014/main" id="{33C80797-DA85-D296-B5FF-C97567C0AEA8}"/>
                </a:ext>
              </a:extLst>
            </p:cNvPr>
            <p:cNvSpPr/>
            <p:nvPr/>
          </p:nvSpPr>
          <p:spPr>
            <a:xfrm>
              <a:off x="4194582"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87" name="Freeform: Shape 886">
              <a:extLst>
                <a:ext uri="{FF2B5EF4-FFF2-40B4-BE49-F238E27FC236}">
                  <a16:creationId xmlns:a16="http://schemas.microsoft.com/office/drawing/2014/main" id="{BD869A03-848F-4B15-3FBB-C26E1932E7B1}"/>
                </a:ext>
              </a:extLst>
            </p:cNvPr>
            <p:cNvSpPr/>
            <p:nvPr/>
          </p:nvSpPr>
          <p:spPr>
            <a:xfrm>
              <a:off x="4308838"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88" name="Freeform: Shape 887">
              <a:extLst>
                <a:ext uri="{FF2B5EF4-FFF2-40B4-BE49-F238E27FC236}">
                  <a16:creationId xmlns:a16="http://schemas.microsoft.com/office/drawing/2014/main" id="{50B55861-1C15-922C-9D8A-038B8AC3BD81}"/>
                </a:ext>
              </a:extLst>
            </p:cNvPr>
            <p:cNvSpPr/>
            <p:nvPr/>
          </p:nvSpPr>
          <p:spPr>
            <a:xfrm>
              <a:off x="4423094"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89" name="Freeform: Shape 888">
              <a:extLst>
                <a:ext uri="{FF2B5EF4-FFF2-40B4-BE49-F238E27FC236}">
                  <a16:creationId xmlns:a16="http://schemas.microsoft.com/office/drawing/2014/main" id="{DBB8854D-75AD-5809-4EBF-BDF7B4D93030}"/>
                </a:ext>
              </a:extLst>
            </p:cNvPr>
            <p:cNvSpPr/>
            <p:nvPr/>
          </p:nvSpPr>
          <p:spPr>
            <a:xfrm>
              <a:off x="4537350"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90" name="Freeform: Shape 889">
              <a:extLst>
                <a:ext uri="{FF2B5EF4-FFF2-40B4-BE49-F238E27FC236}">
                  <a16:creationId xmlns:a16="http://schemas.microsoft.com/office/drawing/2014/main" id="{48C5CAF1-388F-5DFA-9CA6-CCD5EA69C3D1}"/>
                </a:ext>
              </a:extLst>
            </p:cNvPr>
            <p:cNvSpPr/>
            <p:nvPr/>
          </p:nvSpPr>
          <p:spPr>
            <a:xfrm>
              <a:off x="4651605"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91" name="Freeform: Shape 890">
              <a:extLst>
                <a:ext uri="{FF2B5EF4-FFF2-40B4-BE49-F238E27FC236}">
                  <a16:creationId xmlns:a16="http://schemas.microsoft.com/office/drawing/2014/main" id="{8DF946FE-4875-48C6-3507-66198A19A38F}"/>
                </a:ext>
              </a:extLst>
            </p:cNvPr>
            <p:cNvSpPr/>
            <p:nvPr/>
          </p:nvSpPr>
          <p:spPr>
            <a:xfrm>
              <a:off x="4765861"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92" name="Freeform: Shape 891">
              <a:extLst>
                <a:ext uri="{FF2B5EF4-FFF2-40B4-BE49-F238E27FC236}">
                  <a16:creationId xmlns:a16="http://schemas.microsoft.com/office/drawing/2014/main" id="{4B7C5AC3-C016-94D9-C59C-47428288CB21}"/>
                </a:ext>
              </a:extLst>
            </p:cNvPr>
            <p:cNvSpPr/>
            <p:nvPr/>
          </p:nvSpPr>
          <p:spPr>
            <a:xfrm>
              <a:off x="4880117"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93" name="Freeform: Shape 892">
              <a:extLst>
                <a:ext uri="{FF2B5EF4-FFF2-40B4-BE49-F238E27FC236}">
                  <a16:creationId xmlns:a16="http://schemas.microsoft.com/office/drawing/2014/main" id="{14062F18-BF8C-2513-A895-EA6295897C24}"/>
                </a:ext>
              </a:extLst>
            </p:cNvPr>
            <p:cNvSpPr/>
            <p:nvPr/>
          </p:nvSpPr>
          <p:spPr>
            <a:xfrm>
              <a:off x="4994373"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94" name="Freeform: Shape 893">
              <a:extLst>
                <a:ext uri="{FF2B5EF4-FFF2-40B4-BE49-F238E27FC236}">
                  <a16:creationId xmlns:a16="http://schemas.microsoft.com/office/drawing/2014/main" id="{A1D88209-473C-3BA8-4C03-9A8C52B4AC70}"/>
                </a:ext>
              </a:extLst>
            </p:cNvPr>
            <p:cNvSpPr/>
            <p:nvPr/>
          </p:nvSpPr>
          <p:spPr>
            <a:xfrm>
              <a:off x="5108629"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95" name="Freeform: Shape 894">
              <a:extLst>
                <a:ext uri="{FF2B5EF4-FFF2-40B4-BE49-F238E27FC236}">
                  <a16:creationId xmlns:a16="http://schemas.microsoft.com/office/drawing/2014/main" id="{3A3F4DA1-8DC5-3ED1-AFA0-11DDDDDD4A03}"/>
                </a:ext>
              </a:extLst>
            </p:cNvPr>
            <p:cNvSpPr/>
            <p:nvPr/>
          </p:nvSpPr>
          <p:spPr>
            <a:xfrm>
              <a:off x="5222840"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96" name="Freeform: Shape 895">
              <a:extLst>
                <a:ext uri="{FF2B5EF4-FFF2-40B4-BE49-F238E27FC236}">
                  <a16:creationId xmlns:a16="http://schemas.microsoft.com/office/drawing/2014/main" id="{0515C773-F19C-E780-8D0B-726C2E424B28}"/>
                </a:ext>
              </a:extLst>
            </p:cNvPr>
            <p:cNvSpPr/>
            <p:nvPr/>
          </p:nvSpPr>
          <p:spPr>
            <a:xfrm>
              <a:off x="5337096"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97" name="Freeform: Shape 896">
              <a:extLst>
                <a:ext uri="{FF2B5EF4-FFF2-40B4-BE49-F238E27FC236}">
                  <a16:creationId xmlns:a16="http://schemas.microsoft.com/office/drawing/2014/main" id="{2BE432A9-6119-B048-8275-C6C544967ADE}"/>
                </a:ext>
              </a:extLst>
            </p:cNvPr>
            <p:cNvSpPr/>
            <p:nvPr/>
          </p:nvSpPr>
          <p:spPr>
            <a:xfrm>
              <a:off x="5451352"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98" name="Freeform: Shape 897">
              <a:extLst>
                <a:ext uri="{FF2B5EF4-FFF2-40B4-BE49-F238E27FC236}">
                  <a16:creationId xmlns:a16="http://schemas.microsoft.com/office/drawing/2014/main" id="{4B794E18-65AC-3ECC-1828-CF307A4258A5}"/>
                </a:ext>
              </a:extLst>
            </p:cNvPr>
            <p:cNvSpPr/>
            <p:nvPr/>
          </p:nvSpPr>
          <p:spPr>
            <a:xfrm>
              <a:off x="5565608"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899" name="Freeform: Shape 898">
              <a:extLst>
                <a:ext uri="{FF2B5EF4-FFF2-40B4-BE49-F238E27FC236}">
                  <a16:creationId xmlns:a16="http://schemas.microsoft.com/office/drawing/2014/main" id="{A48BD343-001B-47E6-E5D6-69156070B959}"/>
                </a:ext>
              </a:extLst>
            </p:cNvPr>
            <p:cNvSpPr/>
            <p:nvPr/>
          </p:nvSpPr>
          <p:spPr>
            <a:xfrm>
              <a:off x="5679863"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00" name="Freeform: Shape 899">
              <a:extLst>
                <a:ext uri="{FF2B5EF4-FFF2-40B4-BE49-F238E27FC236}">
                  <a16:creationId xmlns:a16="http://schemas.microsoft.com/office/drawing/2014/main" id="{C1EB11DC-140E-E2A2-35F3-3C67C4ADEEF9}"/>
                </a:ext>
              </a:extLst>
            </p:cNvPr>
            <p:cNvSpPr/>
            <p:nvPr/>
          </p:nvSpPr>
          <p:spPr>
            <a:xfrm>
              <a:off x="5794119"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01" name="Freeform: Shape 900">
              <a:extLst>
                <a:ext uri="{FF2B5EF4-FFF2-40B4-BE49-F238E27FC236}">
                  <a16:creationId xmlns:a16="http://schemas.microsoft.com/office/drawing/2014/main" id="{1123F89F-C236-215F-0BE1-052B57458819}"/>
                </a:ext>
              </a:extLst>
            </p:cNvPr>
            <p:cNvSpPr/>
            <p:nvPr/>
          </p:nvSpPr>
          <p:spPr>
            <a:xfrm>
              <a:off x="5908375"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02" name="Freeform: Shape 901">
              <a:extLst>
                <a:ext uri="{FF2B5EF4-FFF2-40B4-BE49-F238E27FC236}">
                  <a16:creationId xmlns:a16="http://schemas.microsoft.com/office/drawing/2014/main" id="{093EF1DA-9F22-9E0A-47EE-A4220AFD628E}"/>
                </a:ext>
              </a:extLst>
            </p:cNvPr>
            <p:cNvSpPr/>
            <p:nvPr/>
          </p:nvSpPr>
          <p:spPr>
            <a:xfrm>
              <a:off x="6022631"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03" name="Freeform: Shape 902">
              <a:extLst>
                <a:ext uri="{FF2B5EF4-FFF2-40B4-BE49-F238E27FC236}">
                  <a16:creationId xmlns:a16="http://schemas.microsoft.com/office/drawing/2014/main" id="{E46FD6FC-7958-9ECA-4DD6-ECCB4D94C712}"/>
                </a:ext>
              </a:extLst>
            </p:cNvPr>
            <p:cNvSpPr/>
            <p:nvPr/>
          </p:nvSpPr>
          <p:spPr>
            <a:xfrm>
              <a:off x="6136886"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04" name="Freeform: Shape 903">
              <a:extLst>
                <a:ext uri="{FF2B5EF4-FFF2-40B4-BE49-F238E27FC236}">
                  <a16:creationId xmlns:a16="http://schemas.microsoft.com/office/drawing/2014/main" id="{09CA420E-1242-4FB9-6CD6-3E4809A134C7}"/>
                </a:ext>
              </a:extLst>
            </p:cNvPr>
            <p:cNvSpPr/>
            <p:nvPr/>
          </p:nvSpPr>
          <p:spPr>
            <a:xfrm>
              <a:off x="6251142"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05" name="Freeform: Shape 904">
              <a:extLst>
                <a:ext uri="{FF2B5EF4-FFF2-40B4-BE49-F238E27FC236}">
                  <a16:creationId xmlns:a16="http://schemas.microsoft.com/office/drawing/2014/main" id="{D2A98FF1-8F93-1C02-A3E0-A11119CBAC97}"/>
                </a:ext>
              </a:extLst>
            </p:cNvPr>
            <p:cNvSpPr/>
            <p:nvPr/>
          </p:nvSpPr>
          <p:spPr>
            <a:xfrm>
              <a:off x="6365398"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06" name="Freeform: Shape 905">
              <a:extLst>
                <a:ext uri="{FF2B5EF4-FFF2-40B4-BE49-F238E27FC236}">
                  <a16:creationId xmlns:a16="http://schemas.microsoft.com/office/drawing/2014/main" id="{600147DB-3670-C0A0-22F6-415F96419AC9}"/>
                </a:ext>
              </a:extLst>
            </p:cNvPr>
            <p:cNvSpPr/>
            <p:nvPr/>
          </p:nvSpPr>
          <p:spPr>
            <a:xfrm>
              <a:off x="6479610"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07" name="Freeform: Shape 906">
              <a:extLst>
                <a:ext uri="{FF2B5EF4-FFF2-40B4-BE49-F238E27FC236}">
                  <a16:creationId xmlns:a16="http://schemas.microsoft.com/office/drawing/2014/main" id="{12180487-8EAD-264B-C7E3-F8684999D373}"/>
                </a:ext>
              </a:extLst>
            </p:cNvPr>
            <p:cNvSpPr/>
            <p:nvPr/>
          </p:nvSpPr>
          <p:spPr>
            <a:xfrm>
              <a:off x="6593865"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08" name="Freeform: Shape 907">
              <a:extLst>
                <a:ext uri="{FF2B5EF4-FFF2-40B4-BE49-F238E27FC236}">
                  <a16:creationId xmlns:a16="http://schemas.microsoft.com/office/drawing/2014/main" id="{918F358A-1154-287C-E91A-1AE04290FD22}"/>
                </a:ext>
              </a:extLst>
            </p:cNvPr>
            <p:cNvSpPr/>
            <p:nvPr/>
          </p:nvSpPr>
          <p:spPr>
            <a:xfrm>
              <a:off x="6708121" y="228918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09" name="Freeform: Shape 908">
              <a:extLst>
                <a:ext uri="{FF2B5EF4-FFF2-40B4-BE49-F238E27FC236}">
                  <a16:creationId xmlns:a16="http://schemas.microsoft.com/office/drawing/2014/main" id="{E242D918-14E5-44BE-8582-4A24D1485345}"/>
                </a:ext>
              </a:extLst>
            </p:cNvPr>
            <p:cNvSpPr/>
            <p:nvPr/>
          </p:nvSpPr>
          <p:spPr>
            <a:xfrm>
              <a:off x="6822377"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10" name="Freeform: Shape 909">
              <a:extLst>
                <a:ext uri="{FF2B5EF4-FFF2-40B4-BE49-F238E27FC236}">
                  <a16:creationId xmlns:a16="http://schemas.microsoft.com/office/drawing/2014/main" id="{70F89FC0-1E1A-886E-B31F-082114B31D34}"/>
                </a:ext>
              </a:extLst>
            </p:cNvPr>
            <p:cNvSpPr/>
            <p:nvPr/>
          </p:nvSpPr>
          <p:spPr>
            <a:xfrm>
              <a:off x="6936633"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11" name="Freeform: Shape 910">
              <a:extLst>
                <a:ext uri="{FF2B5EF4-FFF2-40B4-BE49-F238E27FC236}">
                  <a16:creationId xmlns:a16="http://schemas.microsoft.com/office/drawing/2014/main" id="{E26EE28F-F95D-37D2-1DAA-0896B3E66E72}"/>
                </a:ext>
              </a:extLst>
            </p:cNvPr>
            <p:cNvSpPr/>
            <p:nvPr/>
          </p:nvSpPr>
          <p:spPr>
            <a:xfrm>
              <a:off x="7050888" y="228918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12" name="Freeform: Shape 911">
              <a:extLst>
                <a:ext uri="{FF2B5EF4-FFF2-40B4-BE49-F238E27FC236}">
                  <a16:creationId xmlns:a16="http://schemas.microsoft.com/office/drawing/2014/main" id="{EFC0B044-A6E8-B0D0-0BCD-8E998B3522A3}"/>
                </a:ext>
              </a:extLst>
            </p:cNvPr>
            <p:cNvSpPr/>
            <p:nvPr/>
          </p:nvSpPr>
          <p:spPr>
            <a:xfrm>
              <a:off x="7165144"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13" name="Freeform: Shape 912">
              <a:extLst>
                <a:ext uri="{FF2B5EF4-FFF2-40B4-BE49-F238E27FC236}">
                  <a16:creationId xmlns:a16="http://schemas.microsoft.com/office/drawing/2014/main" id="{32D90A29-C102-CEAA-F1E7-FD3FC3E2AAFD}"/>
                </a:ext>
              </a:extLst>
            </p:cNvPr>
            <p:cNvSpPr/>
            <p:nvPr/>
          </p:nvSpPr>
          <p:spPr>
            <a:xfrm>
              <a:off x="2366578"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14" name="Freeform: Shape 913">
              <a:extLst>
                <a:ext uri="{FF2B5EF4-FFF2-40B4-BE49-F238E27FC236}">
                  <a16:creationId xmlns:a16="http://schemas.microsoft.com/office/drawing/2014/main" id="{3EE3A91F-0133-0D9E-4545-8BE6648A1D03}"/>
                </a:ext>
              </a:extLst>
            </p:cNvPr>
            <p:cNvSpPr/>
            <p:nvPr/>
          </p:nvSpPr>
          <p:spPr>
            <a:xfrm>
              <a:off x="2480790"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15" name="Freeform: Shape 914">
              <a:extLst>
                <a:ext uri="{FF2B5EF4-FFF2-40B4-BE49-F238E27FC236}">
                  <a16:creationId xmlns:a16="http://schemas.microsoft.com/office/drawing/2014/main" id="{C5583E24-3C88-F4B6-4964-C2BB8B86FE85}"/>
                </a:ext>
              </a:extLst>
            </p:cNvPr>
            <p:cNvSpPr/>
            <p:nvPr/>
          </p:nvSpPr>
          <p:spPr>
            <a:xfrm>
              <a:off x="2595046"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16" name="Freeform: Shape 915">
              <a:extLst>
                <a:ext uri="{FF2B5EF4-FFF2-40B4-BE49-F238E27FC236}">
                  <a16:creationId xmlns:a16="http://schemas.microsoft.com/office/drawing/2014/main" id="{36964B3E-EA61-53E4-9889-B71F718CF800}"/>
                </a:ext>
              </a:extLst>
            </p:cNvPr>
            <p:cNvSpPr/>
            <p:nvPr/>
          </p:nvSpPr>
          <p:spPr>
            <a:xfrm>
              <a:off x="2709301"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17" name="Freeform: Shape 916">
              <a:extLst>
                <a:ext uri="{FF2B5EF4-FFF2-40B4-BE49-F238E27FC236}">
                  <a16:creationId xmlns:a16="http://schemas.microsoft.com/office/drawing/2014/main" id="{CF9F3AB6-CCC5-3862-F994-F6BB07D70D67}"/>
                </a:ext>
              </a:extLst>
            </p:cNvPr>
            <p:cNvSpPr/>
            <p:nvPr/>
          </p:nvSpPr>
          <p:spPr>
            <a:xfrm>
              <a:off x="2823557"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18" name="Freeform: Shape 917">
              <a:extLst>
                <a:ext uri="{FF2B5EF4-FFF2-40B4-BE49-F238E27FC236}">
                  <a16:creationId xmlns:a16="http://schemas.microsoft.com/office/drawing/2014/main" id="{98AC520E-1456-D8AE-46F9-64B7D4991BD2}"/>
                </a:ext>
              </a:extLst>
            </p:cNvPr>
            <p:cNvSpPr/>
            <p:nvPr/>
          </p:nvSpPr>
          <p:spPr>
            <a:xfrm>
              <a:off x="2937813"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19" name="Freeform: Shape 918">
              <a:extLst>
                <a:ext uri="{FF2B5EF4-FFF2-40B4-BE49-F238E27FC236}">
                  <a16:creationId xmlns:a16="http://schemas.microsoft.com/office/drawing/2014/main" id="{0E5DC09D-ECAB-3441-57C0-82B6036DA324}"/>
                </a:ext>
              </a:extLst>
            </p:cNvPr>
            <p:cNvSpPr/>
            <p:nvPr/>
          </p:nvSpPr>
          <p:spPr>
            <a:xfrm>
              <a:off x="3052069"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20" name="Freeform: Shape 919">
              <a:extLst>
                <a:ext uri="{FF2B5EF4-FFF2-40B4-BE49-F238E27FC236}">
                  <a16:creationId xmlns:a16="http://schemas.microsoft.com/office/drawing/2014/main" id="{DA620B39-071D-0753-2850-23237B53CEF6}"/>
                </a:ext>
              </a:extLst>
            </p:cNvPr>
            <p:cNvSpPr/>
            <p:nvPr/>
          </p:nvSpPr>
          <p:spPr>
            <a:xfrm>
              <a:off x="3166325"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21" name="Freeform: Shape 920">
              <a:extLst>
                <a:ext uri="{FF2B5EF4-FFF2-40B4-BE49-F238E27FC236}">
                  <a16:creationId xmlns:a16="http://schemas.microsoft.com/office/drawing/2014/main" id="{1C8BF55A-3680-1A2E-92AF-4EE34AC984CC}"/>
                </a:ext>
              </a:extLst>
            </p:cNvPr>
            <p:cNvSpPr/>
            <p:nvPr/>
          </p:nvSpPr>
          <p:spPr>
            <a:xfrm>
              <a:off x="3280580"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22" name="Freeform: Shape 921">
              <a:extLst>
                <a:ext uri="{FF2B5EF4-FFF2-40B4-BE49-F238E27FC236}">
                  <a16:creationId xmlns:a16="http://schemas.microsoft.com/office/drawing/2014/main" id="{B1ECC779-6353-E61E-AD1D-393676D91743}"/>
                </a:ext>
              </a:extLst>
            </p:cNvPr>
            <p:cNvSpPr/>
            <p:nvPr/>
          </p:nvSpPr>
          <p:spPr>
            <a:xfrm>
              <a:off x="3394836"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23" name="Freeform: Shape 922">
              <a:extLst>
                <a:ext uri="{FF2B5EF4-FFF2-40B4-BE49-F238E27FC236}">
                  <a16:creationId xmlns:a16="http://schemas.microsoft.com/office/drawing/2014/main" id="{0D5389AC-FA7F-C3B1-3772-975A2CC772FF}"/>
                </a:ext>
              </a:extLst>
            </p:cNvPr>
            <p:cNvSpPr/>
            <p:nvPr/>
          </p:nvSpPr>
          <p:spPr>
            <a:xfrm>
              <a:off x="3509092"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24" name="Freeform: Shape 923">
              <a:extLst>
                <a:ext uri="{FF2B5EF4-FFF2-40B4-BE49-F238E27FC236}">
                  <a16:creationId xmlns:a16="http://schemas.microsoft.com/office/drawing/2014/main" id="{4B55229C-27D2-4DF6-4A87-37CD88B2FC6F}"/>
                </a:ext>
              </a:extLst>
            </p:cNvPr>
            <p:cNvSpPr/>
            <p:nvPr/>
          </p:nvSpPr>
          <p:spPr>
            <a:xfrm>
              <a:off x="3623348"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25" name="Freeform: Shape 924">
              <a:extLst>
                <a:ext uri="{FF2B5EF4-FFF2-40B4-BE49-F238E27FC236}">
                  <a16:creationId xmlns:a16="http://schemas.microsoft.com/office/drawing/2014/main" id="{F63235D3-4576-CB16-CF8E-0B9818F062E1}"/>
                </a:ext>
              </a:extLst>
            </p:cNvPr>
            <p:cNvSpPr/>
            <p:nvPr/>
          </p:nvSpPr>
          <p:spPr>
            <a:xfrm>
              <a:off x="3737603"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26" name="Freeform: Shape 925">
              <a:extLst>
                <a:ext uri="{FF2B5EF4-FFF2-40B4-BE49-F238E27FC236}">
                  <a16:creationId xmlns:a16="http://schemas.microsoft.com/office/drawing/2014/main" id="{60C813FB-21C1-34F6-A165-AACAA605FDC2}"/>
                </a:ext>
              </a:extLst>
            </p:cNvPr>
            <p:cNvSpPr/>
            <p:nvPr/>
          </p:nvSpPr>
          <p:spPr>
            <a:xfrm>
              <a:off x="3851815"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27" name="Freeform: Shape 926">
              <a:extLst>
                <a:ext uri="{FF2B5EF4-FFF2-40B4-BE49-F238E27FC236}">
                  <a16:creationId xmlns:a16="http://schemas.microsoft.com/office/drawing/2014/main" id="{D85F7D4C-349D-7213-6623-33E4B80D75CB}"/>
                </a:ext>
              </a:extLst>
            </p:cNvPr>
            <p:cNvSpPr/>
            <p:nvPr/>
          </p:nvSpPr>
          <p:spPr>
            <a:xfrm>
              <a:off x="3966071"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28" name="Freeform: Shape 927">
              <a:extLst>
                <a:ext uri="{FF2B5EF4-FFF2-40B4-BE49-F238E27FC236}">
                  <a16:creationId xmlns:a16="http://schemas.microsoft.com/office/drawing/2014/main" id="{01A3D9A4-C56A-5867-6AB8-132EB59E9A53}"/>
                </a:ext>
              </a:extLst>
            </p:cNvPr>
            <p:cNvSpPr/>
            <p:nvPr/>
          </p:nvSpPr>
          <p:spPr>
            <a:xfrm>
              <a:off x="4080327"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29" name="Freeform: Shape 928">
              <a:extLst>
                <a:ext uri="{FF2B5EF4-FFF2-40B4-BE49-F238E27FC236}">
                  <a16:creationId xmlns:a16="http://schemas.microsoft.com/office/drawing/2014/main" id="{EFED6B35-4FB7-7824-3A18-313A0A2E7880}"/>
                </a:ext>
              </a:extLst>
            </p:cNvPr>
            <p:cNvSpPr/>
            <p:nvPr/>
          </p:nvSpPr>
          <p:spPr>
            <a:xfrm>
              <a:off x="4194582"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30" name="Freeform: Shape 929">
              <a:extLst>
                <a:ext uri="{FF2B5EF4-FFF2-40B4-BE49-F238E27FC236}">
                  <a16:creationId xmlns:a16="http://schemas.microsoft.com/office/drawing/2014/main" id="{D680A353-0D06-9792-BB4B-3D93C171F674}"/>
                </a:ext>
              </a:extLst>
            </p:cNvPr>
            <p:cNvSpPr/>
            <p:nvPr/>
          </p:nvSpPr>
          <p:spPr>
            <a:xfrm>
              <a:off x="4308838"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31" name="Freeform: Shape 930">
              <a:extLst>
                <a:ext uri="{FF2B5EF4-FFF2-40B4-BE49-F238E27FC236}">
                  <a16:creationId xmlns:a16="http://schemas.microsoft.com/office/drawing/2014/main" id="{D37836FC-8F05-CD6E-A540-886DDCFDE0D0}"/>
                </a:ext>
              </a:extLst>
            </p:cNvPr>
            <p:cNvSpPr/>
            <p:nvPr/>
          </p:nvSpPr>
          <p:spPr>
            <a:xfrm>
              <a:off x="4423094"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32" name="Freeform: Shape 931">
              <a:extLst>
                <a:ext uri="{FF2B5EF4-FFF2-40B4-BE49-F238E27FC236}">
                  <a16:creationId xmlns:a16="http://schemas.microsoft.com/office/drawing/2014/main" id="{5F17E44E-C893-8642-F8AD-F95C366B907D}"/>
                </a:ext>
              </a:extLst>
            </p:cNvPr>
            <p:cNvSpPr/>
            <p:nvPr/>
          </p:nvSpPr>
          <p:spPr>
            <a:xfrm>
              <a:off x="4537350"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33" name="Freeform: Shape 932">
              <a:extLst>
                <a:ext uri="{FF2B5EF4-FFF2-40B4-BE49-F238E27FC236}">
                  <a16:creationId xmlns:a16="http://schemas.microsoft.com/office/drawing/2014/main" id="{B4E7019E-8589-379E-12EA-0FD8C2EE731E}"/>
                </a:ext>
              </a:extLst>
            </p:cNvPr>
            <p:cNvSpPr/>
            <p:nvPr/>
          </p:nvSpPr>
          <p:spPr>
            <a:xfrm>
              <a:off x="4651605"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34" name="Freeform: Shape 933">
              <a:extLst>
                <a:ext uri="{FF2B5EF4-FFF2-40B4-BE49-F238E27FC236}">
                  <a16:creationId xmlns:a16="http://schemas.microsoft.com/office/drawing/2014/main" id="{348570FA-01B4-B9C0-2250-92FEC7A328DF}"/>
                </a:ext>
              </a:extLst>
            </p:cNvPr>
            <p:cNvSpPr/>
            <p:nvPr/>
          </p:nvSpPr>
          <p:spPr>
            <a:xfrm>
              <a:off x="4765861"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35" name="Freeform: Shape 934">
              <a:extLst>
                <a:ext uri="{FF2B5EF4-FFF2-40B4-BE49-F238E27FC236}">
                  <a16:creationId xmlns:a16="http://schemas.microsoft.com/office/drawing/2014/main" id="{51B72F36-BCC8-47E5-D365-B82203B78D6F}"/>
                </a:ext>
              </a:extLst>
            </p:cNvPr>
            <p:cNvSpPr/>
            <p:nvPr/>
          </p:nvSpPr>
          <p:spPr>
            <a:xfrm>
              <a:off x="4880117"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36" name="Freeform: Shape 935">
              <a:extLst>
                <a:ext uri="{FF2B5EF4-FFF2-40B4-BE49-F238E27FC236}">
                  <a16:creationId xmlns:a16="http://schemas.microsoft.com/office/drawing/2014/main" id="{35079ED4-2F7C-6407-DC2F-0960A5A4E7C2}"/>
                </a:ext>
              </a:extLst>
            </p:cNvPr>
            <p:cNvSpPr/>
            <p:nvPr/>
          </p:nvSpPr>
          <p:spPr>
            <a:xfrm>
              <a:off x="4994373"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37" name="Freeform: Shape 936">
              <a:extLst>
                <a:ext uri="{FF2B5EF4-FFF2-40B4-BE49-F238E27FC236}">
                  <a16:creationId xmlns:a16="http://schemas.microsoft.com/office/drawing/2014/main" id="{C0B3C7FB-F4AA-9ADE-FB6E-E078FD729715}"/>
                </a:ext>
              </a:extLst>
            </p:cNvPr>
            <p:cNvSpPr/>
            <p:nvPr/>
          </p:nvSpPr>
          <p:spPr>
            <a:xfrm>
              <a:off x="5108629"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38" name="Freeform: Shape 937">
              <a:extLst>
                <a:ext uri="{FF2B5EF4-FFF2-40B4-BE49-F238E27FC236}">
                  <a16:creationId xmlns:a16="http://schemas.microsoft.com/office/drawing/2014/main" id="{B8B24859-7ED0-0BB2-C601-11B2F22AEF9C}"/>
                </a:ext>
              </a:extLst>
            </p:cNvPr>
            <p:cNvSpPr/>
            <p:nvPr/>
          </p:nvSpPr>
          <p:spPr>
            <a:xfrm>
              <a:off x="5222840"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39" name="Freeform: Shape 938">
              <a:extLst>
                <a:ext uri="{FF2B5EF4-FFF2-40B4-BE49-F238E27FC236}">
                  <a16:creationId xmlns:a16="http://schemas.microsoft.com/office/drawing/2014/main" id="{A2D7FF0B-5AB6-F6FF-1588-7D83C8B4DF7A}"/>
                </a:ext>
              </a:extLst>
            </p:cNvPr>
            <p:cNvSpPr/>
            <p:nvPr/>
          </p:nvSpPr>
          <p:spPr>
            <a:xfrm>
              <a:off x="5337096"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40" name="Freeform: Shape 939">
              <a:extLst>
                <a:ext uri="{FF2B5EF4-FFF2-40B4-BE49-F238E27FC236}">
                  <a16:creationId xmlns:a16="http://schemas.microsoft.com/office/drawing/2014/main" id="{DB6FFB9D-EC0D-DA77-DCCD-F9CDF2C3C3B6}"/>
                </a:ext>
              </a:extLst>
            </p:cNvPr>
            <p:cNvSpPr/>
            <p:nvPr/>
          </p:nvSpPr>
          <p:spPr>
            <a:xfrm>
              <a:off x="5451352"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41" name="Freeform: Shape 940">
              <a:extLst>
                <a:ext uri="{FF2B5EF4-FFF2-40B4-BE49-F238E27FC236}">
                  <a16:creationId xmlns:a16="http://schemas.microsoft.com/office/drawing/2014/main" id="{FE0C3DF7-0122-C2F5-F559-39B9DE9D9DD9}"/>
                </a:ext>
              </a:extLst>
            </p:cNvPr>
            <p:cNvSpPr/>
            <p:nvPr/>
          </p:nvSpPr>
          <p:spPr>
            <a:xfrm>
              <a:off x="5565608"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42" name="Freeform: Shape 941">
              <a:extLst>
                <a:ext uri="{FF2B5EF4-FFF2-40B4-BE49-F238E27FC236}">
                  <a16:creationId xmlns:a16="http://schemas.microsoft.com/office/drawing/2014/main" id="{BFAE50F2-3C15-BE22-0BD4-D8B43287BA7F}"/>
                </a:ext>
              </a:extLst>
            </p:cNvPr>
            <p:cNvSpPr/>
            <p:nvPr/>
          </p:nvSpPr>
          <p:spPr>
            <a:xfrm>
              <a:off x="5679863"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43" name="Freeform: Shape 942">
              <a:extLst>
                <a:ext uri="{FF2B5EF4-FFF2-40B4-BE49-F238E27FC236}">
                  <a16:creationId xmlns:a16="http://schemas.microsoft.com/office/drawing/2014/main" id="{A445A139-9D87-66DE-0B62-03F9D53D1A3F}"/>
                </a:ext>
              </a:extLst>
            </p:cNvPr>
            <p:cNvSpPr/>
            <p:nvPr/>
          </p:nvSpPr>
          <p:spPr>
            <a:xfrm>
              <a:off x="5794119"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44" name="Freeform: Shape 943">
              <a:extLst>
                <a:ext uri="{FF2B5EF4-FFF2-40B4-BE49-F238E27FC236}">
                  <a16:creationId xmlns:a16="http://schemas.microsoft.com/office/drawing/2014/main" id="{DEE2B031-4EAE-75A4-0C84-FE6C35B8F72B}"/>
                </a:ext>
              </a:extLst>
            </p:cNvPr>
            <p:cNvSpPr/>
            <p:nvPr/>
          </p:nvSpPr>
          <p:spPr>
            <a:xfrm>
              <a:off x="5908375"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45" name="Freeform: Shape 944">
              <a:extLst>
                <a:ext uri="{FF2B5EF4-FFF2-40B4-BE49-F238E27FC236}">
                  <a16:creationId xmlns:a16="http://schemas.microsoft.com/office/drawing/2014/main" id="{22061AB2-A0E6-BBCD-FAE2-EB1C046F16D1}"/>
                </a:ext>
              </a:extLst>
            </p:cNvPr>
            <p:cNvSpPr/>
            <p:nvPr/>
          </p:nvSpPr>
          <p:spPr>
            <a:xfrm>
              <a:off x="6022631"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46" name="Freeform: Shape 945">
              <a:extLst>
                <a:ext uri="{FF2B5EF4-FFF2-40B4-BE49-F238E27FC236}">
                  <a16:creationId xmlns:a16="http://schemas.microsoft.com/office/drawing/2014/main" id="{73DD716A-6EDA-3D4A-0DB1-412C534F7AFE}"/>
                </a:ext>
              </a:extLst>
            </p:cNvPr>
            <p:cNvSpPr/>
            <p:nvPr/>
          </p:nvSpPr>
          <p:spPr>
            <a:xfrm>
              <a:off x="6136886"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47" name="Freeform: Shape 946">
              <a:extLst>
                <a:ext uri="{FF2B5EF4-FFF2-40B4-BE49-F238E27FC236}">
                  <a16:creationId xmlns:a16="http://schemas.microsoft.com/office/drawing/2014/main" id="{17EEE927-5A13-5159-B5EE-F9BCBBE595C4}"/>
                </a:ext>
              </a:extLst>
            </p:cNvPr>
            <p:cNvSpPr/>
            <p:nvPr/>
          </p:nvSpPr>
          <p:spPr>
            <a:xfrm>
              <a:off x="6251142"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48" name="Freeform: Shape 947">
              <a:extLst>
                <a:ext uri="{FF2B5EF4-FFF2-40B4-BE49-F238E27FC236}">
                  <a16:creationId xmlns:a16="http://schemas.microsoft.com/office/drawing/2014/main" id="{AF3CC4D6-AA60-F693-CAB1-D39B797F5F01}"/>
                </a:ext>
              </a:extLst>
            </p:cNvPr>
            <p:cNvSpPr/>
            <p:nvPr/>
          </p:nvSpPr>
          <p:spPr>
            <a:xfrm>
              <a:off x="6365398"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49" name="Freeform: Shape 948">
              <a:extLst>
                <a:ext uri="{FF2B5EF4-FFF2-40B4-BE49-F238E27FC236}">
                  <a16:creationId xmlns:a16="http://schemas.microsoft.com/office/drawing/2014/main" id="{F947EFD2-40E8-61F4-28DC-C0CCC7BB827A}"/>
                </a:ext>
              </a:extLst>
            </p:cNvPr>
            <p:cNvSpPr/>
            <p:nvPr/>
          </p:nvSpPr>
          <p:spPr>
            <a:xfrm>
              <a:off x="6479610"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50" name="Freeform: Shape 949">
              <a:extLst>
                <a:ext uri="{FF2B5EF4-FFF2-40B4-BE49-F238E27FC236}">
                  <a16:creationId xmlns:a16="http://schemas.microsoft.com/office/drawing/2014/main" id="{302AE4FC-7A98-0A7F-3DDB-D7CEA3043F78}"/>
                </a:ext>
              </a:extLst>
            </p:cNvPr>
            <p:cNvSpPr/>
            <p:nvPr/>
          </p:nvSpPr>
          <p:spPr>
            <a:xfrm>
              <a:off x="6593865"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51" name="Freeform: Shape 950">
              <a:extLst>
                <a:ext uri="{FF2B5EF4-FFF2-40B4-BE49-F238E27FC236}">
                  <a16:creationId xmlns:a16="http://schemas.microsoft.com/office/drawing/2014/main" id="{D566DB44-1255-DEB0-12A4-912E600829D2}"/>
                </a:ext>
              </a:extLst>
            </p:cNvPr>
            <p:cNvSpPr/>
            <p:nvPr/>
          </p:nvSpPr>
          <p:spPr>
            <a:xfrm>
              <a:off x="6708121" y="240343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52" name="Freeform: Shape 951">
              <a:extLst>
                <a:ext uri="{FF2B5EF4-FFF2-40B4-BE49-F238E27FC236}">
                  <a16:creationId xmlns:a16="http://schemas.microsoft.com/office/drawing/2014/main" id="{09CDA5D7-AB5A-CD28-091D-0CA51EEF7453}"/>
                </a:ext>
              </a:extLst>
            </p:cNvPr>
            <p:cNvSpPr/>
            <p:nvPr/>
          </p:nvSpPr>
          <p:spPr>
            <a:xfrm>
              <a:off x="6822377"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53" name="Freeform: Shape 952">
              <a:extLst>
                <a:ext uri="{FF2B5EF4-FFF2-40B4-BE49-F238E27FC236}">
                  <a16:creationId xmlns:a16="http://schemas.microsoft.com/office/drawing/2014/main" id="{FBE0C698-C109-673D-2D7E-7F59929153CA}"/>
                </a:ext>
              </a:extLst>
            </p:cNvPr>
            <p:cNvSpPr/>
            <p:nvPr/>
          </p:nvSpPr>
          <p:spPr>
            <a:xfrm>
              <a:off x="6936633"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54" name="Freeform: Shape 953">
              <a:extLst>
                <a:ext uri="{FF2B5EF4-FFF2-40B4-BE49-F238E27FC236}">
                  <a16:creationId xmlns:a16="http://schemas.microsoft.com/office/drawing/2014/main" id="{153FE2DD-3818-AD1F-70C9-AE096AEC9A51}"/>
                </a:ext>
              </a:extLst>
            </p:cNvPr>
            <p:cNvSpPr/>
            <p:nvPr/>
          </p:nvSpPr>
          <p:spPr>
            <a:xfrm>
              <a:off x="7050888" y="240343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55" name="Freeform: Shape 954">
              <a:extLst>
                <a:ext uri="{FF2B5EF4-FFF2-40B4-BE49-F238E27FC236}">
                  <a16:creationId xmlns:a16="http://schemas.microsoft.com/office/drawing/2014/main" id="{401D0BAC-11A6-64ED-6B8D-5D9611B3F88C}"/>
                </a:ext>
              </a:extLst>
            </p:cNvPr>
            <p:cNvSpPr/>
            <p:nvPr/>
          </p:nvSpPr>
          <p:spPr>
            <a:xfrm>
              <a:off x="7165144"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56" name="Freeform: Shape 955">
              <a:extLst>
                <a:ext uri="{FF2B5EF4-FFF2-40B4-BE49-F238E27FC236}">
                  <a16:creationId xmlns:a16="http://schemas.microsoft.com/office/drawing/2014/main" id="{51DF68DA-87E5-9744-E972-4969BE5C1AE1}"/>
                </a:ext>
              </a:extLst>
            </p:cNvPr>
            <p:cNvSpPr/>
            <p:nvPr/>
          </p:nvSpPr>
          <p:spPr>
            <a:xfrm>
              <a:off x="2366578"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57" name="Freeform: Shape 956">
              <a:extLst>
                <a:ext uri="{FF2B5EF4-FFF2-40B4-BE49-F238E27FC236}">
                  <a16:creationId xmlns:a16="http://schemas.microsoft.com/office/drawing/2014/main" id="{500000CB-BE34-5AA0-079F-C31A9627B3A9}"/>
                </a:ext>
              </a:extLst>
            </p:cNvPr>
            <p:cNvSpPr/>
            <p:nvPr/>
          </p:nvSpPr>
          <p:spPr>
            <a:xfrm>
              <a:off x="2480790"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58" name="Freeform: Shape 957">
              <a:extLst>
                <a:ext uri="{FF2B5EF4-FFF2-40B4-BE49-F238E27FC236}">
                  <a16:creationId xmlns:a16="http://schemas.microsoft.com/office/drawing/2014/main" id="{FF36680A-10C7-6C7F-6042-25D629C5D290}"/>
                </a:ext>
              </a:extLst>
            </p:cNvPr>
            <p:cNvSpPr/>
            <p:nvPr/>
          </p:nvSpPr>
          <p:spPr>
            <a:xfrm>
              <a:off x="2595046"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59" name="Freeform: Shape 958">
              <a:extLst>
                <a:ext uri="{FF2B5EF4-FFF2-40B4-BE49-F238E27FC236}">
                  <a16:creationId xmlns:a16="http://schemas.microsoft.com/office/drawing/2014/main" id="{D54987D6-C7BE-B2D3-6E5E-19D6D1EA32C9}"/>
                </a:ext>
              </a:extLst>
            </p:cNvPr>
            <p:cNvSpPr/>
            <p:nvPr/>
          </p:nvSpPr>
          <p:spPr>
            <a:xfrm>
              <a:off x="2709301"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60" name="Freeform: Shape 959">
              <a:extLst>
                <a:ext uri="{FF2B5EF4-FFF2-40B4-BE49-F238E27FC236}">
                  <a16:creationId xmlns:a16="http://schemas.microsoft.com/office/drawing/2014/main" id="{6F08B655-D6A5-A0A0-A093-4FF5E93E3BB3}"/>
                </a:ext>
              </a:extLst>
            </p:cNvPr>
            <p:cNvSpPr/>
            <p:nvPr/>
          </p:nvSpPr>
          <p:spPr>
            <a:xfrm>
              <a:off x="2823557"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61" name="Freeform: Shape 960">
              <a:extLst>
                <a:ext uri="{FF2B5EF4-FFF2-40B4-BE49-F238E27FC236}">
                  <a16:creationId xmlns:a16="http://schemas.microsoft.com/office/drawing/2014/main" id="{06C22D29-F4B8-C371-A594-D04E4ACD0E8F}"/>
                </a:ext>
              </a:extLst>
            </p:cNvPr>
            <p:cNvSpPr/>
            <p:nvPr/>
          </p:nvSpPr>
          <p:spPr>
            <a:xfrm>
              <a:off x="2937813"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62" name="Freeform: Shape 961">
              <a:extLst>
                <a:ext uri="{FF2B5EF4-FFF2-40B4-BE49-F238E27FC236}">
                  <a16:creationId xmlns:a16="http://schemas.microsoft.com/office/drawing/2014/main" id="{8F2B0484-D449-3539-D265-0F3BC30571B4}"/>
                </a:ext>
              </a:extLst>
            </p:cNvPr>
            <p:cNvSpPr/>
            <p:nvPr/>
          </p:nvSpPr>
          <p:spPr>
            <a:xfrm>
              <a:off x="3052069"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63" name="Freeform: Shape 962">
              <a:extLst>
                <a:ext uri="{FF2B5EF4-FFF2-40B4-BE49-F238E27FC236}">
                  <a16:creationId xmlns:a16="http://schemas.microsoft.com/office/drawing/2014/main" id="{36C83AA7-86EE-FF74-423F-6C84FB35D578}"/>
                </a:ext>
              </a:extLst>
            </p:cNvPr>
            <p:cNvSpPr/>
            <p:nvPr/>
          </p:nvSpPr>
          <p:spPr>
            <a:xfrm>
              <a:off x="3166325"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64" name="Freeform: Shape 963">
              <a:extLst>
                <a:ext uri="{FF2B5EF4-FFF2-40B4-BE49-F238E27FC236}">
                  <a16:creationId xmlns:a16="http://schemas.microsoft.com/office/drawing/2014/main" id="{0C289BF8-FAB6-ED1B-157D-62215995D9F8}"/>
                </a:ext>
              </a:extLst>
            </p:cNvPr>
            <p:cNvSpPr/>
            <p:nvPr/>
          </p:nvSpPr>
          <p:spPr>
            <a:xfrm>
              <a:off x="3280580"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65" name="Freeform: Shape 964">
              <a:extLst>
                <a:ext uri="{FF2B5EF4-FFF2-40B4-BE49-F238E27FC236}">
                  <a16:creationId xmlns:a16="http://schemas.microsoft.com/office/drawing/2014/main" id="{F2395426-1C9A-7760-0AA9-E1A721D65CE5}"/>
                </a:ext>
              </a:extLst>
            </p:cNvPr>
            <p:cNvSpPr/>
            <p:nvPr/>
          </p:nvSpPr>
          <p:spPr>
            <a:xfrm>
              <a:off x="3394836"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66" name="Freeform: Shape 965">
              <a:extLst>
                <a:ext uri="{FF2B5EF4-FFF2-40B4-BE49-F238E27FC236}">
                  <a16:creationId xmlns:a16="http://schemas.microsoft.com/office/drawing/2014/main" id="{C721C9A0-53DA-3602-3D51-A5E4BFD35585}"/>
                </a:ext>
              </a:extLst>
            </p:cNvPr>
            <p:cNvSpPr/>
            <p:nvPr/>
          </p:nvSpPr>
          <p:spPr>
            <a:xfrm>
              <a:off x="3509092"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67" name="Freeform: Shape 966">
              <a:extLst>
                <a:ext uri="{FF2B5EF4-FFF2-40B4-BE49-F238E27FC236}">
                  <a16:creationId xmlns:a16="http://schemas.microsoft.com/office/drawing/2014/main" id="{7DE2B2B7-C134-1D50-2787-B79C36101B3D}"/>
                </a:ext>
              </a:extLst>
            </p:cNvPr>
            <p:cNvSpPr/>
            <p:nvPr/>
          </p:nvSpPr>
          <p:spPr>
            <a:xfrm>
              <a:off x="3623348"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68" name="Freeform: Shape 967">
              <a:extLst>
                <a:ext uri="{FF2B5EF4-FFF2-40B4-BE49-F238E27FC236}">
                  <a16:creationId xmlns:a16="http://schemas.microsoft.com/office/drawing/2014/main" id="{24514AF2-CBCD-0B0C-FCFB-133BDD19AB56}"/>
                </a:ext>
              </a:extLst>
            </p:cNvPr>
            <p:cNvSpPr/>
            <p:nvPr/>
          </p:nvSpPr>
          <p:spPr>
            <a:xfrm>
              <a:off x="3737603"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69" name="Freeform: Shape 968">
              <a:extLst>
                <a:ext uri="{FF2B5EF4-FFF2-40B4-BE49-F238E27FC236}">
                  <a16:creationId xmlns:a16="http://schemas.microsoft.com/office/drawing/2014/main" id="{DEC031A7-08A9-8FCE-21FF-04DF8258739F}"/>
                </a:ext>
              </a:extLst>
            </p:cNvPr>
            <p:cNvSpPr/>
            <p:nvPr/>
          </p:nvSpPr>
          <p:spPr>
            <a:xfrm>
              <a:off x="3851815"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70" name="Freeform: Shape 969">
              <a:extLst>
                <a:ext uri="{FF2B5EF4-FFF2-40B4-BE49-F238E27FC236}">
                  <a16:creationId xmlns:a16="http://schemas.microsoft.com/office/drawing/2014/main" id="{D493E44B-131B-E19B-5FD1-01A6C56E6E6D}"/>
                </a:ext>
              </a:extLst>
            </p:cNvPr>
            <p:cNvSpPr/>
            <p:nvPr/>
          </p:nvSpPr>
          <p:spPr>
            <a:xfrm>
              <a:off x="3966071"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71" name="Freeform: Shape 970">
              <a:extLst>
                <a:ext uri="{FF2B5EF4-FFF2-40B4-BE49-F238E27FC236}">
                  <a16:creationId xmlns:a16="http://schemas.microsoft.com/office/drawing/2014/main" id="{3A884A41-B462-FA0D-2B2A-821D1525F141}"/>
                </a:ext>
              </a:extLst>
            </p:cNvPr>
            <p:cNvSpPr/>
            <p:nvPr/>
          </p:nvSpPr>
          <p:spPr>
            <a:xfrm>
              <a:off x="4080327"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72" name="Freeform: Shape 971">
              <a:extLst>
                <a:ext uri="{FF2B5EF4-FFF2-40B4-BE49-F238E27FC236}">
                  <a16:creationId xmlns:a16="http://schemas.microsoft.com/office/drawing/2014/main" id="{A29868C7-38F8-B430-CE63-FE2F1E13CBBF}"/>
                </a:ext>
              </a:extLst>
            </p:cNvPr>
            <p:cNvSpPr/>
            <p:nvPr/>
          </p:nvSpPr>
          <p:spPr>
            <a:xfrm>
              <a:off x="4194582"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73" name="Freeform: Shape 972">
              <a:extLst>
                <a:ext uri="{FF2B5EF4-FFF2-40B4-BE49-F238E27FC236}">
                  <a16:creationId xmlns:a16="http://schemas.microsoft.com/office/drawing/2014/main" id="{2CE6B485-682D-D883-8C7A-855BDAB38BF3}"/>
                </a:ext>
              </a:extLst>
            </p:cNvPr>
            <p:cNvSpPr/>
            <p:nvPr/>
          </p:nvSpPr>
          <p:spPr>
            <a:xfrm>
              <a:off x="4308838"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74" name="Freeform: Shape 973">
              <a:extLst>
                <a:ext uri="{FF2B5EF4-FFF2-40B4-BE49-F238E27FC236}">
                  <a16:creationId xmlns:a16="http://schemas.microsoft.com/office/drawing/2014/main" id="{3EEE7F79-A2AC-892A-4670-DA09162A3251}"/>
                </a:ext>
              </a:extLst>
            </p:cNvPr>
            <p:cNvSpPr/>
            <p:nvPr/>
          </p:nvSpPr>
          <p:spPr>
            <a:xfrm>
              <a:off x="4423094"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75" name="Freeform: Shape 974">
              <a:extLst>
                <a:ext uri="{FF2B5EF4-FFF2-40B4-BE49-F238E27FC236}">
                  <a16:creationId xmlns:a16="http://schemas.microsoft.com/office/drawing/2014/main" id="{187FE771-2F92-902C-5DE9-65CB50D620EA}"/>
                </a:ext>
              </a:extLst>
            </p:cNvPr>
            <p:cNvSpPr/>
            <p:nvPr/>
          </p:nvSpPr>
          <p:spPr>
            <a:xfrm>
              <a:off x="4537350"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76" name="Freeform: Shape 975">
              <a:extLst>
                <a:ext uri="{FF2B5EF4-FFF2-40B4-BE49-F238E27FC236}">
                  <a16:creationId xmlns:a16="http://schemas.microsoft.com/office/drawing/2014/main" id="{6EAD650E-301D-2DB8-42DC-680BF1D185A5}"/>
                </a:ext>
              </a:extLst>
            </p:cNvPr>
            <p:cNvSpPr/>
            <p:nvPr/>
          </p:nvSpPr>
          <p:spPr>
            <a:xfrm>
              <a:off x="4651605"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77" name="Freeform: Shape 976">
              <a:extLst>
                <a:ext uri="{FF2B5EF4-FFF2-40B4-BE49-F238E27FC236}">
                  <a16:creationId xmlns:a16="http://schemas.microsoft.com/office/drawing/2014/main" id="{78DE329B-6E58-657C-89DF-358D0A136705}"/>
                </a:ext>
              </a:extLst>
            </p:cNvPr>
            <p:cNvSpPr/>
            <p:nvPr/>
          </p:nvSpPr>
          <p:spPr>
            <a:xfrm>
              <a:off x="4765861"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78" name="Freeform: Shape 977">
              <a:extLst>
                <a:ext uri="{FF2B5EF4-FFF2-40B4-BE49-F238E27FC236}">
                  <a16:creationId xmlns:a16="http://schemas.microsoft.com/office/drawing/2014/main" id="{8A09E766-2CB7-3208-CC8A-594E482C2F63}"/>
                </a:ext>
              </a:extLst>
            </p:cNvPr>
            <p:cNvSpPr/>
            <p:nvPr/>
          </p:nvSpPr>
          <p:spPr>
            <a:xfrm>
              <a:off x="4880117"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79" name="Freeform: Shape 978">
              <a:extLst>
                <a:ext uri="{FF2B5EF4-FFF2-40B4-BE49-F238E27FC236}">
                  <a16:creationId xmlns:a16="http://schemas.microsoft.com/office/drawing/2014/main" id="{57B02FD1-111B-B725-36C9-7E28A7524C63}"/>
                </a:ext>
              </a:extLst>
            </p:cNvPr>
            <p:cNvSpPr/>
            <p:nvPr/>
          </p:nvSpPr>
          <p:spPr>
            <a:xfrm>
              <a:off x="4994373"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80" name="Freeform: Shape 979">
              <a:extLst>
                <a:ext uri="{FF2B5EF4-FFF2-40B4-BE49-F238E27FC236}">
                  <a16:creationId xmlns:a16="http://schemas.microsoft.com/office/drawing/2014/main" id="{B32514E8-BD77-0399-B8A0-DB9CF6E4C12F}"/>
                </a:ext>
              </a:extLst>
            </p:cNvPr>
            <p:cNvSpPr/>
            <p:nvPr/>
          </p:nvSpPr>
          <p:spPr>
            <a:xfrm>
              <a:off x="5108629"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81" name="Freeform: Shape 980">
              <a:extLst>
                <a:ext uri="{FF2B5EF4-FFF2-40B4-BE49-F238E27FC236}">
                  <a16:creationId xmlns:a16="http://schemas.microsoft.com/office/drawing/2014/main" id="{51CAA8AE-2D7C-934E-3273-8E5D99C5981B}"/>
                </a:ext>
              </a:extLst>
            </p:cNvPr>
            <p:cNvSpPr/>
            <p:nvPr/>
          </p:nvSpPr>
          <p:spPr>
            <a:xfrm>
              <a:off x="5222840"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82" name="Freeform: Shape 981">
              <a:extLst>
                <a:ext uri="{FF2B5EF4-FFF2-40B4-BE49-F238E27FC236}">
                  <a16:creationId xmlns:a16="http://schemas.microsoft.com/office/drawing/2014/main" id="{CF9BFEF3-0630-1073-3B2B-80A6F10E7339}"/>
                </a:ext>
              </a:extLst>
            </p:cNvPr>
            <p:cNvSpPr/>
            <p:nvPr/>
          </p:nvSpPr>
          <p:spPr>
            <a:xfrm>
              <a:off x="5337096"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83" name="Freeform: Shape 982">
              <a:extLst>
                <a:ext uri="{FF2B5EF4-FFF2-40B4-BE49-F238E27FC236}">
                  <a16:creationId xmlns:a16="http://schemas.microsoft.com/office/drawing/2014/main" id="{6422EAD7-AE30-4911-F51A-1C75590F6FB7}"/>
                </a:ext>
              </a:extLst>
            </p:cNvPr>
            <p:cNvSpPr/>
            <p:nvPr/>
          </p:nvSpPr>
          <p:spPr>
            <a:xfrm>
              <a:off x="5451352"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84" name="Freeform: Shape 983">
              <a:extLst>
                <a:ext uri="{FF2B5EF4-FFF2-40B4-BE49-F238E27FC236}">
                  <a16:creationId xmlns:a16="http://schemas.microsoft.com/office/drawing/2014/main" id="{01B15E2B-8797-E13D-DB7F-F0E032E12600}"/>
                </a:ext>
              </a:extLst>
            </p:cNvPr>
            <p:cNvSpPr/>
            <p:nvPr/>
          </p:nvSpPr>
          <p:spPr>
            <a:xfrm>
              <a:off x="5565608"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85" name="Freeform: Shape 984">
              <a:extLst>
                <a:ext uri="{FF2B5EF4-FFF2-40B4-BE49-F238E27FC236}">
                  <a16:creationId xmlns:a16="http://schemas.microsoft.com/office/drawing/2014/main" id="{519E9C76-48B8-A2BD-34CC-263D22A6CE8F}"/>
                </a:ext>
              </a:extLst>
            </p:cNvPr>
            <p:cNvSpPr/>
            <p:nvPr/>
          </p:nvSpPr>
          <p:spPr>
            <a:xfrm>
              <a:off x="5679863"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86" name="Freeform: Shape 985">
              <a:extLst>
                <a:ext uri="{FF2B5EF4-FFF2-40B4-BE49-F238E27FC236}">
                  <a16:creationId xmlns:a16="http://schemas.microsoft.com/office/drawing/2014/main" id="{0386F283-EFF9-6952-3589-90A34324102C}"/>
                </a:ext>
              </a:extLst>
            </p:cNvPr>
            <p:cNvSpPr/>
            <p:nvPr/>
          </p:nvSpPr>
          <p:spPr>
            <a:xfrm>
              <a:off x="5794119"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87" name="Freeform: Shape 986">
              <a:extLst>
                <a:ext uri="{FF2B5EF4-FFF2-40B4-BE49-F238E27FC236}">
                  <a16:creationId xmlns:a16="http://schemas.microsoft.com/office/drawing/2014/main" id="{E77A9A7A-0434-7D7A-92D1-B022FBED7423}"/>
                </a:ext>
              </a:extLst>
            </p:cNvPr>
            <p:cNvSpPr/>
            <p:nvPr/>
          </p:nvSpPr>
          <p:spPr>
            <a:xfrm>
              <a:off x="5908375"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88" name="Freeform: Shape 987">
              <a:extLst>
                <a:ext uri="{FF2B5EF4-FFF2-40B4-BE49-F238E27FC236}">
                  <a16:creationId xmlns:a16="http://schemas.microsoft.com/office/drawing/2014/main" id="{E9934F29-DDC8-08FE-EDB6-83447FF41748}"/>
                </a:ext>
              </a:extLst>
            </p:cNvPr>
            <p:cNvSpPr/>
            <p:nvPr/>
          </p:nvSpPr>
          <p:spPr>
            <a:xfrm>
              <a:off x="6022631"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89" name="Freeform: Shape 988">
              <a:extLst>
                <a:ext uri="{FF2B5EF4-FFF2-40B4-BE49-F238E27FC236}">
                  <a16:creationId xmlns:a16="http://schemas.microsoft.com/office/drawing/2014/main" id="{581194BF-A6F5-4680-9DDD-BDE0A6021CF5}"/>
                </a:ext>
              </a:extLst>
            </p:cNvPr>
            <p:cNvSpPr/>
            <p:nvPr/>
          </p:nvSpPr>
          <p:spPr>
            <a:xfrm>
              <a:off x="6136886"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90" name="Freeform: Shape 989">
              <a:extLst>
                <a:ext uri="{FF2B5EF4-FFF2-40B4-BE49-F238E27FC236}">
                  <a16:creationId xmlns:a16="http://schemas.microsoft.com/office/drawing/2014/main" id="{2A6F9623-104A-52E0-BA13-43431E5BA02D}"/>
                </a:ext>
              </a:extLst>
            </p:cNvPr>
            <p:cNvSpPr/>
            <p:nvPr/>
          </p:nvSpPr>
          <p:spPr>
            <a:xfrm>
              <a:off x="6251142"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91" name="Freeform: Shape 990">
              <a:extLst>
                <a:ext uri="{FF2B5EF4-FFF2-40B4-BE49-F238E27FC236}">
                  <a16:creationId xmlns:a16="http://schemas.microsoft.com/office/drawing/2014/main" id="{1F085B17-B242-1F63-7156-58D21C858275}"/>
                </a:ext>
              </a:extLst>
            </p:cNvPr>
            <p:cNvSpPr/>
            <p:nvPr/>
          </p:nvSpPr>
          <p:spPr>
            <a:xfrm>
              <a:off x="6365398"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92" name="Freeform: Shape 991">
              <a:extLst>
                <a:ext uri="{FF2B5EF4-FFF2-40B4-BE49-F238E27FC236}">
                  <a16:creationId xmlns:a16="http://schemas.microsoft.com/office/drawing/2014/main" id="{70884AB0-947B-82A1-22F4-DC9471731200}"/>
                </a:ext>
              </a:extLst>
            </p:cNvPr>
            <p:cNvSpPr/>
            <p:nvPr/>
          </p:nvSpPr>
          <p:spPr>
            <a:xfrm>
              <a:off x="6479610"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93" name="Freeform: Shape 992">
              <a:extLst>
                <a:ext uri="{FF2B5EF4-FFF2-40B4-BE49-F238E27FC236}">
                  <a16:creationId xmlns:a16="http://schemas.microsoft.com/office/drawing/2014/main" id="{FE8DEE31-9746-455B-3F5F-405976C6FEAF}"/>
                </a:ext>
              </a:extLst>
            </p:cNvPr>
            <p:cNvSpPr/>
            <p:nvPr/>
          </p:nvSpPr>
          <p:spPr>
            <a:xfrm>
              <a:off x="6593865"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94" name="Freeform: Shape 993">
              <a:extLst>
                <a:ext uri="{FF2B5EF4-FFF2-40B4-BE49-F238E27FC236}">
                  <a16:creationId xmlns:a16="http://schemas.microsoft.com/office/drawing/2014/main" id="{D94DF915-988D-D3E3-F205-28665C7E94E1}"/>
                </a:ext>
              </a:extLst>
            </p:cNvPr>
            <p:cNvSpPr/>
            <p:nvPr/>
          </p:nvSpPr>
          <p:spPr>
            <a:xfrm>
              <a:off x="6708121" y="251769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95" name="Freeform: Shape 994">
              <a:extLst>
                <a:ext uri="{FF2B5EF4-FFF2-40B4-BE49-F238E27FC236}">
                  <a16:creationId xmlns:a16="http://schemas.microsoft.com/office/drawing/2014/main" id="{D8F4EE6C-1DC9-9394-A39F-FD0A667508C0}"/>
                </a:ext>
              </a:extLst>
            </p:cNvPr>
            <p:cNvSpPr/>
            <p:nvPr/>
          </p:nvSpPr>
          <p:spPr>
            <a:xfrm>
              <a:off x="6822377"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96" name="Freeform: Shape 995">
              <a:extLst>
                <a:ext uri="{FF2B5EF4-FFF2-40B4-BE49-F238E27FC236}">
                  <a16:creationId xmlns:a16="http://schemas.microsoft.com/office/drawing/2014/main" id="{86F74D10-9176-505D-1001-AA0691D8671B}"/>
                </a:ext>
              </a:extLst>
            </p:cNvPr>
            <p:cNvSpPr/>
            <p:nvPr/>
          </p:nvSpPr>
          <p:spPr>
            <a:xfrm>
              <a:off x="6936633"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97" name="Freeform: Shape 996">
              <a:extLst>
                <a:ext uri="{FF2B5EF4-FFF2-40B4-BE49-F238E27FC236}">
                  <a16:creationId xmlns:a16="http://schemas.microsoft.com/office/drawing/2014/main" id="{0F63F8C9-35A8-446C-09B3-DEE163386073}"/>
                </a:ext>
              </a:extLst>
            </p:cNvPr>
            <p:cNvSpPr/>
            <p:nvPr/>
          </p:nvSpPr>
          <p:spPr>
            <a:xfrm>
              <a:off x="7050888" y="251769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98" name="Freeform: Shape 997">
              <a:extLst>
                <a:ext uri="{FF2B5EF4-FFF2-40B4-BE49-F238E27FC236}">
                  <a16:creationId xmlns:a16="http://schemas.microsoft.com/office/drawing/2014/main" id="{4CD51376-8965-C85D-2128-189251832968}"/>
                </a:ext>
              </a:extLst>
            </p:cNvPr>
            <p:cNvSpPr/>
            <p:nvPr/>
          </p:nvSpPr>
          <p:spPr>
            <a:xfrm>
              <a:off x="7165144"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999" name="Freeform: Shape 998">
              <a:extLst>
                <a:ext uri="{FF2B5EF4-FFF2-40B4-BE49-F238E27FC236}">
                  <a16:creationId xmlns:a16="http://schemas.microsoft.com/office/drawing/2014/main" id="{866C1179-E9A2-3B9D-3A2C-B8C8C8E00899}"/>
                </a:ext>
              </a:extLst>
            </p:cNvPr>
            <p:cNvSpPr/>
            <p:nvPr/>
          </p:nvSpPr>
          <p:spPr>
            <a:xfrm>
              <a:off x="2366578"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00" name="Freeform: Shape 999">
              <a:extLst>
                <a:ext uri="{FF2B5EF4-FFF2-40B4-BE49-F238E27FC236}">
                  <a16:creationId xmlns:a16="http://schemas.microsoft.com/office/drawing/2014/main" id="{E1709F23-0834-EF00-3655-797BB442F772}"/>
                </a:ext>
              </a:extLst>
            </p:cNvPr>
            <p:cNvSpPr/>
            <p:nvPr/>
          </p:nvSpPr>
          <p:spPr>
            <a:xfrm>
              <a:off x="2480790"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01" name="Freeform: Shape 1000">
              <a:extLst>
                <a:ext uri="{FF2B5EF4-FFF2-40B4-BE49-F238E27FC236}">
                  <a16:creationId xmlns:a16="http://schemas.microsoft.com/office/drawing/2014/main" id="{251D6D90-CD65-6F03-1C51-20DC54B1E337}"/>
                </a:ext>
              </a:extLst>
            </p:cNvPr>
            <p:cNvSpPr/>
            <p:nvPr/>
          </p:nvSpPr>
          <p:spPr>
            <a:xfrm>
              <a:off x="2595046"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02" name="Freeform: Shape 1001">
              <a:extLst>
                <a:ext uri="{FF2B5EF4-FFF2-40B4-BE49-F238E27FC236}">
                  <a16:creationId xmlns:a16="http://schemas.microsoft.com/office/drawing/2014/main" id="{9DAB07C0-6537-5335-9B44-5AE025095AAA}"/>
                </a:ext>
              </a:extLst>
            </p:cNvPr>
            <p:cNvSpPr/>
            <p:nvPr/>
          </p:nvSpPr>
          <p:spPr>
            <a:xfrm>
              <a:off x="2709301"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03" name="Freeform: Shape 1002">
              <a:extLst>
                <a:ext uri="{FF2B5EF4-FFF2-40B4-BE49-F238E27FC236}">
                  <a16:creationId xmlns:a16="http://schemas.microsoft.com/office/drawing/2014/main" id="{8AD05BEF-98B3-E61A-C6D0-4B71D0949727}"/>
                </a:ext>
              </a:extLst>
            </p:cNvPr>
            <p:cNvSpPr/>
            <p:nvPr/>
          </p:nvSpPr>
          <p:spPr>
            <a:xfrm>
              <a:off x="2823557"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04" name="Freeform: Shape 1003">
              <a:extLst>
                <a:ext uri="{FF2B5EF4-FFF2-40B4-BE49-F238E27FC236}">
                  <a16:creationId xmlns:a16="http://schemas.microsoft.com/office/drawing/2014/main" id="{0C1443BD-BF3E-FCCE-9BE0-992375E0CF1D}"/>
                </a:ext>
              </a:extLst>
            </p:cNvPr>
            <p:cNvSpPr/>
            <p:nvPr/>
          </p:nvSpPr>
          <p:spPr>
            <a:xfrm>
              <a:off x="2937813"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05" name="Freeform: Shape 1004">
              <a:extLst>
                <a:ext uri="{FF2B5EF4-FFF2-40B4-BE49-F238E27FC236}">
                  <a16:creationId xmlns:a16="http://schemas.microsoft.com/office/drawing/2014/main" id="{ABC94326-2C1C-AB4A-BD44-1133967E50C7}"/>
                </a:ext>
              </a:extLst>
            </p:cNvPr>
            <p:cNvSpPr/>
            <p:nvPr/>
          </p:nvSpPr>
          <p:spPr>
            <a:xfrm>
              <a:off x="3052069"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06" name="Freeform: Shape 1005">
              <a:extLst>
                <a:ext uri="{FF2B5EF4-FFF2-40B4-BE49-F238E27FC236}">
                  <a16:creationId xmlns:a16="http://schemas.microsoft.com/office/drawing/2014/main" id="{CC7AAA62-F5DC-4937-9579-27D7A58A902B}"/>
                </a:ext>
              </a:extLst>
            </p:cNvPr>
            <p:cNvSpPr/>
            <p:nvPr/>
          </p:nvSpPr>
          <p:spPr>
            <a:xfrm>
              <a:off x="3166325"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07" name="Freeform: Shape 1006">
              <a:extLst>
                <a:ext uri="{FF2B5EF4-FFF2-40B4-BE49-F238E27FC236}">
                  <a16:creationId xmlns:a16="http://schemas.microsoft.com/office/drawing/2014/main" id="{70E7374F-54D1-4AB4-4414-97767CD02119}"/>
                </a:ext>
              </a:extLst>
            </p:cNvPr>
            <p:cNvSpPr/>
            <p:nvPr/>
          </p:nvSpPr>
          <p:spPr>
            <a:xfrm>
              <a:off x="3280580"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08" name="Freeform: Shape 1007">
              <a:extLst>
                <a:ext uri="{FF2B5EF4-FFF2-40B4-BE49-F238E27FC236}">
                  <a16:creationId xmlns:a16="http://schemas.microsoft.com/office/drawing/2014/main" id="{62296344-7C15-3AD6-BF0D-9C34AC7E73F2}"/>
                </a:ext>
              </a:extLst>
            </p:cNvPr>
            <p:cNvSpPr/>
            <p:nvPr/>
          </p:nvSpPr>
          <p:spPr>
            <a:xfrm>
              <a:off x="3394836"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09" name="Freeform: Shape 1008">
              <a:extLst>
                <a:ext uri="{FF2B5EF4-FFF2-40B4-BE49-F238E27FC236}">
                  <a16:creationId xmlns:a16="http://schemas.microsoft.com/office/drawing/2014/main" id="{FF6700A9-6D72-1CE6-4DCF-0377828D18DB}"/>
                </a:ext>
              </a:extLst>
            </p:cNvPr>
            <p:cNvSpPr/>
            <p:nvPr/>
          </p:nvSpPr>
          <p:spPr>
            <a:xfrm>
              <a:off x="3509092"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10" name="Freeform: Shape 1009">
              <a:extLst>
                <a:ext uri="{FF2B5EF4-FFF2-40B4-BE49-F238E27FC236}">
                  <a16:creationId xmlns:a16="http://schemas.microsoft.com/office/drawing/2014/main" id="{129868F6-C97F-C82A-BF3E-F7F22449C40D}"/>
                </a:ext>
              </a:extLst>
            </p:cNvPr>
            <p:cNvSpPr/>
            <p:nvPr/>
          </p:nvSpPr>
          <p:spPr>
            <a:xfrm>
              <a:off x="3623348"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11" name="Freeform: Shape 1010">
              <a:extLst>
                <a:ext uri="{FF2B5EF4-FFF2-40B4-BE49-F238E27FC236}">
                  <a16:creationId xmlns:a16="http://schemas.microsoft.com/office/drawing/2014/main" id="{ACDF6EA6-9FD1-6427-17C5-7ADE8F2F2AAE}"/>
                </a:ext>
              </a:extLst>
            </p:cNvPr>
            <p:cNvSpPr/>
            <p:nvPr/>
          </p:nvSpPr>
          <p:spPr>
            <a:xfrm>
              <a:off x="3737603"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12" name="Freeform: Shape 1011">
              <a:extLst>
                <a:ext uri="{FF2B5EF4-FFF2-40B4-BE49-F238E27FC236}">
                  <a16:creationId xmlns:a16="http://schemas.microsoft.com/office/drawing/2014/main" id="{FB9954D6-2ADE-81C9-C76B-A6414F71D8E7}"/>
                </a:ext>
              </a:extLst>
            </p:cNvPr>
            <p:cNvSpPr/>
            <p:nvPr/>
          </p:nvSpPr>
          <p:spPr>
            <a:xfrm>
              <a:off x="3851815"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13" name="Freeform: Shape 1012">
              <a:extLst>
                <a:ext uri="{FF2B5EF4-FFF2-40B4-BE49-F238E27FC236}">
                  <a16:creationId xmlns:a16="http://schemas.microsoft.com/office/drawing/2014/main" id="{8E62B0B1-84FD-F477-613A-F29342476999}"/>
                </a:ext>
              </a:extLst>
            </p:cNvPr>
            <p:cNvSpPr/>
            <p:nvPr/>
          </p:nvSpPr>
          <p:spPr>
            <a:xfrm>
              <a:off x="3966071"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14" name="Freeform: Shape 1013">
              <a:extLst>
                <a:ext uri="{FF2B5EF4-FFF2-40B4-BE49-F238E27FC236}">
                  <a16:creationId xmlns:a16="http://schemas.microsoft.com/office/drawing/2014/main" id="{5CC07378-D83E-4F3F-918F-A7A38DEE1A1D}"/>
                </a:ext>
              </a:extLst>
            </p:cNvPr>
            <p:cNvSpPr/>
            <p:nvPr/>
          </p:nvSpPr>
          <p:spPr>
            <a:xfrm>
              <a:off x="4080327"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15" name="Freeform: Shape 1014">
              <a:extLst>
                <a:ext uri="{FF2B5EF4-FFF2-40B4-BE49-F238E27FC236}">
                  <a16:creationId xmlns:a16="http://schemas.microsoft.com/office/drawing/2014/main" id="{BBA46B81-2B98-FDAA-6ECA-87234D616FB1}"/>
                </a:ext>
              </a:extLst>
            </p:cNvPr>
            <p:cNvSpPr/>
            <p:nvPr/>
          </p:nvSpPr>
          <p:spPr>
            <a:xfrm>
              <a:off x="4194582"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16" name="Freeform: Shape 1015">
              <a:extLst>
                <a:ext uri="{FF2B5EF4-FFF2-40B4-BE49-F238E27FC236}">
                  <a16:creationId xmlns:a16="http://schemas.microsoft.com/office/drawing/2014/main" id="{5985BDAB-72FE-FE0B-8A22-FAF4A3B7461E}"/>
                </a:ext>
              </a:extLst>
            </p:cNvPr>
            <p:cNvSpPr/>
            <p:nvPr/>
          </p:nvSpPr>
          <p:spPr>
            <a:xfrm>
              <a:off x="4308838"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17" name="Freeform: Shape 1016">
              <a:extLst>
                <a:ext uri="{FF2B5EF4-FFF2-40B4-BE49-F238E27FC236}">
                  <a16:creationId xmlns:a16="http://schemas.microsoft.com/office/drawing/2014/main" id="{01F8C50B-5720-336A-684A-A01289A4E93C}"/>
                </a:ext>
              </a:extLst>
            </p:cNvPr>
            <p:cNvSpPr/>
            <p:nvPr/>
          </p:nvSpPr>
          <p:spPr>
            <a:xfrm>
              <a:off x="4423094"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18" name="Freeform: Shape 1017">
              <a:extLst>
                <a:ext uri="{FF2B5EF4-FFF2-40B4-BE49-F238E27FC236}">
                  <a16:creationId xmlns:a16="http://schemas.microsoft.com/office/drawing/2014/main" id="{97EB3134-48B6-6AB9-03F6-A5741F05D021}"/>
                </a:ext>
              </a:extLst>
            </p:cNvPr>
            <p:cNvSpPr/>
            <p:nvPr/>
          </p:nvSpPr>
          <p:spPr>
            <a:xfrm>
              <a:off x="4537350"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19" name="Freeform: Shape 1018">
              <a:extLst>
                <a:ext uri="{FF2B5EF4-FFF2-40B4-BE49-F238E27FC236}">
                  <a16:creationId xmlns:a16="http://schemas.microsoft.com/office/drawing/2014/main" id="{1699D5F8-9EB6-6581-443F-0662C6F3F3D4}"/>
                </a:ext>
              </a:extLst>
            </p:cNvPr>
            <p:cNvSpPr/>
            <p:nvPr/>
          </p:nvSpPr>
          <p:spPr>
            <a:xfrm>
              <a:off x="4651605"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20" name="Freeform: Shape 1019">
              <a:extLst>
                <a:ext uri="{FF2B5EF4-FFF2-40B4-BE49-F238E27FC236}">
                  <a16:creationId xmlns:a16="http://schemas.microsoft.com/office/drawing/2014/main" id="{DDB2BC5F-4D64-1B96-8A33-7CC7B686D319}"/>
                </a:ext>
              </a:extLst>
            </p:cNvPr>
            <p:cNvSpPr/>
            <p:nvPr/>
          </p:nvSpPr>
          <p:spPr>
            <a:xfrm>
              <a:off x="4765861"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21" name="Freeform: Shape 1020">
              <a:extLst>
                <a:ext uri="{FF2B5EF4-FFF2-40B4-BE49-F238E27FC236}">
                  <a16:creationId xmlns:a16="http://schemas.microsoft.com/office/drawing/2014/main" id="{8819F082-0075-535A-D8AD-2DE55AA2AA4D}"/>
                </a:ext>
              </a:extLst>
            </p:cNvPr>
            <p:cNvSpPr/>
            <p:nvPr/>
          </p:nvSpPr>
          <p:spPr>
            <a:xfrm>
              <a:off x="4880117"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22" name="Freeform: Shape 1021">
              <a:extLst>
                <a:ext uri="{FF2B5EF4-FFF2-40B4-BE49-F238E27FC236}">
                  <a16:creationId xmlns:a16="http://schemas.microsoft.com/office/drawing/2014/main" id="{525EBCBF-F8FC-963D-805A-652C9E235FF3}"/>
                </a:ext>
              </a:extLst>
            </p:cNvPr>
            <p:cNvSpPr/>
            <p:nvPr/>
          </p:nvSpPr>
          <p:spPr>
            <a:xfrm>
              <a:off x="4994373"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23" name="Freeform: Shape 1022">
              <a:extLst>
                <a:ext uri="{FF2B5EF4-FFF2-40B4-BE49-F238E27FC236}">
                  <a16:creationId xmlns:a16="http://schemas.microsoft.com/office/drawing/2014/main" id="{1E20AB67-D8D9-B4E3-DD0B-1B05BDA2BB5E}"/>
                </a:ext>
              </a:extLst>
            </p:cNvPr>
            <p:cNvSpPr/>
            <p:nvPr/>
          </p:nvSpPr>
          <p:spPr>
            <a:xfrm>
              <a:off x="5108629"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24" name="Freeform: Shape 1023">
              <a:extLst>
                <a:ext uri="{FF2B5EF4-FFF2-40B4-BE49-F238E27FC236}">
                  <a16:creationId xmlns:a16="http://schemas.microsoft.com/office/drawing/2014/main" id="{8C729090-2EA1-CD59-8C20-1950E53EA5DF}"/>
                </a:ext>
              </a:extLst>
            </p:cNvPr>
            <p:cNvSpPr/>
            <p:nvPr/>
          </p:nvSpPr>
          <p:spPr>
            <a:xfrm>
              <a:off x="5222840"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25" name="Freeform: Shape 1024">
              <a:extLst>
                <a:ext uri="{FF2B5EF4-FFF2-40B4-BE49-F238E27FC236}">
                  <a16:creationId xmlns:a16="http://schemas.microsoft.com/office/drawing/2014/main" id="{475C7DB2-3203-ADB1-E291-536965596CAB}"/>
                </a:ext>
              </a:extLst>
            </p:cNvPr>
            <p:cNvSpPr/>
            <p:nvPr/>
          </p:nvSpPr>
          <p:spPr>
            <a:xfrm>
              <a:off x="5337096"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26" name="Freeform: Shape 1025">
              <a:extLst>
                <a:ext uri="{FF2B5EF4-FFF2-40B4-BE49-F238E27FC236}">
                  <a16:creationId xmlns:a16="http://schemas.microsoft.com/office/drawing/2014/main" id="{8FDB17F0-B0E8-D6A6-73FD-17DB6F25F380}"/>
                </a:ext>
              </a:extLst>
            </p:cNvPr>
            <p:cNvSpPr/>
            <p:nvPr/>
          </p:nvSpPr>
          <p:spPr>
            <a:xfrm>
              <a:off x="5451352"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27" name="Freeform: Shape 1026">
              <a:extLst>
                <a:ext uri="{FF2B5EF4-FFF2-40B4-BE49-F238E27FC236}">
                  <a16:creationId xmlns:a16="http://schemas.microsoft.com/office/drawing/2014/main" id="{65991EB6-9DAD-CE6A-0711-EA2C65273968}"/>
                </a:ext>
              </a:extLst>
            </p:cNvPr>
            <p:cNvSpPr/>
            <p:nvPr/>
          </p:nvSpPr>
          <p:spPr>
            <a:xfrm>
              <a:off x="5565608"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28" name="Freeform: Shape 1027">
              <a:extLst>
                <a:ext uri="{FF2B5EF4-FFF2-40B4-BE49-F238E27FC236}">
                  <a16:creationId xmlns:a16="http://schemas.microsoft.com/office/drawing/2014/main" id="{281499E7-F9EC-5B72-6B16-33882CDF7AB0}"/>
                </a:ext>
              </a:extLst>
            </p:cNvPr>
            <p:cNvSpPr/>
            <p:nvPr/>
          </p:nvSpPr>
          <p:spPr>
            <a:xfrm>
              <a:off x="5679863"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29" name="Freeform: Shape 1028">
              <a:extLst>
                <a:ext uri="{FF2B5EF4-FFF2-40B4-BE49-F238E27FC236}">
                  <a16:creationId xmlns:a16="http://schemas.microsoft.com/office/drawing/2014/main" id="{20E4C6C7-40F1-C84F-874A-F2ED545085BE}"/>
                </a:ext>
              </a:extLst>
            </p:cNvPr>
            <p:cNvSpPr/>
            <p:nvPr/>
          </p:nvSpPr>
          <p:spPr>
            <a:xfrm>
              <a:off x="5794119"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30" name="Freeform: Shape 1029">
              <a:extLst>
                <a:ext uri="{FF2B5EF4-FFF2-40B4-BE49-F238E27FC236}">
                  <a16:creationId xmlns:a16="http://schemas.microsoft.com/office/drawing/2014/main" id="{68E13E8C-3A96-020F-44D7-EB6F0DDBE2A4}"/>
                </a:ext>
              </a:extLst>
            </p:cNvPr>
            <p:cNvSpPr/>
            <p:nvPr/>
          </p:nvSpPr>
          <p:spPr>
            <a:xfrm>
              <a:off x="5908375"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31" name="Freeform: Shape 1030">
              <a:extLst>
                <a:ext uri="{FF2B5EF4-FFF2-40B4-BE49-F238E27FC236}">
                  <a16:creationId xmlns:a16="http://schemas.microsoft.com/office/drawing/2014/main" id="{95DCB847-5A6D-3903-A821-38C2B41BFA91}"/>
                </a:ext>
              </a:extLst>
            </p:cNvPr>
            <p:cNvSpPr/>
            <p:nvPr/>
          </p:nvSpPr>
          <p:spPr>
            <a:xfrm>
              <a:off x="6022631"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32" name="Freeform: Shape 1031">
              <a:extLst>
                <a:ext uri="{FF2B5EF4-FFF2-40B4-BE49-F238E27FC236}">
                  <a16:creationId xmlns:a16="http://schemas.microsoft.com/office/drawing/2014/main" id="{2093626D-3E5C-D5F7-C807-FC6C7CD43EEE}"/>
                </a:ext>
              </a:extLst>
            </p:cNvPr>
            <p:cNvSpPr/>
            <p:nvPr/>
          </p:nvSpPr>
          <p:spPr>
            <a:xfrm>
              <a:off x="6136886"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33" name="Freeform: Shape 1032">
              <a:extLst>
                <a:ext uri="{FF2B5EF4-FFF2-40B4-BE49-F238E27FC236}">
                  <a16:creationId xmlns:a16="http://schemas.microsoft.com/office/drawing/2014/main" id="{4A2B8886-2A07-B04F-0261-E26B467B9EB8}"/>
                </a:ext>
              </a:extLst>
            </p:cNvPr>
            <p:cNvSpPr/>
            <p:nvPr/>
          </p:nvSpPr>
          <p:spPr>
            <a:xfrm>
              <a:off x="6251142"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34" name="Freeform: Shape 1033">
              <a:extLst>
                <a:ext uri="{FF2B5EF4-FFF2-40B4-BE49-F238E27FC236}">
                  <a16:creationId xmlns:a16="http://schemas.microsoft.com/office/drawing/2014/main" id="{C48EE5E5-3668-B595-F24D-25CA4EAA9ADA}"/>
                </a:ext>
              </a:extLst>
            </p:cNvPr>
            <p:cNvSpPr/>
            <p:nvPr/>
          </p:nvSpPr>
          <p:spPr>
            <a:xfrm>
              <a:off x="6365398"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35" name="Freeform: Shape 1034">
              <a:extLst>
                <a:ext uri="{FF2B5EF4-FFF2-40B4-BE49-F238E27FC236}">
                  <a16:creationId xmlns:a16="http://schemas.microsoft.com/office/drawing/2014/main" id="{B7CEF4C7-D38F-7DC0-E2F6-0741C6901F54}"/>
                </a:ext>
              </a:extLst>
            </p:cNvPr>
            <p:cNvSpPr/>
            <p:nvPr/>
          </p:nvSpPr>
          <p:spPr>
            <a:xfrm>
              <a:off x="6479610"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36" name="Freeform: Shape 1035">
              <a:extLst>
                <a:ext uri="{FF2B5EF4-FFF2-40B4-BE49-F238E27FC236}">
                  <a16:creationId xmlns:a16="http://schemas.microsoft.com/office/drawing/2014/main" id="{DD47392F-E219-6047-661E-B3E428CFF81E}"/>
                </a:ext>
              </a:extLst>
            </p:cNvPr>
            <p:cNvSpPr/>
            <p:nvPr/>
          </p:nvSpPr>
          <p:spPr>
            <a:xfrm>
              <a:off x="6593865"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37" name="Freeform: Shape 1036">
              <a:extLst>
                <a:ext uri="{FF2B5EF4-FFF2-40B4-BE49-F238E27FC236}">
                  <a16:creationId xmlns:a16="http://schemas.microsoft.com/office/drawing/2014/main" id="{64600B5E-D44C-407A-7E7B-D504676B5361}"/>
                </a:ext>
              </a:extLst>
            </p:cNvPr>
            <p:cNvSpPr/>
            <p:nvPr/>
          </p:nvSpPr>
          <p:spPr>
            <a:xfrm>
              <a:off x="6708121" y="263195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38" name="Freeform: Shape 1037">
              <a:extLst>
                <a:ext uri="{FF2B5EF4-FFF2-40B4-BE49-F238E27FC236}">
                  <a16:creationId xmlns:a16="http://schemas.microsoft.com/office/drawing/2014/main" id="{D264D5E4-6D36-A43E-EA55-1DB1FB349EE3}"/>
                </a:ext>
              </a:extLst>
            </p:cNvPr>
            <p:cNvSpPr/>
            <p:nvPr/>
          </p:nvSpPr>
          <p:spPr>
            <a:xfrm>
              <a:off x="6822377"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39" name="Freeform: Shape 1038">
              <a:extLst>
                <a:ext uri="{FF2B5EF4-FFF2-40B4-BE49-F238E27FC236}">
                  <a16:creationId xmlns:a16="http://schemas.microsoft.com/office/drawing/2014/main" id="{CA70F916-8EBE-1464-8A70-2FE8DA7D3602}"/>
                </a:ext>
              </a:extLst>
            </p:cNvPr>
            <p:cNvSpPr/>
            <p:nvPr/>
          </p:nvSpPr>
          <p:spPr>
            <a:xfrm>
              <a:off x="6936633"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40" name="Freeform: Shape 1039">
              <a:extLst>
                <a:ext uri="{FF2B5EF4-FFF2-40B4-BE49-F238E27FC236}">
                  <a16:creationId xmlns:a16="http://schemas.microsoft.com/office/drawing/2014/main" id="{EA783DF3-DBE9-F8B9-B0FD-994AE8D46295}"/>
                </a:ext>
              </a:extLst>
            </p:cNvPr>
            <p:cNvSpPr/>
            <p:nvPr/>
          </p:nvSpPr>
          <p:spPr>
            <a:xfrm>
              <a:off x="7050888" y="263195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41" name="Freeform: Shape 1040">
              <a:extLst>
                <a:ext uri="{FF2B5EF4-FFF2-40B4-BE49-F238E27FC236}">
                  <a16:creationId xmlns:a16="http://schemas.microsoft.com/office/drawing/2014/main" id="{722D1866-AC8A-EB50-2C6F-3ABCE20633AE}"/>
                </a:ext>
              </a:extLst>
            </p:cNvPr>
            <p:cNvSpPr/>
            <p:nvPr/>
          </p:nvSpPr>
          <p:spPr>
            <a:xfrm>
              <a:off x="7165144"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42" name="Freeform: Shape 1041">
              <a:extLst>
                <a:ext uri="{FF2B5EF4-FFF2-40B4-BE49-F238E27FC236}">
                  <a16:creationId xmlns:a16="http://schemas.microsoft.com/office/drawing/2014/main" id="{466CDE70-9476-6A61-6583-1BCCEE8EC611}"/>
                </a:ext>
              </a:extLst>
            </p:cNvPr>
            <p:cNvSpPr/>
            <p:nvPr/>
          </p:nvSpPr>
          <p:spPr>
            <a:xfrm>
              <a:off x="2366578"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43" name="Freeform: Shape 1042">
              <a:extLst>
                <a:ext uri="{FF2B5EF4-FFF2-40B4-BE49-F238E27FC236}">
                  <a16:creationId xmlns:a16="http://schemas.microsoft.com/office/drawing/2014/main" id="{92F52A42-99AC-8C80-15AF-FA6AF4228259}"/>
                </a:ext>
              </a:extLst>
            </p:cNvPr>
            <p:cNvSpPr/>
            <p:nvPr/>
          </p:nvSpPr>
          <p:spPr>
            <a:xfrm>
              <a:off x="2480790"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44" name="Freeform: Shape 1043">
              <a:extLst>
                <a:ext uri="{FF2B5EF4-FFF2-40B4-BE49-F238E27FC236}">
                  <a16:creationId xmlns:a16="http://schemas.microsoft.com/office/drawing/2014/main" id="{52DE8A0D-48B3-58AD-B98C-C3A301677E69}"/>
                </a:ext>
              </a:extLst>
            </p:cNvPr>
            <p:cNvSpPr/>
            <p:nvPr/>
          </p:nvSpPr>
          <p:spPr>
            <a:xfrm>
              <a:off x="2595046"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45" name="Freeform: Shape 1044">
              <a:extLst>
                <a:ext uri="{FF2B5EF4-FFF2-40B4-BE49-F238E27FC236}">
                  <a16:creationId xmlns:a16="http://schemas.microsoft.com/office/drawing/2014/main" id="{59203116-4D2C-150A-5807-9FEEB6072B1E}"/>
                </a:ext>
              </a:extLst>
            </p:cNvPr>
            <p:cNvSpPr/>
            <p:nvPr/>
          </p:nvSpPr>
          <p:spPr>
            <a:xfrm>
              <a:off x="2709301"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46" name="Freeform: Shape 1045">
              <a:extLst>
                <a:ext uri="{FF2B5EF4-FFF2-40B4-BE49-F238E27FC236}">
                  <a16:creationId xmlns:a16="http://schemas.microsoft.com/office/drawing/2014/main" id="{89ACB844-B17C-05B9-C56E-6DC60CFE1B97}"/>
                </a:ext>
              </a:extLst>
            </p:cNvPr>
            <p:cNvSpPr/>
            <p:nvPr/>
          </p:nvSpPr>
          <p:spPr>
            <a:xfrm>
              <a:off x="2823557"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47" name="Freeform: Shape 1046">
              <a:extLst>
                <a:ext uri="{FF2B5EF4-FFF2-40B4-BE49-F238E27FC236}">
                  <a16:creationId xmlns:a16="http://schemas.microsoft.com/office/drawing/2014/main" id="{F5D6FE21-8801-2FE4-6EA1-8FECC68ABD50}"/>
                </a:ext>
              </a:extLst>
            </p:cNvPr>
            <p:cNvSpPr/>
            <p:nvPr/>
          </p:nvSpPr>
          <p:spPr>
            <a:xfrm>
              <a:off x="2937813"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48" name="Freeform: Shape 1047">
              <a:extLst>
                <a:ext uri="{FF2B5EF4-FFF2-40B4-BE49-F238E27FC236}">
                  <a16:creationId xmlns:a16="http://schemas.microsoft.com/office/drawing/2014/main" id="{33C5EBF2-2DF3-28FD-DAEE-81D090F9B651}"/>
                </a:ext>
              </a:extLst>
            </p:cNvPr>
            <p:cNvSpPr/>
            <p:nvPr/>
          </p:nvSpPr>
          <p:spPr>
            <a:xfrm>
              <a:off x="3052069"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49" name="Freeform: Shape 1048">
              <a:extLst>
                <a:ext uri="{FF2B5EF4-FFF2-40B4-BE49-F238E27FC236}">
                  <a16:creationId xmlns:a16="http://schemas.microsoft.com/office/drawing/2014/main" id="{A1E1FC0E-347F-9C70-E65D-948DA7C42314}"/>
                </a:ext>
              </a:extLst>
            </p:cNvPr>
            <p:cNvSpPr/>
            <p:nvPr/>
          </p:nvSpPr>
          <p:spPr>
            <a:xfrm>
              <a:off x="3166325"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50" name="Freeform: Shape 1049">
              <a:extLst>
                <a:ext uri="{FF2B5EF4-FFF2-40B4-BE49-F238E27FC236}">
                  <a16:creationId xmlns:a16="http://schemas.microsoft.com/office/drawing/2014/main" id="{478F0D87-2520-71DF-0BD1-E0899B769C01}"/>
                </a:ext>
              </a:extLst>
            </p:cNvPr>
            <p:cNvSpPr/>
            <p:nvPr/>
          </p:nvSpPr>
          <p:spPr>
            <a:xfrm>
              <a:off x="3280580"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51" name="Freeform: Shape 1050">
              <a:extLst>
                <a:ext uri="{FF2B5EF4-FFF2-40B4-BE49-F238E27FC236}">
                  <a16:creationId xmlns:a16="http://schemas.microsoft.com/office/drawing/2014/main" id="{208931BE-590D-9423-86E3-24FEE508530D}"/>
                </a:ext>
              </a:extLst>
            </p:cNvPr>
            <p:cNvSpPr/>
            <p:nvPr/>
          </p:nvSpPr>
          <p:spPr>
            <a:xfrm>
              <a:off x="3394836"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52" name="Freeform: Shape 1051">
              <a:extLst>
                <a:ext uri="{FF2B5EF4-FFF2-40B4-BE49-F238E27FC236}">
                  <a16:creationId xmlns:a16="http://schemas.microsoft.com/office/drawing/2014/main" id="{C182B01C-2ACD-9C3A-264A-56F612637C48}"/>
                </a:ext>
              </a:extLst>
            </p:cNvPr>
            <p:cNvSpPr/>
            <p:nvPr/>
          </p:nvSpPr>
          <p:spPr>
            <a:xfrm>
              <a:off x="3509092"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53" name="Freeform: Shape 1052">
              <a:extLst>
                <a:ext uri="{FF2B5EF4-FFF2-40B4-BE49-F238E27FC236}">
                  <a16:creationId xmlns:a16="http://schemas.microsoft.com/office/drawing/2014/main" id="{EC752CCC-377F-A02F-CCD6-8D17BB324C0A}"/>
                </a:ext>
              </a:extLst>
            </p:cNvPr>
            <p:cNvSpPr/>
            <p:nvPr/>
          </p:nvSpPr>
          <p:spPr>
            <a:xfrm>
              <a:off x="3623348"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54" name="Freeform: Shape 1053">
              <a:extLst>
                <a:ext uri="{FF2B5EF4-FFF2-40B4-BE49-F238E27FC236}">
                  <a16:creationId xmlns:a16="http://schemas.microsoft.com/office/drawing/2014/main" id="{D993BBE0-2778-7FE1-8168-AD732797BC54}"/>
                </a:ext>
              </a:extLst>
            </p:cNvPr>
            <p:cNvSpPr/>
            <p:nvPr/>
          </p:nvSpPr>
          <p:spPr>
            <a:xfrm>
              <a:off x="3737603"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55" name="Freeform: Shape 1054">
              <a:extLst>
                <a:ext uri="{FF2B5EF4-FFF2-40B4-BE49-F238E27FC236}">
                  <a16:creationId xmlns:a16="http://schemas.microsoft.com/office/drawing/2014/main" id="{904B9DC3-D48C-A94C-CC97-3061355D7A6D}"/>
                </a:ext>
              </a:extLst>
            </p:cNvPr>
            <p:cNvSpPr/>
            <p:nvPr/>
          </p:nvSpPr>
          <p:spPr>
            <a:xfrm>
              <a:off x="3851815"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56" name="Freeform: Shape 1055">
              <a:extLst>
                <a:ext uri="{FF2B5EF4-FFF2-40B4-BE49-F238E27FC236}">
                  <a16:creationId xmlns:a16="http://schemas.microsoft.com/office/drawing/2014/main" id="{759214DC-A9C3-E125-E797-F9AE23D7B88A}"/>
                </a:ext>
              </a:extLst>
            </p:cNvPr>
            <p:cNvSpPr/>
            <p:nvPr/>
          </p:nvSpPr>
          <p:spPr>
            <a:xfrm>
              <a:off x="3966071"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57" name="Freeform: Shape 1056">
              <a:extLst>
                <a:ext uri="{FF2B5EF4-FFF2-40B4-BE49-F238E27FC236}">
                  <a16:creationId xmlns:a16="http://schemas.microsoft.com/office/drawing/2014/main" id="{003E5EBE-8C93-CE63-8624-A486E745FBD6}"/>
                </a:ext>
              </a:extLst>
            </p:cNvPr>
            <p:cNvSpPr/>
            <p:nvPr/>
          </p:nvSpPr>
          <p:spPr>
            <a:xfrm>
              <a:off x="4080327"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58" name="Freeform: Shape 1057">
              <a:extLst>
                <a:ext uri="{FF2B5EF4-FFF2-40B4-BE49-F238E27FC236}">
                  <a16:creationId xmlns:a16="http://schemas.microsoft.com/office/drawing/2014/main" id="{CCA85996-ACED-218D-45D0-71CA20C3B199}"/>
                </a:ext>
              </a:extLst>
            </p:cNvPr>
            <p:cNvSpPr/>
            <p:nvPr/>
          </p:nvSpPr>
          <p:spPr>
            <a:xfrm>
              <a:off x="4194582"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59" name="Freeform: Shape 1058">
              <a:extLst>
                <a:ext uri="{FF2B5EF4-FFF2-40B4-BE49-F238E27FC236}">
                  <a16:creationId xmlns:a16="http://schemas.microsoft.com/office/drawing/2014/main" id="{C073CB76-76DC-1F2F-CA2A-B2F992790B5F}"/>
                </a:ext>
              </a:extLst>
            </p:cNvPr>
            <p:cNvSpPr/>
            <p:nvPr/>
          </p:nvSpPr>
          <p:spPr>
            <a:xfrm>
              <a:off x="4308838"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60" name="Freeform: Shape 1059">
              <a:extLst>
                <a:ext uri="{FF2B5EF4-FFF2-40B4-BE49-F238E27FC236}">
                  <a16:creationId xmlns:a16="http://schemas.microsoft.com/office/drawing/2014/main" id="{9E24E51F-AA0F-54CA-EC97-2706685B5415}"/>
                </a:ext>
              </a:extLst>
            </p:cNvPr>
            <p:cNvSpPr/>
            <p:nvPr/>
          </p:nvSpPr>
          <p:spPr>
            <a:xfrm>
              <a:off x="4423094"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61" name="Freeform: Shape 1060">
              <a:extLst>
                <a:ext uri="{FF2B5EF4-FFF2-40B4-BE49-F238E27FC236}">
                  <a16:creationId xmlns:a16="http://schemas.microsoft.com/office/drawing/2014/main" id="{B1A6A0E9-D1FB-1563-F3E7-29389587934B}"/>
                </a:ext>
              </a:extLst>
            </p:cNvPr>
            <p:cNvSpPr/>
            <p:nvPr/>
          </p:nvSpPr>
          <p:spPr>
            <a:xfrm>
              <a:off x="4537350"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62" name="Freeform: Shape 1061">
              <a:extLst>
                <a:ext uri="{FF2B5EF4-FFF2-40B4-BE49-F238E27FC236}">
                  <a16:creationId xmlns:a16="http://schemas.microsoft.com/office/drawing/2014/main" id="{2B81BA55-4D03-0DDA-B2DC-C66D7E706084}"/>
                </a:ext>
              </a:extLst>
            </p:cNvPr>
            <p:cNvSpPr/>
            <p:nvPr/>
          </p:nvSpPr>
          <p:spPr>
            <a:xfrm>
              <a:off x="4651605"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63" name="Freeform: Shape 1062">
              <a:extLst>
                <a:ext uri="{FF2B5EF4-FFF2-40B4-BE49-F238E27FC236}">
                  <a16:creationId xmlns:a16="http://schemas.microsoft.com/office/drawing/2014/main" id="{EC664750-A0B3-80EA-6BED-4ACB0BCD9097}"/>
                </a:ext>
              </a:extLst>
            </p:cNvPr>
            <p:cNvSpPr/>
            <p:nvPr/>
          </p:nvSpPr>
          <p:spPr>
            <a:xfrm>
              <a:off x="4765861"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64" name="Freeform: Shape 1063">
              <a:extLst>
                <a:ext uri="{FF2B5EF4-FFF2-40B4-BE49-F238E27FC236}">
                  <a16:creationId xmlns:a16="http://schemas.microsoft.com/office/drawing/2014/main" id="{5E79DBA3-184C-8B7D-F397-584D08CB27F7}"/>
                </a:ext>
              </a:extLst>
            </p:cNvPr>
            <p:cNvSpPr/>
            <p:nvPr/>
          </p:nvSpPr>
          <p:spPr>
            <a:xfrm>
              <a:off x="4880117"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65" name="Freeform: Shape 1064">
              <a:extLst>
                <a:ext uri="{FF2B5EF4-FFF2-40B4-BE49-F238E27FC236}">
                  <a16:creationId xmlns:a16="http://schemas.microsoft.com/office/drawing/2014/main" id="{47F4ACAE-D516-E427-9D20-7FD0E4739026}"/>
                </a:ext>
              </a:extLst>
            </p:cNvPr>
            <p:cNvSpPr/>
            <p:nvPr/>
          </p:nvSpPr>
          <p:spPr>
            <a:xfrm>
              <a:off x="4994373"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66" name="Freeform: Shape 1065">
              <a:extLst>
                <a:ext uri="{FF2B5EF4-FFF2-40B4-BE49-F238E27FC236}">
                  <a16:creationId xmlns:a16="http://schemas.microsoft.com/office/drawing/2014/main" id="{C3C0F60E-D00A-5B1D-D766-D2FDFD12997A}"/>
                </a:ext>
              </a:extLst>
            </p:cNvPr>
            <p:cNvSpPr/>
            <p:nvPr/>
          </p:nvSpPr>
          <p:spPr>
            <a:xfrm>
              <a:off x="5108629"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67" name="Freeform: Shape 1066">
              <a:extLst>
                <a:ext uri="{FF2B5EF4-FFF2-40B4-BE49-F238E27FC236}">
                  <a16:creationId xmlns:a16="http://schemas.microsoft.com/office/drawing/2014/main" id="{BE9D20D4-1723-D320-D18E-3110061AD74B}"/>
                </a:ext>
              </a:extLst>
            </p:cNvPr>
            <p:cNvSpPr/>
            <p:nvPr/>
          </p:nvSpPr>
          <p:spPr>
            <a:xfrm>
              <a:off x="5222840"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68" name="Freeform: Shape 1067">
              <a:extLst>
                <a:ext uri="{FF2B5EF4-FFF2-40B4-BE49-F238E27FC236}">
                  <a16:creationId xmlns:a16="http://schemas.microsoft.com/office/drawing/2014/main" id="{1B96F6FD-8A35-5CE9-B576-DF59C5EB94D3}"/>
                </a:ext>
              </a:extLst>
            </p:cNvPr>
            <p:cNvSpPr/>
            <p:nvPr/>
          </p:nvSpPr>
          <p:spPr>
            <a:xfrm>
              <a:off x="5337096"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69" name="Freeform: Shape 1068">
              <a:extLst>
                <a:ext uri="{FF2B5EF4-FFF2-40B4-BE49-F238E27FC236}">
                  <a16:creationId xmlns:a16="http://schemas.microsoft.com/office/drawing/2014/main" id="{DB04C719-AE77-F875-C195-552854F8C8D5}"/>
                </a:ext>
              </a:extLst>
            </p:cNvPr>
            <p:cNvSpPr/>
            <p:nvPr/>
          </p:nvSpPr>
          <p:spPr>
            <a:xfrm>
              <a:off x="5451352"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70" name="Freeform: Shape 1069">
              <a:extLst>
                <a:ext uri="{FF2B5EF4-FFF2-40B4-BE49-F238E27FC236}">
                  <a16:creationId xmlns:a16="http://schemas.microsoft.com/office/drawing/2014/main" id="{5D7FBC44-83A1-962B-118C-24B97BB2A61A}"/>
                </a:ext>
              </a:extLst>
            </p:cNvPr>
            <p:cNvSpPr/>
            <p:nvPr/>
          </p:nvSpPr>
          <p:spPr>
            <a:xfrm>
              <a:off x="5565608"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71" name="Freeform: Shape 1070">
              <a:extLst>
                <a:ext uri="{FF2B5EF4-FFF2-40B4-BE49-F238E27FC236}">
                  <a16:creationId xmlns:a16="http://schemas.microsoft.com/office/drawing/2014/main" id="{D3EB5F1E-F108-8BEF-12AE-FE78C913AA75}"/>
                </a:ext>
              </a:extLst>
            </p:cNvPr>
            <p:cNvSpPr/>
            <p:nvPr/>
          </p:nvSpPr>
          <p:spPr>
            <a:xfrm>
              <a:off x="5679863"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72" name="Freeform: Shape 1071">
              <a:extLst>
                <a:ext uri="{FF2B5EF4-FFF2-40B4-BE49-F238E27FC236}">
                  <a16:creationId xmlns:a16="http://schemas.microsoft.com/office/drawing/2014/main" id="{8471EE4E-33B7-F255-74F9-24C18BBFF810}"/>
                </a:ext>
              </a:extLst>
            </p:cNvPr>
            <p:cNvSpPr/>
            <p:nvPr/>
          </p:nvSpPr>
          <p:spPr>
            <a:xfrm>
              <a:off x="5794119"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73" name="Freeform: Shape 1072">
              <a:extLst>
                <a:ext uri="{FF2B5EF4-FFF2-40B4-BE49-F238E27FC236}">
                  <a16:creationId xmlns:a16="http://schemas.microsoft.com/office/drawing/2014/main" id="{C7AA3D5B-CD10-ED59-C5C7-F6FF3A466EB2}"/>
                </a:ext>
              </a:extLst>
            </p:cNvPr>
            <p:cNvSpPr/>
            <p:nvPr/>
          </p:nvSpPr>
          <p:spPr>
            <a:xfrm>
              <a:off x="5908375"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74" name="Freeform: Shape 1073">
              <a:extLst>
                <a:ext uri="{FF2B5EF4-FFF2-40B4-BE49-F238E27FC236}">
                  <a16:creationId xmlns:a16="http://schemas.microsoft.com/office/drawing/2014/main" id="{BD9DA41F-0517-3E28-07B1-BEE70ECFA99D}"/>
                </a:ext>
              </a:extLst>
            </p:cNvPr>
            <p:cNvSpPr/>
            <p:nvPr/>
          </p:nvSpPr>
          <p:spPr>
            <a:xfrm>
              <a:off x="6022631"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75" name="Freeform: Shape 1074">
              <a:extLst>
                <a:ext uri="{FF2B5EF4-FFF2-40B4-BE49-F238E27FC236}">
                  <a16:creationId xmlns:a16="http://schemas.microsoft.com/office/drawing/2014/main" id="{4AD4E768-A6D9-D8AF-3A04-C12740C9A990}"/>
                </a:ext>
              </a:extLst>
            </p:cNvPr>
            <p:cNvSpPr/>
            <p:nvPr/>
          </p:nvSpPr>
          <p:spPr>
            <a:xfrm>
              <a:off x="6136886"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76" name="Freeform: Shape 1075">
              <a:extLst>
                <a:ext uri="{FF2B5EF4-FFF2-40B4-BE49-F238E27FC236}">
                  <a16:creationId xmlns:a16="http://schemas.microsoft.com/office/drawing/2014/main" id="{FC54FDC5-8CA6-C200-B14C-56AF71D13276}"/>
                </a:ext>
              </a:extLst>
            </p:cNvPr>
            <p:cNvSpPr/>
            <p:nvPr/>
          </p:nvSpPr>
          <p:spPr>
            <a:xfrm>
              <a:off x="6251142"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77" name="Freeform: Shape 1076">
              <a:extLst>
                <a:ext uri="{FF2B5EF4-FFF2-40B4-BE49-F238E27FC236}">
                  <a16:creationId xmlns:a16="http://schemas.microsoft.com/office/drawing/2014/main" id="{CDEA0C14-2C25-79C0-5A20-875F7F59F7FB}"/>
                </a:ext>
              </a:extLst>
            </p:cNvPr>
            <p:cNvSpPr/>
            <p:nvPr/>
          </p:nvSpPr>
          <p:spPr>
            <a:xfrm>
              <a:off x="6365398"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78" name="Freeform: Shape 1077">
              <a:extLst>
                <a:ext uri="{FF2B5EF4-FFF2-40B4-BE49-F238E27FC236}">
                  <a16:creationId xmlns:a16="http://schemas.microsoft.com/office/drawing/2014/main" id="{6780A758-8D35-C726-D9C6-354BA0619FFB}"/>
                </a:ext>
              </a:extLst>
            </p:cNvPr>
            <p:cNvSpPr/>
            <p:nvPr/>
          </p:nvSpPr>
          <p:spPr>
            <a:xfrm>
              <a:off x="6479610"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79" name="Freeform: Shape 1078">
              <a:extLst>
                <a:ext uri="{FF2B5EF4-FFF2-40B4-BE49-F238E27FC236}">
                  <a16:creationId xmlns:a16="http://schemas.microsoft.com/office/drawing/2014/main" id="{BA2E859B-F957-DC0F-9A09-C7CD5103873A}"/>
                </a:ext>
              </a:extLst>
            </p:cNvPr>
            <p:cNvSpPr/>
            <p:nvPr/>
          </p:nvSpPr>
          <p:spPr>
            <a:xfrm>
              <a:off x="6593865"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80" name="Freeform: Shape 1079">
              <a:extLst>
                <a:ext uri="{FF2B5EF4-FFF2-40B4-BE49-F238E27FC236}">
                  <a16:creationId xmlns:a16="http://schemas.microsoft.com/office/drawing/2014/main" id="{E7042028-B895-76FD-2E24-BB7C376693CB}"/>
                </a:ext>
              </a:extLst>
            </p:cNvPr>
            <p:cNvSpPr/>
            <p:nvPr/>
          </p:nvSpPr>
          <p:spPr>
            <a:xfrm>
              <a:off x="6708121" y="274620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81" name="Freeform: Shape 1080">
              <a:extLst>
                <a:ext uri="{FF2B5EF4-FFF2-40B4-BE49-F238E27FC236}">
                  <a16:creationId xmlns:a16="http://schemas.microsoft.com/office/drawing/2014/main" id="{4899EE36-3232-E9DD-D1F3-9227D43C2D70}"/>
                </a:ext>
              </a:extLst>
            </p:cNvPr>
            <p:cNvSpPr/>
            <p:nvPr/>
          </p:nvSpPr>
          <p:spPr>
            <a:xfrm>
              <a:off x="6822377"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82" name="Freeform: Shape 1081">
              <a:extLst>
                <a:ext uri="{FF2B5EF4-FFF2-40B4-BE49-F238E27FC236}">
                  <a16:creationId xmlns:a16="http://schemas.microsoft.com/office/drawing/2014/main" id="{749AC7EA-7F74-5774-B02A-9F8907004584}"/>
                </a:ext>
              </a:extLst>
            </p:cNvPr>
            <p:cNvSpPr/>
            <p:nvPr/>
          </p:nvSpPr>
          <p:spPr>
            <a:xfrm>
              <a:off x="6936633"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83" name="Freeform: Shape 1082">
              <a:extLst>
                <a:ext uri="{FF2B5EF4-FFF2-40B4-BE49-F238E27FC236}">
                  <a16:creationId xmlns:a16="http://schemas.microsoft.com/office/drawing/2014/main" id="{0D18513A-9FD2-4EA3-CD17-48609BF2D863}"/>
                </a:ext>
              </a:extLst>
            </p:cNvPr>
            <p:cNvSpPr/>
            <p:nvPr/>
          </p:nvSpPr>
          <p:spPr>
            <a:xfrm>
              <a:off x="7050888" y="274620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84" name="Freeform: Shape 1083">
              <a:extLst>
                <a:ext uri="{FF2B5EF4-FFF2-40B4-BE49-F238E27FC236}">
                  <a16:creationId xmlns:a16="http://schemas.microsoft.com/office/drawing/2014/main" id="{E387D552-38CC-D3CA-E523-4BCF87064E4A}"/>
                </a:ext>
              </a:extLst>
            </p:cNvPr>
            <p:cNvSpPr/>
            <p:nvPr/>
          </p:nvSpPr>
          <p:spPr>
            <a:xfrm>
              <a:off x="7165144"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85" name="Freeform: Shape 1084">
              <a:extLst>
                <a:ext uri="{FF2B5EF4-FFF2-40B4-BE49-F238E27FC236}">
                  <a16:creationId xmlns:a16="http://schemas.microsoft.com/office/drawing/2014/main" id="{051D0B20-76EE-6DE7-5A44-8B31EABE1AC0}"/>
                </a:ext>
              </a:extLst>
            </p:cNvPr>
            <p:cNvSpPr/>
            <p:nvPr/>
          </p:nvSpPr>
          <p:spPr>
            <a:xfrm>
              <a:off x="2366578"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86" name="Freeform: Shape 1085">
              <a:extLst>
                <a:ext uri="{FF2B5EF4-FFF2-40B4-BE49-F238E27FC236}">
                  <a16:creationId xmlns:a16="http://schemas.microsoft.com/office/drawing/2014/main" id="{18D3CC69-3935-DD01-01E0-8DB667BA37B1}"/>
                </a:ext>
              </a:extLst>
            </p:cNvPr>
            <p:cNvSpPr/>
            <p:nvPr/>
          </p:nvSpPr>
          <p:spPr>
            <a:xfrm>
              <a:off x="2480790"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87" name="Freeform: Shape 1086">
              <a:extLst>
                <a:ext uri="{FF2B5EF4-FFF2-40B4-BE49-F238E27FC236}">
                  <a16:creationId xmlns:a16="http://schemas.microsoft.com/office/drawing/2014/main" id="{DCC36ED5-84F5-9510-1CB1-0F4069AD2C8F}"/>
                </a:ext>
              </a:extLst>
            </p:cNvPr>
            <p:cNvSpPr/>
            <p:nvPr/>
          </p:nvSpPr>
          <p:spPr>
            <a:xfrm>
              <a:off x="2595046"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88" name="Freeform: Shape 1087">
              <a:extLst>
                <a:ext uri="{FF2B5EF4-FFF2-40B4-BE49-F238E27FC236}">
                  <a16:creationId xmlns:a16="http://schemas.microsoft.com/office/drawing/2014/main" id="{90C4E395-4FB3-F459-62FD-FDE176FE50D2}"/>
                </a:ext>
              </a:extLst>
            </p:cNvPr>
            <p:cNvSpPr/>
            <p:nvPr/>
          </p:nvSpPr>
          <p:spPr>
            <a:xfrm>
              <a:off x="2709301"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89" name="Freeform: Shape 1088">
              <a:extLst>
                <a:ext uri="{FF2B5EF4-FFF2-40B4-BE49-F238E27FC236}">
                  <a16:creationId xmlns:a16="http://schemas.microsoft.com/office/drawing/2014/main" id="{1FF23D9C-A5F7-6584-222F-0E48D6341304}"/>
                </a:ext>
              </a:extLst>
            </p:cNvPr>
            <p:cNvSpPr/>
            <p:nvPr/>
          </p:nvSpPr>
          <p:spPr>
            <a:xfrm>
              <a:off x="2823557"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90" name="Freeform: Shape 1089">
              <a:extLst>
                <a:ext uri="{FF2B5EF4-FFF2-40B4-BE49-F238E27FC236}">
                  <a16:creationId xmlns:a16="http://schemas.microsoft.com/office/drawing/2014/main" id="{544EDC66-DF66-ED1C-AD2C-F5BFB71DC6B1}"/>
                </a:ext>
              </a:extLst>
            </p:cNvPr>
            <p:cNvSpPr/>
            <p:nvPr/>
          </p:nvSpPr>
          <p:spPr>
            <a:xfrm>
              <a:off x="2937813"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91" name="Freeform: Shape 1090">
              <a:extLst>
                <a:ext uri="{FF2B5EF4-FFF2-40B4-BE49-F238E27FC236}">
                  <a16:creationId xmlns:a16="http://schemas.microsoft.com/office/drawing/2014/main" id="{E66DC577-41F7-6B5E-9F90-90F0996A4BD9}"/>
                </a:ext>
              </a:extLst>
            </p:cNvPr>
            <p:cNvSpPr/>
            <p:nvPr/>
          </p:nvSpPr>
          <p:spPr>
            <a:xfrm>
              <a:off x="3052069"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92" name="Freeform: Shape 1091">
              <a:extLst>
                <a:ext uri="{FF2B5EF4-FFF2-40B4-BE49-F238E27FC236}">
                  <a16:creationId xmlns:a16="http://schemas.microsoft.com/office/drawing/2014/main" id="{CFD6967A-6CED-E816-078D-0AFB0136B272}"/>
                </a:ext>
              </a:extLst>
            </p:cNvPr>
            <p:cNvSpPr/>
            <p:nvPr/>
          </p:nvSpPr>
          <p:spPr>
            <a:xfrm>
              <a:off x="3166325"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93" name="Freeform: Shape 1092">
              <a:extLst>
                <a:ext uri="{FF2B5EF4-FFF2-40B4-BE49-F238E27FC236}">
                  <a16:creationId xmlns:a16="http://schemas.microsoft.com/office/drawing/2014/main" id="{6D25F946-4F36-F046-CF8F-B94B862CF510}"/>
                </a:ext>
              </a:extLst>
            </p:cNvPr>
            <p:cNvSpPr/>
            <p:nvPr/>
          </p:nvSpPr>
          <p:spPr>
            <a:xfrm>
              <a:off x="3280580"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94" name="Freeform: Shape 1093">
              <a:extLst>
                <a:ext uri="{FF2B5EF4-FFF2-40B4-BE49-F238E27FC236}">
                  <a16:creationId xmlns:a16="http://schemas.microsoft.com/office/drawing/2014/main" id="{0EA66E45-2CF7-ECFE-9DFB-1FC48A3BBD13}"/>
                </a:ext>
              </a:extLst>
            </p:cNvPr>
            <p:cNvSpPr/>
            <p:nvPr/>
          </p:nvSpPr>
          <p:spPr>
            <a:xfrm>
              <a:off x="3394836"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95" name="Freeform: Shape 1094">
              <a:extLst>
                <a:ext uri="{FF2B5EF4-FFF2-40B4-BE49-F238E27FC236}">
                  <a16:creationId xmlns:a16="http://schemas.microsoft.com/office/drawing/2014/main" id="{A3CDE71E-F3C8-EA49-CBA8-936FCE8E3A2E}"/>
                </a:ext>
              </a:extLst>
            </p:cNvPr>
            <p:cNvSpPr/>
            <p:nvPr/>
          </p:nvSpPr>
          <p:spPr>
            <a:xfrm>
              <a:off x="3509092"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96" name="Freeform: Shape 1095">
              <a:extLst>
                <a:ext uri="{FF2B5EF4-FFF2-40B4-BE49-F238E27FC236}">
                  <a16:creationId xmlns:a16="http://schemas.microsoft.com/office/drawing/2014/main" id="{8921831C-5AD6-585E-7673-D854DEDCB1B8}"/>
                </a:ext>
              </a:extLst>
            </p:cNvPr>
            <p:cNvSpPr/>
            <p:nvPr/>
          </p:nvSpPr>
          <p:spPr>
            <a:xfrm>
              <a:off x="3623348"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97" name="Freeform: Shape 1096">
              <a:extLst>
                <a:ext uri="{FF2B5EF4-FFF2-40B4-BE49-F238E27FC236}">
                  <a16:creationId xmlns:a16="http://schemas.microsoft.com/office/drawing/2014/main" id="{90C9D198-1B0A-BA84-4744-93C27A401610}"/>
                </a:ext>
              </a:extLst>
            </p:cNvPr>
            <p:cNvSpPr/>
            <p:nvPr/>
          </p:nvSpPr>
          <p:spPr>
            <a:xfrm>
              <a:off x="3737603"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98" name="Freeform: Shape 1097">
              <a:extLst>
                <a:ext uri="{FF2B5EF4-FFF2-40B4-BE49-F238E27FC236}">
                  <a16:creationId xmlns:a16="http://schemas.microsoft.com/office/drawing/2014/main" id="{8172E643-47FE-6279-3D4A-A2F8558F767B}"/>
                </a:ext>
              </a:extLst>
            </p:cNvPr>
            <p:cNvSpPr/>
            <p:nvPr/>
          </p:nvSpPr>
          <p:spPr>
            <a:xfrm>
              <a:off x="3851815"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099" name="Freeform: Shape 1098">
              <a:extLst>
                <a:ext uri="{FF2B5EF4-FFF2-40B4-BE49-F238E27FC236}">
                  <a16:creationId xmlns:a16="http://schemas.microsoft.com/office/drawing/2014/main" id="{DD9EE32B-E342-0D69-F411-CF9387F355E9}"/>
                </a:ext>
              </a:extLst>
            </p:cNvPr>
            <p:cNvSpPr/>
            <p:nvPr/>
          </p:nvSpPr>
          <p:spPr>
            <a:xfrm>
              <a:off x="3966071"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00" name="Freeform: Shape 1099">
              <a:extLst>
                <a:ext uri="{FF2B5EF4-FFF2-40B4-BE49-F238E27FC236}">
                  <a16:creationId xmlns:a16="http://schemas.microsoft.com/office/drawing/2014/main" id="{F49E1B00-56A9-D76C-6554-9A042BA772B0}"/>
                </a:ext>
              </a:extLst>
            </p:cNvPr>
            <p:cNvSpPr/>
            <p:nvPr/>
          </p:nvSpPr>
          <p:spPr>
            <a:xfrm>
              <a:off x="4080327"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01" name="Freeform: Shape 1100">
              <a:extLst>
                <a:ext uri="{FF2B5EF4-FFF2-40B4-BE49-F238E27FC236}">
                  <a16:creationId xmlns:a16="http://schemas.microsoft.com/office/drawing/2014/main" id="{6AFEEEDC-DE60-4B03-ADA1-1B0E2C6682CC}"/>
                </a:ext>
              </a:extLst>
            </p:cNvPr>
            <p:cNvSpPr/>
            <p:nvPr/>
          </p:nvSpPr>
          <p:spPr>
            <a:xfrm>
              <a:off x="4194582"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02" name="Freeform: Shape 1101">
              <a:extLst>
                <a:ext uri="{FF2B5EF4-FFF2-40B4-BE49-F238E27FC236}">
                  <a16:creationId xmlns:a16="http://schemas.microsoft.com/office/drawing/2014/main" id="{005F1202-62F9-DAFE-2354-5968A8FA6574}"/>
                </a:ext>
              </a:extLst>
            </p:cNvPr>
            <p:cNvSpPr/>
            <p:nvPr/>
          </p:nvSpPr>
          <p:spPr>
            <a:xfrm>
              <a:off x="4308838"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03" name="Freeform: Shape 1102">
              <a:extLst>
                <a:ext uri="{FF2B5EF4-FFF2-40B4-BE49-F238E27FC236}">
                  <a16:creationId xmlns:a16="http://schemas.microsoft.com/office/drawing/2014/main" id="{0F665BF6-A543-D6F5-ACC4-6EE451EFEA79}"/>
                </a:ext>
              </a:extLst>
            </p:cNvPr>
            <p:cNvSpPr/>
            <p:nvPr/>
          </p:nvSpPr>
          <p:spPr>
            <a:xfrm>
              <a:off x="4423094"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04" name="Freeform: Shape 1103">
              <a:extLst>
                <a:ext uri="{FF2B5EF4-FFF2-40B4-BE49-F238E27FC236}">
                  <a16:creationId xmlns:a16="http://schemas.microsoft.com/office/drawing/2014/main" id="{AD0E9B6E-38E2-1C04-8CD7-E0F94FB13831}"/>
                </a:ext>
              </a:extLst>
            </p:cNvPr>
            <p:cNvSpPr/>
            <p:nvPr/>
          </p:nvSpPr>
          <p:spPr>
            <a:xfrm>
              <a:off x="4537350"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05" name="Freeform: Shape 1104">
              <a:extLst>
                <a:ext uri="{FF2B5EF4-FFF2-40B4-BE49-F238E27FC236}">
                  <a16:creationId xmlns:a16="http://schemas.microsoft.com/office/drawing/2014/main" id="{39366980-DA55-46D8-00FD-F5A5628D6CD4}"/>
                </a:ext>
              </a:extLst>
            </p:cNvPr>
            <p:cNvSpPr/>
            <p:nvPr/>
          </p:nvSpPr>
          <p:spPr>
            <a:xfrm>
              <a:off x="4651605"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06" name="Freeform: Shape 1105">
              <a:extLst>
                <a:ext uri="{FF2B5EF4-FFF2-40B4-BE49-F238E27FC236}">
                  <a16:creationId xmlns:a16="http://schemas.microsoft.com/office/drawing/2014/main" id="{B016DF3B-1A3E-C1AB-4E72-88D309C36A08}"/>
                </a:ext>
              </a:extLst>
            </p:cNvPr>
            <p:cNvSpPr/>
            <p:nvPr/>
          </p:nvSpPr>
          <p:spPr>
            <a:xfrm>
              <a:off x="4765861"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07" name="Freeform: Shape 1106">
              <a:extLst>
                <a:ext uri="{FF2B5EF4-FFF2-40B4-BE49-F238E27FC236}">
                  <a16:creationId xmlns:a16="http://schemas.microsoft.com/office/drawing/2014/main" id="{995E73EC-DB6C-FE7A-B42B-0EBE725EEA07}"/>
                </a:ext>
              </a:extLst>
            </p:cNvPr>
            <p:cNvSpPr/>
            <p:nvPr/>
          </p:nvSpPr>
          <p:spPr>
            <a:xfrm>
              <a:off x="4880117"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08" name="Freeform: Shape 1107">
              <a:extLst>
                <a:ext uri="{FF2B5EF4-FFF2-40B4-BE49-F238E27FC236}">
                  <a16:creationId xmlns:a16="http://schemas.microsoft.com/office/drawing/2014/main" id="{A1725452-BAC3-4059-F1A5-942F8A46061C}"/>
                </a:ext>
              </a:extLst>
            </p:cNvPr>
            <p:cNvSpPr/>
            <p:nvPr/>
          </p:nvSpPr>
          <p:spPr>
            <a:xfrm>
              <a:off x="4994373"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09" name="Freeform: Shape 1108">
              <a:extLst>
                <a:ext uri="{FF2B5EF4-FFF2-40B4-BE49-F238E27FC236}">
                  <a16:creationId xmlns:a16="http://schemas.microsoft.com/office/drawing/2014/main" id="{0923B568-0ECA-D752-BCEE-8EEE92FBA295}"/>
                </a:ext>
              </a:extLst>
            </p:cNvPr>
            <p:cNvSpPr/>
            <p:nvPr/>
          </p:nvSpPr>
          <p:spPr>
            <a:xfrm>
              <a:off x="5108629"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10" name="Freeform: Shape 1109">
              <a:extLst>
                <a:ext uri="{FF2B5EF4-FFF2-40B4-BE49-F238E27FC236}">
                  <a16:creationId xmlns:a16="http://schemas.microsoft.com/office/drawing/2014/main" id="{A421F105-4130-35F1-8ACA-B64124F67499}"/>
                </a:ext>
              </a:extLst>
            </p:cNvPr>
            <p:cNvSpPr/>
            <p:nvPr/>
          </p:nvSpPr>
          <p:spPr>
            <a:xfrm>
              <a:off x="5222840"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11" name="Freeform: Shape 1110">
              <a:extLst>
                <a:ext uri="{FF2B5EF4-FFF2-40B4-BE49-F238E27FC236}">
                  <a16:creationId xmlns:a16="http://schemas.microsoft.com/office/drawing/2014/main" id="{E51730C2-2791-08C3-0082-6F70CD5EDC22}"/>
                </a:ext>
              </a:extLst>
            </p:cNvPr>
            <p:cNvSpPr/>
            <p:nvPr/>
          </p:nvSpPr>
          <p:spPr>
            <a:xfrm>
              <a:off x="5337096"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12" name="Freeform: Shape 1111">
              <a:extLst>
                <a:ext uri="{FF2B5EF4-FFF2-40B4-BE49-F238E27FC236}">
                  <a16:creationId xmlns:a16="http://schemas.microsoft.com/office/drawing/2014/main" id="{8EA023DA-D56A-C77C-0CCB-E49B70AA32C4}"/>
                </a:ext>
              </a:extLst>
            </p:cNvPr>
            <p:cNvSpPr/>
            <p:nvPr/>
          </p:nvSpPr>
          <p:spPr>
            <a:xfrm>
              <a:off x="5451352"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13" name="Freeform: Shape 1112">
              <a:extLst>
                <a:ext uri="{FF2B5EF4-FFF2-40B4-BE49-F238E27FC236}">
                  <a16:creationId xmlns:a16="http://schemas.microsoft.com/office/drawing/2014/main" id="{10D61286-FF50-CF66-627D-BF183BAB4F61}"/>
                </a:ext>
              </a:extLst>
            </p:cNvPr>
            <p:cNvSpPr/>
            <p:nvPr/>
          </p:nvSpPr>
          <p:spPr>
            <a:xfrm>
              <a:off x="5565608"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14" name="Freeform: Shape 1113">
              <a:extLst>
                <a:ext uri="{FF2B5EF4-FFF2-40B4-BE49-F238E27FC236}">
                  <a16:creationId xmlns:a16="http://schemas.microsoft.com/office/drawing/2014/main" id="{CD086EA2-1326-1CCC-C600-DF2E2B3E09CE}"/>
                </a:ext>
              </a:extLst>
            </p:cNvPr>
            <p:cNvSpPr/>
            <p:nvPr/>
          </p:nvSpPr>
          <p:spPr>
            <a:xfrm>
              <a:off x="5679863"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15" name="Freeform: Shape 1114">
              <a:extLst>
                <a:ext uri="{FF2B5EF4-FFF2-40B4-BE49-F238E27FC236}">
                  <a16:creationId xmlns:a16="http://schemas.microsoft.com/office/drawing/2014/main" id="{7B2EA5D8-2B0A-DF48-F415-780B3E114BE5}"/>
                </a:ext>
              </a:extLst>
            </p:cNvPr>
            <p:cNvSpPr/>
            <p:nvPr/>
          </p:nvSpPr>
          <p:spPr>
            <a:xfrm>
              <a:off x="5794119"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16" name="Freeform: Shape 1115">
              <a:extLst>
                <a:ext uri="{FF2B5EF4-FFF2-40B4-BE49-F238E27FC236}">
                  <a16:creationId xmlns:a16="http://schemas.microsoft.com/office/drawing/2014/main" id="{E20B75B9-9A41-2CD2-7EBB-4BF443BA5178}"/>
                </a:ext>
              </a:extLst>
            </p:cNvPr>
            <p:cNvSpPr/>
            <p:nvPr/>
          </p:nvSpPr>
          <p:spPr>
            <a:xfrm>
              <a:off x="5908375"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17" name="Freeform: Shape 1116">
              <a:extLst>
                <a:ext uri="{FF2B5EF4-FFF2-40B4-BE49-F238E27FC236}">
                  <a16:creationId xmlns:a16="http://schemas.microsoft.com/office/drawing/2014/main" id="{9C6752C2-5F9A-EB6C-4CC8-0817989B9DE2}"/>
                </a:ext>
              </a:extLst>
            </p:cNvPr>
            <p:cNvSpPr/>
            <p:nvPr/>
          </p:nvSpPr>
          <p:spPr>
            <a:xfrm>
              <a:off x="6022631"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18" name="Freeform: Shape 1117">
              <a:extLst>
                <a:ext uri="{FF2B5EF4-FFF2-40B4-BE49-F238E27FC236}">
                  <a16:creationId xmlns:a16="http://schemas.microsoft.com/office/drawing/2014/main" id="{D65C682F-2580-CBD3-8136-CC00304428BE}"/>
                </a:ext>
              </a:extLst>
            </p:cNvPr>
            <p:cNvSpPr/>
            <p:nvPr/>
          </p:nvSpPr>
          <p:spPr>
            <a:xfrm>
              <a:off x="6136886"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19" name="Freeform: Shape 1118">
              <a:extLst>
                <a:ext uri="{FF2B5EF4-FFF2-40B4-BE49-F238E27FC236}">
                  <a16:creationId xmlns:a16="http://schemas.microsoft.com/office/drawing/2014/main" id="{008A9D7F-610A-461A-4788-043561BFE148}"/>
                </a:ext>
              </a:extLst>
            </p:cNvPr>
            <p:cNvSpPr/>
            <p:nvPr/>
          </p:nvSpPr>
          <p:spPr>
            <a:xfrm>
              <a:off x="6251142"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20" name="Freeform: Shape 1119">
              <a:extLst>
                <a:ext uri="{FF2B5EF4-FFF2-40B4-BE49-F238E27FC236}">
                  <a16:creationId xmlns:a16="http://schemas.microsoft.com/office/drawing/2014/main" id="{B58FEE41-65CE-3D16-9E97-8FDC8136131E}"/>
                </a:ext>
              </a:extLst>
            </p:cNvPr>
            <p:cNvSpPr/>
            <p:nvPr/>
          </p:nvSpPr>
          <p:spPr>
            <a:xfrm>
              <a:off x="6365398"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21" name="Freeform: Shape 1120">
              <a:extLst>
                <a:ext uri="{FF2B5EF4-FFF2-40B4-BE49-F238E27FC236}">
                  <a16:creationId xmlns:a16="http://schemas.microsoft.com/office/drawing/2014/main" id="{C171347E-634E-3FB1-57F2-FDBE740A8DCB}"/>
                </a:ext>
              </a:extLst>
            </p:cNvPr>
            <p:cNvSpPr/>
            <p:nvPr/>
          </p:nvSpPr>
          <p:spPr>
            <a:xfrm>
              <a:off x="6479610"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22" name="Freeform: Shape 1121">
              <a:extLst>
                <a:ext uri="{FF2B5EF4-FFF2-40B4-BE49-F238E27FC236}">
                  <a16:creationId xmlns:a16="http://schemas.microsoft.com/office/drawing/2014/main" id="{5072985E-FD47-5C17-3940-096273779278}"/>
                </a:ext>
              </a:extLst>
            </p:cNvPr>
            <p:cNvSpPr/>
            <p:nvPr/>
          </p:nvSpPr>
          <p:spPr>
            <a:xfrm>
              <a:off x="6593865"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23" name="Freeform: Shape 1122">
              <a:extLst>
                <a:ext uri="{FF2B5EF4-FFF2-40B4-BE49-F238E27FC236}">
                  <a16:creationId xmlns:a16="http://schemas.microsoft.com/office/drawing/2014/main" id="{94A5C75A-E8C5-CEB9-CEA4-70A3581D9662}"/>
                </a:ext>
              </a:extLst>
            </p:cNvPr>
            <p:cNvSpPr/>
            <p:nvPr/>
          </p:nvSpPr>
          <p:spPr>
            <a:xfrm>
              <a:off x="6708121" y="286046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24" name="Freeform: Shape 1123">
              <a:extLst>
                <a:ext uri="{FF2B5EF4-FFF2-40B4-BE49-F238E27FC236}">
                  <a16:creationId xmlns:a16="http://schemas.microsoft.com/office/drawing/2014/main" id="{A1AE7498-A7EA-EADD-DDF2-F8554C5BB4E6}"/>
                </a:ext>
              </a:extLst>
            </p:cNvPr>
            <p:cNvSpPr/>
            <p:nvPr/>
          </p:nvSpPr>
          <p:spPr>
            <a:xfrm>
              <a:off x="6822377"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25" name="Freeform: Shape 1124">
              <a:extLst>
                <a:ext uri="{FF2B5EF4-FFF2-40B4-BE49-F238E27FC236}">
                  <a16:creationId xmlns:a16="http://schemas.microsoft.com/office/drawing/2014/main" id="{96E94217-D81D-D87E-2C7D-CFB79F101FBA}"/>
                </a:ext>
              </a:extLst>
            </p:cNvPr>
            <p:cNvSpPr/>
            <p:nvPr/>
          </p:nvSpPr>
          <p:spPr>
            <a:xfrm>
              <a:off x="6936633"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26" name="Freeform: Shape 1125">
              <a:extLst>
                <a:ext uri="{FF2B5EF4-FFF2-40B4-BE49-F238E27FC236}">
                  <a16:creationId xmlns:a16="http://schemas.microsoft.com/office/drawing/2014/main" id="{E0B5D582-9270-13C8-A6B6-01BE6EFAED88}"/>
                </a:ext>
              </a:extLst>
            </p:cNvPr>
            <p:cNvSpPr/>
            <p:nvPr/>
          </p:nvSpPr>
          <p:spPr>
            <a:xfrm>
              <a:off x="7050888" y="286046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27" name="Freeform: Shape 1126">
              <a:extLst>
                <a:ext uri="{FF2B5EF4-FFF2-40B4-BE49-F238E27FC236}">
                  <a16:creationId xmlns:a16="http://schemas.microsoft.com/office/drawing/2014/main" id="{9B2167C9-108F-1BD8-F054-024B0FA24A8E}"/>
                </a:ext>
              </a:extLst>
            </p:cNvPr>
            <p:cNvSpPr/>
            <p:nvPr/>
          </p:nvSpPr>
          <p:spPr>
            <a:xfrm>
              <a:off x="7165144"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28" name="Freeform: Shape 1127">
              <a:extLst>
                <a:ext uri="{FF2B5EF4-FFF2-40B4-BE49-F238E27FC236}">
                  <a16:creationId xmlns:a16="http://schemas.microsoft.com/office/drawing/2014/main" id="{A98C09E8-D4F4-D8AD-E506-CDFA3936D208}"/>
                </a:ext>
              </a:extLst>
            </p:cNvPr>
            <p:cNvSpPr/>
            <p:nvPr/>
          </p:nvSpPr>
          <p:spPr>
            <a:xfrm>
              <a:off x="2366578"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29" name="Freeform: Shape 1128">
              <a:extLst>
                <a:ext uri="{FF2B5EF4-FFF2-40B4-BE49-F238E27FC236}">
                  <a16:creationId xmlns:a16="http://schemas.microsoft.com/office/drawing/2014/main" id="{0393212E-F72F-B973-5D46-9C21E86E3A66}"/>
                </a:ext>
              </a:extLst>
            </p:cNvPr>
            <p:cNvSpPr/>
            <p:nvPr/>
          </p:nvSpPr>
          <p:spPr>
            <a:xfrm>
              <a:off x="2480790"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30" name="Freeform: Shape 1129">
              <a:extLst>
                <a:ext uri="{FF2B5EF4-FFF2-40B4-BE49-F238E27FC236}">
                  <a16:creationId xmlns:a16="http://schemas.microsoft.com/office/drawing/2014/main" id="{B66C193A-35C4-1347-D904-CB98657793D2}"/>
                </a:ext>
              </a:extLst>
            </p:cNvPr>
            <p:cNvSpPr/>
            <p:nvPr/>
          </p:nvSpPr>
          <p:spPr>
            <a:xfrm>
              <a:off x="2595046"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31" name="Freeform: Shape 1130">
              <a:extLst>
                <a:ext uri="{FF2B5EF4-FFF2-40B4-BE49-F238E27FC236}">
                  <a16:creationId xmlns:a16="http://schemas.microsoft.com/office/drawing/2014/main" id="{69F5B19A-BE76-17E8-EE94-CEEBB4B14284}"/>
                </a:ext>
              </a:extLst>
            </p:cNvPr>
            <p:cNvSpPr/>
            <p:nvPr/>
          </p:nvSpPr>
          <p:spPr>
            <a:xfrm>
              <a:off x="2709301"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32" name="Freeform: Shape 1131">
              <a:extLst>
                <a:ext uri="{FF2B5EF4-FFF2-40B4-BE49-F238E27FC236}">
                  <a16:creationId xmlns:a16="http://schemas.microsoft.com/office/drawing/2014/main" id="{72944567-06A9-E0AC-BA7F-E789DE4AF6A1}"/>
                </a:ext>
              </a:extLst>
            </p:cNvPr>
            <p:cNvSpPr/>
            <p:nvPr/>
          </p:nvSpPr>
          <p:spPr>
            <a:xfrm>
              <a:off x="2823557"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33" name="Freeform: Shape 1132">
              <a:extLst>
                <a:ext uri="{FF2B5EF4-FFF2-40B4-BE49-F238E27FC236}">
                  <a16:creationId xmlns:a16="http://schemas.microsoft.com/office/drawing/2014/main" id="{257A15DC-C865-4204-E40B-ACDEF2B312C6}"/>
                </a:ext>
              </a:extLst>
            </p:cNvPr>
            <p:cNvSpPr/>
            <p:nvPr/>
          </p:nvSpPr>
          <p:spPr>
            <a:xfrm>
              <a:off x="2937813"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34" name="Freeform: Shape 1133">
              <a:extLst>
                <a:ext uri="{FF2B5EF4-FFF2-40B4-BE49-F238E27FC236}">
                  <a16:creationId xmlns:a16="http://schemas.microsoft.com/office/drawing/2014/main" id="{319526D6-3FEF-740C-15B2-03B0365B2C9C}"/>
                </a:ext>
              </a:extLst>
            </p:cNvPr>
            <p:cNvSpPr/>
            <p:nvPr/>
          </p:nvSpPr>
          <p:spPr>
            <a:xfrm>
              <a:off x="3052069"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35" name="Freeform: Shape 1134">
              <a:extLst>
                <a:ext uri="{FF2B5EF4-FFF2-40B4-BE49-F238E27FC236}">
                  <a16:creationId xmlns:a16="http://schemas.microsoft.com/office/drawing/2014/main" id="{5CDCB521-C3E9-EB66-8326-262646C06252}"/>
                </a:ext>
              </a:extLst>
            </p:cNvPr>
            <p:cNvSpPr/>
            <p:nvPr/>
          </p:nvSpPr>
          <p:spPr>
            <a:xfrm>
              <a:off x="3166325"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36" name="Freeform: Shape 1135">
              <a:extLst>
                <a:ext uri="{FF2B5EF4-FFF2-40B4-BE49-F238E27FC236}">
                  <a16:creationId xmlns:a16="http://schemas.microsoft.com/office/drawing/2014/main" id="{994E9D17-6298-9BD3-53CC-D6BFD7AB51B8}"/>
                </a:ext>
              </a:extLst>
            </p:cNvPr>
            <p:cNvSpPr/>
            <p:nvPr/>
          </p:nvSpPr>
          <p:spPr>
            <a:xfrm>
              <a:off x="3280580"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37" name="Freeform: Shape 1136">
              <a:extLst>
                <a:ext uri="{FF2B5EF4-FFF2-40B4-BE49-F238E27FC236}">
                  <a16:creationId xmlns:a16="http://schemas.microsoft.com/office/drawing/2014/main" id="{6F74B7B2-6F6C-38D7-9EF3-A9DC4662AB0B}"/>
                </a:ext>
              </a:extLst>
            </p:cNvPr>
            <p:cNvSpPr/>
            <p:nvPr/>
          </p:nvSpPr>
          <p:spPr>
            <a:xfrm>
              <a:off x="3394836"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38" name="Freeform: Shape 1137">
              <a:extLst>
                <a:ext uri="{FF2B5EF4-FFF2-40B4-BE49-F238E27FC236}">
                  <a16:creationId xmlns:a16="http://schemas.microsoft.com/office/drawing/2014/main" id="{BD1A42F8-140F-2EE2-F185-1434F51CD18A}"/>
                </a:ext>
              </a:extLst>
            </p:cNvPr>
            <p:cNvSpPr/>
            <p:nvPr/>
          </p:nvSpPr>
          <p:spPr>
            <a:xfrm>
              <a:off x="3509092"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39" name="Freeform: Shape 1138">
              <a:extLst>
                <a:ext uri="{FF2B5EF4-FFF2-40B4-BE49-F238E27FC236}">
                  <a16:creationId xmlns:a16="http://schemas.microsoft.com/office/drawing/2014/main" id="{C0DC3D3A-DBEB-CE52-2019-5C898A6D30BC}"/>
                </a:ext>
              </a:extLst>
            </p:cNvPr>
            <p:cNvSpPr/>
            <p:nvPr/>
          </p:nvSpPr>
          <p:spPr>
            <a:xfrm>
              <a:off x="3623348"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40" name="Freeform: Shape 1139">
              <a:extLst>
                <a:ext uri="{FF2B5EF4-FFF2-40B4-BE49-F238E27FC236}">
                  <a16:creationId xmlns:a16="http://schemas.microsoft.com/office/drawing/2014/main" id="{4B308AAE-9B13-511E-999F-6963601AED7D}"/>
                </a:ext>
              </a:extLst>
            </p:cNvPr>
            <p:cNvSpPr/>
            <p:nvPr/>
          </p:nvSpPr>
          <p:spPr>
            <a:xfrm>
              <a:off x="3737603"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41" name="Freeform: Shape 1140">
              <a:extLst>
                <a:ext uri="{FF2B5EF4-FFF2-40B4-BE49-F238E27FC236}">
                  <a16:creationId xmlns:a16="http://schemas.microsoft.com/office/drawing/2014/main" id="{F6B26D31-A343-1488-8468-2D7EA42C533B}"/>
                </a:ext>
              </a:extLst>
            </p:cNvPr>
            <p:cNvSpPr/>
            <p:nvPr/>
          </p:nvSpPr>
          <p:spPr>
            <a:xfrm>
              <a:off x="3851815"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42" name="Freeform: Shape 1141">
              <a:extLst>
                <a:ext uri="{FF2B5EF4-FFF2-40B4-BE49-F238E27FC236}">
                  <a16:creationId xmlns:a16="http://schemas.microsoft.com/office/drawing/2014/main" id="{A5FFF427-76AA-12E5-4530-266662F84418}"/>
                </a:ext>
              </a:extLst>
            </p:cNvPr>
            <p:cNvSpPr/>
            <p:nvPr/>
          </p:nvSpPr>
          <p:spPr>
            <a:xfrm>
              <a:off x="3966071"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43" name="Freeform: Shape 1142">
              <a:extLst>
                <a:ext uri="{FF2B5EF4-FFF2-40B4-BE49-F238E27FC236}">
                  <a16:creationId xmlns:a16="http://schemas.microsoft.com/office/drawing/2014/main" id="{B23D3F05-3446-CDE9-DCCD-FB4430DEEB55}"/>
                </a:ext>
              </a:extLst>
            </p:cNvPr>
            <p:cNvSpPr/>
            <p:nvPr/>
          </p:nvSpPr>
          <p:spPr>
            <a:xfrm>
              <a:off x="4080327"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44" name="Freeform: Shape 1143">
              <a:extLst>
                <a:ext uri="{FF2B5EF4-FFF2-40B4-BE49-F238E27FC236}">
                  <a16:creationId xmlns:a16="http://schemas.microsoft.com/office/drawing/2014/main" id="{2DC38C04-F0B1-422E-9441-5F6EE4D022A6}"/>
                </a:ext>
              </a:extLst>
            </p:cNvPr>
            <p:cNvSpPr/>
            <p:nvPr/>
          </p:nvSpPr>
          <p:spPr>
            <a:xfrm>
              <a:off x="4194582"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45" name="Freeform: Shape 1144">
              <a:extLst>
                <a:ext uri="{FF2B5EF4-FFF2-40B4-BE49-F238E27FC236}">
                  <a16:creationId xmlns:a16="http://schemas.microsoft.com/office/drawing/2014/main" id="{9966677B-0598-2120-4A94-00A7981F9914}"/>
                </a:ext>
              </a:extLst>
            </p:cNvPr>
            <p:cNvSpPr/>
            <p:nvPr/>
          </p:nvSpPr>
          <p:spPr>
            <a:xfrm>
              <a:off x="4308838"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46" name="Freeform: Shape 1145">
              <a:extLst>
                <a:ext uri="{FF2B5EF4-FFF2-40B4-BE49-F238E27FC236}">
                  <a16:creationId xmlns:a16="http://schemas.microsoft.com/office/drawing/2014/main" id="{566A4430-20CF-97D3-FC00-64E28B5369F8}"/>
                </a:ext>
              </a:extLst>
            </p:cNvPr>
            <p:cNvSpPr/>
            <p:nvPr/>
          </p:nvSpPr>
          <p:spPr>
            <a:xfrm>
              <a:off x="4423094"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47" name="Freeform: Shape 1146">
              <a:extLst>
                <a:ext uri="{FF2B5EF4-FFF2-40B4-BE49-F238E27FC236}">
                  <a16:creationId xmlns:a16="http://schemas.microsoft.com/office/drawing/2014/main" id="{C9E010F4-EF76-4708-178A-6D2950D88B72}"/>
                </a:ext>
              </a:extLst>
            </p:cNvPr>
            <p:cNvSpPr/>
            <p:nvPr/>
          </p:nvSpPr>
          <p:spPr>
            <a:xfrm>
              <a:off x="4537350"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48" name="Freeform: Shape 1147">
              <a:extLst>
                <a:ext uri="{FF2B5EF4-FFF2-40B4-BE49-F238E27FC236}">
                  <a16:creationId xmlns:a16="http://schemas.microsoft.com/office/drawing/2014/main" id="{CA5A3C49-BDEA-563E-5B23-1808FF7CFB13}"/>
                </a:ext>
              </a:extLst>
            </p:cNvPr>
            <p:cNvSpPr/>
            <p:nvPr/>
          </p:nvSpPr>
          <p:spPr>
            <a:xfrm>
              <a:off x="4651605"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49" name="Freeform: Shape 1148">
              <a:extLst>
                <a:ext uri="{FF2B5EF4-FFF2-40B4-BE49-F238E27FC236}">
                  <a16:creationId xmlns:a16="http://schemas.microsoft.com/office/drawing/2014/main" id="{E1E61B7D-0C0C-59EC-73C0-3A0EE7D7A7E3}"/>
                </a:ext>
              </a:extLst>
            </p:cNvPr>
            <p:cNvSpPr/>
            <p:nvPr/>
          </p:nvSpPr>
          <p:spPr>
            <a:xfrm>
              <a:off x="4765861"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50" name="Freeform: Shape 1149">
              <a:extLst>
                <a:ext uri="{FF2B5EF4-FFF2-40B4-BE49-F238E27FC236}">
                  <a16:creationId xmlns:a16="http://schemas.microsoft.com/office/drawing/2014/main" id="{866E4324-B726-980A-EBF2-C6790730EBD6}"/>
                </a:ext>
              </a:extLst>
            </p:cNvPr>
            <p:cNvSpPr/>
            <p:nvPr/>
          </p:nvSpPr>
          <p:spPr>
            <a:xfrm>
              <a:off x="4880117"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51" name="Freeform: Shape 1150">
              <a:extLst>
                <a:ext uri="{FF2B5EF4-FFF2-40B4-BE49-F238E27FC236}">
                  <a16:creationId xmlns:a16="http://schemas.microsoft.com/office/drawing/2014/main" id="{B4FFEEFB-6342-CDCD-A4FF-A87993EE7685}"/>
                </a:ext>
              </a:extLst>
            </p:cNvPr>
            <p:cNvSpPr/>
            <p:nvPr/>
          </p:nvSpPr>
          <p:spPr>
            <a:xfrm>
              <a:off x="4994373"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52" name="Freeform: Shape 1151">
              <a:extLst>
                <a:ext uri="{FF2B5EF4-FFF2-40B4-BE49-F238E27FC236}">
                  <a16:creationId xmlns:a16="http://schemas.microsoft.com/office/drawing/2014/main" id="{D7F48A65-EBF2-B477-DD62-192B8077A946}"/>
                </a:ext>
              </a:extLst>
            </p:cNvPr>
            <p:cNvSpPr/>
            <p:nvPr/>
          </p:nvSpPr>
          <p:spPr>
            <a:xfrm>
              <a:off x="5108629"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53" name="Freeform: Shape 1152">
              <a:extLst>
                <a:ext uri="{FF2B5EF4-FFF2-40B4-BE49-F238E27FC236}">
                  <a16:creationId xmlns:a16="http://schemas.microsoft.com/office/drawing/2014/main" id="{9610EF57-D055-3DB2-09D5-EC4435868CF3}"/>
                </a:ext>
              </a:extLst>
            </p:cNvPr>
            <p:cNvSpPr/>
            <p:nvPr/>
          </p:nvSpPr>
          <p:spPr>
            <a:xfrm>
              <a:off x="5222840"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54" name="Freeform: Shape 1153">
              <a:extLst>
                <a:ext uri="{FF2B5EF4-FFF2-40B4-BE49-F238E27FC236}">
                  <a16:creationId xmlns:a16="http://schemas.microsoft.com/office/drawing/2014/main" id="{89DF0E00-00E1-C1DB-59AD-5623835C6731}"/>
                </a:ext>
              </a:extLst>
            </p:cNvPr>
            <p:cNvSpPr/>
            <p:nvPr/>
          </p:nvSpPr>
          <p:spPr>
            <a:xfrm>
              <a:off x="5337096"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55" name="Freeform: Shape 1154">
              <a:extLst>
                <a:ext uri="{FF2B5EF4-FFF2-40B4-BE49-F238E27FC236}">
                  <a16:creationId xmlns:a16="http://schemas.microsoft.com/office/drawing/2014/main" id="{9B7E8389-19E7-B293-42C9-AFD0025B4297}"/>
                </a:ext>
              </a:extLst>
            </p:cNvPr>
            <p:cNvSpPr/>
            <p:nvPr/>
          </p:nvSpPr>
          <p:spPr>
            <a:xfrm>
              <a:off x="5451352"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56" name="Freeform: Shape 1155">
              <a:extLst>
                <a:ext uri="{FF2B5EF4-FFF2-40B4-BE49-F238E27FC236}">
                  <a16:creationId xmlns:a16="http://schemas.microsoft.com/office/drawing/2014/main" id="{AE02A4AD-E39F-5445-C43D-5C359EC1D1A2}"/>
                </a:ext>
              </a:extLst>
            </p:cNvPr>
            <p:cNvSpPr/>
            <p:nvPr/>
          </p:nvSpPr>
          <p:spPr>
            <a:xfrm>
              <a:off x="5565608"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57" name="Freeform: Shape 1156">
              <a:extLst>
                <a:ext uri="{FF2B5EF4-FFF2-40B4-BE49-F238E27FC236}">
                  <a16:creationId xmlns:a16="http://schemas.microsoft.com/office/drawing/2014/main" id="{D6732093-40ED-2CDF-6488-B2E512882A60}"/>
                </a:ext>
              </a:extLst>
            </p:cNvPr>
            <p:cNvSpPr/>
            <p:nvPr/>
          </p:nvSpPr>
          <p:spPr>
            <a:xfrm>
              <a:off x="5679863"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58" name="Freeform: Shape 1157">
              <a:extLst>
                <a:ext uri="{FF2B5EF4-FFF2-40B4-BE49-F238E27FC236}">
                  <a16:creationId xmlns:a16="http://schemas.microsoft.com/office/drawing/2014/main" id="{C1C97CC4-6B0B-7435-D401-7D99E0E0F80A}"/>
                </a:ext>
              </a:extLst>
            </p:cNvPr>
            <p:cNvSpPr/>
            <p:nvPr/>
          </p:nvSpPr>
          <p:spPr>
            <a:xfrm>
              <a:off x="5794119"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59" name="Freeform: Shape 1158">
              <a:extLst>
                <a:ext uri="{FF2B5EF4-FFF2-40B4-BE49-F238E27FC236}">
                  <a16:creationId xmlns:a16="http://schemas.microsoft.com/office/drawing/2014/main" id="{38CE829F-D672-48E7-26A6-F2D0EFFE828A}"/>
                </a:ext>
              </a:extLst>
            </p:cNvPr>
            <p:cNvSpPr/>
            <p:nvPr/>
          </p:nvSpPr>
          <p:spPr>
            <a:xfrm>
              <a:off x="5908375"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60" name="Freeform: Shape 1159">
              <a:extLst>
                <a:ext uri="{FF2B5EF4-FFF2-40B4-BE49-F238E27FC236}">
                  <a16:creationId xmlns:a16="http://schemas.microsoft.com/office/drawing/2014/main" id="{A1060739-E991-5C25-AB02-16B474D9EB2F}"/>
                </a:ext>
              </a:extLst>
            </p:cNvPr>
            <p:cNvSpPr/>
            <p:nvPr/>
          </p:nvSpPr>
          <p:spPr>
            <a:xfrm>
              <a:off x="6022631"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61" name="Freeform: Shape 1160">
              <a:extLst>
                <a:ext uri="{FF2B5EF4-FFF2-40B4-BE49-F238E27FC236}">
                  <a16:creationId xmlns:a16="http://schemas.microsoft.com/office/drawing/2014/main" id="{4FA7670A-5ED3-8DD4-6C54-1B12DED45190}"/>
                </a:ext>
              </a:extLst>
            </p:cNvPr>
            <p:cNvSpPr/>
            <p:nvPr/>
          </p:nvSpPr>
          <p:spPr>
            <a:xfrm>
              <a:off x="6136886"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62" name="Freeform: Shape 1161">
              <a:extLst>
                <a:ext uri="{FF2B5EF4-FFF2-40B4-BE49-F238E27FC236}">
                  <a16:creationId xmlns:a16="http://schemas.microsoft.com/office/drawing/2014/main" id="{E747BB5C-6FE2-7B5F-27A5-BBE77E616458}"/>
                </a:ext>
              </a:extLst>
            </p:cNvPr>
            <p:cNvSpPr/>
            <p:nvPr/>
          </p:nvSpPr>
          <p:spPr>
            <a:xfrm>
              <a:off x="6251142"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63" name="Freeform: Shape 1162">
              <a:extLst>
                <a:ext uri="{FF2B5EF4-FFF2-40B4-BE49-F238E27FC236}">
                  <a16:creationId xmlns:a16="http://schemas.microsoft.com/office/drawing/2014/main" id="{9DFBCEE4-9FB5-95FB-E749-B9736925D3D1}"/>
                </a:ext>
              </a:extLst>
            </p:cNvPr>
            <p:cNvSpPr/>
            <p:nvPr/>
          </p:nvSpPr>
          <p:spPr>
            <a:xfrm>
              <a:off x="6365398"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64" name="Freeform: Shape 1163">
              <a:extLst>
                <a:ext uri="{FF2B5EF4-FFF2-40B4-BE49-F238E27FC236}">
                  <a16:creationId xmlns:a16="http://schemas.microsoft.com/office/drawing/2014/main" id="{8A676428-AAB8-1B96-CD51-649E391A31C1}"/>
                </a:ext>
              </a:extLst>
            </p:cNvPr>
            <p:cNvSpPr/>
            <p:nvPr/>
          </p:nvSpPr>
          <p:spPr>
            <a:xfrm>
              <a:off x="6479610"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65" name="Freeform: Shape 1164">
              <a:extLst>
                <a:ext uri="{FF2B5EF4-FFF2-40B4-BE49-F238E27FC236}">
                  <a16:creationId xmlns:a16="http://schemas.microsoft.com/office/drawing/2014/main" id="{0E673FFF-8E50-5A98-B245-4BA7251F40C5}"/>
                </a:ext>
              </a:extLst>
            </p:cNvPr>
            <p:cNvSpPr/>
            <p:nvPr/>
          </p:nvSpPr>
          <p:spPr>
            <a:xfrm>
              <a:off x="6593865"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66" name="Freeform: Shape 1165">
              <a:extLst>
                <a:ext uri="{FF2B5EF4-FFF2-40B4-BE49-F238E27FC236}">
                  <a16:creationId xmlns:a16="http://schemas.microsoft.com/office/drawing/2014/main" id="{3AFFD7E3-9F1F-6B03-80C5-46B3D2FFB63A}"/>
                </a:ext>
              </a:extLst>
            </p:cNvPr>
            <p:cNvSpPr/>
            <p:nvPr/>
          </p:nvSpPr>
          <p:spPr>
            <a:xfrm>
              <a:off x="6708121" y="297467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67" name="Freeform: Shape 1166">
              <a:extLst>
                <a:ext uri="{FF2B5EF4-FFF2-40B4-BE49-F238E27FC236}">
                  <a16:creationId xmlns:a16="http://schemas.microsoft.com/office/drawing/2014/main" id="{A64A2F80-F309-76ED-94E3-13F856836FA6}"/>
                </a:ext>
              </a:extLst>
            </p:cNvPr>
            <p:cNvSpPr/>
            <p:nvPr/>
          </p:nvSpPr>
          <p:spPr>
            <a:xfrm>
              <a:off x="6822377"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68" name="Freeform: Shape 1167">
              <a:extLst>
                <a:ext uri="{FF2B5EF4-FFF2-40B4-BE49-F238E27FC236}">
                  <a16:creationId xmlns:a16="http://schemas.microsoft.com/office/drawing/2014/main" id="{E2A8C534-38C5-420B-3748-03E368BA27EA}"/>
                </a:ext>
              </a:extLst>
            </p:cNvPr>
            <p:cNvSpPr/>
            <p:nvPr/>
          </p:nvSpPr>
          <p:spPr>
            <a:xfrm>
              <a:off x="6936633"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69" name="Freeform: Shape 1168">
              <a:extLst>
                <a:ext uri="{FF2B5EF4-FFF2-40B4-BE49-F238E27FC236}">
                  <a16:creationId xmlns:a16="http://schemas.microsoft.com/office/drawing/2014/main" id="{1220B42A-0F07-665F-2341-11147E8AC675}"/>
                </a:ext>
              </a:extLst>
            </p:cNvPr>
            <p:cNvSpPr/>
            <p:nvPr/>
          </p:nvSpPr>
          <p:spPr>
            <a:xfrm>
              <a:off x="7050888" y="297467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70" name="Freeform: Shape 1169">
              <a:extLst>
                <a:ext uri="{FF2B5EF4-FFF2-40B4-BE49-F238E27FC236}">
                  <a16:creationId xmlns:a16="http://schemas.microsoft.com/office/drawing/2014/main" id="{13B7AB98-430A-137F-6FC7-3B87119C0232}"/>
                </a:ext>
              </a:extLst>
            </p:cNvPr>
            <p:cNvSpPr/>
            <p:nvPr/>
          </p:nvSpPr>
          <p:spPr>
            <a:xfrm>
              <a:off x="7165144"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71" name="Freeform: Shape 1170">
              <a:extLst>
                <a:ext uri="{FF2B5EF4-FFF2-40B4-BE49-F238E27FC236}">
                  <a16:creationId xmlns:a16="http://schemas.microsoft.com/office/drawing/2014/main" id="{C49B6B5A-A083-D71A-C9C6-EED18E282BD5}"/>
                </a:ext>
              </a:extLst>
            </p:cNvPr>
            <p:cNvSpPr/>
            <p:nvPr/>
          </p:nvSpPr>
          <p:spPr>
            <a:xfrm>
              <a:off x="2366578"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72" name="Freeform: Shape 1171">
              <a:extLst>
                <a:ext uri="{FF2B5EF4-FFF2-40B4-BE49-F238E27FC236}">
                  <a16:creationId xmlns:a16="http://schemas.microsoft.com/office/drawing/2014/main" id="{3990DE87-62FA-2B93-BD83-A6A28FE4A1D8}"/>
                </a:ext>
              </a:extLst>
            </p:cNvPr>
            <p:cNvSpPr/>
            <p:nvPr/>
          </p:nvSpPr>
          <p:spPr>
            <a:xfrm>
              <a:off x="2480790"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73" name="Freeform: Shape 1172">
              <a:extLst>
                <a:ext uri="{FF2B5EF4-FFF2-40B4-BE49-F238E27FC236}">
                  <a16:creationId xmlns:a16="http://schemas.microsoft.com/office/drawing/2014/main" id="{BD50559B-2DEF-F03A-1690-C414E0ED9633}"/>
                </a:ext>
              </a:extLst>
            </p:cNvPr>
            <p:cNvSpPr/>
            <p:nvPr/>
          </p:nvSpPr>
          <p:spPr>
            <a:xfrm>
              <a:off x="2595046"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74" name="Freeform: Shape 1173">
              <a:extLst>
                <a:ext uri="{FF2B5EF4-FFF2-40B4-BE49-F238E27FC236}">
                  <a16:creationId xmlns:a16="http://schemas.microsoft.com/office/drawing/2014/main" id="{523B506B-AC5E-48E6-B6A2-29D1AA9A7927}"/>
                </a:ext>
              </a:extLst>
            </p:cNvPr>
            <p:cNvSpPr/>
            <p:nvPr/>
          </p:nvSpPr>
          <p:spPr>
            <a:xfrm>
              <a:off x="2709301"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75" name="Freeform: Shape 1174">
              <a:extLst>
                <a:ext uri="{FF2B5EF4-FFF2-40B4-BE49-F238E27FC236}">
                  <a16:creationId xmlns:a16="http://schemas.microsoft.com/office/drawing/2014/main" id="{5CC03ED0-01C6-1A29-42A8-444CF9917F9A}"/>
                </a:ext>
              </a:extLst>
            </p:cNvPr>
            <p:cNvSpPr/>
            <p:nvPr/>
          </p:nvSpPr>
          <p:spPr>
            <a:xfrm>
              <a:off x="2823557"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76" name="Freeform: Shape 1175">
              <a:extLst>
                <a:ext uri="{FF2B5EF4-FFF2-40B4-BE49-F238E27FC236}">
                  <a16:creationId xmlns:a16="http://schemas.microsoft.com/office/drawing/2014/main" id="{D2061144-D257-8D9E-0BAE-24B333F9D8F6}"/>
                </a:ext>
              </a:extLst>
            </p:cNvPr>
            <p:cNvSpPr/>
            <p:nvPr/>
          </p:nvSpPr>
          <p:spPr>
            <a:xfrm>
              <a:off x="2937813"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77" name="Freeform: Shape 1176">
              <a:extLst>
                <a:ext uri="{FF2B5EF4-FFF2-40B4-BE49-F238E27FC236}">
                  <a16:creationId xmlns:a16="http://schemas.microsoft.com/office/drawing/2014/main" id="{6081A4C6-E728-25F0-EE03-61F1F5186118}"/>
                </a:ext>
              </a:extLst>
            </p:cNvPr>
            <p:cNvSpPr/>
            <p:nvPr/>
          </p:nvSpPr>
          <p:spPr>
            <a:xfrm>
              <a:off x="3052069"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78" name="Freeform: Shape 1177">
              <a:extLst>
                <a:ext uri="{FF2B5EF4-FFF2-40B4-BE49-F238E27FC236}">
                  <a16:creationId xmlns:a16="http://schemas.microsoft.com/office/drawing/2014/main" id="{1B07FB52-9596-EA1B-FE50-4581D7E83049}"/>
                </a:ext>
              </a:extLst>
            </p:cNvPr>
            <p:cNvSpPr/>
            <p:nvPr/>
          </p:nvSpPr>
          <p:spPr>
            <a:xfrm>
              <a:off x="3166325"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79" name="Freeform: Shape 1178">
              <a:extLst>
                <a:ext uri="{FF2B5EF4-FFF2-40B4-BE49-F238E27FC236}">
                  <a16:creationId xmlns:a16="http://schemas.microsoft.com/office/drawing/2014/main" id="{D3653E02-975C-3EEA-39C9-EDF7CB94CB36}"/>
                </a:ext>
              </a:extLst>
            </p:cNvPr>
            <p:cNvSpPr/>
            <p:nvPr/>
          </p:nvSpPr>
          <p:spPr>
            <a:xfrm>
              <a:off x="3280580"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80" name="Freeform: Shape 1179">
              <a:extLst>
                <a:ext uri="{FF2B5EF4-FFF2-40B4-BE49-F238E27FC236}">
                  <a16:creationId xmlns:a16="http://schemas.microsoft.com/office/drawing/2014/main" id="{F8CAA2AB-5659-5EC9-786F-F0D42CAF93FE}"/>
                </a:ext>
              </a:extLst>
            </p:cNvPr>
            <p:cNvSpPr/>
            <p:nvPr/>
          </p:nvSpPr>
          <p:spPr>
            <a:xfrm>
              <a:off x="3394836"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81" name="Freeform: Shape 1180">
              <a:extLst>
                <a:ext uri="{FF2B5EF4-FFF2-40B4-BE49-F238E27FC236}">
                  <a16:creationId xmlns:a16="http://schemas.microsoft.com/office/drawing/2014/main" id="{21D5DA54-82B4-BCF6-E56B-68FC52D6C0D3}"/>
                </a:ext>
              </a:extLst>
            </p:cNvPr>
            <p:cNvSpPr/>
            <p:nvPr/>
          </p:nvSpPr>
          <p:spPr>
            <a:xfrm>
              <a:off x="3509092"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82" name="Freeform: Shape 1181">
              <a:extLst>
                <a:ext uri="{FF2B5EF4-FFF2-40B4-BE49-F238E27FC236}">
                  <a16:creationId xmlns:a16="http://schemas.microsoft.com/office/drawing/2014/main" id="{68AE1C46-CF8F-FCCE-8581-963D5D878048}"/>
                </a:ext>
              </a:extLst>
            </p:cNvPr>
            <p:cNvSpPr/>
            <p:nvPr/>
          </p:nvSpPr>
          <p:spPr>
            <a:xfrm>
              <a:off x="3623348"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83" name="Freeform: Shape 1182">
              <a:extLst>
                <a:ext uri="{FF2B5EF4-FFF2-40B4-BE49-F238E27FC236}">
                  <a16:creationId xmlns:a16="http://schemas.microsoft.com/office/drawing/2014/main" id="{867B89E6-8068-FCAE-9CC9-2AF44BEE41DF}"/>
                </a:ext>
              </a:extLst>
            </p:cNvPr>
            <p:cNvSpPr/>
            <p:nvPr/>
          </p:nvSpPr>
          <p:spPr>
            <a:xfrm>
              <a:off x="3737603"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84" name="Freeform: Shape 1183">
              <a:extLst>
                <a:ext uri="{FF2B5EF4-FFF2-40B4-BE49-F238E27FC236}">
                  <a16:creationId xmlns:a16="http://schemas.microsoft.com/office/drawing/2014/main" id="{279D5362-FC09-DA4D-D990-7A44630A68C6}"/>
                </a:ext>
              </a:extLst>
            </p:cNvPr>
            <p:cNvSpPr/>
            <p:nvPr/>
          </p:nvSpPr>
          <p:spPr>
            <a:xfrm>
              <a:off x="3851815"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85" name="Freeform: Shape 1184">
              <a:extLst>
                <a:ext uri="{FF2B5EF4-FFF2-40B4-BE49-F238E27FC236}">
                  <a16:creationId xmlns:a16="http://schemas.microsoft.com/office/drawing/2014/main" id="{E9EE860C-4D2F-154F-061B-89108D061DF6}"/>
                </a:ext>
              </a:extLst>
            </p:cNvPr>
            <p:cNvSpPr/>
            <p:nvPr/>
          </p:nvSpPr>
          <p:spPr>
            <a:xfrm>
              <a:off x="3966071"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86" name="Freeform: Shape 1185">
              <a:extLst>
                <a:ext uri="{FF2B5EF4-FFF2-40B4-BE49-F238E27FC236}">
                  <a16:creationId xmlns:a16="http://schemas.microsoft.com/office/drawing/2014/main" id="{4EB19428-2AF1-C140-7449-23BC58F608C0}"/>
                </a:ext>
              </a:extLst>
            </p:cNvPr>
            <p:cNvSpPr/>
            <p:nvPr/>
          </p:nvSpPr>
          <p:spPr>
            <a:xfrm>
              <a:off x="4080327"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87" name="Freeform: Shape 1186">
              <a:extLst>
                <a:ext uri="{FF2B5EF4-FFF2-40B4-BE49-F238E27FC236}">
                  <a16:creationId xmlns:a16="http://schemas.microsoft.com/office/drawing/2014/main" id="{8B93C2BC-5B0A-A203-BE7D-E20345DAB77B}"/>
                </a:ext>
              </a:extLst>
            </p:cNvPr>
            <p:cNvSpPr/>
            <p:nvPr/>
          </p:nvSpPr>
          <p:spPr>
            <a:xfrm>
              <a:off x="4194582"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88" name="Freeform: Shape 1187">
              <a:extLst>
                <a:ext uri="{FF2B5EF4-FFF2-40B4-BE49-F238E27FC236}">
                  <a16:creationId xmlns:a16="http://schemas.microsoft.com/office/drawing/2014/main" id="{EE96A3C3-917B-2E15-CCB6-DA5A4D5E6474}"/>
                </a:ext>
              </a:extLst>
            </p:cNvPr>
            <p:cNvSpPr/>
            <p:nvPr/>
          </p:nvSpPr>
          <p:spPr>
            <a:xfrm>
              <a:off x="4308838"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89" name="Freeform: Shape 1188">
              <a:extLst>
                <a:ext uri="{FF2B5EF4-FFF2-40B4-BE49-F238E27FC236}">
                  <a16:creationId xmlns:a16="http://schemas.microsoft.com/office/drawing/2014/main" id="{200D9A7D-B0B3-FDA8-B7E3-FBD11869E8F1}"/>
                </a:ext>
              </a:extLst>
            </p:cNvPr>
            <p:cNvSpPr/>
            <p:nvPr/>
          </p:nvSpPr>
          <p:spPr>
            <a:xfrm>
              <a:off x="4423094"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90" name="Freeform: Shape 1189">
              <a:extLst>
                <a:ext uri="{FF2B5EF4-FFF2-40B4-BE49-F238E27FC236}">
                  <a16:creationId xmlns:a16="http://schemas.microsoft.com/office/drawing/2014/main" id="{01A7605A-C530-C9C2-B5E7-C07FD71C778F}"/>
                </a:ext>
              </a:extLst>
            </p:cNvPr>
            <p:cNvSpPr/>
            <p:nvPr/>
          </p:nvSpPr>
          <p:spPr>
            <a:xfrm>
              <a:off x="4537350"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91" name="Freeform: Shape 1190">
              <a:extLst>
                <a:ext uri="{FF2B5EF4-FFF2-40B4-BE49-F238E27FC236}">
                  <a16:creationId xmlns:a16="http://schemas.microsoft.com/office/drawing/2014/main" id="{3E0DDFC3-4D40-85C1-C37D-33C56AFA9570}"/>
                </a:ext>
              </a:extLst>
            </p:cNvPr>
            <p:cNvSpPr/>
            <p:nvPr/>
          </p:nvSpPr>
          <p:spPr>
            <a:xfrm>
              <a:off x="4651605"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92" name="Freeform: Shape 1191">
              <a:extLst>
                <a:ext uri="{FF2B5EF4-FFF2-40B4-BE49-F238E27FC236}">
                  <a16:creationId xmlns:a16="http://schemas.microsoft.com/office/drawing/2014/main" id="{D2CB9D43-B842-08DD-A584-5CBCE71B7C99}"/>
                </a:ext>
              </a:extLst>
            </p:cNvPr>
            <p:cNvSpPr/>
            <p:nvPr/>
          </p:nvSpPr>
          <p:spPr>
            <a:xfrm>
              <a:off x="4765861"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93" name="Freeform: Shape 1192">
              <a:extLst>
                <a:ext uri="{FF2B5EF4-FFF2-40B4-BE49-F238E27FC236}">
                  <a16:creationId xmlns:a16="http://schemas.microsoft.com/office/drawing/2014/main" id="{A126CA4C-F4F4-E70C-B5A5-995C41FB6DF1}"/>
                </a:ext>
              </a:extLst>
            </p:cNvPr>
            <p:cNvSpPr/>
            <p:nvPr/>
          </p:nvSpPr>
          <p:spPr>
            <a:xfrm>
              <a:off x="4880117"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94" name="Freeform: Shape 1193">
              <a:extLst>
                <a:ext uri="{FF2B5EF4-FFF2-40B4-BE49-F238E27FC236}">
                  <a16:creationId xmlns:a16="http://schemas.microsoft.com/office/drawing/2014/main" id="{5E547590-9390-0D89-2BA8-4303D4B9D9E9}"/>
                </a:ext>
              </a:extLst>
            </p:cNvPr>
            <p:cNvSpPr/>
            <p:nvPr/>
          </p:nvSpPr>
          <p:spPr>
            <a:xfrm>
              <a:off x="4994373"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95" name="Freeform: Shape 1194">
              <a:extLst>
                <a:ext uri="{FF2B5EF4-FFF2-40B4-BE49-F238E27FC236}">
                  <a16:creationId xmlns:a16="http://schemas.microsoft.com/office/drawing/2014/main" id="{B6F0D4D4-A0C4-C25D-B472-B007C5CFC366}"/>
                </a:ext>
              </a:extLst>
            </p:cNvPr>
            <p:cNvSpPr/>
            <p:nvPr/>
          </p:nvSpPr>
          <p:spPr>
            <a:xfrm>
              <a:off x="5108629"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96" name="Freeform: Shape 1195">
              <a:extLst>
                <a:ext uri="{FF2B5EF4-FFF2-40B4-BE49-F238E27FC236}">
                  <a16:creationId xmlns:a16="http://schemas.microsoft.com/office/drawing/2014/main" id="{E40519CA-94F8-DE72-8A16-7951DFCDD02C}"/>
                </a:ext>
              </a:extLst>
            </p:cNvPr>
            <p:cNvSpPr/>
            <p:nvPr/>
          </p:nvSpPr>
          <p:spPr>
            <a:xfrm>
              <a:off x="5222840"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97" name="Freeform: Shape 1196">
              <a:extLst>
                <a:ext uri="{FF2B5EF4-FFF2-40B4-BE49-F238E27FC236}">
                  <a16:creationId xmlns:a16="http://schemas.microsoft.com/office/drawing/2014/main" id="{E58A4181-7765-87BB-2ED6-58A40734D386}"/>
                </a:ext>
              </a:extLst>
            </p:cNvPr>
            <p:cNvSpPr/>
            <p:nvPr/>
          </p:nvSpPr>
          <p:spPr>
            <a:xfrm>
              <a:off x="5337096"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98" name="Freeform: Shape 1197">
              <a:extLst>
                <a:ext uri="{FF2B5EF4-FFF2-40B4-BE49-F238E27FC236}">
                  <a16:creationId xmlns:a16="http://schemas.microsoft.com/office/drawing/2014/main" id="{60E28EE5-3AFF-2324-7D9A-3EE086C0135C}"/>
                </a:ext>
              </a:extLst>
            </p:cNvPr>
            <p:cNvSpPr/>
            <p:nvPr/>
          </p:nvSpPr>
          <p:spPr>
            <a:xfrm>
              <a:off x="5451352"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199" name="Freeform: Shape 1198">
              <a:extLst>
                <a:ext uri="{FF2B5EF4-FFF2-40B4-BE49-F238E27FC236}">
                  <a16:creationId xmlns:a16="http://schemas.microsoft.com/office/drawing/2014/main" id="{4BA11021-55E3-846B-FBDD-3F35A7808922}"/>
                </a:ext>
              </a:extLst>
            </p:cNvPr>
            <p:cNvSpPr/>
            <p:nvPr/>
          </p:nvSpPr>
          <p:spPr>
            <a:xfrm>
              <a:off x="5565608"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00" name="Freeform: Shape 1199">
              <a:extLst>
                <a:ext uri="{FF2B5EF4-FFF2-40B4-BE49-F238E27FC236}">
                  <a16:creationId xmlns:a16="http://schemas.microsoft.com/office/drawing/2014/main" id="{D216C399-7EF2-A018-B3E4-A70D7BB6F114}"/>
                </a:ext>
              </a:extLst>
            </p:cNvPr>
            <p:cNvSpPr/>
            <p:nvPr/>
          </p:nvSpPr>
          <p:spPr>
            <a:xfrm>
              <a:off x="5679863"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01" name="Freeform: Shape 1200">
              <a:extLst>
                <a:ext uri="{FF2B5EF4-FFF2-40B4-BE49-F238E27FC236}">
                  <a16:creationId xmlns:a16="http://schemas.microsoft.com/office/drawing/2014/main" id="{4074A16B-DB8E-E0A4-74B0-6DF122BFB7EF}"/>
                </a:ext>
              </a:extLst>
            </p:cNvPr>
            <p:cNvSpPr/>
            <p:nvPr/>
          </p:nvSpPr>
          <p:spPr>
            <a:xfrm>
              <a:off x="5794119"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02" name="Freeform: Shape 1201">
              <a:extLst>
                <a:ext uri="{FF2B5EF4-FFF2-40B4-BE49-F238E27FC236}">
                  <a16:creationId xmlns:a16="http://schemas.microsoft.com/office/drawing/2014/main" id="{224C15DE-48CE-1376-BD6E-A7BBBAFD6F56}"/>
                </a:ext>
              </a:extLst>
            </p:cNvPr>
            <p:cNvSpPr/>
            <p:nvPr/>
          </p:nvSpPr>
          <p:spPr>
            <a:xfrm>
              <a:off x="5908375"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03" name="Freeform: Shape 1202">
              <a:extLst>
                <a:ext uri="{FF2B5EF4-FFF2-40B4-BE49-F238E27FC236}">
                  <a16:creationId xmlns:a16="http://schemas.microsoft.com/office/drawing/2014/main" id="{5667D67D-08AB-A931-048D-AF704690861A}"/>
                </a:ext>
              </a:extLst>
            </p:cNvPr>
            <p:cNvSpPr/>
            <p:nvPr/>
          </p:nvSpPr>
          <p:spPr>
            <a:xfrm>
              <a:off x="6022631"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04" name="Freeform: Shape 1203">
              <a:extLst>
                <a:ext uri="{FF2B5EF4-FFF2-40B4-BE49-F238E27FC236}">
                  <a16:creationId xmlns:a16="http://schemas.microsoft.com/office/drawing/2014/main" id="{DA2F5394-F020-C619-C2AF-BADC3D553A01}"/>
                </a:ext>
              </a:extLst>
            </p:cNvPr>
            <p:cNvSpPr/>
            <p:nvPr/>
          </p:nvSpPr>
          <p:spPr>
            <a:xfrm>
              <a:off x="6136886"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05" name="Freeform: Shape 1204">
              <a:extLst>
                <a:ext uri="{FF2B5EF4-FFF2-40B4-BE49-F238E27FC236}">
                  <a16:creationId xmlns:a16="http://schemas.microsoft.com/office/drawing/2014/main" id="{61F42C2D-56EC-98F0-F737-420358C2A316}"/>
                </a:ext>
              </a:extLst>
            </p:cNvPr>
            <p:cNvSpPr/>
            <p:nvPr/>
          </p:nvSpPr>
          <p:spPr>
            <a:xfrm>
              <a:off x="6251142"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06" name="Freeform: Shape 1205">
              <a:extLst>
                <a:ext uri="{FF2B5EF4-FFF2-40B4-BE49-F238E27FC236}">
                  <a16:creationId xmlns:a16="http://schemas.microsoft.com/office/drawing/2014/main" id="{31690043-2822-B378-B6A8-206E519FC413}"/>
                </a:ext>
              </a:extLst>
            </p:cNvPr>
            <p:cNvSpPr/>
            <p:nvPr/>
          </p:nvSpPr>
          <p:spPr>
            <a:xfrm>
              <a:off x="6365398"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07" name="Freeform: Shape 1206">
              <a:extLst>
                <a:ext uri="{FF2B5EF4-FFF2-40B4-BE49-F238E27FC236}">
                  <a16:creationId xmlns:a16="http://schemas.microsoft.com/office/drawing/2014/main" id="{F6F0502F-4001-27BF-7FCF-EE5B4B7C9774}"/>
                </a:ext>
              </a:extLst>
            </p:cNvPr>
            <p:cNvSpPr/>
            <p:nvPr/>
          </p:nvSpPr>
          <p:spPr>
            <a:xfrm>
              <a:off x="6479610"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08" name="Freeform: Shape 1207">
              <a:extLst>
                <a:ext uri="{FF2B5EF4-FFF2-40B4-BE49-F238E27FC236}">
                  <a16:creationId xmlns:a16="http://schemas.microsoft.com/office/drawing/2014/main" id="{7FEA758D-672B-B4B9-C956-AE1809DF8022}"/>
                </a:ext>
              </a:extLst>
            </p:cNvPr>
            <p:cNvSpPr/>
            <p:nvPr/>
          </p:nvSpPr>
          <p:spPr>
            <a:xfrm>
              <a:off x="6593865"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09" name="Freeform: Shape 1208">
              <a:extLst>
                <a:ext uri="{FF2B5EF4-FFF2-40B4-BE49-F238E27FC236}">
                  <a16:creationId xmlns:a16="http://schemas.microsoft.com/office/drawing/2014/main" id="{A59C5524-78D1-57AB-BC80-997B0B750CF0}"/>
                </a:ext>
              </a:extLst>
            </p:cNvPr>
            <p:cNvSpPr/>
            <p:nvPr/>
          </p:nvSpPr>
          <p:spPr>
            <a:xfrm>
              <a:off x="6708121" y="308892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10" name="Freeform: Shape 1209">
              <a:extLst>
                <a:ext uri="{FF2B5EF4-FFF2-40B4-BE49-F238E27FC236}">
                  <a16:creationId xmlns:a16="http://schemas.microsoft.com/office/drawing/2014/main" id="{97412B2E-BA9A-4039-72DB-E2287D6BD1EB}"/>
                </a:ext>
              </a:extLst>
            </p:cNvPr>
            <p:cNvSpPr/>
            <p:nvPr/>
          </p:nvSpPr>
          <p:spPr>
            <a:xfrm>
              <a:off x="6822377"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11" name="Freeform: Shape 1210">
              <a:extLst>
                <a:ext uri="{FF2B5EF4-FFF2-40B4-BE49-F238E27FC236}">
                  <a16:creationId xmlns:a16="http://schemas.microsoft.com/office/drawing/2014/main" id="{61CA4156-909D-65EA-0F23-49AE83C2078A}"/>
                </a:ext>
              </a:extLst>
            </p:cNvPr>
            <p:cNvSpPr/>
            <p:nvPr/>
          </p:nvSpPr>
          <p:spPr>
            <a:xfrm>
              <a:off x="6936633"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12" name="Freeform: Shape 1211">
              <a:extLst>
                <a:ext uri="{FF2B5EF4-FFF2-40B4-BE49-F238E27FC236}">
                  <a16:creationId xmlns:a16="http://schemas.microsoft.com/office/drawing/2014/main" id="{3FAD3CD6-C729-EAF1-F8FB-0CFDF239C16F}"/>
                </a:ext>
              </a:extLst>
            </p:cNvPr>
            <p:cNvSpPr/>
            <p:nvPr/>
          </p:nvSpPr>
          <p:spPr>
            <a:xfrm>
              <a:off x="7050888" y="308892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13" name="Freeform: Shape 1212">
              <a:extLst>
                <a:ext uri="{FF2B5EF4-FFF2-40B4-BE49-F238E27FC236}">
                  <a16:creationId xmlns:a16="http://schemas.microsoft.com/office/drawing/2014/main" id="{F2D9689A-909D-EEA2-CCE4-50E94427A03B}"/>
                </a:ext>
              </a:extLst>
            </p:cNvPr>
            <p:cNvSpPr/>
            <p:nvPr/>
          </p:nvSpPr>
          <p:spPr>
            <a:xfrm>
              <a:off x="7165144"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14" name="Freeform: Shape 1213">
              <a:extLst>
                <a:ext uri="{FF2B5EF4-FFF2-40B4-BE49-F238E27FC236}">
                  <a16:creationId xmlns:a16="http://schemas.microsoft.com/office/drawing/2014/main" id="{D5BDD206-B92A-5251-EEA4-1FD72ACDD43E}"/>
                </a:ext>
              </a:extLst>
            </p:cNvPr>
            <p:cNvSpPr/>
            <p:nvPr/>
          </p:nvSpPr>
          <p:spPr>
            <a:xfrm>
              <a:off x="2366578"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15" name="Freeform: Shape 1214">
              <a:extLst>
                <a:ext uri="{FF2B5EF4-FFF2-40B4-BE49-F238E27FC236}">
                  <a16:creationId xmlns:a16="http://schemas.microsoft.com/office/drawing/2014/main" id="{E95418C3-5179-83E6-EA7C-B8C5D94CA6D6}"/>
                </a:ext>
              </a:extLst>
            </p:cNvPr>
            <p:cNvSpPr/>
            <p:nvPr/>
          </p:nvSpPr>
          <p:spPr>
            <a:xfrm>
              <a:off x="2480790"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16" name="Freeform: Shape 1215">
              <a:extLst>
                <a:ext uri="{FF2B5EF4-FFF2-40B4-BE49-F238E27FC236}">
                  <a16:creationId xmlns:a16="http://schemas.microsoft.com/office/drawing/2014/main" id="{A69BD6ED-263D-F521-D474-DB4A70C424BE}"/>
                </a:ext>
              </a:extLst>
            </p:cNvPr>
            <p:cNvSpPr/>
            <p:nvPr/>
          </p:nvSpPr>
          <p:spPr>
            <a:xfrm>
              <a:off x="2595046"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17" name="Freeform: Shape 1216">
              <a:extLst>
                <a:ext uri="{FF2B5EF4-FFF2-40B4-BE49-F238E27FC236}">
                  <a16:creationId xmlns:a16="http://schemas.microsoft.com/office/drawing/2014/main" id="{23F80622-A696-6723-72B1-206574C1E80C}"/>
                </a:ext>
              </a:extLst>
            </p:cNvPr>
            <p:cNvSpPr/>
            <p:nvPr/>
          </p:nvSpPr>
          <p:spPr>
            <a:xfrm>
              <a:off x="2709301"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18" name="Freeform: Shape 1217">
              <a:extLst>
                <a:ext uri="{FF2B5EF4-FFF2-40B4-BE49-F238E27FC236}">
                  <a16:creationId xmlns:a16="http://schemas.microsoft.com/office/drawing/2014/main" id="{9B824002-85BF-311A-7798-C37FE2A4BADC}"/>
                </a:ext>
              </a:extLst>
            </p:cNvPr>
            <p:cNvSpPr/>
            <p:nvPr/>
          </p:nvSpPr>
          <p:spPr>
            <a:xfrm>
              <a:off x="2823557"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19" name="Freeform: Shape 1218">
              <a:extLst>
                <a:ext uri="{FF2B5EF4-FFF2-40B4-BE49-F238E27FC236}">
                  <a16:creationId xmlns:a16="http://schemas.microsoft.com/office/drawing/2014/main" id="{FE76F083-B8AD-3096-B8A6-033D999C71EC}"/>
                </a:ext>
              </a:extLst>
            </p:cNvPr>
            <p:cNvSpPr/>
            <p:nvPr/>
          </p:nvSpPr>
          <p:spPr>
            <a:xfrm>
              <a:off x="2937813"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20" name="Freeform: Shape 1219">
              <a:extLst>
                <a:ext uri="{FF2B5EF4-FFF2-40B4-BE49-F238E27FC236}">
                  <a16:creationId xmlns:a16="http://schemas.microsoft.com/office/drawing/2014/main" id="{891A49BF-82AA-1332-BCF4-0CACFCEA68D2}"/>
                </a:ext>
              </a:extLst>
            </p:cNvPr>
            <p:cNvSpPr/>
            <p:nvPr/>
          </p:nvSpPr>
          <p:spPr>
            <a:xfrm>
              <a:off x="3052069"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21" name="Freeform: Shape 1220">
              <a:extLst>
                <a:ext uri="{FF2B5EF4-FFF2-40B4-BE49-F238E27FC236}">
                  <a16:creationId xmlns:a16="http://schemas.microsoft.com/office/drawing/2014/main" id="{B4CF9B78-D25F-61AB-F177-2556BDD62913}"/>
                </a:ext>
              </a:extLst>
            </p:cNvPr>
            <p:cNvSpPr/>
            <p:nvPr/>
          </p:nvSpPr>
          <p:spPr>
            <a:xfrm>
              <a:off x="3166325"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22" name="Freeform: Shape 1221">
              <a:extLst>
                <a:ext uri="{FF2B5EF4-FFF2-40B4-BE49-F238E27FC236}">
                  <a16:creationId xmlns:a16="http://schemas.microsoft.com/office/drawing/2014/main" id="{9A5C3907-EA94-800C-7BD6-A059301EB1DB}"/>
                </a:ext>
              </a:extLst>
            </p:cNvPr>
            <p:cNvSpPr/>
            <p:nvPr/>
          </p:nvSpPr>
          <p:spPr>
            <a:xfrm>
              <a:off x="3280580"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23" name="Freeform: Shape 1222">
              <a:extLst>
                <a:ext uri="{FF2B5EF4-FFF2-40B4-BE49-F238E27FC236}">
                  <a16:creationId xmlns:a16="http://schemas.microsoft.com/office/drawing/2014/main" id="{3495AD9E-1ECA-B968-7B85-5FAE6B124AD1}"/>
                </a:ext>
              </a:extLst>
            </p:cNvPr>
            <p:cNvSpPr/>
            <p:nvPr/>
          </p:nvSpPr>
          <p:spPr>
            <a:xfrm>
              <a:off x="3394836"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24" name="Freeform: Shape 1223">
              <a:extLst>
                <a:ext uri="{FF2B5EF4-FFF2-40B4-BE49-F238E27FC236}">
                  <a16:creationId xmlns:a16="http://schemas.microsoft.com/office/drawing/2014/main" id="{371C3CAF-990F-A5E4-B210-98B79A7246E4}"/>
                </a:ext>
              </a:extLst>
            </p:cNvPr>
            <p:cNvSpPr/>
            <p:nvPr/>
          </p:nvSpPr>
          <p:spPr>
            <a:xfrm>
              <a:off x="3509092"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25" name="Freeform: Shape 1224">
              <a:extLst>
                <a:ext uri="{FF2B5EF4-FFF2-40B4-BE49-F238E27FC236}">
                  <a16:creationId xmlns:a16="http://schemas.microsoft.com/office/drawing/2014/main" id="{3766454D-BD18-A494-14A3-0F6838B5168A}"/>
                </a:ext>
              </a:extLst>
            </p:cNvPr>
            <p:cNvSpPr/>
            <p:nvPr/>
          </p:nvSpPr>
          <p:spPr>
            <a:xfrm>
              <a:off x="3623348"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26" name="Freeform: Shape 1225">
              <a:extLst>
                <a:ext uri="{FF2B5EF4-FFF2-40B4-BE49-F238E27FC236}">
                  <a16:creationId xmlns:a16="http://schemas.microsoft.com/office/drawing/2014/main" id="{4A897B10-4ABD-E49B-EE5D-0AE2D6C57CDB}"/>
                </a:ext>
              </a:extLst>
            </p:cNvPr>
            <p:cNvSpPr/>
            <p:nvPr/>
          </p:nvSpPr>
          <p:spPr>
            <a:xfrm>
              <a:off x="3737603"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27" name="Freeform: Shape 1226">
              <a:extLst>
                <a:ext uri="{FF2B5EF4-FFF2-40B4-BE49-F238E27FC236}">
                  <a16:creationId xmlns:a16="http://schemas.microsoft.com/office/drawing/2014/main" id="{42E549D7-720F-051F-09E3-FB701B6FC27D}"/>
                </a:ext>
              </a:extLst>
            </p:cNvPr>
            <p:cNvSpPr/>
            <p:nvPr/>
          </p:nvSpPr>
          <p:spPr>
            <a:xfrm>
              <a:off x="3851815"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28" name="Freeform: Shape 1227">
              <a:extLst>
                <a:ext uri="{FF2B5EF4-FFF2-40B4-BE49-F238E27FC236}">
                  <a16:creationId xmlns:a16="http://schemas.microsoft.com/office/drawing/2014/main" id="{D31F40AB-C142-B7D7-37B8-21A8D45C3DCE}"/>
                </a:ext>
              </a:extLst>
            </p:cNvPr>
            <p:cNvSpPr/>
            <p:nvPr/>
          </p:nvSpPr>
          <p:spPr>
            <a:xfrm>
              <a:off x="3966071"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29" name="Freeform: Shape 1228">
              <a:extLst>
                <a:ext uri="{FF2B5EF4-FFF2-40B4-BE49-F238E27FC236}">
                  <a16:creationId xmlns:a16="http://schemas.microsoft.com/office/drawing/2014/main" id="{24E7CC74-4B9C-D18F-3FA8-41E8BA010BCE}"/>
                </a:ext>
              </a:extLst>
            </p:cNvPr>
            <p:cNvSpPr/>
            <p:nvPr/>
          </p:nvSpPr>
          <p:spPr>
            <a:xfrm>
              <a:off x="4080327"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30" name="Freeform: Shape 1229">
              <a:extLst>
                <a:ext uri="{FF2B5EF4-FFF2-40B4-BE49-F238E27FC236}">
                  <a16:creationId xmlns:a16="http://schemas.microsoft.com/office/drawing/2014/main" id="{18497670-84ED-26C9-A623-B13E7389C1BF}"/>
                </a:ext>
              </a:extLst>
            </p:cNvPr>
            <p:cNvSpPr/>
            <p:nvPr/>
          </p:nvSpPr>
          <p:spPr>
            <a:xfrm>
              <a:off x="4194582"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31" name="Freeform: Shape 1230">
              <a:extLst>
                <a:ext uri="{FF2B5EF4-FFF2-40B4-BE49-F238E27FC236}">
                  <a16:creationId xmlns:a16="http://schemas.microsoft.com/office/drawing/2014/main" id="{BB4465FC-426A-C3A4-2C16-6ED4E19AB0DA}"/>
                </a:ext>
              </a:extLst>
            </p:cNvPr>
            <p:cNvSpPr/>
            <p:nvPr/>
          </p:nvSpPr>
          <p:spPr>
            <a:xfrm>
              <a:off x="4308838"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32" name="Freeform: Shape 1231">
              <a:extLst>
                <a:ext uri="{FF2B5EF4-FFF2-40B4-BE49-F238E27FC236}">
                  <a16:creationId xmlns:a16="http://schemas.microsoft.com/office/drawing/2014/main" id="{44B75492-B9FE-7FD9-04BD-03394EBC1324}"/>
                </a:ext>
              </a:extLst>
            </p:cNvPr>
            <p:cNvSpPr/>
            <p:nvPr/>
          </p:nvSpPr>
          <p:spPr>
            <a:xfrm>
              <a:off x="4423094"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33" name="Freeform: Shape 1232">
              <a:extLst>
                <a:ext uri="{FF2B5EF4-FFF2-40B4-BE49-F238E27FC236}">
                  <a16:creationId xmlns:a16="http://schemas.microsoft.com/office/drawing/2014/main" id="{A97DFA8A-760E-94CD-CAF7-2FB1C4F9DDCF}"/>
                </a:ext>
              </a:extLst>
            </p:cNvPr>
            <p:cNvSpPr/>
            <p:nvPr/>
          </p:nvSpPr>
          <p:spPr>
            <a:xfrm>
              <a:off x="4537350"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34" name="Freeform: Shape 1233">
              <a:extLst>
                <a:ext uri="{FF2B5EF4-FFF2-40B4-BE49-F238E27FC236}">
                  <a16:creationId xmlns:a16="http://schemas.microsoft.com/office/drawing/2014/main" id="{CC439FFD-D197-79FA-D67F-3A72A343AD9E}"/>
                </a:ext>
              </a:extLst>
            </p:cNvPr>
            <p:cNvSpPr/>
            <p:nvPr/>
          </p:nvSpPr>
          <p:spPr>
            <a:xfrm>
              <a:off x="4651605"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35" name="Freeform: Shape 1234">
              <a:extLst>
                <a:ext uri="{FF2B5EF4-FFF2-40B4-BE49-F238E27FC236}">
                  <a16:creationId xmlns:a16="http://schemas.microsoft.com/office/drawing/2014/main" id="{C0CA77F4-3C78-0DEA-1CFF-11F6C6875DED}"/>
                </a:ext>
              </a:extLst>
            </p:cNvPr>
            <p:cNvSpPr/>
            <p:nvPr/>
          </p:nvSpPr>
          <p:spPr>
            <a:xfrm>
              <a:off x="4765861"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36" name="Freeform: Shape 1235">
              <a:extLst>
                <a:ext uri="{FF2B5EF4-FFF2-40B4-BE49-F238E27FC236}">
                  <a16:creationId xmlns:a16="http://schemas.microsoft.com/office/drawing/2014/main" id="{1950FB15-4147-26D0-5F90-56B4219002A5}"/>
                </a:ext>
              </a:extLst>
            </p:cNvPr>
            <p:cNvSpPr/>
            <p:nvPr/>
          </p:nvSpPr>
          <p:spPr>
            <a:xfrm>
              <a:off x="4880117"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37" name="Freeform: Shape 1236">
              <a:extLst>
                <a:ext uri="{FF2B5EF4-FFF2-40B4-BE49-F238E27FC236}">
                  <a16:creationId xmlns:a16="http://schemas.microsoft.com/office/drawing/2014/main" id="{6229189E-15E8-FB2D-50AD-1B62029B7CEF}"/>
                </a:ext>
              </a:extLst>
            </p:cNvPr>
            <p:cNvSpPr/>
            <p:nvPr/>
          </p:nvSpPr>
          <p:spPr>
            <a:xfrm>
              <a:off x="4994373"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38" name="Freeform: Shape 1237">
              <a:extLst>
                <a:ext uri="{FF2B5EF4-FFF2-40B4-BE49-F238E27FC236}">
                  <a16:creationId xmlns:a16="http://schemas.microsoft.com/office/drawing/2014/main" id="{AAD20F68-2F81-CC47-9373-B33D083723BA}"/>
                </a:ext>
              </a:extLst>
            </p:cNvPr>
            <p:cNvSpPr/>
            <p:nvPr/>
          </p:nvSpPr>
          <p:spPr>
            <a:xfrm>
              <a:off x="5108629"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39" name="Freeform: Shape 1238">
              <a:extLst>
                <a:ext uri="{FF2B5EF4-FFF2-40B4-BE49-F238E27FC236}">
                  <a16:creationId xmlns:a16="http://schemas.microsoft.com/office/drawing/2014/main" id="{E5125769-50C0-3576-3CCF-F128C92D3323}"/>
                </a:ext>
              </a:extLst>
            </p:cNvPr>
            <p:cNvSpPr/>
            <p:nvPr/>
          </p:nvSpPr>
          <p:spPr>
            <a:xfrm>
              <a:off x="5222840"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40" name="Freeform: Shape 1239">
              <a:extLst>
                <a:ext uri="{FF2B5EF4-FFF2-40B4-BE49-F238E27FC236}">
                  <a16:creationId xmlns:a16="http://schemas.microsoft.com/office/drawing/2014/main" id="{29215992-B59B-198D-D933-53BC31E3A01E}"/>
                </a:ext>
              </a:extLst>
            </p:cNvPr>
            <p:cNvSpPr/>
            <p:nvPr/>
          </p:nvSpPr>
          <p:spPr>
            <a:xfrm>
              <a:off x="5337096"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41" name="Freeform: Shape 1240">
              <a:extLst>
                <a:ext uri="{FF2B5EF4-FFF2-40B4-BE49-F238E27FC236}">
                  <a16:creationId xmlns:a16="http://schemas.microsoft.com/office/drawing/2014/main" id="{23ADE8A5-0D24-06CF-DC1B-AA02278289E0}"/>
                </a:ext>
              </a:extLst>
            </p:cNvPr>
            <p:cNvSpPr/>
            <p:nvPr/>
          </p:nvSpPr>
          <p:spPr>
            <a:xfrm>
              <a:off x="5451352"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42" name="Freeform: Shape 1241">
              <a:extLst>
                <a:ext uri="{FF2B5EF4-FFF2-40B4-BE49-F238E27FC236}">
                  <a16:creationId xmlns:a16="http://schemas.microsoft.com/office/drawing/2014/main" id="{9A497436-59E6-ECF8-A04A-B6165E218635}"/>
                </a:ext>
              </a:extLst>
            </p:cNvPr>
            <p:cNvSpPr/>
            <p:nvPr/>
          </p:nvSpPr>
          <p:spPr>
            <a:xfrm>
              <a:off x="5565608"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43" name="Freeform: Shape 1242">
              <a:extLst>
                <a:ext uri="{FF2B5EF4-FFF2-40B4-BE49-F238E27FC236}">
                  <a16:creationId xmlns:a16="http://schemas.microsoft.com/office/drawing/2014/main" id="{25D348F5-D7B2-1351-7D94-1A796AE51C89}"/>
                </a:ext>
              </a:extLst>
            </p:cNvPr>
            <p:cNvSpPr/>
            <p:nvPr/>
          </p:nvSpPr>
          <p:spPr>
            <a:xfrm>
              <a:off x="5679863"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44" name="Freeform: Shape 1243">
              <a:extLst>
                <a:ext uri="{FF2B5EF4-FFF2-40B4-BE49-F238E27FC236}">
                  <a16:creationId xmlns:a16="http://schemas.microsoft.com/office/drawing/2014/main" id="{BAF69A8D-5A4D-D24A-98B8-4CE197216336}"/>
                </a:ext>
              </a:extLst>
            </p:cNvPr>
            <p:cNvSpPr/>
            <p:nvPr/>
          </p:nvSpPr>
          <p:spPr>
            <a:xfrm>
              <a:off x="5794119"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45" name="Freeform: Shape 1244">
              <a:extLst>
                <a:ext uri="{FF2B5EF4-FFF2-40B4-BE49-F238E27FC236}">
                  <a16:creationId xmlns:a16="http://schemas.microsoft.com/office/drawing/2014/main" id="{0B42E57D-2BBC-3945-5B68-93E145C04E57}"/>
                </a:ext>
              </a:extLst>
            </p:cNvPr>
            <p:cNvSpPr/>
            <p:nvPr/>
          </p:nvSpPr>
          <p:spPr>
            <a:xfrm>
              <a:off x="5908375"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46" name="Freeform: Shape 1245">
              <a:extLst>
                <a:ext uri="{FF2B5EF4-FFF2-40B4-BE49-F238E27FC236}">
                  <a16:creationId xmlns:a16="http://schemas.microsoft.com/office/drawing/2014/main" id="{E4D64C20-EC44-397F-A262-40C4155969B7}"/>
                </a:ext>
              </a:extLst>
            </p:cNvPr>
            <p:cNvSpPr/>
            <p:nvPr/>
          </p:nvSpPr>
          <p:spPr>
            <a:xfrm>
              <a:off x="6022631"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47" name="Freeform: Shape 1246">
              <a:extLst>
                <a:ext uri="{FF2B5EF4-FFF2-40B4-BE49-F238E27FC236}">
                  <a16:creationId xmlns:a16="http://schemas.microsoft.com/office/drawing/2014/main" id="{F9CEDC87-AE16-7EE7-8875-634A8C471733}"/>
                </a:ext>
              </a:extLst>
            </p:cNvPr>
            <p:cNvSpPr/>
            <p:nvPr/>
          </p:nvSpPr>
          <p:spPr>
            <a:xfrm>
              <a:off x="6136886"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48" name="Freeform: Shape 1247">
              <a:extLst>
                <a:ext uri="{FF2B5EF4-FFF2-40B4-BE49-F238E27FC236}">
                  <a16:creationId xmlns:a16="http://schemas.microsoft.com/office/drawing/2014/main" id="{C13CB708-F765-D3A9-4115-5A47DD0A2ACE}"/>
                </a:ext>
              </a:extLst>
            </p:cNvPr>
            <p:cNvSpPr/>
            <p:nvPr/>
          </p:nvSpPr>
          <p:spPr>
            <a:xfrm>
              <a:off x="6251142"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49" name="Freeform: Shape 1248">
              <a:extLst>
                <a:ext uri="{FF2B5EF4-FFF2-40B4-BE49-F238E27FC236}">
                  <a16:creationId xmlns:a16="http://schemas.microsoft.com/office/drawing/2014/main" id="{91C16722-0FCA-299D-AD14-7C57FE88D0FF}"/>
                </a:ext>
              </a:extLst>
            </p:cNvPr>
            <p:cNvSpPr/>
            <p:nvPr/>
          </p:nvSpPr>
          <p:spPr>
            <a:xfrm>
              <a:off x="6365398"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50" name="Freeform: Shape 1249">
              <a:extLst>
                <a:ext uri="{FF2B5EF4-FFF2-40B4-BE49-F238E27FC236}">
                  <a16:creationId xmlns:a16="http://schemas.microsoft.com/office/drawing/2014/main" id="{3D588DC8-A528-E304-5B63-586200CEE040}"/>
                </a:ext>
              </a:extLst>
            </p:cNvPr>
            <p:cNvSpPr/>
            <p:nvPr/>
          </p:nvSpPr>
          <p:spPr>
            <a:xfrm>
              <a:off x="6479610"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51" name="Freeform: Shape 1250">
              <a:extLst>
                <a:ext uri="{FF2B5EF4-FFF2-40B4-BE49-F238E27FC236}">
                  <a16:creationId xmlns:a16="http://schemas.microsoft.com/office/drawing/2014/main" id="{4CE37BC5-36EA-DBEB-5165-0D934EEEAD07}"/>
                </a:ext>
              </a:extLst>
            </p:cNvPr>
            <p:cNvSpPr/>
            <p:nvPr/>
          </p:nvSpPr>
          <p:spPr>
            <a:xfrm>
              <a:off x="6593865"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52" name="Freeform: Shape 1251">
              <a:extLst>
                <a:ext uri="{FF2B5EF4-FFF2-40B4-BE49-F238E27FC236}">
                  <a16:creationId xmlns:a16="http://schemas.microsoft.com/office/drawing/2014/main" id="{F906AAE6-1603-2A5A-3A6A-9DF3D55E6A4A}"/>
                </a:ext>
              </a:extLst>
            </p:cNvPr>
            <p:cNvSpPr/>
            <p:nvPr/>
          </p:nvSpPr>
          <p:spPr>
            <a:xfrm>
              <a:off x="6708121" y="320318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53" name="Freeform: Shape 1252">
              <a:extLst>
                <a:ext uri="{FF2B5EF4-FFF2-40B4-BE49-F238E27FC236}">
                  <a16:creationId xmlns:a16="http://schemas.microsoft.com/office/drawing/2014/main" id="{513846B6-0878-A702-4961-5F87FB3C2567}"/>
                </a:ext>
              </a:extLst>
            </p:cNvPr>
            <p:cNvSpPr/>
            <p:nvPr/>
          </p:nvSpPr>
          <p:spPr>
            <a:xfrm>
              <a:off x="6822377"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54" name="Freeform: Shape 1253">
              <a:extLst>
                <a:ext uri="{FF2B5EF4-FFF2-40B4-BE49-F238E27FC236}">
                  <a16:creationId xmlns:a16="http://schemas.microsoft.com/office/drawing/2014/main" id="{E8ECBB67-B6CC-8CE0-2105-32787906DAB5}"/>
                </a:ext>
              </a:extLst>
            </p:cNvPr>
            <p:cNvSpPr/>
            <p:nvPr/>
          </p:nvSpPr>
          <p:spPr>
            <a:xfrm>
              <a:off x="6936633"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55" name="Freeform: Shape 1254">
              <a:extLst>
                <a:ext uri="{FF2B5EF4-FFF2-40B4-BE49-F238E27FC236}">
                  <a16:creationId xmlns:a16="http://schemas.microsoft.com/office/drawing/2014/main" id="{9712043C-12E2-9554-CE4D-2C27DC4D801A}"/>
                </a:ext>
              </a:extLst>
            </p:cNvPr>
            <p:cNvSpPr/>
            <p:nvPr/>
          </p:nvSpPr>
          <p:spPr>
            <a:xfrm>
              <a:off x="7050888" y="320318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56" name="Freeform: Shape 1255">
              <a:extLst>
                <a:ext uri="{FF2B5EF4-FFF2-40B4-BE49-F238E27FC236}">
                  <a16:creationId xmlns:a16="http://schemas.microsoft.com/office/drawing/2014/main" id="{CF0F2011-122F-4973-0177-F54CD23FA7CB}"/>
                </a:ext>
              </a:extLst>
            </p:cNvPr>
            <p:cNvSpPr/>
            <p:nvPr/>
          </p:nvSpPr>
          <p:spPr>
            <a:xfrm>
              <a:off x="7165144"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57" name="Freeform: Shape 1256">
              <a:extLst>
                <a:ext uri="{FF2B5EF4-FFF2-40B4-BE49-F238E27FC236}">
                  <a16:creationId xmlns:a16="http://schemas.microsoft.com/office/drawing/2014/main" id="{591F67E6-E40E-A8DF-5BF7-2A7A1B380774}"/>
                </a:ext>
              </a:extLst>
            </p:cNvPr>
            <p:cNvSpPr/>
            <p:nvPr/>
          </p:nvSpPr>
          <p:spPr>
            <a:xfrm>
              <a:off x="2366578"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58" name="Freeform: Shape 1257">
              <a:extLst>
                <a:ext uri="{FF2B5EF4-FFF2-40B4-BE49-F238E27FC236}">
                  <a16:creationId xmlns:a16="http://schemas.microsoft.com/office/drawing/2014/main" id="{651B730B-9E32-CAFA-F175-2FABE7E3FB18}"/>
                </a:ext>
              </a:extLst>
            </p:cNvPr>
            <p:cNvSpPr/>
            <p:nvPr/>
          </p:nvSpPr>
          <p:spPr>
            <a:xfrm>
              <a:off x="2480790"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59" name="Freeform: Shape 1258">
              <a:extLst>
                <a:ext uri="{FF2B5EF4-FFF2-40B4-BE49-F238E27FC236}">
                  <a16:creationId xmlns:a16="http://schemas.microsoft.com/office/drawing/2014/main" id="{6B8B3BB8-528F-6C49-6AEF-8E7D8CC025E5}"/>
                </a:ext>
              </a:extLst>
            </p:cNvPr>
            <p:cNvSpPr/>
            <p:nvPr/>
          </p:nvSpPr>
          <p:spPr>
            <a:xfrm>
              <a:off x="2595046"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60" name="Freeform: Shape 1259">
              <a:extLst>
                <a:ext uri="{FF2B5EF4-FFF2-40B4-BE49-F238E27FC236}">
                  <a16:creationId xmlns:a16="http://schemas.microsoft.com/office/drawing/2014/main" id="{563496F2-4629-4369-5AC9-28364818A48A}"/>
                </a:ext>
              </a:extLst>
            </p:cNvPr>
            <p:cNvSpPr/>
            <p:nvPr/>
          </p:nvSpPr>
          <p:spPr>
            <a:xfrm>
              <a:off x="2709301"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61" name="Freeform: Shape 1260">
              <a:extLst>
                <a:ext uri="{FF2B5EF4-FFF2-40B4-BE49-F238E27FC236}">
                  <a16:creationId xmlns:a16="http://schemas.microsoft.com/office/drawing/2014/main" id="{A839020A-158F-9586-9C2E-AC3A3BBDEA3B}"/>
                </a:ext>
              </a:extLst>
            </p:cNvPr>
            <p:cNvSpPr/>
            <p:nvPr/>
          </p:nvSpPr>
          <p:spPr>
            <a:xfrm>
              <a:off x="2823557"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62" name="Freeform: Shape 1261">
              <a:extLst>
                <a:ext uri="{FF2B5EF4-FFF2-40B4-BE49-F238E27FC236}">
                  <a16:creationId xmlns:a16="http://schemas.microsoft.com/office/drawing/2014/main" id="{CF81C20E-8BD6-1A91-079E-9C8C627EE265}"/>
                </a:ext>
              </a:extLst>
            </p:cNvPr>
            <p:cNvSpPr/>
            <p:nvPr/>
          </p:nvSpPr>
          <p:spPr>
            <a:xfrm>
              <a:off x="2937813"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63" name="Freeform: Shape 1262">
              <a:extLst>
                <a:ext uri="{FF2B5EF4-FFF2-40B4-BE49-F238E27FC236}">
                  <a16:creationId xmlns:a16="http://schemas.microsoft.com/office/drawing/2014/main" id="{4C4D1587-E553-7A56-F78C-38F4D8FA1901}"/>
                </a:ext>
              </a:extLst>
            </p:cNvPr>
            <p:cNvSpPr/>
            <p:nvPr/>
          </p:nvSpPr>
          <p:spPr>
            <a:xfrm>
              <a:off x="3052069"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64" name="Freeform: Shape 1263">
              <a:extLst>
                <a:ext uri="{FF2B5EF4-FFF2-40B4-BE49-F238E27FC236}">
                  <a16:creationId xmlns:a16="http://schemas.microsoft.com/office/drawing/2014/main" id="{54BE8784-8521-ACB7-5550-6BE5B4BE48DD}"/>
                </a:ext>
              </a:extLst>
            </p:cNvPr>
            <p:cNvSpPr/>
            <p:nvPr/>
          </p:nvSpPr>
          <p:spPr>
            <a:xfrm>
              <a:off x="3166325"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65" name="Freeform: Shape 1264">
              <a:extLst>
                <a:ext uri="{FF2B5EF4-FFF2-40B4-BE49-F238E27FC236}">
                  <a16:creationId xmlns:a16="http://schemas.microsoft.com/office/drawing/2014/main" id="{D3864A3B-2EBB-8610-9BFC-9C2343DAC8A9}"/>
                </a:ext>
              </a:extLst>
            </p:cNvPr>
            <p:cNvSpPr/>
            <p:nvPr/>
          </p:nvSpPr>
          <p:spPr>
            <a:xfrm>
              <a:off x="3280580"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66" name="Freeform: Shape 1265">
              <a:extLst>
                <a:ext uri="{FF2B5EF4-FFF2-40B4-BE49-F238E27FC236}">
                  <a16:creationId xmlns:a16="http://schemas.microsoft.com/office/drawing/2014/main" id="{8891AA29-7FB9-2C24-A887-B3FA2A81B4A3}"/>
                </a:ext>
              </a:extLst>
            </p:cNvPr>
            <p:cNvSpPr/>
            <p:nvPr/>
          </p:nvSpPr>
          <p:spPr>
            <a:xfrm>
              <a:off x="3394836"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67" name="Freeform: Shape 1266">
              <a:extLst>
                <a:ext uri="{FF2B5EF4-FFF2-40B4-BE49-F238E27FC236}">
                  <a16:creationId xmlns:a16="http://schemas.microsoft.com/office/drawing/2014/main" id="{F7A14BC7-2D5D-F3CA-424D-B8CD93AC8CC9}"/>
                </a:ext>
              </a:extLst>
            </p:cNvPr>
            <p:cNvSpPr/>
            <p:nvPr/>
          </p:nvSpPr>
          <p:spPr>
            <a:xfrm>
              <a:off x="3509092"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68" name="Freeform: Shape 1267">
              <a:extLst>
                <a:ext uri="{FF2B5EF4-FFF2-40B4-BE49-F238E27FC236}">
                  <a16:creationId xmlns:a16="http://schemas.microsoft.com/office/drawing/2014/main" id="{B25D5E1B-151F-EB1D-3557-CF759D008A5C}"/>
                </a:ext>
              </a:extLst>
            </p:cNvPr>
            <p:cNvSpPr/>
            <p:nvPr/>
          </p:nvSpPr>
          <p:spPr>
            <a:xfrm>
              <a:off x="3623348"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69" name="Freeform: Shape 1268">
              <a:extLst>
                <a:ext uri="{FF2B5EF4-FFF2-40B4-BE49-F238E27FC236}">
                  <a16:creationId xmlns:a16="http://schemas.microsoft.com/office/drawing/2014/main" id="{89E99CFC-0B3A-C603-7F16-9CB7BC62D059}"/>
                </a:ext>
              </a:extLst>
            </p:cNvPr>
            <p:cNvSpPr/>
            <p:nvPr/>
          </p:nvSpPr>
          <p:spPr>
            <a:xfrm>
              <a:off x="3737603"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70" name="Freeform: Shape 1269">
              <a:extLst>
                <a:ext uri="{FF2B5EF4-FFF2-40B4-BE49-F238E27FC236}">
                  <a16:creationId xmlns:a16="http://schemas.microsoft.com/office/drawing/2014/main" id="{C6E7ECC9-756B-30A4-79B4-BF4718A1CBE0}"/>
                </a:ext>
              </a:extLst>
            </p:cNvPr>
            <p:cNvSpPr/>
            <p:nvPr/>
          </p:nvSpPr>
          <p:spPr>
            <a:xfrm>
              <a:off x="3851815"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71" name="Freeform: Shape 1270">
              <a:extLst>
                <a:ext uri="{FF2B5EF4-FFF2-40B4-BE49-F238E27FC236}">
                  <a16:creationId xmlns:a16="http://schemas.microsoft.com/office/drawing/2014/main" id="{93554D5A-67C1-4C28-5436-A3AFA18F35B4}"/>
                </a:ext>
              </a:extLst>
            </p:cNvPr>
            <p:cNvSpPr/>
            <p:nvPr/>
          </p:nvSpPr>
          <p:spPr>
            <a:xfrm>
              <a:off x="3966071"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72" name="Freeform: Shape 1271">
              <a:extLst>
                <a:ext uri="{FF2B5EF4-FFF2-40B4-BE49-F238E27FC236}">
                  <a16:creationId xmlns:a16="http://schemas.microsoft.com/office/drawing/2014/main" id="{0DE19F97-6081-B908-23F3-F3C65AFE552C}"/>
                </a:ext>
              </a:extLst>
            </p:cNvPr>
            <p:cNvSpPr/>
            <p:nvPr/>
          </p:nvSpPr>
          <p:spPr>
            <a:xfrm>
              <a:off x="4080327"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73" name="Freeform: Shape 1272">
              <a:extLst>
                <a:ext uri="{FF2B5EF4-FFF2-40B4-BE49-F238E27FC236}">
                  <a16:creationId xmlns:a16="http://schemas.microsoft.com/office/drawing/2014/main" id="{946B08EC-B024-1FDC-3CFD-6676D5CC46DE}"/>
                </a:ext>
              </a:extLst>
            </p:cNvPr>
            <p:cNvSpPr/>
            <p:nvPr/>
          </p:nvSpPr>
          <p:spPr>
            <a:xfrm>
              <a:off x="4194582"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74" name="Freeform: Shape 1273">
              <a:extLst>
                <a:ext uri="{FF2B5EF4-FFF2-40B4-BE49-F238E27FC236}">
                  <a16:creationId xmlns:a16="http://schemas.microsoft.com/office/drawing/2014/main" id="{FA8972F2-34F2-5750-CCFF-B81E9FE974B8}"/>
                </a:ext>
              </a:extLst>
            </p:cNvPr>
            <p:cNvSpPr/>
            <p:nvPr/>
          </p:nvSpPr>
          <p:spPr>
            <a:xfrm>
              <a:off x="4308838"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75" name="Freeform: Shape 1274">
              <a:extLst>
                <a:ext uri="{FF2B5EF4-FFF2-40B4-BE49-F238E27FC236}">
                  <a16:creationId xmlns:a16="http://schemas.microsoft.com/office/drawing/2014/main" id="{35DAF649-AEB9-F68D-ADD6-F8EC6FA6DDD7}"/>
                </a:ext>
              </a:extLst>
            </p:cNvPr>
            <p:cNvSpPr/>
            <p:nvPr/>
          </p:nvSpPr>
          <p:spPr>
            <a:xfrm>
              <a:off x="4423094"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76" name="Freeform: Shape 1275">
              <a:extLst>
                <a:ext uri="{FF2B5EF4-FFF2-40B4-BE49-F238E27FC236}">
                  <a16:creationId xmlns:a16="http://schemas.microsoft.com/office/drawing/2014/main" id="{572A65ED-9A59-7908-460E-5FB207911920}"/>
                </a:ext>
              </a:extLst>
            </p:cNvPr>
            <p:cNvSpPr/>
            <p:nvPr/>
          </p:nvSpPr>
          <p:spPr>
            <a:xfrm>
              <a:off x="4537350"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77" name="Freeform: Shape 1276">
              <a:extLst>
                <a:ext uri="{FF2B5EF4-FFF2-40B4-BE49-F238E27FC236}">
                  <a16:creationId xmlns:a16="http://schemas.microsoft.com/office/drawing/2014/main" id="{C9C5889D-5D2D-7DFA-B0EF-66E64775AFCA}"/>
                </a:ext>
              </a:extLst>
            </p:cNvPr>
            <p:cNvSpPr/>
            <p:nvPr/>
          </p:nvSpPr>
          <p:spPr>
            <a:xfrm>
              <a:off x="4651605"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78" name="Freeform: Shape 1277">
              <a:extLst>
                <a:ext uri="{FF2B5EF4-FFF2-40B4-BE49-F238E27FC236}">
                  <a16:creationId xmlns:a16="http://schemas.microsoft.com/office/drawing/2014/main" id="{A116E1F8-6C08-1130-82C8-35443042384B}"/>
                </a:ext>
              </a:extLst>
            </p:cNvPr>
            <p:cNvSpPr/>
            <p:nvPr/>
          </p:nvSpPr>
          <p:spPr>
            <a:xfrm>
              <a:off x="4765861"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79" name="Freeform: Shape 1278">
              <a:extLst>
                <a:ext uri="{FF2B5EF4-FFF2-40B4-BE49-F238E27FC236}">
                  <a16:creationId xmlns:a16="http://schemas.microsoft.com/office/drawing/2014/main" id="{9415AC93-B000-75F5-1ECA-404B93787817}"/>
                </a:ext>
              </a:extLst>
            </p:cNvPr>
            <p:cNvSpPr/>
            <p:nvPr/>
          </p:nvSpPr>
          <p:spPr>
            <a:xfrm>
              <a:off x="4880117"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80" name="Freeform: Shape 1279">
              <a:extLst>
                <a:ext uri="{FF2B5EF4-FFF2-40B4-BE49-F238E27FC236}">
                  <a16:creationId xmlns:a16="http://schemas.microsoft.com/office/drawing/2014/main" id="{A10EC308-9E6D-E465-0190-84F3BC7BF6BA}"/>
                </a:ext>
              </a:extLst>
            </p:cNvPr>
            <p:cNvSpPr/>
            <p:nvPr/>
          </p:nvSpPr>
          <p:spPr>
            <a:xfrm>
              <a:off x="4994373"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81" name="Freeform: Shape 1280">
              <a:extLst>
                <a:ext uri="{FF2B5EF4-FFF2-40B4-BE49-F238E27FC236}">
                  <a16:creationId xmlns:a16="http://schemas.microsoft.com/office/drawing/2014/main" id="{A901B140-8655-82CB-0EBF-29062EED5847}"/>
                </a:ext>
              </a:extLst>
            </p:cNvPr>
            <p:cNvSpPr/>
            <p:nvPr/>
          </p:nvSpPr>
          <p:spPr>
            <a:xfrm>
              <a:off x="5108629"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82" name="Freeform: Shape 1281">
              <a:extLst>
                <a:ext uri="{FF2B5EF4-FFF2-40B4-BE49-F238E27FC236}">
                  <a16:creationId xmlns:a16="http://schemas.microsoft.com/office/drawing/2014/main" id="{D325D2C0-DBD6-1152-3D53-600A5AA9A1C3}"/>
                </a:ext>
              </a:extLst>
            </p:cNvPr>
            <p:cNvSpPr/>
            <p:nvPr/>
          </p:nvSpPr>
          <p:spPr>
            <a:xfrm>
              <a:off x="5222840"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83" name="Freeform: Shape 1282">
              <a:extLst>
                <a:ext uri="{FF2B5EF4-FFF2-40B4-BE49-F238E27FC236}">
                  <a16:creationId xmlns:a16="http://schemas.microsoft.com/office/drawing/2014/main" id="{03272546-A1C1-C77D-AB43-AEA95F3626A9}"/>
                </a:ext>
              </a:extLst>
            </p:cNvPr>
            <p:cNvSpPr/>
            <p:nvPr/>
          </p:nvSpPr>
          <p:spPr>
            <a:xfrm>
              <a:off x="5337096"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84" name="Freeform: Shape 1283">
              <a:extLst>
                <a:ext uri="{FF2B5EF4-FFF2-40B4-BE49-F238E27FC236}">
                  <a16:creationId xmlns:a16="http://schemas.microsoft.com/office/drawing/2014/main" id="{AC52D777-7149-6746-2241-20D8EE95FFD4}"/>
                </a:ext>
              </a:extLst>
            </p:cNvPr>
            <p:cNvSpPr/>
            <p:nvPr/>
          </p:nvSpPr>
          <p:spPr>
            <a:xfrm>
              <a:off x="5451352"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85" name="Freeform: Shape 1284">
              <a:extLst>
                <a:ext uri="{FF2B5EF4-FFF2-40B4-BE49-F238E27FC236}">
                  <a16:creationId xmlns:a16="http://schemas.microsoft.com/office/drawing/2014/main" id="{43C3D657-81F1-117C-EC47-16752EBB3DCF}"/>
                </a:ext>
              </a:extLst>
            </p:cNvPr>
            <p:cNvSpPr/>
            <p:nvPr/>
          </p:nvSpPr>
          <p:spPr>
            <a:xfrm>
              <a:off x="5565608"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86" name="Freeform: Shape 1285">
              <a:extLst>
                <a:ext uri="{FF2B5EF4-FFF2-40B4-BE49-F238E27FC236}">
                  <a16:creationId xmlns:a16="http://schemas.microsoft.com/office/drawing/2014/main" id="{0D57E7BB-0CCE-FF80-4FEF-7F6FFB7D5B61}"/>
                </a:ext>
              </a:extLst>
            </p:cNvPr>
            <p:cNvSpPr/>
            <p:nvPr/>
          </p:nvSpPr>
          <p:spPr>
            <a:xfrm>
              <a:off x="5679863"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87" name="Freeform: Shape 1286">
              <a:extLst>
                <a:ext uri="{FF2B5EF4-FFF2-40B4-BE49-F238E27FC236}">
                  <a16:creationId xmlns:a16="http://schemas.microsoft.com/office/drawing/2014/main" id="{4E09060C-002E-A654-CB08-19FCF2FFD389}"/>
                </a:ext>
              </a:extLst>
            </p:cNvPr>
            <p:cNvSpPr/>
            <p:nvPr/>
          </p:nvSpPr>
          <p:spPr>
            <a:xfrm>
              <a:off x="5794119"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88" name="Freeform: Shape 1287">
              <a:extLst>
                <a:ext uri="{FF2B5EF4-FFF2-40B4-BE49-F238E27FC236}">
                  <a16:creationId xmlns:a16="http://schemas.microsoft.com/office/drawing/2014/main" id="{3799C1C7-1D09-158F-FCE7-50117153A9FC}"/>
                </a:ext>
              </a:extLst>
            </p:cNvPr>
            <p:cNvSpPr/>
            <p:nvPr/>
          </p:nvSpPr>
          <p:spPr>
            <a:xfrm>
              <a:off x="5908375"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89" name="Freeform: Shape 1288">
              <a:extLst>
                <a:ext uri="{FF2B5EF4-FFF2-40B4-BE49-F238E27FC236}">
                  <a16:creationId xmlns:a16="http://schemas.microsoft.com/office/drawing/2014/main" id="{38C7933C-CA9E-2A13-3AD0-1E3FEAA08646}"/>
                </a:ext>
              </a:extLst>
            </p:cNvPr>
            <p:cNvSpPr/>
            <p:nvPr/>
          </p:nvSpPr>
          <p:spPr>
            <a:xfrm>
              <a:off x="6022631"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90" name="Freeform: Shape 1289">
              <a:extLst>
                <a:ext uri="{FF2B5EF4-FFF2-40B4-BE49-F238E27FC236}">
                  <a16:creationId xmlns:a16="http://schemas.microsoft.com/office/drawing/2014/main" id="{0BF1ABF5-23B9-03AE-B851-023E2819C218}"/>
                </a:ext>
              </a:extLst>
            </p:cNvPr>
            <p:cNvSpPr/>
            <p:nvPr/>
          </p:nvSpPr>
          <p:spPr>
            <a:xfrm>
              <a:off x="6136886"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91" name="Freeform: Shape 1290">
              <a:extLst>
                <a:ext uri="{FF2B5EF4-FFF2-40B4-BE49-F238E27FC236}">
                  <a16:creationId xmlns:a16="http://schemas.microsoft.com/office/drawing/2014/main" id="{0CFAC6C3-F2E5-F8DF-F8C6-2EF5FE8655C8}"/>
                </a:ext>
              </a:extLst>
            </p:cNvPr>
            <p:cNvSpPr/>
            <p:nvPr/>
          </p:nvSpPr>
          <p:spPr>
            <a:xfrm>
              <a:off x="6251142"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92" name="Freeform: Shape 1291">
              <a:extLst>
                <a:ext uri="{FF2B5EF4-FFF2-40B4-BE49-F238E27FC236}">
                  <a16:creationId xmlns:a16="http://schemas.microsoft.com/office/drawing/2014/main" id="{496A8367-4C38-8285-10A5-7C4C23A1A5A7}"/>
                </a:ext>
              </a:extLst>
            </p:cNvPr>
            <p:cNvSpPr/>
            <p:nvPr/>
          </p:nvSpPr>
          <p:spPr>
            <a:xfrm>
              <a:off x="6365398"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93" name="Freeform: Shape 1292">
              <a:extLst>
                <a:ext uri="{FF2B5EF4-FFF2-40B4-BE49-F238E27FC236}">
                  <a16:creationId xmlns:a16="http://schemas.microsoft.com/office/drawing/2014/main" id="{61EFA1E5-6BB0-AA05-C485-89AB0C46652A}"/>
                </a:ext>
              </a:extLst>
            </p:cNvPr>
            <p:cNvSpPr/>
            <p:nvPr/>
          </p:nvSpPr>
          <p:spPr>
            <a:xfrm>
              <a:off x="6479610"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94" name="Freeform: Shape 1293">
              <a:extLst>
                <a:ext uri="{FF2B5EF4-FFF2-40B4-BE49-F238E27FC236}">
                  <a16:creationId xmlns:a16="http://schemas.microsoft.com/office/drawing/2014/main" id="{FC5F67E0-CC22-9523-9027-F18A436F5477}"/>
                </a:ext>
              </a:extLst>
            </p:cNvPr>
            <p:cNvSpPr/>
            <p:nvPr/>
          </p:nvSpPr>
          <p:spPr>
            <a:xfrm>
              <a:off x="6593865"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95" name="Freeform: Shape 1294">
              <a:extLst>
                <a:ext uri="{FF2B5EF4-FFF2-40B4-BE49-F238E27FC236}">
                  <a16:creationId xmlns:a16="http://schemas.microsoft.com/office/drawing/2014/main" id="{5E5A1B13-42D5-E60E-219F-248AAF3AFF7E}"/>
                </a:ext>
              </a:extLst>
            </p:cNvPr>
            <p:cNvSpPr/>
            <p:nvPr/>
          </p:nvSpPr>
          <p:spPr>
            <a:xfrm>
              <a:off x="6708121" y="331744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96" name="Freeform: Shape 1295">
              <a:extLst>
                <a:ext uri="{FF2B5EF4-FFF2-40B4-BE49-F238E27FC236}">
                  <a16:creationId xmlns:a16="http://schemas.microsoft.com/office/drawing/2014/main" id="{F8F0155B-44F3-BD95-B6A5-239E2BCE481F}"/>
                </a:ext>
              </a:extLst>
            </p:cNvPr>
            <p:cNvSpPr/>
            <p:nvPr/>
          </p:nvSpPr>
          <p:spPr>
            <a:xfrm>
              <a:off x="6822377"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97" name="Freeform: Shape 1296">
              <a:extLst>
                <a:ext uri="{FF2B5EF4-FFF2-40B4-BE49-F238E27FC236}">
                  <a16:creationId xmlns:a16="http://schemas.microsoft.com/office/drawing/2014/main" id="{C25CDBB8-D31D-AAD3-5119-AE725B54AA44}"/>
                </a:ext>
              </a:extLst>
            </p:cNvPr>
            <p:cNvSpPr/>
            <p:nvPr/>
          </p:nvSpPr>
          <p:spPr>
            <a:xfrm>
              <a:off x="6936633"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98" name="Freeform: Shape 1297">
              <a:extLst>
                <a:ext uri="{FF2B5EF4-FFF2-40B4-BE49-F238E27FC236}">
                  <a16:creationId xmlns:a16="http://schemas.microsoft.com/office/drawing/2014/main" id="{071D73C3-A1C1-9EBB-BC27-9E0946F4B6F3}"/>
                </a:ext>
              </a:extLst>
            </p:cNvPr>
            <p:cNvSpPr/>
            <p:nvPr/>
          </p:nvSpPr>
          <p:spPr>
            <a:xfrm>
              <a:off x="7050888" y="331744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299" name="Freeform: Shape 1298">
              <a:extLst>
                <a:ext uri="{FF2B5EF4-FFF2-40B4-BE49-F238E27FC236}">
                  <a16:creationId xmlns:a16="http://schemas.microsoft.com/office/drawing/2014/main" id="{629BCB8A-F4CF-9D56-CDA9-80CFD35BBD19}"/>
                </a:ext>
              </a:extLst>
            </p:cNvPr>
            <p:cNvSpPr/>
            <p:nvPr/>
          </p:nvSpPr>
          <p:spPr>
            <a:xfrm>
              <a:off x="7165144"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01" name="Freeform: Shape 1300">
              <a:extLst>
                <a:ext uri="{FF2B5EF4-FFF2-40B4-BE49-F238E27FC236}">
                  <a16:creationId xmlns:a16="http://schemas.microsoft.com/office/drawing/2014/main" id="{33DA4036-E00D-8F6E-D357-2E27319FD473}"/>
                </a:ext>
              </a:extLst>
            </p:cNvPr>
            <p:cNvSpPr/>
            <p:nvPr/>
          </p:nvSpPr>
          <p:spPr>
            <a:xfrm>
              <a:off x="7279135" y="415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02" name="Freeform: Shape 1301">
              <a:extLst>
                <a:ext uri="{FF2B5EF4-FFF2-40B4-BE49-F238E27FC236}">
                  <a16:creationId xmlns:a16="http://schemas.microsoft.com/office/drawing/2014/main" id="{03AE9E5C-F200-3D71-399B-BF0EDA75BA7A}"/>
                </a:ext>
              </a:extLst>
            </p:cNvPr>
            <p:cNvSpPr/>
            <p:nvPr/>
          </p:nvSpPr>
          <p:spPr>
            <a:xfrm>
              <a:off x="7393391"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03" name="Freeform: Shape 1302">
              <a:extLst>
                <a:ext uri="{FF2B5EF4-FFF2-40B4-BE49-F238E27FC236}">
                  <a16:creationId xmlns:a16="http://schemas.microsoft.com/office/drawing/2014/main" id="{FDD28E6E-B2A8-FA30-AD8D-B764E5FA403F}"/>
                </a:ext>
              </a:extLst>
            </p:cNvPr>
            <p:cNvSpPr/>
            <p:nvPr/>
          </p:nvSpPr>
          <p:spPr>
            <a:xfrm>
              <a:off x="7507646"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04" name="Freeform: Shape 1303">
              <a:extLst>
                <a:ext uri="{FF2B5EF4-FFF2-40B4-BE49-F238E27FC236}">
                  <a16:creationId xmlns:a16="http://schemas.microsoft.com/office/drawing/2014/main" id="{2C04BEBF-E45D-1BE9-EFC2-746C25E2598F}"/>
                </a:ext>
              </a:extLst>
            </p:cNvPr>
            <p:cNvSpPr/>
            <p:nvPr/>
          </p:nvSpPr>
          <p:spPr>
            <a:xfrm>
              <a:off x="7621902"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05" name="Freeform: Shape 1304">
              <a:extLst>
                <a:ext uri="{FF2B5EF4-FFF2-40B4-BE49-F238E27FC236}">
                  <a16:creationId xmlns:a16="http://schemas.microsoft.com/office/drawing/2014/main" id="{58EE7BF1-A527-8580-B629-7BB2076444E9}"/>
                </a:ext>
              </a:extLst>
            </p:cNvPr>
            <p:cNvSpPr/>
            <p:nvPr/>
          </p:nvSpPr>
          <p:spPr>
            <a:xfrm>
              <a:off x="7736158" y="415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06" name="Freeform: Shape 1305">
              <a:extLst>
                <a:ext uri="{FF2B5EF4-FFF2-40B4-BE49-F238E27FC236}">
                  <a16:creationId xmlns:a16="http://schemas.microsoft.com/office/drawing/2014/main" id="{763BF4EF-CD1B-E530-E805-CE9F739E003C}"/>
                </a:ext>
              </a:extLst>
            </p:cNvPr>
            <p:cNvSpPr/>
            <p:nvPr/>
          </p:nvSpPr>
          <p:spPr>
            <a:xfrm>
              <a:off x="7850414"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07" name="Freeform: Shape 1306">
              <a:extLst>
                <a:ext uri="{FF2B5EF4-FFF2-40B4-BE49-F238E27FC236}">
                  <a16:creationId xmlns:a16="http://schemas.microsoft.com/office/drawing/2014/main" id="{7A17B56C-6090-5D87-E8D8-EA7BCB712081}"/>
                </a:ext>
              </a:extLst>
            </p:cNvPr>
            <p:cNvSpPr/>
            <p:nvPr/>
          </p:nvSpPr>
          <p:spPr>
            <a:xfrm>
              <a:off x="7964669"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08" name="Freeform: Shape 1307">
              <a:extLst>
                <a:ext uri="{FF2B5EF4-FFF2-40B4-BE49-F238E27FC236}">
                  <a16:creationId xmlns:a16="http://schemas.microsoft.com/office/drawing/2014/main" id="{E6E58F47-6CBF-B99A-7C2A-899AF68E0D84}"/>
                </a:ext>
              </a:extLst>
            </p:cNvPr>
            <p:cNvSpPr/>
            <p:nvPr/>
          </p:nvSpPr>
          <p:spPr>
            <a:xfrm>
              <a:off x="8078925" y="415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09" name="Freeform: Shape 1308">
              <a:extLst>
                <a:ext uri="{FF2B5EF4-FFF2-40B4-BE49-F238E27FC236}">
                  <a16:creationId xmlns:a16="http://schemas.microsoft.com/office/drawing/2014/main" id="{F22EE72F-5E07-910C-1107-0BFCF1AC1934}"/>
                </a:ext>
              </a:extLst>
            </p:cNvPr>
            <p:cNvSpPr/>
            <p:nvPr/>
          </p:nvSpPr>
          <p:spPr>
            <a:xfrm>
              <a:off x="8193181"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10" name="Freeform: Shape 1309">
              <a:extLst>
                <a:ext uri="{FF2B5EF4-FFF2-40B4-BE49-F238E27FC236}">
                  <a16:creationId xmlns:a16="http://schemas.microsoft.com/office/drawing/2014/main" id="{30E09494-1029-B39A-7DA9-BEA3AC88D618}"/>
                </a:ext>
              </a:extLst>
            </p:cNvPr>
            <p:cNvSpPr/>
            <p:nvPr/>
          </p:nvSpPr>
          <p:spPr>
            <a:xfrm>
              <a:off x="8307437"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11" name="Freeform: Shape 1310">
              <a:extLst>
                <a:ext uri="{FF2B5EF4-FFF2-40B4-BE49-F238E27FC236}">
                  <a16:creationId xmlns:a16="http://schemas.microsoft.com/office/drawing/2014/main" id="{25ABE348-BD70-94F5-C962-9FA3B493248D}"/>
                </a:ext>
              </a:extLst>
            </p:cNvPr>
            <p:cNvSpPr/>
            <p:nvPr/>
          </p:nvSpPr>
          <p:spPr>
            <a:xfrm>
              <a:off x="8421648"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12" name="Freeform: Shape 1311">
              <a:extLst>
                <a:ext uri="{FF2B5EF4-FFF2-40B4-BE49-F238E27FC236}">
                  <a16:creationId xmlns:a16="http://schemas.microsoft.com/office/drawing/2014/main" id="{DA29EC40-871F-7872-91F7-3C1BEBCEDF8D}"/>
                </a:ext>
              </a:extLst>
            </p:cNvPr>
            <p:cNvSpPr/>
            <p:nvPr/>
          </p:nvSpPr>
          <p:spPr>
            <a:xfrm>
              <a:off x="8535904"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13" name="Freeform: Shape 1312">
              <a:extLst>
                <a:ext uri="{FF2B5EF4-FFF2-40B4-BE49-F238E27FC236}">
                  <a16:creationId xmlns:a16="http://schemas.microsoft.com/office/drawing/2014/main" id="{912116E2-1C57-8758-7BCD-93E987607BC6}"/>
                </a:ext>
              </a:extLst>
            </p:cNvPr>
            <p:cNvSpPr/>
            <p:nvPr/>
          </p:nvSpPr>
          <p:spPr>
            <a:xfrm>
              <a:off x="8650160"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14" name="Freeform: Shape 1313">
              <a:extLst>
                <a:ext uri="{FF2B5EF4-FFF2-40B4-BE49-F238E27FC236}">
                  <a16:creationId xmlns:a16="http://schemas.microsoft.com/office/drawing/2014/main" id="{49B4BBE7-CDA6-F25F-0414-F74FF999D83D}"/>
                </a:ext>
              </a:extLst>
            </p:cNvPr>
            <p:cNvSpPr/>
            <p:nvPr/>
          </p:nvSpPr>
          <p:spPr>
            <a:xfrm>
              <a:off x="8764416"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15" name="Freeform: Shape 1314">
              <a:extLst>
                <a:ext uri="{FF2B5EF4-FFF2-40B4-BE49-F238E27FC236}">
                  <a16:creationId xmlns:a16="http://schemas.microsoft.com/office/drawing/2014/main" id="{4C6341CA-58F2-1ACD-F467-C6FDCBF2047C}"/>
                </a:ext>
              </a:extLst>
            </p:cNvPr>
            <p:cNvSpPr/>
            <p:nvPr/>
          </p:nvSpPr>
          <p:spPr>
            <a:xfrm>
              <a:off x="8878671" y="415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16" name="Freeform: Shape 1315">
              <a:extLst>
                <a:ext uri="{FF2B5EF4-FFF2-40B4-BE49-F238E27FC236}">
                  <a16:creationId xmlns:a16="http://schemas.microsoft.com/office/drawing/2014/main" id="{47A8BFA8-F18E-DA6B-0ACE-FB07A63E64BD}"/>
                </a:ext>
              </a:extLst>
            </p:cNvPr>
            <p:cNvSpPr/>
            <p:nvPr/>
          </p:nvSpPr>
          <p:spPr>
            <a:xfrm>
              <a:off x="8992927"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17" name="Freeform: Shape 1316">
              <a:extLst>
                <a:ext uri="{FF2B5EF4-FFF2-40B4-BE49-F238E27FC236}">
                  <a16:creationId xmlns:a16="http://schemas.microsoft.com/office/drawing/2014/main" id="{46F3A032-F268-DE87-5936-0897D41F8267}"/>
                </a:ext>
              </a:extLst>
            </p:cNvPr>
            <p:cNvSpPr/>
            <p:nvPr/>
          </p:nvSpPr>
          <p:spPr>
            <a:xfrm>
              <a:off x="9107183"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18" name="Freeform: Shape 1317">
              <a:extLst>
                <a:ext uri="{FF2B5EF4-FFF2-40B4-BE49-F238E27FC236}">
                  <a16:creationId xmlns:a16="http://schemas.microsoft.com/office/drawing/2014/main" id="{EC112431-9B29-25B5-EFEE-91BA3899BE1A}"/>
                </a:ext>
              </a:extLst>
            </p:cNvPr>
            <p:cNvSpPr/>
            <p:nvPr/>
          </p:nvSpPr>
          <p:spPr>
            <a:xfrm>
              <a:off x="9221439"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19" name="Freeform: Shape 1318">
              <a:extLst>
                <a:ext uri="{FF2B5EF4-FFF2-40B4-BE49-F238E27FC236}">
                  <a16:creationId xmlns:a16="http://schemas.microsoft.com/office/drawing/2014/main" id="{EA4269B7-442B-CE8D-9D72-1F0B8CF72F92}"/>
                </a:ext>
              </a:extLst>
            </p:cNvPr>
            <p:cNvSpPr/>
            <p:nvPr/>
          </p:nvSpPr>
          <p:spPr>
            <a:xfrm>
              <a:off x="9335695" y="415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20" name="Freeform: Shape 1319">
              <a:extLst>
                <a:ext uri="{FF2B5EF4-FFF2-40B4-BE49-F238E27FC236}">
                  <a16:creationId xmlns:a16="http://schemas.microsoft.com/office/drawing/2014/main" id="{97D68C5C-1443-8D54-58EF-CB78942B574E}"/>
                </a:ext>
              </a:extLst>
            </p:cNvPr>
            <p:cNvSpPr/>
            <p:nvPr/>
          </p:nvSpPr>
          <p:spPr>
            <a:xfrm>
              <a:off x="9449950"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21" name="Freeform: Shape 1320">
              <a:extLst>
                <a:ext uri="{FF2B5EF4-FFF2-40B4-BE49-F238E27FC236}">
                  <a16:creationId xmlns:a16="http://schemas.microsoft.com/office/drawing/2014/main" id="{8F36FDBA-C6E9-538F-EBE9-7032F92BFC8B}"/>
                </a:ext>
              </a:extLst>
            </p:cNvPr>
            <p:cNvSpPr/>
            <p:nvPr/>
          </p:nvSpPr>
          <p:spPr>
            <a:xfrm>
              <a:off x="9564206"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22" name="Freeform: Shape 1321">
              <a:extLst>
                <a:ext uri="{FF2B5EF4-FFF2-40B4-BE49-F238E27FC236}">
                  <a16:creationId xmlns:a16="http://schemas.microsoft.com/office/drawing/2014/main" id="{80BBEEEB-760B-4B37-D2C6-051316C9D684}"/>
                </a:ext>
              </a:extLst>
            </p:cNvPr>
            <p:cNvSpPr/>
            <p:nvPr/>
          </p:nvSpPr>
          <p:spPr>
            <a:xfrm>
              <a:off x="9678418" y="415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23" name="Freeform: Shape 1322">
              <a:extLst>
                <a:ext uri="{FF2B5EF4-FFF2-40B4-BE49-F238E27FC236}">
                  <a16:creationId xmlns:a16="http://schemas.microsoft.com/office/drawing/2014/main" id="{7401E1D4-059D-8BE5-A8A1-D0BFA2673A65}"/>
                </a:ext>
              </a:extLst>
            </p:cNvPr>
            <p:cNvSpPr/>
            <p:nvPr/>
          </p:nvSpPr>
          <p:spPr>
            <a:xfrm>
              <a:off x="9792674"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24" name="Freeform: Shape 1323">
              <a:extLst>
                <a:ext uri="{FF2B5EF4-FFF2-40B4-BE49-F238E27FC236}">
                  <a16:creationId xmlns:a16="http://schemas.microsoft.com/office/drawing/2014/main" id="{C690A500-5EE1-411B-9D2B-52863D1542CA}"/>
                </a:ext>
              </a:extLst>
            </p:cNvPr>
            <p:cNvSpPr/>
            <p:nvPr/>
          </p:nvSpPr>
          <p:spPr>
            <a:xfrm>
              <a:off x="9906929"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25" name="Freeform: Shape 1324">
              <a:extLst>
                <a:ext uri="{FF2B5EF4-FFF2-40B4-BE49-F238E27FC236}">
                  <a16:creationId xmlns:a16="http://schemas.microsoft.com/office/drawing/2014/main" id="{6D90C5D8-2BAA-A1CE-23C0-02A844E09A49}"/>
                </a:ext>
              </a:extLst>
            </p:cNvPr>
            <p:cNvSpPr/>
            <p:nvPr/>
          </p:nvSpPr>
          <p:spPr>
            <a:xfrm>
              <a:off x="10021185"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26" name="Freeform: Shape 1325">
              <a:extLst>
                <a:ext uri="{FF2B5EF4-FFF2-40B4-BE49-F238E27FC236}">
                  <a16:creationId xmlns:a16="http://schemas.microsoft.com/office/drawing/2014/main" id="{8762538A-7686-28F7-2176-FF645368AD5F}"/>
                </a:ext>
              </a:extLst>
            </p:cNvPr>
            <p:cNvSpPr/>
            <p:nvPr/>
          </p:nvSpPr>
          <p:spPr>
            <a:xfrm>
              <a:off x="10135441"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27" name="Freeform: Shape 1326">
              <a:extLst>
                <a:ext uri="{FF2B5EF4-FFF2-40B4-BE49-F238E27FC236}">
                  <a16:creationId xmlns:a16="http://schemas.microsoft.com/office/drawing/2014/main" id="{BB70D298-37F8-4407-0D0A-8E704B78C4A0}"/>
                </a:ext>
              </a:extLst>
            </p:cNvPr>
            <p:cNvSpPr/>
            <p:nvPr/>
          </p:nvSpPr>
          <p:spPr>
            <a:xfrm>
              <a:off x="10249697"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28" name="Freeform: Shape 1327">
              <a:extLst>
                <a:ext uri="{FF2B5EF4-FFF2-40B4-BE49-F238E27FC236}">
                  <a16:creationId xmlns:a16="http://schemas.microsoft.com/office/drawing/2014/main" id="{69D1AA28-B2C4-6C61-448F-6936717EEF4E}"/>
                </a:ext>
              </a:extLst>
            </p:cNvPr>
            <p:cNvSpPr/>
            <p:nvPr/>
          </p:nvSpPr>
          <p:spPr>
            <a:xfrm>
              <a:off x="10363952"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29" name="Freeform: Shape 1328">
              <a:extLst>
                <a:ext uri="{FF2B5EF4-FFF2-40B4-BE49-F238E27FC236}">
                  <a16:creationId xmlns:a16="http://schemas.microsoft.com/office/drawing/2014/main" id="{AD67AB24-33E1-53AD-E5CB-02A36A58F0D8}"/>
                </a:ext>
              </a:extLst>
            </p:cNvPr>
            <p:cNvSpPr/>
            <p:nvPr/>
          </p:nvSpPr>
          <p:spPr>
            <a:xfrm>
              <a:off x="10478208" y="415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30" name="Freeform: Shape 1329">
              <a:extLst>
                <a:ext uri="{FF2B5EF4-FFF2-40B4-BE49-F238E27FC236}">
                  <a16:creationId xmlns:a16="http://schemas.microsoft.com/office/drawing/2014/main" id="{DF67D9FF-9AA0-0964-F599-37779C8ECB19}"/>
                </a:ext>
              </a:extLst>
            </p:cNvPr>
            <p:cNvSpPr/>
            <p:nvPr/>
          </p:nvSpPr>
          <p:spPr>
            <a:xfrm>
              <a:off x="10592464"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31" name="Freeform: Shape 1330">
              <a:extLst>
                <a:ext uri="{FF2B5EF4-FFF2-40B4-BE49-F238E27FC236}">
                  <a16:creationId xmlns:a16="http://schemas.microsoft.com/office/drawing/2014/main" id="{CD04C5B2-7E5D-558D-90B9-A54E79244339}"/>
                </a:ext>
              </a:extLst>
            </p:cNvPr>
            <p:cNvSpPr/>
            <p:nvPr/>
          </p:nvSpPr>
          <p:spPr>
            <a:xfrm>
              <a:off x="10706720"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32" name="Freeform: Shape 1331">
              <a:extLst>
                <a:ext uri="{FF2B5EF4-FFF2-40B4-BE49-F238E27FC236}">
                  <a16:creationId xmlns:a16="http://schemas.microsoft.com/office/drawing/2014/main" id="{6CA0012A-B395-B79F-DA1A-B741EA94D36A}"/>
                </a:ext>
              </a:extLst>
            </p:cNvPr>
            <p:cNvSpPr/>
            <p:nvPr/>
          </p:nvSpPr>
          <p:spPr>
            <a:xfrm>
              <a:off x="10820976" y="4156"/>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33" name="Freeform: Shape 1332">
              <a:extLst>
                <a:ext uri="{FF2B5EF4-FFF2-40B4-BE49-F238E27FC236}">
                  <a16:creationId xmlns:a16="http://schemas.microsoft.com/office/drawing/2014/main" id="{AEC12159-CD2E-9E2F-6B0D-58B419C35E54}"/>
                </a:ext>
              </a:extLst>
            </p:cNvPr>
            <p:cNvSpPr/>
            <p:nvPr/>
          </p:nvSpPr>
          <p:spPr>
            <a:xfrm>
              <a:off x="10935231"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34" name="Freeform: Shape 1333">
              <a:extLst>
                <a:ext uri="{FF2B5EF4-FFF2-40B4-BE49-F238E27FC236}">
                  <a16:creationId xmlns:a16="http://schemas.microsoft.com/office/drawing/2014/main" id="{B98B6EF5-5489-8378-A830-60959C52AC32}"/>
                </a:ext>
              </a:extLst>
            </p:cNvPr>
            <p:cNvSpPr/>
            <p:nvPr/>
          </p:nvSpPr>
          <p:spPr>
            <a:xfrm>
              <a:off x="11049443"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35" name="Freeform: Shape 1334">
              <a:extLst>
                <a:ext uri="{FF2B5EF4-FFF2-40B4-BE49-F238E27FC236}">
                  <a16:creationId xmlns:a16="http://schemas.microsoft.com/office/drawing/2014/main" id="{3C2A1867-B43E-EE90-B32D-E56ECD2E156B}"/>
                </a:ext>
              </a:extLst>
            </p:cNvPr>
            <p:cNvSpPr/>
            <p:nvPr/>
          </p:nvSpPr>
          <p:spPr>
            <a:xfrm>
              <a:off x="11163699" y="4156"/>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36" name="Freeform: Shape 1335">
              <a:extLst>
                <a:ext uri="{FF2B5EF4-FFF2-40B4-BE49-F238E27FC236}">
                  <a16:creationId xmlns:a16="http://schemas.microsoft.com/office/drawing/2014/main" id="{6FCE3048-7196-0CCF-C770-59D755AE3073}"/>
                </a:ext>
              </a:extLst>
            </p:cNvPr>
            <p:cNvSpPr/>
            <p:nvPr/>
          </p:nvSpPr>
          <p:spPr>
            <a:xfrm>
              <a:off x="11277955"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37" name="Freeform: Shape 1336">
              <a:extLst>
                <a:ext uri="{FF2B5EF4-FFF2-40B4-BE49-F238E27FC236}">
                  <a16:creationId xmlns:a16="http://schemas.microsoft.com/office/drawing/2014/main" id="{6A59417D-FEFB-FADD-BC57-0C7962401532}"/>
                </a:ext>
              </a:extLst>
            </p:cNvPr>
            <p:cNvSpPr/>
            <p:nvPr/>
          </p:nvSpPr>
          <p:spPr>
            <a:xfrm>
              <a:off x="11392210"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38" name="Freeform: Shape 1337">
              <a:extLst>
                <a:ext uri="{FF2B5EF4-FFF2-40B4-BE49-F238E27FC236}">
                  <a16:creationId xmlns:a16="http://schemas.microsoft.com/office/drawing/2014/main" id="{4A482A7D-D261-65EA-09D2-8BCE7BBF4C2B}"/>
                </a:ext>
              </a:extLst>
            </p:cNvPr>
            <p:cNvSpPr/>
            <p:nvPr/>
          </p:nvSpPr>
          <p:spPr>
            <a:xfrm>
              <a:off x="11506466" y="4156"/>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39" name="Freeform: Shape 1338">
              <a:extLst>
                <a:ext uri="{FF2B5EF4-FFF2-40B4-BE49-F238E27FC236}">
                  <a16:creationId xmlns:a16="http://schemas.microsoft.com/office/drawing/2014/main" id="{8F92571F-1FDB-A349-0AE7-82A5F171D311}"/>
                </a:ext>
              </a:extLst>
            </p:cNvPr>
            <p:cNvSpPr/>
            <p:nvPr/>
          </p:nvSpPr>
          <p:spPr>
            <a:xfrm>
              <a:off x="11620722"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40" name="Freeform: Shape 1339">
              <a:extLst>
                <a:ext uri="{FF2B5EF4-FFF2-40B4-BE49-F238E27FC236}">
                  <a16:creationId xmlns:a16="http://schemas.microsoft.com/office/drawing/2014/main" id="{ECF84458-58FC-A12E-4D83-E6040AEB2F11}"/>
                </a:ext>
              </a:extLst>
            </p:cNvPr>
            <p:cNvSpPr/>
            <p:nvPr/>
          </p:nvSpPr>
          <p:spPr>
            <a:xfrm>
              <a:off x="11734978"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41" name="Freeform: Shape 1340">
              <a:extLst>
                <a:ext uri="{FF2B5EF4-FFF2-40B4-BE49-F238E27FC236}">
                  <a16:creationId xmlns:a16="http://schemas.microsoft.com/office/drawing/2014/main" id="{99D1D1E7-E9D2-CD33-80D7-4CB85AF0AB9E}"/>
                </a:ext>
              </a:extLst>
            </p:cNvPr>
            <p:cNvSpPr/>
            <p:nvPr/>
          </p:nvSpPr>
          <p:spPr>
            <a:xfrm>
              <a:off x="11849233"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42" name="Freeform: Shape 1341">
              <a:extLst>
                <a:ext uri="{FF2B5EF4-FFF2-40B4-BE49-F238E27FC236}">
                  <a16:creationId xmlns:a16="http://schemas.microsoft.com/office/drawing/2014/main" id="{A6AD1426-73B9-B2F9-B2E8-A9C9F23552CD}"/>
                </a:ext>
              </a:extLst>
            </p:cNvPr>
            <p:cNvSpPr/>
            <p:nvPr/>
          </p:nvSpPr>
          <p:spPr>
            <a:xfrm>
              <a:off x="11963489" y="415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43" name="Freeform: Shape 1342">
              <a:extLst>
                <a:ext uri="{FF2B5EF4-FFF2-40B4-BE49-F238E27FC236}">
                  <a16:creationId xmlns:a16="http://schemas.microsoft.com/office/drawing/2014/main" id="{57B84F91-0F44-6A02-6303-24FC40C3C1BF}"/>
                </a:ext>
              </a:extLst>
            </p:cNvPr>
            <p:cNvSpPr/>
            <p:nvPr/>
          </p:nvSpPr>
          <p:spPr>
            <a:xfrm>
              <a:off x="12077745" y="4156"/>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44" name="Freeform: Shape 1343">
              <a:extLst>
                <a:ext uri="{FF2B5EF4-FFF2-40B4-BE49-F238E27FC236}">
                  <a16:creationId xmlns:a16="http://schemas.microsoft.com/office/drawing/2014/main" id="{FE26A6BD-D338-D53A-59AF-F4713DD61C54}"/>
                </a:ext>
              </a:extLst>
            </p:cNvPr>
            <p:cNvSpPr/>
            <p:nvPr/>
          </p:nvSpPr>
          <p:spPr>
            <a:xfrm>
              <a:off x="7279135" y="11841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45" name="Freeform: Shape 1344">
              <a:extLst>
                <a:ext uri="{FF2B5EF4-FFF2-40B4-BE49-F238E27FC236}">
                  <a16:creationId xmlns:a16="http://schemas.microsoft.com/office/drawing/2014/main" id="{04CB28D0-F440-F723-C917-3482550513D3}"/>
                </a:ext>
              </a:extLst>
            </p:cNvPr>
            <p:cNvSpPr/>
            <p:nvPr/>
          </p:nvSpPr>
          <p:spPr>
            <a:xfrm>
              <a:off x="7393391"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46" name="Freeform: Shape 1345">
              <a:extLst>
                <a:ext uri="{FF2B5EF4-FFF2-40B4-BE49-F238E27FC236}">
                  <a16:creationId xmlns:a16="http://schemas.microsoft.com/office/drawing/2014/main" id="{2AD6130E-B246-CFCE-03A5-82A6C9D696F9}"/>
                </a:ext>
              </a:extLst>
            </p:cNvPr>
            <p:cNvSpPr/>
            <p:nvPr/>
          </p:nvSpPr>
          <p:spPr>
            <a:xfrm>
              <a:off x="7507646"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47" name="Freeform: Shape 1346">
              <a:extLst>
                <a:ext uri="{FF2B5EF4-FFF2-40B4-BE49-F238E27FC236}">
                  <a16:creationId xmlns:a16="http://schemas.microsoft.com/office/drawing/2014/main" id="{3D549641-046E-FB0F-D11C-7E4065F2A939}"/>
                </a:ext>
              </a:extLst>
            </p:cNvPr>
            <p:cNvSpPr/>
            <p:nvPr/>
          </p:nvSpPr>
          <p:spPr>
            <a:xfrm>
              <a:off x="7621902"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48" name="Freeform: Shape 1347">
              <a:extLst>
                <a:ext uri="{FF2B5EF4-FFF2-40B4-BE49-F238E27FC236}">
                  <a16:creationId xmlns:a16="http://schemas.microsoft.com/office/drawing/2014/main" id="{6BEA92A1-1C9D-BBFC-D0AA-72ED88CC5B93}"/>
                </a:ext>
              </a:extLst>
            </p:cNvPr>
            <p:cNvSpPr/>
            <p:nvPr/>
          </p:nvSpPr>
          <p:spPr>
            <a:xfrm>
              <a:off x="7736158" y="11841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49" name="Freeform: Shape 1348">
              <a:extLst>
                <a:ext uri="{FF2B5EF4-FFF2-40B4-BE49-F238E27FC236}">
                  <a16:creationId xmlns:a16="http://schemas.microsoft.com/office/drawing/2014/main" id="{AF0557E9-66A6-5916-077A-200A92BC78A3}"/>
                </a:ext>
              </a:extLst>
            </p:cNvPr>
            <p:cNvSpPr/>
            <p:nvPr/>
          </p:nvSpPr>
          <p:spPr>
            <a:xfrm>
              <a:off x="7850414"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50" name="Freeform: Shape 1349">
              <a:extLst>
                <a:ext uri="{FF2B5EF4-FFF2-40B4-BE49-F238E27FC236}">
                  <a16:creationId xmlns:a16="http://schemas.microsoft.com/office/drawing/2014/main" id="{1F4C1DFC-513C-17CA-1103-399B93BAE44A}"/>
                </a:ext>
              </a:extLst>
            </p:cNvPr>
            <p:cNvSpPr/>
            <p:nvPr/>
          </p:nvSpPr>
          <p:spPr>
            <a:xfrm>
              <a:off x="7964669"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51" name="Freeform: Shape 1350">
              <a:extLst>
                <a:ext uri="{FF2B5EF4-FFF2-40B4-BE49-F238E27FC236}">
                  <a16:creationId xmlns:a16="http://schemas.microsoft.com/office/drawing/2014/main" id="{6D3CDC76-0B28-3154-297E-66AABBF1BCCE}"/>
                </a:ext>
              </a:extLst>
            </p:cNvPr>
            <p:cNvSpPr/>
            <p:nvPr/>
          </p:nvSpPr>
          <p:spPr>
            <a:xfrm>
              <a:off x="8078925" y="11841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52" name="Freeform: Shape 1351">
              <a:extLst>
                <a:ext uri="{FF2B5EF4-FFF2-40B4-BE49-F238E27FC236}">
                  <a16:creationId xmlns:a16="http://schemas.microsoft.com/office/drawing/2014/main" id="{0B7E1447-6E1F-4267-AAD4-F848C96AEB4F}"/>
                </a:ext>
              </a:extLst>
            </p:cNvPr>
            <p:cNvSpPr/>
            <p:nvPr/>
          </p:nvSpPr>
          <p:spPr>
            <a:xfrm>
              <a:off x="8193181"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53" name="Freeform: Shape 1352">
              <a:extLst>
                <a:ext uri="{FF2B5EF4-FFF2-40B4-BE49-F238E27FC236}">
                  <a16:creationId xmlns:a16="http://schemas.microsoft.com/office/drawing/2014/main" id="{7E6F8654-592D-627C-3A7C-0DFB170CE72A}"/>
                </a:ext>
              </a:extLst>
            </p:cNvPr>
            <p:cNvSpPr/>
            <p:nvPr/>
          </p:nvSpPr>
          <p:spPr>
            <a:xfrm>
              <a:off x="8307437"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54" name="Freeform: Shape 1353">
              <a:extLst>
                <a:ext uri="{FF2B5EF4-FFF2-40B4-BE49-F238E27FC236}">
                  <a16:creationId xmlns:a16="http://schemas.microsoft.com/office/drawing/2014/main" id="{04AF5199-2059-DCF3-A872-8A1EC1324C51}"/>
                </a:ext>
              </a:extLst>
            </p:cNvPr>
            <p:cNvSpPr/>
            <p:nvPr/>
          </p:nvSpPr>
          <p:spPr>
            <a:xfrm>
              <a:off x="8421648"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55" name="Freeform: Shape 1354">
              <a:extLst>
                <a:ext uri="{FF2B5EF4-FFF2-40B4-BE49-F238E27FC236}">
                  <a16:creationId xmlns:a16="http://schemas.microsoft.com/office/drawing/2014/main" id="{4B9DF240-B55F-AEB8-9720-E9827D1A4266}"/>
                </a:ext>
              </a:extLst>
            </p:cNvPr>
            <p:cNvSpPr/>
            <p:nvPr/>
          </p:nvSpPr>
          <p:spPr>
            <a:xfrm>
              <a:off x="8535904"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56" name="Freeform: Shape 1355">
              <a:extLst>
                <a:ext uri="{FF2B5EF4-FFF2-40B4-BE49-F238E27FC236}">
                  <a16:creationId xmlns:a16="http://schemas.microsoft.com/office/drawing/2014/main" id="{0E3C3464-D579-1759-F115-D2AD78D8675D}"/>
                </a:ext>
              </a:extLst>
            </p:cNvPr>
            <p:cNvSpPr/>
            <p:nvPr/>
          </p:nvSpPr>
          <p:spPr>
            <a:xfrm>
              <a:off x="8650160"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57" name="Freeform: Shape 1356">
              <a:extLst>
                <a:ext uri="{FF2B5EF4-FFF2-40B4-BE49-F238E27FC236}">
                  <a16:creationId xmlns:a16="http://schemas.microsoft.com/office/drawing/2014/main" id="{3AA10972-1128-966C-070B-F91949EA2E2D}"/>
                </a:ext>
              </a:extLst>
            </p:cNvPr>
            <p:cNvSpPr/>
            <p:nvPr/>
          </p:nvSpPr>
          <p:spPr>
            <a:xfrm>
              <a:off x="8764416"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58" name="Freeform: Shape 1357">
              <a:extLst>
                <a:ext uri="{FF2B5EF4-FFF2-40B4-BE49-F238E27FC236}">
                  <a16:creationId xmlns:a16="http://schemas.microsoft.com/office/drawing/2014/main" id="{B8F69D6B-C744-A61E-6CE1-E665218013C9}"/>
                </a:ext>
              </a:extLst>
            </p:cNvPr>
            <p:cNvSpPr/>
            <p:nvPr/>
          </p:nvSpPr>
          <p:spPr>
            <a:xfrm>
              <a:off x="8878671" y="11841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59" name="Freeform: Shape 1358">
              <a:extLst>
                <a:ext uri="{FF2B5EF4-FFF2-40B4-BE49-F238E27FC236}">
                  <a16:creationId xmlns:a16="http://schemas.microsoft.com/office/drawing/2014/main" id="{68E11CB2-65CC-9FFF-7910-E09B46142EC5}"/>
                </a:ext>
              </a:extLst>
            </p:cNvPr>
            <p:cNvSpPr/>
            <p:nvPr/>
          </p:nvSpPr>
          <p:spPr>
            <a:xfrm>
              <a:off x="8992927"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60" name="Freeform: Shape 1359">
              <a:extLst>
                <a:ext uri="{FF2B5EF4-FFF2-40B4-BE49-F238E27FC236}">
                  <a16:creationId xmlns:a16="http://schemas.microsoft.com/office/drawing/2014/main" id="{B947F57B-3924-663C-543F-D0912E16427C}"/>
                </a:ext>
              </a:extLst>
            </p:cNvPr>
            <p:cNvSpPr/>
            <p:nvPr/>
          </p:nvSpPr>
          <p:spPr>
            <a:xfrm>
              <a:off x="9107183"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61" name="Freeform: Shape 1360">
              <a:extLst>
                <a:ext uri="{FF2B5EF4-FFF2-40B4-BE49-F238E27FC236}">
                  <a16:creationId xmlns:a16="http://schemas.microsoft.com/office/drawing/2014/main" id="{FD566BF7-F8FC-61F7-F7D0-BF813CA5ECB6}"/>
                </a:ext>
              </a:extLst>
            </p:cNvPr>
            <p:cNvSpPr/>
            <p:nvPr/>
          </p:nvSpPr>
          <p:spPr>
            <a:xfrm>
              <a:off x="9221439"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62" name="Freeform: Shape 1361">
              <a:extLst>
                <a:ext uri="{FF2B5EF4-FFF2-40B4-BE49-F238E27FC236}">
                  <a16:creationId xmlns:a16="http://schemas.microsoft.com/office/drawing/2014/main" id="{D0CC2E2B-B079-E8D1-3D01-409912262B9C}"/>
                </a:ext>
              </a:extLst>
            </p:cNvPr>
            <p:cNvSpPr/>
            <p:nvPr/>
          </p:nvSpPr>
          <p:spPr>
            <a:xfrm>
              <a:off x="9335695" y="11841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63" name="Freeform: Shape 1362">
              <a:extLst>
                <a:ext uri="{FF2B5EF4-FFF2-40B4-BE49-F238E27FC236}">
                  <a16:creationId xmlns:a16="http://schemas.microsoft.com/office/drawing/2014/main" id="{A902905C-BFD7-283D-C675-E4670EB2BF82}"/>
                </a:ext>
              </a:extLst>
            </p:cNvPr>
            <p:cNvSpPr/>
            <p:nvPr/>
          </p:nvSpPr>
          <p:spPr>
            <a:xfrm>
              <a:off x="9449950"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64" name="Freeform: Shape 1363">
              <a:extLst>
                <a:ext uri="{FF2B5EF4-FFF2-40B4-BE49-F238E27FC236}">
                  <a16:creationId xmlns:a16="http://schemas.microsoft.com/office/drawing/2014/main" id="{9291C6F8-3362-4AA1-032D-861ED1181B92}"/>
                </a:ext>
              </a:extLst>
            </p:cNvPr>
            <p:cNvSpPr/>
            <p:nvPr/>
          </p:nvSpPr>
          <p:spPr>
            <a:xfrm>
              <a:off x="9564206"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65" name="Freeform: Shape 1364">
              <a:extLst>
                <a:ext uri="{FF2B5EF4-FFF2-40B4-BE49-F238E27FC236}">
                  <a16:creationId xmlns:a16="http://schemas.microsoft.com/office/drawing/2014/main" id="{DB496EE2-849A-940E-2EF2-DF9C2C05BF07}"/>
                </a:ext>
              </a:extLst>
            </p:cNvPr>
            <p:cNvSpPr/>
            <p:nvPr/>
          </p:nvSpPr>
          <p:spPr>
            <a:xfrm>
              <a:off x="9678418" y="11841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66" name="Freeform: Shape 1365">
              <a:extLst>
                <a:ext uri="{FF2B5EF4-FFF2-40B4-BE49-F238E27FC236}">
                  <a16:creationId xmlns:a16="http://schemas.microsoft.com/office/drawing/2014/main" id="{63B4AC0D-A747-F813-FE66-65F0ED560E40}"/>
                </a:ext>
              </a:extLst>
            </p:cNvPr>
            <p:cNvSpPr/>
            <p:nvPr/>
          </p:nvSpPr>
          <p:spPr>
            <a:xfrm>
              <a:off x="9792674"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67" name="Freeform: Shape 1366">
              <a:extLst>
                <a:ext uri="{FF2B5EF4-FFF2-40B4-BE49-F238E27FC236}">
                  <a16:creationId xmlns:a16="http://schemas.microsoft.com/office/drawing/2014/main" id="{17051A40-952F-C897-BB05-8815F400F88F}"/>
                </a:ext>
              </a:extLst>
            </p:cNvPr>
            <p:cNvSpPr/>
            <p:nvPr/>
          </p:nvSpPr>
          <p:spPr>
            <a:xfrm>
              <a:off x="9906929"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68" name="Freeform: Shape 1367">
              <a:extLst>
                <a:ext uri="{FF2B5EF4-FFF2-40B4-BE49-F238E27FC236}">
                  <a16:creationId xmlns:a16="http://schemas.microsoft.com/office/drawing/2014/main" id="{21C85010-14FF-0022-A09E-FF46E041A1B7}"/>
                </a:ext>
              </a:extLst>
            </p:cNvPr>
            <p:cNvSpPr/>
            <p:nvPr/>
          </p:nvSpPr>
          <p:spPr>
            <a:xfrm>
              <a:off x="10021185"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69" name="Freeform: Shape 1368">
              <a:extLst>
                <a:ext uri="{FF2B5EF4-FFF2-40B4-BE49-F238E27FC236}">
                  <a16:creationId xmlns:a16="http://schemas.microsoft.com/office/drawing/2014/main" id="{C2AC3E4C-AE69-EADF-A3A2-8739E4EDC1B3}"/>
                </a:ext>
              </a:extLst>
            </p:cNvPr>
            <p:cNvSpPr/>
            <p:nvPr/>
          </p:nvSpPr>
          <p:spPr>
            <a:xfrm>
              <a:off x="10135441"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70" name="Freeform: Shape 1369">
              <a:extLst>
                <a:ext uri="{FF2B5EF4-FFF2-40B4-BE49-F238E27FC236}">
                  <a16:creationId xmlns:a16="http://schemas.microsoft.com/office/drawing/2014/main" id="{04F4EE01-6A57-5569-F770-3EDF9F567F26}"/>
                </a:ext>
              </a:extLst>
            </p:cNvPr>
            <p:cNvSpPr/>
            <p:nvPr/>
          </p:nvSpPr>
          <p:spPr>
            <a:xfrm>
              <a:off x="10249697"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71" name="Freeform: Shape 1370">
              <a:extLst>
                <a:ext uri="{FF2B5EF4-FFF2-40B4-BE49-F238E27FC236}">
                  <a16:creationId xmlns:a16="http://schemas.microsoft.com/office/drawing/2014/main" id="{DA3F4BEB-DDC6-39B9-5A59-1D869B44597C}"/>
                </a:ext>
              </a:extLst>
            </p:cNvPr>
            <p:cNvSpPr/>
            <p:nvPr/>
          </p:nvSpPr>
          <p:spPr>
            <a:xfrm>
              <a:off x="10363952"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72" name="Freeform: Shape 1371">
              <a:extLst>
                <a:ext uri="{FF2B5EF4-FFF2-40B4-BE49-F238E27FC236}">
                  <a16:creationId xmlns:a16="http://schemas.microsoft.com/office/drawing/2014/main" id="{0A364AC5-9F76-CFEA-60D9-1AA718C24F71}"/>
                </a:ext>
              </a:extLst>
            </p:cNvPr>
            <p:cNvSpPr/>
            <p:nvPr/>
          </p:nvSpPr>
          <p:spPr>
            <a:xfrm>
              <a:off x="10478208" y="11841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73" name="Freeform: Shape 1372">
              <a:extLst>
                <a:ext uri="{FF2B5EF4-FFF2-40B4-BE49-F238E27FC236}">
                  <a16:creationId xmlns:a16="http://schemas.microsoft.com/office/drawing/2014/main" id="{952C2F56-0E24-3892-3528-B19345F82B30}"/>
                </a:ext>
              </a:extLst>
            </p:cNvPr>
            <p:cNvSpPr/>
            <p:nvPr/>
          </p:nvSpPr>
          <p:spPr>
            <a:xfrm>
              <a:off x="10592464"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74" name="Freeform: Shape 1373">
              <a:extLst>
                <a:ext uri="{FF2B5EF4-FFF2-40B4-BE49-F238E27FC236}">
                  <a16:creationId xmlns:a16="http://schemas.microsoft.com/office/drawing/2014/main" id="{23E9DDB4-D0D0-3A65-B85D-524B2AFB8BC8}"/>
                </a:ext>
              </a:extLst>
            </p:cNvPr>
            <p:cNvSpPr/>
            <p:nvPr/>
          </p:nvSpPr>
          <p:spPr>
            <a:xfrm>
              <a:off x="10706720"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75" name="Freeform: Shape 1374">
              <a:extLst>
                <a:ext uri="{FF2B5EF4-FFF2-40B4-BE49-F238E27FC236}">
                  <a16:creationId xmlns:a16="http://schemas.microsoft.com/office/drawing/2014/main" id="{BA0A9F15-2EFF-D13E-EB9B-B3E5E542B1D4}"/>
                </a:ext>
              </a:extLst>
            </p:cNvPr>
            <p:cNvSpPr/>
            <p:nvPr/>
          </p:nvSpPr>
          <p:spPr>
            <a:xfrm>
              <a:off x="10820976" y="118412"/>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76" name="Freeform: Shape 1375">
              <a:extLst>
                <a:ext uri="{FF2B5EF4-FFF2-40B4-BE49-F238E27FC236}">
                  <a16:creationId xmlns:a16="http://schemas.microsoft.com/office/drawing/2014/main" id="{54FFC0C4-3321-0854-96CD-26BEB7E90A3A}"/>
                </a:ext>
              </a:extLst>
            </p:cNvPr>
            <p:cNvSpPr/>
            <p:nvPr/>
          </p:nvSpPr>
          <p:spPr>
            <a:xfrm>
              <a:off x="10935231"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77" name="Freeform: Shape 1376">
              <a:extLst>
                <a:ext uri="{FF2B5EF4-FFF2-40B4-BE49-F238E27FC236}">
                  <a16:creationId xmlns:a16="http://schemas.microsoft.com/office/drawing/2014/main" id="{D74E00AA-0FBF-5AD6-28EF-4FBE7B07218B}"/>
                </a:ext>
              </a:extLst>
            </p:cNvPr>
            <p:cNvSpPr/>
            <p:nvPr/>
          </p:nvSpPr>
          <p:spPr>
            <a:xfrm>
              <a:off x="11049443"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78" name="Freeform: Shape 1377">
              <a:extLst>
                <a:ext uri="{FF2B5EF4-FFF2-40B4-BE49-F238E27FC236}">
                  <a16:creationId xmlns:a16="http://schemas.microsoft.com/office/drawing/2014/main" id="{FF5D8318-80D3-67BB-2528-60A7DDEBB2D2}"/>
                </a:ext>
              </a:extLst>
            </p:cNvPr>
            <p:cNvSpPr/>
            <p:nvPr/>
          </p:nvSpPr>
          <p:spPr>
            <a:xfrm>
              <a:off x="11163699" y="118412"/>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79" name="Freeform: Shape 1378">
              <a:extLst>
                <a:ext uri="{FF2B5EF4-FFF2-40B4-BE49-F238E27FC236}">
                  <a16:creationId xmlns:a16="http://schemas.microsoft.com/office/drawing/2014/main" id="{0B41C25D-C753-6D51-F654-4CAC9CFEC044}"/>
                </a:ext>
              </a:extLst>
            </p:cNvPr>
            <p:cNvSpPr/>
            <p:nvPr/>
          </p:nvSpPr>
          <p:spPr>
            <a:xfrm>
              <a:off x="11277955"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80" name="Freeform: Shape 1379">
              <a:extLst>
                <a:ext uri="{FF2B5EF4-FFF2-40B4-BE49-F238E27FC236}">
                  <a16:creationId xmlns:a16="http://schemas.microsoft.com/office/drawing/2014/main" id="{CDD97646-3C3E-F921-022F-C91107DB972D}"/>
                </a:ext>
              </a:extLst>
            </p:cNvPr>
            <p:cNvSpPr/>
            <p:nvPr/>
          </p:nvSpPr>
          <p:spPr>
            <a:xfrm>
              <a:off x="11392210"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81" name="Freeform: Shape 1380">
              <a:extLst>
                <a:ext uri="{FF2B5EF4-FFF2-40B4-BE49-F238E27FC236}">
                  <a16:creationId xmlns:a16="http://schemas.microsoft.com/office/drawing/2014/main" id="{9CC2919A-A606-C5E8-4739-038AFE88DBFA}"/>
                </a:ext>
              </a:extLst>
            </p:cNvPr>
            <p:cNvSpPr/>
            <p:nvPr/>
          </p:nvSpPr>
          <p:spPr>
            <a:xfrm>
              <a:off x="11506466" y="118412"/>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82" name="Freeform: Shape 1381">
              <a:extLst>
                <a:ext uri="{FF2B5EF4-FFF2-40B4-BE49-F238E27FC236}">
                  <a16:creationId xmlns:a16="http://schemas.microsoft.com/office/drawing/2014/main" id="{FFC212DD-29FC-E4BD-77AA-4F61A92FAFC9}"/>
                </a:ext>
              </a:extLst>
            </p:cNvPr>
            <p:cNvSpPr/>
            <p:nvPr/>
          </p:nvSpPr>
          <p:spPr>
            <a:xfrm>
              <a:off x="11620722"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83" name="Freeform: Shape 1382">
              <a:extLst>
                <a:ext uri="{FF2B5EF4-FFF2-40B4-BE49-F238E27FC236}">
                  <a16:creationId xmlns:a16="http://schemas.microsoft.com/office/drawing/2014/main" id="{A960AD20-EFF2-C418-FE6D-A555892F7330}"/>
                </a:ext>
              </a:extLst>
            </p:cNvPr>
            <p:cNvSpPr/>
            <p:nvPr/>
          </p:nvSpPr>
          <p:spPr>
            <a:xfrm>
              <a:off x="11734978"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84" name="Freeform: Shape 1383">
              <a:extLst>
                <a:ext uri="{FF2B5EF4-FFF2-40B4-BE49-F238E27FC236}">
                  <a16:creationId xmlns:a16="http://schemas.microsoft.com/office/drawing/2014/main" id="{CE0B2737-48C2-0CB6-B18B-995442F37421}"/>
                </a:ext>
              </a:extLst>
            </p:cNvPr>
            <p:cNvSpPr/>
            <p:nvPr/>
          </p:nvSpPr>
          <p:spPr>
            <a:xfrm>
              <a:off x="11849233"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85" name="Freeform: Shape 1384">
              <a:extLst>
                <a:ext uri="{FF2B5EF4-FFF2-40B4-BE49-F238E27FC236}">
                  <a16:creationId xmlns:a16="http://schemas.microsoft.com/office/drawing/2014/main" id="{532DC0F0-2B2F-CE4E-993D-FC76D9F4D213}"/>
                </a:ext>
              </a:extLst>
            </p:cNvPr>
            <p:cNvSpPr/>
            <p:nvPr/>
          </p:nvSpPr>
          <p:spPr>
            <a:xfrm>
              <a:off x="11963489" y="11841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86" name="Freeform: Shape 1385">
              <a:extLst>
                <a:ext uri="{FF2B5EF4-FFF2-40B4-BE49-F238E27FC236}">
                  <a16:creationId xmlns:a16="http://schemas.microsoft.com/office/drawing/2014/main" id="{3A8C6466-97C2-D1DD-D851-B3107E117164}"/>
                </a:ext>
              </a:extLst>
            </p:cNvPr>
            <p:cNvSpPr/>
            <p:nvPr/>
          </p:nvSpPr>
          <p:spPr>
            <a:xfrm>
              <a:off x="12077745" y="118412"/>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87" name="Freeform: Shape 1386">
              <a:extLst>
                <a:ext uri="{FF2B5EF4-FFF2-40B4-BE49-F238E27FC236}">
                  <a16:creationId xmlns:a16="http://schemas.microsoft.com/office/drawing/2014/main" id="{E0FD184D-487B-5C21-3564-6F2F29AFF362}"/>
                </a:ext>
              </a:extLst>
            </p:cNvPr>
            <p:cNvSpPr/>
            <p:nvPr/>
          </p:nvSpPr>
          <p:spPr>
            <a:xfrm>
              <a:off x="7279135" y="23262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88" name="Freeform: Shape 1387">
              <a:extLst>
                <a:ext uri="{FF2B5EF4-FFF2-40B4-BE49-F238E27FC236}">
                  <a16:creationId xmlns:a16="http://schemas.microsoft.com/office/drawing/2014/main" id="{C27B60E8-B0A9-7643-B189-DBAD919EE2DC}"/>
                </a:ext>
              </a:extLst>
            </p:cNvPr>
            <p:cNvSpPr/>
            <p:nvPr/>
          </p:nvSpPr>
          <p:spPr>
            <a:xfrm>
              <a:off x="7393391"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89" name="Freeform: Shape 1388">
              <a:extLst>
                <a:ext uri="{FF2B5EF4-FFF2-40B4-BE49-F238E27FC236}">
                  <a16:creationId xmlns:a16="http://schemas.microsoft.com/office/drawing/2014/main" id="{815B3191-7294-AB54-ED42-AC0E43453721}"/>
                </a:ext>
              </a:extLst>
            </p:cNvPr>
            <p:cNvSpPr/>
            <p:nvPr/>
          </p:nvSpPr>
          <p:spPr>
            <a:xfrm>
              <a:off x="7507646"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90" name="Freeform: Shape 1389">
              <a:extLst>
                <a:ext uri="{FF2B5EF4-FFF2-40B4-BE49-F238E27FC236}">
                  <a16:creationId xmlns:a16="http://schemas.microsoft.com/office/drawing/2014/main" id="{BBEEF398-803F-66F8-24B2-8108F48EF1BB}"/>
                </a:ext>
              </a:extLst>
            </p:cNvPr>
            <p:cNvSpPr/>
            <p:nvPr/>
          </p:nvSpPr>
          <p:spPr>
            <a:xfrm>
              <a:off x="7621902"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91" name="Freeform: Shape 1390">
              <a:extLst>
                <a:ext uri="{FF2B5EF4-FFF2-40B4-BE49-F238E27FC236}">
                  <a16:creationId xmlns:a16="http://schemas.microsoft.com/office/drawing/2014/main" id="{23637880-BF75-7F7E-91F8-2882360876D8}"/>
                </a:ext>
              </a:extLst>
            </p:cNvPr>
            <p:cNvSpPr/>
            <p:nvPr/>
          </p:nvSpPr>
          <p:spPr>
            <a:xfrm>
              <a:off x="7736158" y="23262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92" name="Freeform: Shape 1391">
              <a:extLst>
                <a:ext uri="{FF2B5EF4-FFF2-40B4-BE49-F238E27FC236}">
                  <a16:creationId xmlns:a16="http://schemas.microsoft.com/office/drawing/2014/main" id="{8C39132F-FB18-0AB2-FE35-B3463BF6C71E}"/>
                </a:ext>
              </a:extLst>
            </p:cNvPr>
            <p:cNvSpPr/>
            <p:nvPr/>
          </p:nvSpPr>
          <p:spPr>
            <a:xfrm>
              <a:off x="7850414"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93" name="Freeform: Shape 1392">
              <a:extLst>
                <a:ext uri="{FF2B5EF4-FFF2-40B4-BE49-F238E27FC236}">
                  <a16:creationId xmlns:a16="http://schemas.microsoft.com/office/drawing/2014/main" id="{6F26CB68-3138-D243-D5CB-911BE02C4AC2}"/>
                </a:ext>
              </a:extLst>
            </p:cNvPr>
            <p:cNvSpPr/>
            <p:nvPr/>
          </p:nvSpPr>
          <p:spPr>
            <a:xfrm>
              <a:off x="7964669"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94" name="Freeform: Shape 1393">
              <a:extLst>
                <a:ext uri="{FF2B5EF4-FFF2-40B4-BE49-F238E27FC236}">
                  <a16:creationId xmlns:a16="http://schemas.microsoft.com/office/drawing/2014/main" id="{71BB0681-65E7-B159-2158-975B8D067AC7}"/>
                </a:ext>
              </a:extLst>
            </p:cNvPr>
            <p:cNvSpPr/>
            <p:nvPr/>
          </p:nvSpPr>
          <p:spPr>
            <a:xfrm>
              <a:off x="8078925" y="23262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95" name="Freeform: Shape 1394">
              <a:extLst>
                <a:ext uri="{FF2B5EF4-FFF2-40B4-BE49-F238E27FC236}">
                  <a16:creationId xmlns:a16="http://schemas.microsoft.com/office/drawing/2014/main" id="{2DFC083D-BFC0-74AE-C392-5AA36AEBEA1F}"/>
                </a:ext>
              </a:extLst>
            </p:cNvPr>
            <p:cNvSpPr/>
            <p:nvPr/>
          </p:nvSpPr>
          <p:spPr>
            <a:xfrm>
              <a:off x="8193181"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96" name="Freeform: Shape 1395">
              <a:extLst>
                <a:ext uri="{FF2B5EF4-FFF2-40B4-BE49-F238E27FC236}">
                  <a16:creationId xmlns:a16="http://schemas.microsoft.com/office/drawing/2014/main" id="{682BEA8A-8047-6949-505A-00D1FF391D06}"/>
                </a:ext>
              </a:extLst>
            </p:cNvPr>
            <p:cNvSpPr/>
            <p:nvPr/>
          </p:nvSpPr>
          <p:spPr>
            <a:xfrm>
              <a:off x="8307437"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97" name="Freeform: Shape 1396">
              <a:extLst>
                <a:ext uri="{FF2B5EF4-FFF2-40B4-BE49-F238E27FC236}">
                  <a16:creationId xmlns:a16="http://schemas.microsoft.com/office/drawing/2014/main" id="{4CB8DF25-AA0D-0C20-94E8-F16033DE882A}"/>
                </a:ext>
              </a:extLst>
            </p:cNvPr>
            <p:cNvSpPr/>
            <p:nvPr/>
          </p:nvSpPr>
          <p:spPr>
            <a:xfrm>
              <a:off x="8421648"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98" name="Freeform: Shape 1397">
              <a:extLst>
                <a:ext uri="{FF2B5EF4-FFF2-40B4-BE49-F238E27FC236}">
                  <a16:creationId xmlns:a16="http://schemas.microsoft.com/office/drawing/2014/main" id="{8B026E57-CEDE-5AC3-61FF-FFF908EA5E64}"/>
                </a:ext>
              </a:extLst>
            </p:cNvPr>
            <p:cNvSpPr/>
            <p:nvPr/>
          </p:nvSpPr>
          <p:spPr>
            <a:xfrm>
              <a:off x="8535904"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399" name="Freeform: Shape 1398">
              <a:extLst>
                <a:ext uri="{FF2B5EF4-FFF2-40B4-BE49-F238E27FC236}">
                  <a16:creationId xmlns:a16="http://schemas.microsoft.com/office/drawing/2014/main" id="{C1A5D20C-B70C-3B99-6C69-D0E5B709FEC2}"/>
                </a:ext>
              </a:extLst>
            </p:cNvPr>
            <p:cNvSpPr/>
            <p:nvPr/>
          </p:nvSpPr>
          <p:spPr>
            <a:xfrm>
              <a:off x="8650160"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00" name="Freeform: Shape 1399">
              <a:extLst>
                <a:ext uri="{FF2B5EF4-FFF2-40B4-BE49-F238E27FC236}">
                  <a16:creationId xmlns:a16="http://schemas.microsoft.com/office/drawing/2014/main" id="{C4B6E15F-2885-ADE4-B32E-B16E289DA398}"/>
                </a:ext>
              </a:extLst>
            </p:cNvPr>
            <p:cNvSpPr/>
            <p:nvPr/>
          </p:nvSpPr>
          <p:spPr>
            <a:xfrm>
              <a:off x="8764416"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01" name="Freeform: Shape 1400">
              <a:extLst>
                <a:ext uri="{FF2B5EF4-FFF2-40B4-BE49-F238E27FC236}">
                  <a16:creationId xmlns:a16="http://schemas.microsoft.com/office/drawing/2014/main" id="{CE53DA12-C0BC-7F24-B089-BC6A7FD326FC}"/>
                </a:ext>
              </a:extLst>
            </p:cNvPr>
            <p:cNvSpPr/>
            <p:nvPr/>
          </p:nvSpPr>
          <p:spPr>
            <a:xfrm>
              <a:off x="8878671" y="23262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02" name="Freeform: Shape 1401">
              <a:extLst>
                <a:ext uri="{FF2B5EF4-FFF2-40B4-BE49-F238E27FC236}">
                  <a16:creationId xmlns:a16="http://schemas.microsoft.com/office/drawing/2014/main" id="{ECA773D6-745E-757A-96F0-324030FC7F0E}"/>
                </a:ext>
              </a:extLst>
            </p:cNvPr>
            <p:cNvSpPr/>
            <p:nvPr/>
          </p:nvSpPr>
          <p:spPr>
            <a:xfrm>
              <a:off x="8992927"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03" name="Freeform: Shape 1402">
              <a:extLst>
                <a:ext uri="{FF2B5EF4-FFF2-40B4-BE49-F238E27FC236}">
                  <a16:creationId xmlns:a16="http://schemas.microsoft.com/office/drawing/2014/main" id="{296DCC25-70AD-BC15-7DAE-96924284312A}"/>
                </a:ext>
              </a:extLst>
            </p:cNvPr>
            <p:cNvSpPr/>
            <p:nvPr/>
          </p:nvSpPr>
          <p:spPr>
            <a:xfrm>
              <a:off x="9107183"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04" name="Freeform: Shape 1403">
              <a:extLst>
                <a:ext uri="{FF2B5EF4-FFF2-40B4-BE49-F238E27FC236}">
                  <a16:creationId xmlns:a16="http://schemas.microsoft.com/office/drawing/2014/main" id="{BC8E726F-E64A-2FCD-8550-1AA86291A466}"/>
                </a:ext>
              </a:extLst>
            </p:cNvPr>
            <p:cNvSpPr/>
            <p:nvPr/>
          </p:nvSpPr>
          <p:spPr>
            <a:xfrm>
              <a:off x="9221439"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05" name="Freeform: Shape 1404">
              <a:extLst>
                <a:ext uri="{FF2B5EF4-FFF2-40B4-BE49-F238E27FC236}">
                  <a16:creationId xmlns:a16="http://schemas.microsoft.com/office/drawing/2014/main" id="{A56C587F-BE29-7E90-AB6E-AD7315056B55}"/>
                </a:ext>
              </a:extLst>
            </p:cNvPr>
            <p:cNvSpPr/>
            <p:nvPr/>
          </p:nvSpPr>
          <p:spPr>
            <a:xfrm>
              <a:off x="9335695" y="23262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06" name="Freeform: Shape 1405">
              <a:extLst>
                <a:ext uri="{FF2B5EF4-FFF2-40B4-BE49-F238E27FC236}">
                  <a16:creationId xmlns:a16="http://schemas.microsoft.com/office/drawing/2014/main" id="{6C893E57-8526-F3AC-AD44-5596E97603A7}"/>
                </a:ext>
              </a:extLst>
            </p:cNvPr>
            <p:cNvSpPr/>
            <p:nvPr/>
          </p:nvSpPr>
          <p:spPr>
            <a:xfrm>
              <a:off x="9449950"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07" name="Freeform: Shape 1406">
              <a:extLst>
                <a:ext uri="{FF2B5EF4-FFF2-40B4-BE49-F238E27FC236}">
                  <a16:creationId xmlns:a16="http://schemas.microsoft.com/office/drawing/2014/main" id="{6C07DB18-56A9-363E-1306-35F670021E4A}"/>
                </a:ext>
              </a:extLst>
            </p:cNvPr>
            <p:cNvSpPr/>
            <p:nvPr/>
          </p:nvSpPr>
          <p:spPr>
            <a:xfrm>
              <a:off x="9564206"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08" name="Freeform: Shape 1407">
              <a:extLst>
                <a:ext uri="{FF2B5EF4-FFF2-40B4-BE49-F238E27FC236}">
                  <a16:creationId xmlns:a16="http://schemas.microsoft.com/office/drawing/2014/main" id="{C5DC2410-886A-2062-8244-ABB5E743275E}"/>
                </a:ext>
              </a:extLst>
            </p:cNvPr>
            <p:cNvSpPr/>
            <p:nvPr/>
          </p:nvSpPr>
          <p:spPr>
            <a:xfrm>
              <a:off x="9678418" y="23262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09" name="Freeform: Shape 1408">
              <a:extLst>
                <a:ext uri="{FF2B5EF4-FFF2-40B4-BE49-F238E27FC236}">
                  <a16:creationId xmlns:a16="http://schemas.microsoft.com/office/drawing/2014/main" id="{DE254364-6296-5514-EF7B-439400A32C44}"/>
                </a:ext>
              </a:extLst>
            </p:cNvPr>
            <p:cNvSpPr/>
            <p:nvPr/>
          </p:nvSpPr>
          <p:spPr>
            <a:xfrm>
              <a:off x="9792674"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10" name="Freeform: Shape 1409">
              <a:extLst>
                <a:ext uri="{FF2B5EF4-FFF2-40B4-BE49-F238E27FC236}">
                  <a16:creationId xmlns:a16="http://schemas.microsoft.com/office/drawing/2014/main" id="{447B3CEE-B329-1A1F-6889-6614ACBBAD39}"/>
                </a:ext>
              </a:extLst>
            </p:cNvPr>
            <p:cNvSpPr/>
            <p:nvPr/>
          </p:nvSpPr>
          <p:spPr>
            <a:xfrm>
              <a:off x="9906929"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11" name="Freeform: Shape 1410">
              <a:extLst>
                <a:ext uri="{FF2B5EF4-FFF2-40B4-BE49-F238E27FC236}">
                  <a16:creationId xmlns:a16="http://schemas.microsoft.com/office/drawing/2014/main" id="{E7053C5D-A929-8C7C-D7B6-031DB6096A22}"/>
                </a:ext>
              </a:extLst>
            </p:cNvPr>
            <p:cNvSpPr/>
            <p:nvPr/>
          </p:nvSpPr>
          <p:spPr>
            <a:xfrm>
              <a:off x="10021185"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12" name="Freeform: Shape 1411">
              <a:extLst>
                <a:ext uri="{FF2B5EF4-FFF2-40B4-BE49-F238E27FC236}">
                  <a16:creationId xmlns:a16="http://schemas.microsoft.com/office/drawing/2014/main" id="{DC27D518-4E0B-0C8A-E88F-D250470334AE}"/>
                </a:ext>
              </a:extLst>
            </p:cNvPr>
            <p:cNvSpPr/>
            <p:nvPr/>
          </p:nvSpPr>
          <p:spPr>
            <a:xfrm>
              <a:off x="10135441"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13" name="Freeform: Shape 1412">
              <a:extLst>
                <a:ext uri="{FF2B5EF4-FFF2-40B4-BE49-F238E27FC236}">
                  <a16:creationId xmlns:a16="http://schemas.microsoft.com/office/drawing/2014/main" id="{85C76741-0522-9EC8-4C43-1951DF22A6A5}"/>
                </a:ext>
              </a:extLst>
            </p:cNvPr>
            <p:cNvSpPr/>
            <p:nvPr/>
          </p:nvSpPr>
          <p:spPr>
            <a:xfrm>
              <a:off x="10249697"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14" name="Freeform: Shape 1413">
              <a:extLst>
                <a:ext uri="{FF2B5EF4-FFF2-40B4-BE49-F238E27FC236}">
                  <a16:creationId xmlns:a16="http://schemas.microsoft.com/office/drawing/2014/main" id="{4654CC72-7D6F-3218-550C-7E0C152E0E6D}"/>
                </a:ext>
              </a:extLst>
            </p:cNvPr>
            <p:cNvSpPr/>
            <p:nvPr/>
          </p:nvSpPr>
          <p:spPr>
            <a:xfrm>
              <a:off x="10363952"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15" name="Freeform: Shape 1414">
              <a:extLst>
                <a:ext uri="{FF2B5EF4-FFF2-40B4-BE49-F238E27FC236}">
                  <a16:creationId xmlns:a16="http://schemas.microsoft.com/office/drawing/2014/main" id="{9DA62B7B-398F-2FB8-EBEE-402593060A07}"/>
                </a:ext>
              </a:extLst>
            </p:cNvPr>
            <p:cNvSpPr/>
            <p:nvPr/>
          </p:nvSpPr>
          <p:spPr>
            <a:xfrm>
              <a:off x="10478208" y="23262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16" name="Freeform: Shape 1415">
              <a:extLst>
                <a:ext uri="{FF2B5EF4-FFF2-40B4-BE49-F238E27FC236}">
                  <a16:creationId xmlns:a16="http://schemas.microsoft.com/office/drawing/2014/main" id="{06B66669-1C98-AA40-A373-E9DFD9552F66}"/>
                </a:ext>
              </a:extLst>
            </p:cNvPr>
            <p:cNvSpPr/>
            <p:nvPr/>
          </p:nvSpPr>
          <p:spPr>
            <a:xfrm>
              <a:off x="10592464"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17" name="Freeform: Shape 1416">
              <a:extLst>
                <a:ext uri="{FF2B5EF4-FFF2-40B4-BE49-F238E27FC236}">
                  <a16:creationId xmlns:a16="http://schemas.microsoft.com/office/drawing/2014/main" id="{92C8349C-ABBA-C508-F241-F8FE2279F8EE}"/>
                </a:ext>
              </a:extLst>
            </p:cNvPr>
            <p:cNvSpPr/>
            <p:nvPr/>
          </p:nvSpPr>
          <p:spPr>
            <a:xfrm>
              <a:off x="10706720"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18" name="Freeform: Shape 1417">
              <a:extLst>
                <a:ext uri="{FF2B5EF4-FFF2-40B4-BE49-F238E27FC236}">
                  <a16:creationId xmlns:a16="http://schemas.microsoft.com/office/drawing/2014/main" id="{BE5661C3-A146-32A5-986F-323E83FEC4F1}"/>
                </a:ext>
              </a:extLst>
            </p:cNvPr>
            <p:cNvSpPr/>
            <p:nvPr/>
          </p:nvSpPr>
          <p:spPr>
            <a:xfrm>
              <a:off x="10820976" y="232623"/>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19" name="Freeform: Shape 1418">
              <a:extLst>
                <a:ext uri="{FF2B5EF4-FFF2-40B4-BE49-F238E27FC236}">
                  <a16:creationId xmlns:a16="http://schemas.microsoft.com/office/drawing/2014/main" id="{509017D0-0A81-B956-0CB9-1168AD48DAD8}"/>
                </a:ext>
              </a:extLst>
            </p:cNvPr>
            <p:cNvSpPr/>
            <p:nvPr/>
          </p:nvSpPr>
          <p:spPr>
            <a:xfrm>
              <a:off x="10935231"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20" name="Freeform: Shape 1419">
              <a:extLst>
                <a:ext uri="{FF2B5EF4-FFF2-40B4-BE49-F238E27FC236}">
                  <a16:creationId xmlns:a16="http://schemas.microsoft.com/office/drawing/2014/main" id="{D44C9109-F4CD-1498-900B-A327A4DDBABF}"/>
                </a:ext>
              </a:extLst>
            </p:cNvPr>
            <p:cNvSpPr/>
            <p:nvPr/>
          </p:nvSpPr>
          <p:spPr>
            <a:xfrm>
              <a:off x="11049443"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21" name="Freeform: Shape 1420">
              <a:extLst>
                <a:ext uri="{FF2B5EF4-FFF2-40B4-BE49-F238E27FC236}">
                  <a16:creationId xmlns:a16="http://schemas.microsoft.com/office/drawing/2014/main" id="{A90E87BD-608B-1645-5C74-FCDD24B8CA42}"/>
                </a:ext>
              </a:extLst>
            </p:cNvPr>
            <p:cNvSpPr/>
            <p:nvPr/>
          </p:nvSpPr>
          <p:spPr>
            <a:xfrm>
              <a:off x="11163699" y="232623"/>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22" name="Freeform: Shape 1421">
              <a:extLst>
                <a:ext uri="{FF2B5EF4-FFF2-40B4-BE49-F238E27FC236}">
                  <a16:creationId xmlns:a16="http://schemas.microsoft.com/office/drawing/2014/main" id="{097F05E0-8960-6B20-63E1-C0B891CAB833}"/>
                </a:ext>
              </a:extLst>
            </p:cNvPr>
            <p:cNvSpPr/>
            <p:nvPr/>
          </p:nvSpPr>
          <p:spPr>
            <a:xfrm>
              <a:off x="11277955"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23" name="Freeform: Shape 1422">
              <a:extLst>
                <a:ext uri="{FF2B5EF4-FFF2-40B4-BE49-F238E27FC236}">
                  <a16:creationId xmlns:a16="http://schemas.microsoft.com/office/drawing/2014/main" id="{055FAB66-7DC6-A62C-BB62-EA6019455F68}"/>
                </a:ext>
              </a:extLst>
            </p:cNvPr>
            <p:cNvSpPr/>
            <p:nvPr/>
          </p:nvSpPr>
          <p:spPr>
            <a:xfrm>
              <a:off x="11392210"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24" name="Freeform: Shape 1423">
              <a:extLst>
                <a:ext uri="{FF2B5EF4-FFF2-40B4-BE49-F238E27FC236}">
                  <a16:creationId xmlns:a16="http://schemas.microsoft.com/office/drawing/2014/main" id="{B627771F-CB05-ECDE-28F3-32BA468506E9}"/>
                </a:ext>
              </a:extLst>
            </p:cNvPr>
            <p:cNvSpPr/>
            <p:nvPr/>
          </p:nvSpPr>
          <p:spPr>
            <a:xfrm>
              <a:off x="11506466" y="232623"/>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25" name="Freeform: Shape 1424">
              <a:extLst>
                <a:ext uri="{FF2B5EF4-FFF2-40B4-BE49-F238E27FC236}">
                  <a16:creationId xmlns:a16="http://schemas.microsoft.com/office/drawing/2014/main" id="{7B216A58-2AEE-E1DA-0277-9D8121D99A76}"/>
                </a:ext>
              </a:extLst>
            </p:cNvPr>
            <p:cNvSpPr/>
            <p:nvPr/>
          </p:nvSpPr>
          <p:spPr>
            <a:xfrm>
              <a:off x="11620722"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26" name="Freeform: Shape 1425">
              <a:extLst>
                <a:ext uri="{FF2B5EF4-FFF2-40B4-BE49-F238E27FC236}">
                  <a16:creationId xmlns:a16="http://schemas.microsoft.com/office/drawing/2014/main" id="{1C4D6B0F-4CA6-D485-F29A-F38001276444}"/>
                </a:ext>
              </a:extLst>
            </p:cNvPr>
            <p:cNvSpPr/>
            <p:nvPr/>
          </p:nvSpPr>
          <p:spPr>
            <a:xfrm>
              <a:off x="11734978"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27" name="Freeform: Shape 1426">
              <a:extLst>
                <a:ext uri="{FF2B5EF4-FFF2-40B4-BE49-F238E27FC236}">
                  <a16:creationId xmlns:a16="http://schemas.microsoft.com/office/drawing/2014/main" id="{709DB949-131C-AA81-7217-B01A1379C1C6}"/>
                </a:ext>
              </a:extLst>
            </p:cNvPr>
            <p:cNvSpPr/>
            <p:nvPr/>
          </p:nvSpPr>
          <p:spPr>
            <a:xfrm>
              <a:off x="11849233"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28" name="Freeform: Shape 1427">
              <a:extLst>
                <a:ext uri="{FF2B5EF4-FFF2-40B4-BE49-F238E27FC236}">
                  <a16:creationId xmlns:a16="http://schemas.microsoft.com/office/drawing/2014/main" id="{D9014002-4E31-3014-F76C-F3863A88A48C}"/>
                </a:ext>
              </a:extLst>
            </p:cNvPr>
            <p:cNvSpPr/>
            <p:nvPr/>
          </p:nvSpPr>
          <p:spPr>
            <a:xfrm>
              <a:off x="11963489" y="23262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29" name="Freeform: Shape 1428">
              <a:extLst>
                <a:ext uri="{FF2B5EF4-FFF2-40B4-BE49-F238E27FC236}">
                  <a16:creationId xmlns:a16="http://schemas.microsoft.com/office/drawing/2014/main" id="{88C29EF7-BC50-3266-58EC-2FF1379FDBCD}"/>
                </a:ext>
              </a:extLst>
            </p:cNvPr>
            <p:cNvSpPr/>
            <p:nvPr/>
          </p:nvSpPr>
          <p:spPr>
            <a:xfrm>
              <a:off x="12077745" y="232623"/>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30" name="Freeform: Shape 1429">
              <a:extLst>
                <a:ext uri="{FF2B5EF4-FFF2-40B4-BE49-F238E27FC236}">
                  <a16:creationId xmlns:a16="http://schemas.microsoft.com/office/drawing/2014/main" id="{25854F2F-789B-77EA-88EF-712EA64E6639}"/>
                </a:ext>
              </a:extLst>
            </p:cNvPr>
            <p:cNvSpPr/>
            <p:nvPr/>
          </p:nvSpPr>
          <p:spPr>
            <a:xfrm>
              <a:off x="7279135" y="34687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31" name="Freeform: Shape 1430">
              <a:extLst>
                <a:ext uri="{FF2B5EF4-FFF2-40B4-BE49-F238E27FC236}">
                  <a16:creationId xmlns:a16="http://schemas.microsoft.com/office/drawing/2014/main" id="{13D60649-56D9-78DB-B9C3-55A90DDBCE55}"/>
                </a:ext>
              </a:extLst>
            </p:cNvPr>
            <p:cNvSpPr/>
            <p:nvPr/>
          </p:nvSpPr>
          <p:spPr>
            <a:xfrm>
              <a:off x="7393391"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32" name="Freeform: Shape 1431">
              <a:extLst>
                <a:ext uri="{FF2B5EF4-FFF2-40B4-BE49-F238E27FC236}">
                  <a16:creationId xmlns:a16="http://schemas.microsoft.com/office/drawing/2014/main" id="{13E877FB-E96C-B3A9-A860-5723D7D8F9BF}"/>
                </a:ext>
              </a:extLst>
            </p:cNvPr>
            <p:cNvSpPr/>
            <p:nvPr/>
          </p:nvSpPr>
          <p:spPr>
            <a:xfrm>
              <a:off x="7507646"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33" name="Freeform: Shape 1432">
              <a:extLst>
                <a:ext uri="{FF2B5EF4-FFF2-40B4-BE49-F238E27FC236}">
                  <a16:creationId xmlns:a16="http://schemas.microsoft.com/office/drawing/2014/main" id="{EC034421-1235-8662-32BB-49FCF4126C81}"/>
                </a:ext>
              </a:extLst>
            </p:cNvPr>
            <p:cNvSpPr/>
            <p:nvPr/>
          </p:nvSpPr>
          <p:spPr>
            <a:xfrm>
              <a:off x="7621902"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34" name="Freeform: Shape 1433">
              <a:extLst>
                <a:ext uri="{FF2B5EF4-FFF2-40B4-BE49-F238E27FC236}">
                  <a16:creationId xmlns:a16="http://schemas.microsoft.com/office/drawing/2014/main" id="{CE3A1FA6-EE62-09A5-F109-BF277551F7D1}"/>
                </a:ext>
              </a:extLst>
            </p:cNvPr>
            <p:cNvSpPr/>
            <p:nvPr/>
          </p:nvSpPr>
          <p:spPr>
            <a:xfrm>
              <a:off x="7736158" y="34687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35" name="Freeform: Shape 1434">
              <a:extLst>
                <a:ext uri="{FF2B5EF4-FFF2-40B4-BE49-F238E27FC236}">
                  <a16:creationId xmlns:a16="http://schemas.microsoft.com/office/drawing/2014/main" id="{D35FE63F-8FB7-2EC9-33E9-08364DFDDEF7}"/>
                </a:ext>
              </a:extLst>
            </p:cNvPr>
            <p:cNvSpPr/>
            <p:nvPr/>
          </p:nvSpPr>
          <p:spPr>
            <a:xfrm>
              <a:off x="7850414"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36" name="Freeform: Shape 1435">
              <a:extLst>
                <a:ext uri="{FF2B5EF4-FFF2-40B4-BE49-F238E27FC236}">
                  <a16:creationId xmlns:a16="http://schemas.microsoft.com/office/drawing/2014/main" id="{4A6669BA-6BC6-44FB-C4DD-4383B42D137A}"/>
                </a:ext>
              </a:extLst>
            </p:cNvPr>
            <p:cNvSpPr/>
            <p:nvPr/>
          </p:nvSpPr>
          <p:spPr>
            <a:xfrm>
              <a:off x="7964669"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37" name="Freeform: Shape 1436">
              <a:extLst>
                <a:ext uri="{FF2B5EF4-FFF2-40B4-BE49-F238E27FC236}">
                  <a16:creationId xmlns:a16="http://schemas.microsoft.com/office/drawing/2014/main" id="{0643BDC6-41ED-66E7-E028-2A4FF2848B5A}"/>
                </a:ext>
              </a:extLst>
            </p:cNvPr>
            <p:cNvSpPr/>
            <p:nvPr/>
          </p:nvSpPr>
          <p:spPr>
            <a:xfrm>
              <a:off x="8078925" y="34687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38" name="Freeform: Shape 1437">
              <a:extLst>
                <a:ext uri="{FF2B5EF4-FFF2-40B4-BE49-F238E27FC236}">
                  <a16:creationId xmlns:a16="http://schemas.microsoft.com/office/drawing/2014/main" id="{B22B981A-63E1-6AC5-39A9-B60340CAE3D6}"/>
                </a:ext>
              </a:extLst>
            </p:cNvPr>
            <p:cNvSpPr/>
            <p:nvPr/>
          </p:nvSpPr>
          <p:spPr>
            <a:xfrm>
              <a:off x="8193181"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39" name="Freeform: Shape 1438">
              <a:extLst>
                <a:ext uri="{FF2B5EF4-FFF2-40B4-BE49-F238E27FC236}">
                  <a16:creationId xmlns:a16="http://schemas.microsoft.com/office/drawing/2014/main" id="{CFF43C31-F820-4A09-AE90-7DF0999FF42C}"/>
                </a:ext>
              </a:extLst>
            </p:cNvPr>
            <p:cNvSpPr/>
            <p:nvPr/>
          </p:nvSpPr>
          <p:spPr>
            <a:xfrm>
              <a:off x="8307437"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40" name="Freeform: Shape 1439">
              <a:extLst>
                <a:ext uri="{FF2B5EF4-FFF2-40B4-BE49-F238E27FC236}">
                  <a16:creationId xmlns:a16="http://schemas.microsoft.com/office/drawing/2014/main" id="{4D634B85-943B-3F5C-F35D-E2DFA30FAED6}"/>
                </a:ext>
              </a:extLst>
            </p:cNvPr>
            <p:cNvSpPr/>
            <p:nvPr/>
          </p:nvSpPr>
          <p:spPr>
            <a:xfrm>
              <a:off x="8421648"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41" name="Freeform: Shape 1440">
              <a:extLst>
                <a:ext uri="{FF2B5EF4-FFF2-40B4-BE49-F238E27FC236}">
                  <a16:creationId xmlns:a16="http://schemas.microsoft.com/office/drawing/2014/main" id="{2306EDB5-2E67-1AC2-ACC6-F99E853DB058}"/>
                </a:ext>
              </a:extLst>
            </p:cNvPr>
            <p:cNvSpPr/>
            <p:nvPr/>
          </p:nvSpPr>
          <p:spPr>
            <a:xfrm>
              <a:off x="8535904"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42" name="Freeform: Shape 1441">
              <a:extLst>
                <a:ext uri="{FF2B5EF4-FFF2-40B4-BE49-F238E27FC236}">
                  <a16:creationId xmlns:a16="http://schemas.microsoft.com/office/drawing/2014/main" id="{4708765D-A249-CC1F-6CC7-E5F52D8E2B21}"/>
                </a:ext>
              </a:extLst>
            </p:cNvPr>
            <p:cNvSpPr/>
            <p:nvPr/>
          </p:nvSpPr>
          <p:spPr>
            <a:xfrm>
              <a:off x="8650160"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43" name="Freeform: Shape 1442">
              <a:extLst>
                <a:ext uri="{FF2B5EF4-FFF2-40B4-BE49-F238E27FC236}">
                  <a16:creationId xmlns:a16="http://schemas.microsoft.com/office/drawing/2014/main" id="{629C8760-8EC8-6C29-67A0-BA10BA66BC36}"/>
                </a:ext>
              </a:extLst>
            </p:cNvPr>
            <p:cNvSpPr/>
            <p:nvPr/>
          </p:nvSpPr>
          <p:spPr>
            <a:xfrm>
              <a:off x="8764416"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44" name="Freeform: Shape 1443">
              <a:extLst>
                <a:ext uri="{FF2B5EF4-FFF2-40B4-BE49-F238E27FC236}">
                  <a16:creationId xmlns:a16="http://schemas.microsoft.com/office/drawing/2014/main" id="{7C29676F-421B-8C0D-702D-CC0468CD68EE}"/>
                </a:ext>
              </a:extLst>
            </p:cNvPr>
            <p:cNvSpPr/>
            <p:nvPr/>
          </p:nvSpPr>
          <p:spPr>
            <a:xfrm>
              <a:off x="8878671" y="34687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45" name="Freeform: Shape 1444">
              <a:extLst>
                <a:ext uri="{FF2B5EF4-FFF2-40B4-BE49-F238E27FC236}">
                  <a16:creationId xmlns:a16="http://schemas.microsoft.com/office/drawing/2014/main" id="{3F31AD8C-FA2C-8CD2-C913-B9AA9430D84C}"/>
                </a:ext>
              </a:extLst>
            </p:cNvPr>
            <p:cNvSpPr/>
            <p:nvPr/>
          </p:nvSpPr>
          <p:spPr>
            <a:xfrm>
              <a:off x="8992927"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46" name="Freeform: Shape 1445">
              <a:extLst>
                <a:ext uri="{FF2B5EF4-FFF2-40B4-BE49-F238E27FC236}">
                  <a16:creationId xmlns:a16="http://schemas.microsoft.com/office/drawing/2014/main" id="{DA83FE37-33D3-9CF1-C503-03ECD8249552}"/>
                </a:ext>
              </a:extLst>
            </p:cNvPr>
            <p:cNvSpPr/>
            <p:nvPr/>
          </p:nvSpPr>
          <p:spPr>
            <a:xfrm>
              <a:off x="9107183"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47" name="Freeform: Shape 1446">
              <a:extLst>
                <a:ext uri="{FF2B5EF4-FFF2-40B4-BE49-F238E27FC236}">
                  <a16:creationId xmlns:a16="http://schemas.microsoft.com/office/drawing/2014/main" id="{D1E2B2F0-7906-CFA7-3813-297A60EC37BA}"/>
                </a:ext>
              </a:extLst>
            </p:cNvPr>
            <p:cNvSpPr/>
            <p:nvPr/>
          </p:nvSpPr>
          <p:spPr>
            <a:xfrm>
              <a:off x="9221439"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48" name="Freeform: Shape 1447">
              <a:extLst>
                <a:ext uri="{FF2B5EF4-FFF2-40B4-BE49-F238E27FC236}">
                  <a16:creationId xmlns:a16="http://schemas.microsoft.com/office/drawing/2014/main" id="{90D6C28E-4A30-9F98-4CFE-B42E34A9EE3B}"/>
                </a:ext>
              </a:extLst>
            </p:cNvPr>
            <p:cNvSpPr/>
            <p:nvPr/>
          </p:nvSpPr>
          <p:spPr>
            <a:xfrm>
              <a:off x="9335695" y="34687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49" name="Freeform: Shape 1448">
              <a:extLst>
                <a:ext uri="{FF2B5EF4-FFF2-40B4-BE49-F238E27FC236}">
                  <a16:creationId xmlns:a16="http://schemas.microsoft.com/office/drawing/2014/main" id="{022D3C4E-8C47-7BA1-81CD-BDCE6D4D838D}"/>
                </a:ext>
              </a:extLst>
            </p:cNvPr>
            <p:cNvSpPr/>
            <p:nvPr/>
          </p:nvSpPr>
          <p:spPr>
            <a:xfrm>
              <a:off x="9449950"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50" name="Freeform: Shape 1449">
              <a:extLst>
                <a:ext uri="{FF2B5EF4-FFF2-40B4-BE49-F238E27FC236}">
                  <a16:creationId xmlns:a16="http://schemas.microsoft.com/office/drawing/2014/main" id="{6E936624-06C1-4034-315F-CFEF70B75047}"/>
                </a:ext>
              </a:extLst>
            </p:cNvPr>
            <p:cNvSpPr/>
            <p:nvPr/>
          </p:nvSpPr>
          <p:spPr>
            <a:xfrm>
              <a:off x="9564206"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51" name="Freeform: Shape 1450">
              <a:extLst>
                <a:ext uri="{FF2B5EF4-FFF2-40B4-BE49-F238E27FC236}">
                  <a16:creationId xmlns:a16="http://schemas.microsoft.com/office/drawing/2014/main" id="{1DE86992-F208-A6B0-F139-F6F573FC331E}"/>
                </a:ext>
              </a:extLst>
            </p:cNvPr>
            <p:cNvSpPr/>
            <p:nvPr/>
          </p:nvSpPr>
          <p:spPr>
            <a:xfrm>
              <a:off x="9678418" y="34687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52" name="Freeform: Shape 1451">
              <a:extLst>
                <a:ext uri="{FF2B5EF4-FFF2-40B4-BE49-F238E27FC236}">
                  <a16:creationId xmlns:a16="http://schemas.microsoft.com/office/drawing/2014/main" id="{DCA8C014-B713-3F05-DBF7-7495F94D8187}"/>
                </a:ext>
              </a:extLst>
            </p:cNvPr>
            <p:cNvSpPr/>
            <p:nvPr/>
          </p:nvSpPr>
          <p:spPr>
            <a:xfrm>
              <a:off x="9792674"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53" name="Freeform: Shape 1452">
              <a:extLst>
                <a:ext uri="{FF2B5EF4-FFF2-40B4-BE49-F238E27FC236}">
                  <a16:creationId xmlns:a16="http://schemas.microsoft.com/office/drawing/2014/main" id="{775E1C34-3F79-1619-2C3C-6154BA853EB7}"/>
                </a:ext>
              </a:extLst>
            </p:cNvPr>
            <p:cNvSpPr/>
            <p:nvPr/>
          </p:nvSpPr>
          <p:spPr>
            <a:xfrm>
              <a:off x="9906929"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54" name="Freeform: Shape 1453">
              <a:extLst>
                <a:ext uri="{FF2B5EF4-FFF2-40B4-BE49-F238E27FC236}">
                  <a16:creationId xmlns:a16="http://schemas.microsoft.com/office/drawing/2014/main" id="{AF489234-0427-F4FA-B430-4CDC571374CD}"/>
                </a:ext>
              </a:extLst>
            </p:cNvPr>
            <p:cNvSpPr/>
            <p:nvPr/>
          </p:nvSpPr>
          <p:spPr>
            <a:xfrm>
              <a:off x="10021185"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55" name="Freeform: Shape 1454">
              <a:extLst>
                <a:ext uri="{FF2B5EF4-FFF2-40B4-BE49-F238E27FC236}">
                  <a16:creationId xmlns:a16="http://schemas.microsoft.com/office/drawing/2014/main" id="{55AC7ADE-1943-11E0-6106-C297C419E8FF}"/>
                </a:ext>
              </a:extLst>
            </p:cNvPr>
            <p:cNvSpPr/>
            <p:nvPr/>
          </p:nvSpPr>
          <p:spPr>
            <a:xfrm>
              <a:off x="10135441"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56" name="Freeform: Shape 1455">
              <a:extLst>
                <a:ext uri="{FF2B5EF4-FFF2-40B4-BE49-F238E27FC236}">
                  <a16:creationId xmlns:a16="http://schemas.microsoft.com/office/drawing/2014/main" id="{1E8BADEE-23D1-E73D-F83D-F7DF6385268D}"/>
                </a:ext>
              </a:extLst>
            </p:cNvPr>
            <p:cNvSpPr/>
            <p:nvPr/>
          </p:nvSpPr>
          <p:spPr>
            <a:xfrm>
              <a:off x="10249697"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57" name="Freeform: Shape 1456">
              <a:extLst>
                <a:ext uri="{FF2B5EF4-FFF2-40B4-BE49-F238E27FC236}">
                  <a16:creationId xmlns:a16="http://schemas.microsoft.com/office/drawing/2014/main" id="{FD26D2C9-10C9-C1E9-EEC7-89DFE896607D}"/>
                </a:ext>
              </a:extLst>
            </p:cNvPr>
            <p:cNvSpPr/>
            <p:nvPr/>
          </p:nvSpPr>
          <p:spPr>
            <a:xfrm>
              <a:off x="10363952"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58" name="Freeform: Shape 1457">
              <a:extLst>
                <a:ext uri="{FF2B5EF4-FFF2-40B4-BE49-F238E27FC236}">
                  <a16:creationId xmlns:a16="http://schemas.microsoft.com/office/drawing/2014/main" id="{FE212B49-0F25-5C8B-060D-65D6E7F09289}"/>
                </a:ext>
              </a:extLst>
            </p:cNvPr>
            <p:cNvSpPr/>
            <p:nvPr/>
          </p:nvSpPr>
          <p:spPr>
            <a:xfrm>
              <a:off x="10478208" y="34687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59" name="Freeform: Shape 1458">
              <a:extLst>
                <a:ext uri="{FF2B5EF4-FFF2-40B4-BE49-F238E27FC236}">
                  <a16:creationId xmlns:a16="http://schemas.microsoft.com/office/drawing/2014/main" id="{8EDB370A-FB91-668E-B2CB-B9F6E5B8CDB9}"/>
                </a:ext>
              </a:extLst>
            </p:cNvPr>
            <p:cNvSpPr/>
            <p:nvPr/>
          </p:nvSpPr>
          <p:spPr>
            <a:xfrm>
              <a:off x="10592464"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60" name="Freeform: Shape 1459">
              <a:extLst>
                <a:ext uri="{FF2B5EF4-FFF2-40B4-BE49-F238E27FC236}">
                  <a16:creationId xmlns:a16="http://schemas.microsoft.com/office/drawing/2014/main" id="{A16B3C51-8A86-E37B-E6BE-86B5197FC095}"/>
                </a:ext>
              </a:extLst>
            </p:cNvPr>
            <p:cNvSpPr/>
            <p:nvPr/>
          </p:nvSpPr>
          <p:spPr>
            <a:xfrm>
              <a:off x="10706720"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61" name="Freeform: Shape 1460">
              <a:extLst>
                <a:ext uri="{FF2B5EF4-FFF2-40B4-BE49-F238E27FC236}">
                  <a16:creationId xmlns:a16="http://schemas.microsoft.com/office/drawing/2014/main" id="{8ECE483C-3646-6B2B-B958-502651D33FEE}"/>
                </a:ext>
              </a:extLst>
            </p:cNvPr>
            <p:cNvSpPr/>
            <p:nvPr/>
          </p:nvSpPr>
          <p:spPr>
            <a:xfrm>
              <a:off x="10820976" y="346879"/>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62" name="Freeform: Shape 1461">
              <a:extLst>
                <a:ext uri="{FF2B5EF4-FFF2-40B4-BE49-F238E27FC236}">
                  <a16:creationId xmlns:a16="http://schemas.microsoft.com/office/drawing/2014/main" id="{BCE82A63-976E-E23D-25AF-CA91F2B619C4}"/>
                </a:ext>
              </a:extLst>
            </p:cNvPr>
            <p:cNvSpPr/>
            <p:nvPr/>
          </p:nvSpPr>
          <p:spPr>
            <a:xfrm>
              <a:off x="10935231"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63" name="Freeform: Shape 1462">
              <a:extLst>
                <a:ext uri="{FF2B5EF4-FFF2-40B4-BE49-F238E27FC236}">
                  <a16:creationId xmlns:a16="http://schemas.microsoft.com/office/drawing/2014/main" id="{20BDA639-743C-157D-02A8-D8226E743609}"/>
                </a:ext>
              </a:extLst>
            </p:cNvPr>
            <p:cNvSpPr/>
            <p:nvPr/>
          </p:nvSpPr>
          <p:spPr>
            <a:xfrm>
              <a:off x="11049443"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64" name="Freeform: Shape 1463">
              <a:extLst>
                <a:ext uri="{FF2B5EF4-FFF2-40B4-BE49-F238E27FC236}">
                  <a16:creationId xmlns:a16="http://schemas.microsoft.com/office/drawing/2014/main" id="{1634D325-243E-9279-3B29-3E09932FB43B}"/>
                </a:ext>
              </a:extLst>
            </p:cNvPr>
            <p:cNvSpPr/>
            <p:nvPr/>
          </p:nvSpPr>
          <p:spPr>
            <a:xfrm>
              <a:off x="11163699" y="346879"/>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65" name="Freeform: Shape 1464">
              <a:extLst>
                <a:ext uri="{FF2B5EF4-FFF2-40B4-BE49-F238E27FC236}">
                  <a16:creationId xmlns:a16="http://schemas.microsoft.com/office/drawing/2014/main" id="{EFC877C9-754D-A748-A626-1BD5DA324877}"/>
                </a:ext>
              </a:extLst>
            </p:cNvPr>
            <p:cNvSpPr/>
            <p:nvPr/>
          </p:nvSpPr>
          <p:spPr>
            <a:xfrm>
              <a:off x="11277955"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66" name="Freeform: Shape 1465">
              <a:extLst>
                <a:ext uri="{FF2B5EF4-FFF2-40B4-BE49-F238E27FC236}">
                  <a16:creationId xmlns:a16="http://schemas.microsoft.com/office/drawing/2014/main" id="{2E0BA88A-1668-4C8D-D27B-034CA2477F1A}"/>
                </a:ext>
              </a:extLst>
            </p:cNvPr>
            <p:cNvSpPr/>
            <p:nvPr/>
          </p:nvSpPr>
          <p:spPr>
            <a:xfrm>
              <a:off x="11392210"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67" name="Freeform: Shape 1466">
              <a:extLst>
                <a:ext uri="{FF2B5EF4-FFF2-40B4-BE49-F238E27FC236}">
                  <a16:creationId xmlns:a16="http://schemas.microsoft.com/office/drawing/2014/main" id="{06F013C9-A8EC-979D-3D69-951B7C387973}"/>
                </a:ext>
              </a:extLst>
            </p:cNvPr>
            <p:cNvSpPr/>
            <p:nvPr/>
          </p:nvSpPr>
          <p:spPr>
            <a:xfrm>
              <a:off x="11506466" y="346879"/>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68" name="Freeform: Shape 1467">
              <a:extLst>
                <a:ext uri="{FF2B5EF4-FFF2-40B4-BE49-F238E27FC236}">
                  <a16:creationId xmlns:a16="http://schemas.microsoft.com/office/drawing/2014/main" id="{7F035A1D-554A-8060-FE34-82B9863F362F}"/>
                </a:ext>
              </a:extLst>
            </p:cNvPr>
            <p:cNvSpPr/>
            <p:nvPr/>
          </p:nvSpPr>
          <p:spPr>
            <a:xfrm>
              <a:off x="11620722"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69" name="Freeform: Shape 1468">
              <a:extLst>
                <a:ext uri="{FF2B5EF4-FFF2-40B4-BE49-F238E27FC236}">
                  <a16:creationId xmlns:a16="http://schemas.microsoft.com/office/drawing/2014/main" id="{9105A15F-B493-C656-DCB7-61213D1C9F6D}"/>
                </a:ext>
              </a:extLst>
            </p:cNvPr>
            <p:cNvSpPr/>
            <p:nvPr/>
          </p:nvSpPr>
          <p:spPr>
            <a:xfrm>
              <a:off x="11734978"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70" name="Freeform: Shape 1469">
              <a:extLst>
                <a:ext uri="{FF2B5EF4-FFF2-40B4-BE49-F238E27FC236}">
                  <a16:creationId xmlns:a16="http://schemas.microsoft.com/office/drawing/2014/main" id="{0FB9AE31-EBCF-1FD8-9A9C-3331DBF07E2D}"/>
                </a:ext>
              </a:extLst>
            </p:cNvPr>
            <p:cNvSpPr/>
            <p:nvPr/>
          </p:nvSpPr>
          <p:spPr>
            <a:xfrm>
              <a:off x="11849233"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71" name="Freeform: Shape 1470">
              <a:extLst>
                <a:ext uri="{FF2B5EF4-FFF2-40B4-BE49-F238E27FC236}">
                  <a16:creationId xmlns:a16="http://schemas.microsoft.com/office/drawing/2014/main" id="{DCD40D53-041E-F23E-A96E-E4F4EAF7902B}"/>
                </a:ext>
              </a:extLst>
            </p:cNvPr>
            <p:cNvSpPr/>
            <p:nvPr/>
          </p:nvSpPr>
          <p:spPr>
            <a:xfrm>
              <a:off x="11963489" y="34687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72" name="Freeform: Shape 1471">
              <a:extLst>
                <a:ext uri="{FF2B5EF4-FFF2-40B4-BE49-F238E27FC236}">
                  <a16:creationId xmlns:a16="http://schemas.microsoft.com/office/drawing/2014/main" id="{01AE3E71-BA14-A7D4-2D06-55E7F41523E8}"/>
                </a:ext>
              </a:extLst>
            </p:cNvPr>
            <p:cNvSpPr/>
            <p:nvPr/>
          </p:nvSpPr>
          <p:spPr>
            <a:xfrm>
              <a:off x="12077745" y="346879"/>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73" name="Freeform: Shape 1472">
              <a:extLst>
                <a:ext uri="{FF2B5EF4-FFF2-40B4-BE49-F238E27FC236}">
                  <a16:creationId xmlns:a16="http://schemas.microsoft.com/office/drawing/2014/main" id="{B362BF6F-CBFD-C2EF-B26E-A5E642CE3B37}"/>
                </a:ext>
              </a:extLst>
            </p:cNvPr>
            <p:cNvSpPr/>
            <p:nvPr/>
          </p:nvSpPr>
          <p:spPr>
            <a:xfrm>
              <a:off x="7279135" y="46113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74" name="Freeform: Shape 1473">
              <a:extLst>
                <a:ext uri="{FF2B5EF4-FFF2-40B4-BE49-F238E27FC236}">
                  <a16:creationId xmlns:a16="http://schemas.microsoft.com/office/drawing/2014/main" id="{16432E80-48AE-C65B-E3AB-EFAA018590E4}"/>
                </a:ext>
              </a:extLst>
            </p:cNvPr>
            <p:cNvSpPr/>
            <p:nvPr/>
          </p:nvSpPr>
          <p:spPr>
            <a:xfrm>
              <a:off x="7393391"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75" name="Freeform: Shape 1474">
              <a:extLst>
                <a:ext uri="{FF2B5EF4-FFF2-40B4-BE49-F238E27FC236}">
                  <a16:creationId xmlns:a16="http://schemas.microsoft.com/office/drawing/2014/main" id="{E25509AA-719D-C899-3DC5-A5A909756C6B}"/>
                </a:ext>
              </a:extLst>
            </p:cNvPr>
            <p:cNvSpPr/>
            <p:nvPr/>
          </p:nvSpPr>
          <p:spPr>
            <a:xfrm>
              <a:off x="7507646"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76" name="Freeform: Shape 1475">
              <a:extLst>
                <a:ext uri="{FF2B5EF4-FFF2-40B4-BE49-F238E27FC236}">
                  <a16:creationId xmlns:a16="http://schemas.microsoft.com/office/drawing/2014/main" id="{6E2CB739-0302-0AB7-3610-5413AAD8207C}"/>
                </a:ext>
              </a:extLst>
            </p:cNvPr>
            <p:cNvSpPr/>
            <p:nvPr/>
          </p:nvSpPr>
          <p:spPr>
            <a:xfrm>
              <a:off x="7621902"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77" name="Freeform: Shape 1476">
              <a:extLst>
                <a:ext uri="{FF2B5EF4-FFF2-40B4-BE49-F238E27FC236}">
                  <a16:creationId xmlns:a16="http://schemas.microsoft.com/office/drawing/2014/main" id="{DED2FE35-11C2-62DA-D47D-2EB3AFD08B88}"/>
                </a:ext>
              </a:extLst>
            </p:cNvPr>
            <p:cNvSpPr/>
            <p:nvPr/>
          </p:nvSpPr>
          <p:spPr>
            <a:xfrm>
              <a:off x="7736158" y="46113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78" name="Freeform: Shape 1477">
              <a:extLst>
                <a:ext uri="{FF2B5EF4-FFF2-40B4-BE49-F238E27FC236}">
                  <a16:creationId xmlns:a16="http://schemas.microsoft.com/office/drawing/2014/main" id="{6501A3D3-9BE3-1A7D-5DB5-9D341B6BECC6}"/>
                </a:ext>
              </a:extLst>
            </p:cNvPr>
            <p:cNvSpPr/>
            <p:nvPr/>
          </p:nvSpPr>
          <p:spPr>
            <a:xfrm>
              <a:off x="7850414"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79" name="Freeform: Shape 1478">
              <a:extLst>
                <a:ext uri="{FF2B5EF4-FFF2-40B4-BE49-F238E27FC236}">
                  <a16:creationId xmlns:a16="http://schemas.microsoft.com/office/drawing/2014/main" id="{19124D8E-944C-CCB8-EE3C-0BCA91132746}"/>
                </a:ext>
              </a:extLst>
            </p:cNvPr>
            <p:cNvSpPr/>
            <p:nvPr/>
          </p:nvSpPr>
          <p:spPr>
            <a:xfrm>
              <a:off x="7964669"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80" name="Freeform: Shape 1479">
              <a:extLst>
                <a:ext uri="{FF2B5EF4-FFF2-40B4-BE49-F238E27FC236}">
                  <a16:creationId xmlns:a16="http://schemas.microsoft.com/office/drawing/2014/main" id="{BDA29983-F99F-F334-B8BF-8B570ABBC267}"/>
                </a:ext>
              </a:extLst>
            </p:cNvPr>
            <p:cNvSpPr/>
            <p:nvPr/>
          </p:nvSpPr>
          <p:spPr>
            <a:xfrm>
              <a:off x="8078925" y="46113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81" name="Freeform: Shape 1480">
              <a:extLst>
                <a:ext uri="{FF2B5EF4-FFF2-40B4-BE49-F238E27FC236}">
                  <a16:creationId xmlns:a16="http://schemas.microsoft.com/office/drawing/2014/main" id="{51FEEF43-E99D-49E4-BA4A-E6D6B4D71A55}"/>
                </a:ext>
              </a:extLst>
            </p:cNvPr>
            <p:cNvSpPr/>
            <p:nvPr/>
          </p:nvSpPr>
          <p:spPr>
            <a:xfrm>
              <a:off x="8193181"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82" name="Freeform: Shape 1481">
              <a:extLst>
                <a:ext uri="{FF2B5EF4-FFF2-40B4-BE49-F238E27FC236}">
                  <a16:creationId xmlns:a16="http://schemas.microsoft.com/office/drawing/2014/main" id="{DD1784D9-C730-24D7-4BCF-07107D527A6A}"/>
                </a:ext>
              </a:extLst>
            </p:cNvPr>
            <p:cNvSpPr/>
            <p:nvPr/>
          </p:nvSpPr>
          <p:spPr>
            <a:xfrm>
              <a:off x="8307437"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83" name="Freeform: Shape 1482">
              <a:extLst>
                <a:ext uri="{FF2B5EF4-FFF2-40B4-BE49-F238E27FC236}">
                  <a16:creationId xmlns:a16="http://schemas.microsoft.com/office/drawing/2014/main" id="{6BF7335D-9D70-A90C-CF25-C7EBEA140A4B}"/>
                </a:ext>
              </a:extLst>
            </p:cNvPr>
            <p:cNvSpPr/>
            <p:nvPr/>
          </p:nvSpPr>
          <p:spPr>
            <a:xfrm>
              <a:off x="8421648"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84" name="Freeform: Shape 1483">
              <a:extLst>
                <a:ext uri="{FF2B5EF4-FFF2-40B4-BE49-F238E27FC236}">
                  <a16:creationId xmlns:a16="http://schemas.microsoft.com/office/drawing/2014/main" id="{73ADCDCB-3D2A-352D-0E3C-1AF42B018220}"/>
                </a:ext>
              </a:extLst>
            </p:cNvPr>
            <p:cNvSpPr/>
            <p:nvPr/>
          </p:nvSpPr>
          <p:spPr>
            <a:xfrm>
              <a:off x="8535904"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85" name="Freeform: Shape 1484">
              <a:extLst>
                <a:ext uri="{FF2B5EF4-FFF2-40B4-BE49-F238E27FC236}">
                  <a16:creationId xmlns:a16="http://schemas.microsoft.com/office/drawing/2014/main" id="{BE3CF8B6-72B3-6585-F44E-6DEEC7BF0EB1}"/>
                </a:ext>
              </a:extLst>
            </p:cNvPr>
            <p:cNvSpPr/>
            <p:nvPr/>
          </p:nvSpPr>
          <p:spPr>
            <a:xfrm>
              <a:off x="8650160"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86" name="Freeform: Shape 1485">
              <a:extLst>
                <a:ext uri="{FF2B5EF4-FFF2-40B4-BE49-F238E27FC236}">
                  <a16:creationId xmlns:a16="http://schemas.microsoft.com/office/drawing/2014/main" id="{40A76FD3-20EC-E5C2-3B2B-624AA2F6C60F}"/>
                </a:ext>
              </a:extLst>
            </p:cNvPr>
            <p:cNvSpPr/>
            <p:nvPr/>
          </p:nvSpPr>
          <p:spPr>
            <a:xfrm>
              <a:off x="8764416"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87" name="Freeform: Shape 1486">
              <a:extLst>
                <a:ext uri="{FF2B5EF4-FFF2-40B4-BE49-F238E27FC236}">
                  <a16:creationId xmlns:a16="http://schemas.microsoft.com/office/drawing/2014/main" id="{51D99685-EAA7-1822-B290-1FC341A5AAC0}"/>
                </a:ext>
              </a:extLst>
            </p:cNvPr>
            <p:cNvSpPr/>
            <p:nvPr/>
          </p:nvSpPr>
          <p:spPr>
            <a:xfrm>
              <a:off x="8878671" y="46113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88" name="Freeform: Shape 1487">
              <a:extLst>
                <a:ext uri="{FF2B5EF4-FFF2-40B4-BE49-F238E27FC236}">
                  <a16:creationId xmlns:a16="http://schemas.microsoft.com/office/drawing/2014/main" id="{6B890093-C533-82F4-116A-B2E04EA3CA74}"/>
                </a:ext>
              </a:extLst>
            </p:cNvPr>
            <p:cNvSpPr/>
            <p:nvPr/>
          </p:nvSpPr>
          <p:spPr>
            <a:xfrm>
              <a:off x="8992927"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89" name="Freeform: Shape 1488">
              <a:extLst>
                <a:ext uri="{FF2B5EF4-FFF2-40B4-BE49-F238E27FC236}">
                  <a16:creationId xmlns:a16="http://schemas.microsoft.com/office/drawing/2014/main" id="{7F2964FD-4D07-0BF9-A731-B156BECC215F}"/>
                </a:ext>
              </a:extLst>
            </p:cNvPr>
            <p:cNvSpPr/>
            <p:nvPr/>
          </p:nvSpPr>
          <p:spPr>
            <a:xfrm>
              <a:off x="9107183"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90" name="Freeform: Shape 1489">
              <a:extLst>
                <a:ext uri="{FF2B5EF4-FFF2-40B4-BE49-F238E27FC236}">
                  <a16:creationId xmlns:a16="http://schemas.microsoft.com/office/drawing/2014/main" id="{1EFB8E2E-9AB5-328F-9184-F21C0D7F0D02}"/>
                </a:ext>
              </a:extLst>
            </p:cNvPr>
            <p:cNvSpPr/>
            <p:nvPr/>
          </p:nvSpPr>
          <p:spPr>
            <a:xfrm>
              <a:off x="9221439"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91" name="Freeform: Shape 1490">
              <a:extLst>
                <a:ext uri="{FF2B5EF4-FFF2-40B4-BE49-F238E27FC236}">
                  <a16:creationId xmlns:a16="http://schemas.microsoft.com/office/drawing/2014/main" id="{08C5442D-F93D-AC56-68BD-EF65D4ED27A9}"/>
                </a:ext>
              </a:extLst>
            </p:cNvPr>
            <p:cNvSpPr/>
            <p:nvPr/>
          </p:nvSpPr>
          <p:spPr>
            <a:xfrm>
              <a:off x="9335695" y="46113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92" name="Freeform: Shape 1491">
              <a:extLst>
                <a:ext uri="{FF2B5EF4-FFF2-40B4-BE49-F238E27FC236}">
                  <a16:creationId xmlns:a16="http://schemas.microsoft.com/office/drawing/2014/main" id="{41EEE114-62FC-FA8A-6922-C827B1707999}"/>
                </a:ext>
              </a:extLst>
            </p:cNvPr>
            <p:cNvSpPr/>
            <p:nvPr/>
          </p:nvSpPr>
          <p:spPr>
            <a:xfrm>
              <a:off x="9449950"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93" name="Freeform: Shape 1492">
              <a:extLst>
                <a:ext uri="{FF2B5EF4-FFF2-40B4-BE49-F238E27FC236}">
                  <a16:creationId xmlns:a16="http://schemas.microsoft.com/office/drawing/2014/main" id="{E6489C6B-8F4D-D21C-1D01-00D91917B426}"/>
                </a:ext>
              </a:extLst>
            </p:cNvPr>
            <p:cNvSpPr/>
            <p:nvPr/>
          </p:nvSpPr>
          <p:spPr>
            <a:xfrm>
              <a:off x="9564206"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94" name="Freeform: Shape 1493">
              <a:extLst>
                <a:ext uri="{FF2B5EF4-FFF2-40B4-BE49-F238E27FC236}">
                  <a16:creationId xmlns:a16="http://schemas.microsoft.com/office/drawing/2014/main" id="{3C609733-CF2A-5D23-3BDE-9BA791C3634A}"/>
                </a:ext>
              </a:extLst>
            </p:cNvPr>
            <p:cNvSpPr/>
            <p:nvPr/>
          </p:nvSpPr>
          <p:spPr>
            <a:xfrm>
              <a:off x="9678418" y="46113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95" name="Freeform: Shape 1494">
              <a:extLst>
                <a:ext uri="{FF2B5EF4-FFF2-40B4-BE49-F238E27FC236}">
                  <a16:creationId xmlns:a16="http://schemas.microsoft.com/office/drawing/2014/main" id="{CA9EAB10-AEC0-F577-675D-5C9EC9F85C3E}"/>
                </a:ext>
              </a:extLst>
            </p:cNvPr>
            <p:cNvSpPr/>
            <p:nvPr/>
          </p:nvSpPr>
          <p:spPr>
            <a:xfrm>
              <a:off x="9792674"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96" name="Freeform: Shape 1495">
              <a:extLst>
                <a:ext uri="{FF2B5EF4-FFF2-40B4-BE49-F238E27FC236}">
                  <a16:creationId xmlns:a16="http://schemas.microsoft.com/office/drawing/2014/main" id="{13F564BE-C03A-5F62-2B9C-86F54F9D2787}"/>
                </a:ext>
              </a:extLst>
            </p:cNvPr>
            <p:cNvSpPr/>
            <p:nvPr/>
          </p:nvSpPr>
          <p:spPr>
            <a:xfrm>
              <a:off x="9906929"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97" name="Freeform: Shape 1496">
              <a:extLst>
                <a:ext uri="{FF2B5EF4-FFF2-40B4-BE49-F238E27FC236}">
                  <a16:creationId xmlns:a16="http://schemas.microsoft.com/office/drawing/2014/main" id="{4BFCA4BB-24B1-CCE4-3AA9-5C26FBD23D8E}"/>
                </a:ext>
              </a:extLst>
            </p:cNvPr>
            <p:cNvSpPr/>
            <p:nvPr/>
          </p:nvSpPr>
          <p:spPr>
            <a:xfrm>
              <a:off x="10021185"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98" name="Freeform: Shape 1497">
              <a:extLst>
                <a:ext uri="{FF2B5EF4-FFF2-40B4-BE49-F238E27FC236}">
                  <a16:creationId xmlns:a16="http://schemas.microsoft.com/office/drawing/2014/main" id="{75393A0D-9554-5465-54C8-BEF0496BDFB7}"/>
                </a:ext>
              </a:extLst>
            </p:cNvPr>
            <p:cNvSpPr/>
            <p:nvPr/>
          </p:nvSpPr>
          <p:spPr>
            <a:xfrm>
              <a:off x="10135441"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499" name="Freeform: Shape 1498">
              <a:extLst>
                <a:ext uri="{FF2B5EF4-FFF2-40B4-BE49-F238E27FC236}">
                  <a16:creationId xmlns:a16="http://schemas.microsoft.com/office/drawing/2014/main" id="{FB0640FB-12D0-F8FC-9A06-787332B5CAD4}"/>
                </a:ext>
              </a:extLst>
            </p:cNvPr>
            <p:cNvSpPr/>
            <p:nvPr/>
          </p:nvSpPr>
          <p:spPr>
            <a:xfrm>
              <a:off x="10249697"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00" name="Freeform: Shape 1499">
              <a:extLst>
                <a:ext uri="{FF2B5EF4-FFF2-40B4-BE49-F238E27FC236}">
                  <a16:creationId xmlns:a16="http://schemas.microsoft.com/office/drawing/2014/main" id="{B0333418-6B20-F8B0-3003-F13C2DBB6F58}"/>
                </a:ext>
              </a:extLst>
            </p:cNvPr>
            <p:cNvSpPr/>
            <p:nvPr/>
          </p:nvSpPr>
          <p:spPr>
            <a:xfrm>
              <a:off x="10363952"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01" name="Freeform: Shape 1500">
              <a:extLst>
                <a:ext uri="{FF2B5EF4-FFF2-40B4-BE49-F238E27FC236}">
                  <a16:creationId xmlns:a16="http://schemas.microsoft.com/office/drawing/2014/main" id="{6B51B2A2-D986-C8D4-FDAC-D75F2AFB440E}"/>
                </a:ext>
              </a:extLst>
            </p:cNvPr>
            <p:cNvSpPr/>
            <p:nvPr/>
          </p:nvSpPr>
          <p:spPr>
            <a:xfrm>
              <a:off x="10478208" y="46113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02" name="Freeform: Shape 1501">
              <a:extLst>
                <a:ext uri="{FF2B5EF4-FFF2-40B4-BE49-F238E27FC236}">
                  <a16:creationId xmlns:a16="http://schemas.microsoft.com/office/drawing/2014/main" id="{64E2A9F0-A646-A7D4-EB9E-82F746388D55}"/>
                </a:ext>
              </a:extLst>
            </p:cNvPr>
            <p:cNvSpPr/>
            <p:nvPr/>
          </p:nvSpPr>
          <p:spPr>
            <a:xfrm>
              <a:off x="10592464"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03" name="Freeform: Shape 1502">
              <a:extLst>
                <a:ext uri="{FF2B5EF4-FFF2-40B4-BE49-F238E27FC236}">
                  <a16:creationId xmlns:a16="http://schemas.microsoft.com/office/drawing/2014/main" id="{ED692644-75B9-4E6F-E6E8-C18E06D22272}"/>
                </a:ext>
              </a:extLst>
            </p:cNvPr>
            <p:cNvSpPr/>
            <p:nvPr/>
          </p:nvSpPr>
          <p:spPr>
            <a:xfrm>
              <a:off x="10706720"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04" name="Freeform: Shape 1503">
              <a:extLst>
                <a:ext uri="{FF2B5EF4-FFF2-40B4-BE49-F238E27FC236}">
                  <a16:creationId xmlns:a16="http://schemas.microsoft.com/office/drawing/2014/main" id="{41844E51-CAA2-B88C-74D7-E16789723F44}"/>
                </a:ext>
              </a:extLst>
            </p:cNvPr>
            <p:cNvSpPr/>
            <p:nvPr/>
          </p:nvSpPr>
          <p:spPr>
            <a:xfrm>
              <a:off x="10820976" y="461135"/>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05" name="Freeform: Shape 1504">
              <a:extLst>
                <a:ext uri="{FF2B5EF4-FFF2-40B4-BE49-F238E27FC236}">
                  <a16:creationId xmlns:a16="http://schemas.microsoft.com/office/drawing/2014/main" id="{BE194AC9-A71E-70BC-B354-52605F482165}"/>
                </a:ext>
              </a:extLst>
            </p:cNvPr>
            <p:cNvSpPr/>
            <p:nvPr/>
          </p:nvSpPr>
          <p:spPr>
            <a:xfrm>
              <a:off x="10935231"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06" name="Freeform: Shape 1505">
              <a:extLst>
                <a:ext uri="{FF2B5EF4-FFF2-40B4-BE49-F238E27FC236}">
                  <a16:creationId xmlns:a16="http://schemas.microsoft.com/office/drawing/2014/main" id="{461EF7AD-8ABF-0880-15D6-A528A1FB5D48}"/>
                </a:ext>
              </a:extLst>
            </p:cNvPr>
            <p:cNvSpPr/>
            <p:nvPr/>
          </p:nvSpPr>
          <p:spPr>
            <a:xfrm>
              <a:off x="11049443"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07" name="Freeform: Shape 1506">
              <a:extLst>
                <a:ext uri="{FF2B5EF4-FFF2-40B4-BE49-F238E27FC236}">
                  <a16:creationId xmlns:a16="http://schemas.microsoft.com/office/drawing/2014/main" id="{443E09A3-19AC-90D4-1797-4E9F64A4ECF4}"/>
                </a:ext>
              </a:extLst>
            </p:cNvPr>
            <p:cNvSpPr/>
            <p:nvPr/>
          </p:nvSpPr>
          <p:spPr>
            <a:xfrm>
              <a:off x="11163699" y="461135"/>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08" name="Freeform: Shape 1507">
              <a:extLst>
                <a:ext uri="{FF2B5EF4-FFF2-40B4-BE49-F238E27FC236}">
                  <a16:creationId xmlns:a16="http://schemas.microsoft.com/office/drawing/2014/main" id="{39DC6AB9-E071-78F3-F506-D33D9DB67B21}"/>
                </a:ext>
              </a:extLst>
            </p:cNvPr>
            <p:cNvSpPr/>
            <p:nvPr/>
          </p:nvSpPr>
          <p:spPr>
            <a:xfrm>
              <a:off x="11277955"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09" name="Freeform: Shape 1508">
              <a:extLst>
                <a:ext uri="{FF2B5EF4-FFF2-40B4-BE49-F238E27FC236}">
                  <a16:creationId xmlns:a16="http://schemas.microsoft.com/office/drawing/2014/main" id="{F43C0C72-15B2-2EF5-B34C-431FF2C908AB}"/>
                </a:ext>
              </a:extLst>
            </p:cNvPr>
            <p:cNvSpPr/>
            <p:nvPr/>
          </p:nvSpPr>
          <p:spPr>
            <a:xfrm>
              <a:off x="11392210"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10" name="Freeform: Shape 1509">
              <a:extLst>
                <a:ext uri="{FF2B5EF4-FFF2-40B4-BE49-F238E27FC236}">
                  <a16:creationId xmlns:a16="http://schemas.microsoft.com/office/drawing/2014/main" id="{27CEB4DF-04B7-DAD0-75FB-42C6DBDF3BD6}"/>
                </a:ext>
              </a:extLst>
            </p:cNvPr>
            <p:cNvSpPr/>
            <p:nvPr/>
          </p:nvSpPr>
          <p:spPr>
            <a:xfrm>
              <a:off x="11506466" y="461135"/>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11" name="Freeform: Shape 1510">
              <a:extLst>
                <a:ext uri="{FF2B5EF4-FFF2-40B4-BE49-F238E27FC236}">
                  <a16:creationId xmlns:a16="http://schemas.microsoft.com/office/drawing/2014/main" id="{7E050F79-5F90-2B6F-6A81-FB10F4939315}"/>
                </a:ext>
              </a:extLst>
            </p:cNvPr>
            <p:cNvSpPr/>
            <p:nvPr/>
          </p:nvSpPr>
          <p:spPr>
            <a:xfrm>
              <a:off x="11620722"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12" name="Freeform: Shape 1511">
              <a:extLst>
                <a:ext uri="{FF2B5EF4-FFF2-40B4-BE49-F238E27FC236}">
                  <a16:creationId xmlns:a16="http://schemas.microsoft.com/office/drawing/2014/main" id="{92091846-40E5-4B54-4545-69AAC04D5091}"/>
                </a:ext>
              </a:extLst>
            </p:cNvPr>
            <p:cNvSpPr/>
            <p:nvPr/>
          </p:nvSpPr>
          <p:spPr>
            <a:xfrm>
              <a:off x="11734978"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13" name="Freeform: Shape 1512">
              <a:extLst>
                <a:ext uri="{FF2B5EF4-FFF2-40B4-BE49-F238E27FC236}">
                  <a16:creationId xmlns:a16="http://schemas.microsoft.com/office/drawing/2014/main" id="{56B99D4A-1A21-D2FE-221E-22B242DD19C3}"/>
                </a:ext>
              </a:extLst>
            </p:cNvPr>
            <p:cNvSpPr/>
            <p:nvPr/>
          </p:nvSpPr>
          <p:spPr>
            <a:xfrm>
              <a:off x="11849233"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14" name="Freeform: Shape 1513">
              <a:extLst>
                <a:ext uri="{FF2B5EF4-FFF2-40B4-BE49-F238E27FC236}">
                  <a16:creationId xmlns:a16="http://schemas.microsoft.com/office/drawing/2014/main" id="{026C6871-D936-5615-BAC4-75582D01CFFF}"/>
                </a:ext>
              </a:extLst>
            </p:cNvPr>
            <p:cNvSpPr/>
            <p:nvPr/>
          </p:nvSpPr>
          <p:spPr>
            <a:xfrm>
              <a:off x="11963489" y="46113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15" name="Freeform: Shape 1514">
              <a:extLst>
                <a:ext uri="{FF2B5EF4-FFF2-40B4-BE49-F238E27FC236}">
                  <a16:creationId xmlns:a16="http://schemas.microsoft.com/office/drawing/2014/main" id="{4610436B-702B-3FAC-39CD-A9196B7EAFD5}"/>
                </a:ext>
              </a:extLst>
            </p:cNvPr>
            <p:cNvSpPr/>
            <p:nvPr/>
          </p:nvSpPr>
          <p:spPr>
            <a:xfrm>
              <a:off x="12077745" y="461135"/>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16" name="Freeform: Shape 1515">
              <a:extLst>
                <a:ext uri="{FF2B5EF4-FFF2-40B4-BE49-F238E27FC236}">
                  <a16:creationId xmlns:a16="http://schemas.microsoft.com/office/drawing/2014/main" id="{F5D88028-6D19-9D36-86F5-3E46D2BA6B23}"/>
                </a:ext>
              </a:extLst>
            </p:cNvPr>
            <p:cNvSpPr/>
            <p:nvPr/>
          </p:nvSpPr>
          <p:spPr>
            <a:xfrm>
              <a:off x="7279135" y="57539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17" name="Freeform: Shape 1516">
              <a:extLst>
                <a:ext uri="{FF2B5EF4-FFF2-40B4-BE49-F238E27FC236}">
                  <a16:creationId xmlns:a16="http://schemas.microsoft.com/office/drawing/2014/main" id="{60F40D8E-477C-5E56-7A43-8C73C054BB88}"/>
                </a:ext>
              </a:extLst>
            </p:cNvPr>
            <p:cNvSpPr/>
            <p:nvPr/>
          </p:nvSpPr>
          <p:spPr>
            <a:xfrm>
              <a:off x="7393391"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18" name="Freeform: Shape 1517">
              <a:extLst>
                <a:ext uri="{FF2B5EF4-FFF2-40B4-BE49-F238E27FC236}">
                  <a16:creationId xmlns:a16="http://schemas.microsoft.com/office/drawing/2014/main" id="{806C4132-33D0-3359-B2B9-692D515DE968}"/>
                </a:ext>
              </a:extLst>
            </p:cNvPr>
            <p:cNvSpPr/>
            <p:nvPr/>
          </p:nvSpPr>
          <p:spPr>
            <a:xfrm>
              <a:off x="7507646"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19" name="Freeform: Shape 1518">
              <a:extLst>
                <a:ext uri="{FF2B5EF4-FFF2-40B4-BE49-F238E27FC236}">
                  <a16:creationId xmlns:a16="http://schemas.microsoft.com/office/drawing/2014/main" id="{C4F47665-A06C-590E-3FA8-CF379EC16A4E}"/>
                </a:ext>
              </a:extLst>
            </p:cNvPr>
            <p:cNvSpPr/>
            <p:nvPr/>
          </p:nvSpPr>
          <p:spPr>
            <a:xfrm>
              <a:off x="7621902"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20" name="Freeform: Shape 1519">
              <a:extLst>
                <a:ext uri="{FF2B5EF4-FFF2-40B4-BE49-F238E27FC236}">
                  <a16:creationId xmlns:a16="http://schemas.microsoft.com/office/drawing/2014/main" id="{2AABB48E-3464-FF3C-A379-817BA7719C06}"/>
                </a:ext>
              </a:extLst>
            </p:cNvPr>
            <p:cNvSpPr/>
            <p:nvPr/>
          </p:nvSpPr>
          <p:spPr>
            <a:xfrm>
              <a:off x="7736158" y="57539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21" name="Freeform: Shape 1520">
              <a:extLst>
                <a:ext uri="{FF2B5EF4-FFF2-40B4-BE49-F238E27FC236}">
                  <a16:creationId xmlns:a16="http://schemas.microsoft.com/office/drawing/2014/main" id="{F2134477-554B-5340-F852-981EA8C53107}"/>
                </a:ext>
              </a:extLst>
            </p:cNvPr>
            <p:cNvSpPr/>
            <p:nvPr/>
          </p:nvSpPr>
          <p:spPr>
            <a:xfrm>
              <a:off x="7850414"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22" name="Freeform: Shape 1521">
              <a:extLst>
                <a:ext uri="{FF2B5EF4-FFF2-40B4-BE49-F238E27FC236}">
                  <a16:creationId xmlns:a16="http://schemas.microsoft.com/office/drawing/2014/main" id="{A9391080-7B28-83DA-D3F4-973FE2FB1CEE}"/>
                </a:ext>
              </a:extLst>
            </p:cNvPr>
            <p:cNvSpPr/>
            <p:nvPr/>
          </p:nvSpPr>
          <p:spPr>
            <a:xfrm>
              <a:off x="7964669"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23" name="Freeform: Shape 1522">
              <a:extLst>
                <a:ext uri="{FF2B5EF4-FFF2-40B4-BE49-F238E27FC236}">
                  <a16:creationId xmlns:a16="http://schemas.microsoft.com/office/drawing/2014/main" id="{F03EED6D-970B-D6D1-1BB7-0EE1468ACD36}"/>
                </a:ext>
              </a:extLst>
            </p:cNvPr>
            <p:cNvSpPr/>
            <p:nvPr/>
          </p:nvSpPr>
          <p:spPr>
            <a:xfrm>
              <a:off x="8078925" y="57539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24" name="Freeform: Shape 1523">
              <a:extLst>
                <a:ext uri="{FF2B5EF4-FFF2-40B4-BE49-F238E27FC236}">
                  <a16:creationId xmlns:a16="http://schemas.microsoft.com/office/drawing/2014/main" id="{777F5C37-0C54-8A56-76E5-C432C8AC5A03}"/>
                </a:ext>
              </a:extLst>
            </p:cNvPr>
            <p:cNvSpPr/>
            <p:nvPr/>
          </p:nvSpPr>
          <p:spPr>
            <a:xfrm>
              <a:off x="8193181"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25" name="Freeform: Shape 1524">
              <a:extLst>
                <a:ext uri="{FF2B5EF4-FFF2-40B4-BE49-F238E27FC236}">
                  <a16:creationId xmlns:a16="http://schemas.microsoft.com/office/drawing/2014/main" id="{9E1CB2B5-890B-E930-1958-AEAA087C1877}"/>
                </a:ext>
              </a:extLst>
            </p:cNvPr>
            <p:cNvSpPr/>
            <p:nvPr/>
          </p:nvSpPr>
          <p:spPr>
            <a:xfrm>
              <a:off x="8307437"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26" name="Freeform: Shape 1525">
              <a:extLst>
                <a:ext uri="{FF2B5EF4-FFF2-40B4-BE49-F238E27FC236}">
                  <a16:creationId xmlns:a16="http://schemas.microsoft.com/office/drawing/2014/main" id="{BC06FF83-F9C8-57BC-FBFB-EBBD1E0DD82E}"/>
                </a:ext>
              </a:extLst>
            </p:cNvPr>
            <p:cNvSpPr/>
            <p:nvPr/>
          </p:nvSpPr>
          <p:spPr>
            <a:xfrm>
              <a:off x="8421648"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27" name="Freeform: Shape 1526">
              <a:extLst>
                <a:ext uri="{FF2B5EF4-FFF2-40B4-BE49-F238E27FC236}">
                  <a16:creationId xmlns:a16="http://schemas.microsoft.com/office/drawing/2014/main" id="{2D572099-9569-3F5C-2C34-FEDE896DC63C}"/>
                </a:ext>
              </a:extLst>
            </p:cNvPr>
            <p:cNvSpPr/>
            <p:nvPr/>
          </p:nvSpPr>
          <p:spPr>
            <a:xfrm>
              <a:off x="8535904"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28" name="Freeform: Shape 1527">
              <a:extLst>
                <a:ext uri="{FF2B5EF4-FFF2-40B4-BE49-F238E27FC236}">
                  <a16:creationId xmlns:a16="http://schemas.microsoft.com/office/drawing/2014/main" id="{9C696B14-AFBC-C5D5-2EA3-1A104D4638C1}"/>
                </a:ext>
              </a:extLst>
            </p:cNvPr>
            <p:cNvSpPr/>
            <p:nvPr/>
          </p:nvSpPr>
          <p:spPr>
            <a:xfrm>
              <a:off x="8650160"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29" name="Freeform: Shape 1528">
              <a:extLst>
                <a:ext uri="{FF2B5EF4-FFF2-40B4-BE49-F238E27FC236}">
                  <a16:creationId xmlns:a16="http://schemas.microsoft.com/office/drawing/2014/main" id="{A7EC00B9-B31E-1E72-5A51-7B45A9775F3C}"/>
                </a:ext>
              </a:extLst>
            </p:cNvPr>
            <p:cNvSpPr/>
            <p:nvPr/>
          </p:nvSpPr>
          <p:spPr>
            <a:xfrm>
              <a:off x="8764416"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30" name="Freeform: Shape 1529">
              <a:extLst>
                <a:ext uri="{FF2B5EF4-FFF2-40B4-BE49-F238E27FC236}">
                  <a16:creationId xmlns:a16="http://schemas.microsoft.com/office/drawing/2014/main" id="{3372D929-D642-D94B-654E-508CCAB14717}"/>
                </a:ext>
              </a:extLst>
            </p:cNvPr>
            <p:cNvSpPr/>
            <p:nvPr/>
          </p:nvSpPr>
          <p:spPr>
            <a:xfrm>
              <a:off x="8878671" y="57539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31" name="Freeform: Shape 1530">
              <a:extLst>
                <a:ext uri="{FF2B5EF4-FFF2-40B4-BE49-F238E27FC236}">
                  <a16:creationId xmlns:a16="http://schemas.microsoft.com/office/drawing/2014/main" id="{891AA201-EDFE-8526-1336-EA0B4C796198}"/>
                </a:ext>
              </a:extLst>
            </p:cNvPr>
            <p:cNvSpPr/>
            <p:nvPr/>
          </p:nvSpPr>
          <p:spPr>
            <a:xfrm>
              <a:off x="8992927"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32" name="Freeform: Shape 1531">
              <a:extLst>
                <a:ext uri="{FF2B5EF4-FFF2-40B4-BE49-F238E27FC236}">
                  <a16:creationId xmlns:a16="http://schemas.microsoft.com/office/drawing/2014/main" id="{49EB3950-59F7-93F2-C10C-F50F3BE0D9EE}"/>
                </a:ext>
              </a:extLst>
            </p:cNvPr>
            <p:cNvSpPr/>
            <p:nvPr/>
          </p:nvSpPr>
          <p:spPr>
            <a:xfrm>
              <a:off x="9107183"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33" name="Freeform: Shape 1532">
              <a:extLst>
                <a:ext uri="{FF2B5EF4-FFF2-40B4-BE49-F238E27FC236}">
                  <a16:creationId xmlns:a16="http://schemas.microsoft.com/office/drawing/2014/main" id="{607A8ACF-9EF2-6BC9-B931-C7211370B8DD}"/>
                </a:ext>
              </a:extLst>
            </p:cNvPr>
            <p:cNvSpPr/>
            <p:nvPr/>
          </p:nvSpPr>
          <p:spPr>
            <a:xfrm>
              <a:off x="9221439"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34" name="Freeform: Shape 1533">
              <a:extLst>
                <a:ext uri="{FF2B5EF4-FFF2-40B4-BE49-F238E27FC236}">
                  <a16:creationId xmlns:a16="http://schemas.microsoft.com/office/drawing/2014/main" id="{E6501193-B6AB-472E-F8EB-E1261F041032}"/>
                </a:ext>
              </a:extLst>
            </p:cNvPr>
            <p:cNvSpPr/>
            <p:nvPr/>
          </p:nvSpPr>
          <p:spPr>
            <a:xfrm>
              <a:off x="9335695" y="57539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35" name="Freeform: Shape 1534">
              <a:extLst>
                <a:ext uri="{FF2B5EF4-FFF2-40B4-BE49-F238E27FC236}">
                  <a16:creationId xmlns:a16="http://schemas.microsoft.com/office/drawing/2014/main" id="{569B9417-A094-1C0F-809C-1953E10E2796}"/>
                </a:ext>
              </a:extLst>
            </p:cNvPr>
            <p:cNvSpPr/>
            <p:nvPr/>
          </p:nvSpPr>
          <p:spPr>
            <a:xfrm>
              <a:off x="9449950"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36" name="Freeform: Shape 1535">
              <a:extLst>
                <a:ext uri="{FF2B5EF4-FFF2-40B4-BE49-F238E27FC236}">
                  <a16:creationId xmlns:a16="http://schemas.microsoft.com/office/drawing/2014/main" id="{F3F13146-FD08-D022-AA04-C917465DC9C8}"/>
                </a:ext>
              </a:extLst>
            </p:cNvPr>
            <p:cNvSpPr/>
            <p:nvPr/>
          </p:nvSpPr>
          <p:spPr>
            <a:xfrm>
              <a:off x="9564206"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37" name="Freeform: Shape 1536">
              <a:extLst>
                <a:ext uri="{FF2B5EF4-FFF2-40B4-BE49-F238E27FC236}">
                  <a16:creationId xmlns:a16="http://schemas.microsoft.com/office/drawing/2014/main" id="{CE187A2A-90CB-393F-50F6-E94754B65E40}"/>
                </a:ext>
              </a:extLst>
            </p:cNvPr>
            <p:cNvSpPr/>
            <p:nvPr/>
          </p:nvSpPr>
          <p:spPr>
            <a:xfrm>
              <a:off x="9678418" y="57539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38" name="Freeform: Shape 1537">
              <a:extLst>
                <a:ext uri="{FF2B5EF4-FFF2-40B4-BE49-F238E27FC236}">
                  <a16:creationId xmlns:a16="http://schemas.microsoft.com/office/drawing/2014/main" id="{83CBA524-6AF8-BD5F-A624-19F56F369F9B}"/>
                </a:ext>
              </a:extLst>
            </p:cNvPr>
            <p:cNvSpPr/>
            <p:nvPr/>
          </p:nvSpPr>
          <p:spPr>
            <a:xfrm>
              <a:off x="9792674"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39" name="Freeform: Shape 1538">
              <a:extLst>
                <a:ext uri="{FF2B5EF4-FFF2-40B4-BE49-F238E27FC236}">
                  <a16:creationId xmlns:a16="http://schemas.microsoft.com/office/drawing/2014/main" id="{FC6579B2-D04B-AC00-D229-1DAEE8A94129}"/>
                </a:ext>
              </a:extLst>
            </p:cNvPr>
            <p:cNvSpPr/>
            <p:nvPr/>
          </p:nvSpPr>
          <p:spPr>
            <a:xfrm>
              <a:off x="9906929"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40" name="Freeform: Shape 1539">
              <a:extLst>
                <a:ext uri="{FF2B5EF4-FFF2-40B4-BE49-F238E27FC236}">
                  <a16:creationId xmlns:a16="http://schemas.microsoft.com/office/drawing/2014/main" id="{BD6DC4DF-B9A6-DB68-E9A8-42D1C14856D2}"/>
                </a:ext>
              </a:extLst>
            </p:cNvPr>
            <p:cNvSpPr/>
            <p:nvPr/>
          </p:nvSpPr>
          <p:spPr>
            <a:xfrm>
              <a:off x="10021185"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41" name="Freeform: Shape 1540">
              <a:extLst>
                <a:ext uri="{FF2B5EF4-FFF2-40B4-BE49-F238E27FC236}">
                  <a16:creationId xmlns:a16="http://schemas.microsoft.com/office/drawing/2014/main" id="{93ECA527-5EED-0AD3-1E66-B31024F309B3}"/>
                </a:ext>
              </a:extLst>
            </p:cNvPr>
            <p:cNvSpPr/>
            <p:nvPr/>
          </p:nvSpPr>
          <p:spPr>
            <a:xfrm>
              <a:off x="10135441"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42" name="Freeform: Shape 1541">
              <a:extLst>
                <a:ext uri="{FF2B5EF4-FFF2-40B4-BE49-F238E27FC236}">
                  <a16:creationId xmlns:a16="http://schemas.microsoft.com/office/drawing/2014/main" id="{D1CBE3F0-6D8F-21CB-48A3-20DCBA536C11}"/>
                </a:ext>
              </a:extLst>
            </p:cNvPr>
            <p:cNvSpPr/>
            <p:nvPr/>
          </p:nvSpPr>
          <p:spPr>
            <a:xfrm>
              <a:off x="10249697"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43" name="Freeform: Shape 1542">
              <a:extLst>
                <a:ext uri="{FF2B5EF4-FFF2-40B4-BE49-F238E27FC236}">
                  <a16:creationId xmlns:a16="http://schemas.microsoft.com/office/drawing/2014/main" id="{CC0A36B9-CFFD-3537-E984-BAACF7C792D9}"/>
                </a:ext>
              </a:extLst>
            </p:cNvPr>
            <p:cNvSpPr/>
            <p:nvPr/>
          </p:nvSpPr>
          <p:spPr>
            <a:xfrm>
              <a:off x="10363952"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44" name="Freeform: Shape 1543">
              <a:extLst>
                <a:ext uri="{FF2B5EF4-FFF2-40B4-BE49-F238E27FC236}">
                  <a16:creationId xmlns:a16="http://schemas.microsoft.com/office/drawing/2014/main" id="{CEB4B047-E276-03C8-CB63-834D1F6947F7}"/>
                </a:ext>
              </a:extLst>
            </p:cNvPr>
            <p:cNvSpPr/>
            <p:nvPr/>
          </p:nvSpPr>
          <p:spPr>
            <a:xfrm>
              <a:off x="10478208" y="57539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45" name="Freeform: Shape 1544">
              <a:extLst>
                <a:ext uri="{FF2B5EF4-FFF2-40B4-BE49-F238E27FC236}">
                  <a16:creationId xmlns:a16="http://schemas.microsoft.com/office/drawing/2014/main" id="{A77554D2-F5B5-DECF-079E-14D98418DCA4}"/>
                </a:ext>
              </a:extLst>
            </p:cNvPr>
            <p:cNvSpPr/>
            <p:nvPr/>
          </p:nvSpPr>
          <p:spPr>
            <a:xfrm>
              <a:off x="10592464"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46" name="Freeform: Shape 1545">
              <a:extLst>
                <a:ext uri="{FF2B5EF4-FFF2-40B4-BE49-F238E27FC236}">
                  <a16:creationId xmlns:a16="http://schemas.microsoft.com/office/drawing/2014/main" id="{93C8F08E-2B85-4092-1BAB-106307182518}"/>
                </a:ext>
              </a:extLst>
            </p:cNvPr>
            <p:cNvSpPr/>
            <p:nvPr/>
          </p:nvSpPr>
          <p:spPr>
            <a:xfrm>
              <a:off x="10706720"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47" name="Freeform: Shape 1546">
              <a:extLst>
                <a:ext uri="{FF2B5EF4-FFF2-40B4-BE49-F238E27FC236}">
                  <a16:creationId xmlns:a16="http://schemas.microsoft.com/office/drawing/2014/main" id="{1E1C130A-C4E4-3C5B-A4F4-87345ABACDBA}"/>
                </a:ext>
              </a:extLst>
            </p:cNvPr>
            <p:cNvSpPr/>
            <p:nvPr/>
          </p:nvSpPr>
          <p:spPr>
            <a:xfrm>
              <a:off x="10820976" y="575391"/>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48" name="Freeform: Shape 1547">
              <a:extLst>
                <a:ext uri="{FF2B5EF4-FFF2-40B4-BE49-F238E27FC236}">
                  <a16:creationId xmlns:a16="http://schemas.microsoft.com/office/drawing/2014/main" id="{296D5C91-69A7-B8D5-DE2C-F1EB4FA11C11}"/>
                </a:ext>
              </a:extLst>
            </p:cNvPr>
            <p:cNvSpPr/>
            <p:nvPr/>
          </p:nvSpPr>
          <p:spPr>
            <a:xfrm>
              <a:off x="10935231"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49" name="Freeform: Shape 1548">
              <a:extLst>
                <a:ext uri="{FF2B5EF4-FFF2-40B4-BE49-F238E27FC236}">
                  <a16:creationId xmlns:a16="http://schemas.microsoft.com/office/drawing/2014/main" id="{4654F8FF-EDCF-2BFB-E36B-51FD5BDC5126}"/>
                </a:ext>
              </a:extLst>
            </p:cNvPr>
            <p:cNvSpPr/>
            <p:nvPr/>
          </p:nvSpPr>
          <p:spPr>
            <a:xfrm>
              <a:off x="11049443"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50" name="Freeform: Shape 1549">
              <a:extLst>
                <a:ext uri="{FF2B5EF4-FFF2-40B4-BE49-F238E27FC236}">
                  <a16:creationId xmlns:a16="http://schemas.microsoft.com/office/drawing/2014/main" id="{96AC2381-0316-7859-9521-54ABDA2E556C}"/>
                </a:ext>
              </a:extLst>
            </p:cNvPr>
            <p:cNvSpPr/>
            <p:nvPr/>
          </p:nvSpPr>
          <p:spPr>
            <a:xfrm>
              <a:off x="11163699" y="575391"/>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51" name="Freeform: Shape 1550">
              <a:extLst>
                <a:ext uri="{FF2B5EF4-FFF2-40B4-BE49-F238E27FC236}">
                  <a16:creationId xmlns:a16="http://schemas.microsoft.com/office/drawing/2014/main" id="{9F86EFD5-D44B-FEE0-B2EA-9A9F7E5AE7D7}"/>
                </a:ext>
              </a:extLst>
            </p:cNvPr>
            <p:cNvSpPr/>
            <p:nvPr/>
          </p:nvSpPr>
          <p:spPr>
            <a:xfrm>
              <a:off x="11277955"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52" name="Freeform: Shape 1551">
              <a:extLst>
                <a:ext uri="{FF2B5EF4-FFF2-40B4-BE49-F238E27FC236}">
                  <a16:creationId xmlns:a16="http://schemas.microsoft.com/office/drawing/2014/main" id="{2548B14B-39E7-7135-1320-E2A98CF7E760}"/>
                </a:ext>
              </a:extLst>
            </p:cNvPr>
            <p:cNvSpPr/>
            <p:nvPr/>
          </p:nvSpPr>
          <p:spPr>
            <a:xfrm>
              <a:off x="11392210"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53" name="Freeform: Shape 1552">
              <a:extLst>
                <a:ext uri="{FF2B5EF4-FFF2-40B4-BE49-F238E27FC236}">
                  <a16:creationId xmlns:a16="http://schemas.microsoft.com/office/drawing/2014/main" id="{ED480C55-029B-F787-54B1-2F29C941C10D}"/>
                </a:ext>
              </a:extLst>
            </p:cNvPr>
            <p:cNvSpPr/>
            <p:nvPr/>
          </p:nvSpPr>
          <p:spPr>
            <a:xfrm>
              <a:off x="11506466" y="575391"/>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54" name="Freeform: Shape 1553">
              <a:extLst>
                <a:ext uri="{FF2B5EF4-FFF2-40B4-BE49-F238E27FC236}">
                  <a16:creationId xmlns:a16="http://schemas.microsoft.com/office/drawing/2014/main" id="{1B6329D3-004E-A8B6-8451-DAD8DF6D1A7F}"/>
                </a:ext>
              </a:extLst>
            </p:cNvPr>
            <p:cNvSpPr/>
            <p:nvPr/>
          </p:nvSpPr>
          <p:spPr>
            <a:xfrm>
              <a:off x="11620722"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55" name="Freeform: Shape 1554">
              <a:extLst>
                <a:ext uri="{FF2B5EF4-FFF2-40B4-BE49-F238E27FC236}">
                  <a16:creationId xmlns:a16="http://schemas.microsoft.com/office/drawing/2014/main" id="{9E7763A2-82F8-48FD-5673-D4ADE2A7E17F}"/>
                </a:ext>
              </a:extLst>
            </p:cNvPr>
            <p:cNvSpPr/>
            <p:nvPr/>
          </p:nvSpPr>
          <p:spPr>
            <a:xfrm>
              <a:off x="11734978"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56" name="Freeform: Shape 1555">
              <a:extLst>
                <a:ext uri="{FF2B5EF4-FFF2-40B4-BE49-F238E27FC236}">
                  <a16:creationId xmlns:a16="http://schemas.microsoft.com/office/drawing/2014/main" id="{0DCDA7E3-2EFC-A555-647E-2FE41155C4E2}"/>
                </a:ext>
              </a:extLst>
            </p:cNvPr>
            <p:cNvSpPr/>
            <p:nvPr/>
          </p:nvSpPr>
          <p:spPr>
            <a:xfrm>
              <a:off x="11849233"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57" name="Freeform: Shape 1556">
              <a:extLst>
                <a:ext uri="{FF2B5EF4-FFF2-40B4-BE49-F238E27FC236}">
                  <a16:creationId xmlns:a16="http://schemas.microsoft.com/office/drawing/2014/main" id="{FF46850D-C4B1-1C89-AD08-7CF31C54A61A}"/>
                </a:ext>
              </a:extLst>
            </p:cNvPr>
            <p:cNvSpPr/>
            <p:nvPr/>
          </p:nvSpPr>
          <p:spPr>
            <a:xfrm>
              <a:off x="11963489" y="5753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58" name="Freeform: Shape 1557">
              <a:extLst>
                <a:ext uri="{FF2B5EF4-FFF2-40B4-BE49-F238E27FC236}">
                  <a16:creationId xmlns:a16="http://schemas.microsoft.com/office/drawing/2014/main" id="{478BF17F-DAB5-E2B1-66D8-A64531AD34C4}"/>
                </a:ext>
              </a:extLst>
            </p:cNvPr>
            <p:cNvSpPr/>
            <p:nvPr/>
          </p:nvSpPr>
          <p:spPr>
            <a:xfrm>
              <a:off x="12077745" y="575391"/>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59" name="Freeform: Shape 1558">
              <a:extLst>
                <a:ext uri="{FF2B5EF4-FFF2-40B4-BE49-F238E27FC236}">
                  <a16:creationId xmlns:a16="http://schemas.microsoft.com/office/drawing/2014/main" id="{AC594A22-A890-0013-546C-36DE22C47AA7}"/>
                </a:ext>
              </a:extLst>
            </p:cNvPr>
            <p:cNvSpPr/>
            <p:nvPr/>
          </p:nvSpPr>
          <p:spPr>
            <a:xfrm>
              <a:off x="7279135" y="68964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60" name="Freeform: Shape 1559">
              <a:extLst>
                <a:ext uri="{FF2B5EF4-FFF2-40B4-BE49-F238E27FC236}">
                  <a16:creationId xmlns:a16="http://schemas.microsoft.com/office/drawing/2014/main" id="{E061D0D0-E16A-292A-A0DF-C81D6D08F86E}"/>
                </a:ext>
              </a:extLst>
            </p:cNvPr>
            <p:cNvSpPr/>
            <p:nvPr/>
          </p:nvSpPr>
          <p:spPr>
            <a:xfrm>
              <a:off x="7393391"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61" name="Freeform: Shape 1560">
              <a:extLst>
                <a:ext uri="{FF2B5EF4-FFF2-40B4-BE49-F238E27FC236}">
                  <a16:creationId xmlns:a16="http://schemas.microsoft.com/office/drawing/2014/main" id="{CC8DADC6-CCFE-2D3E-1D20-B3660DCFDC3F}"/>
                </a:ext>
              </a:extLst>
            </p:cNvPr>
            <p:cNvSpPr/>
            <p:nvPr/>
          </p:nvSpPr>
          <p:spPr>
            <a:xfrm>
              <a:off x="7507646"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62" name="Freeform: Shape 1561">
              <a:extLst>
                <a:ext uri="{FF2B5EF4-FFF2-40B4-BE49-F238E27FC236}">
                  <a16:creationId xmlns:a16="http://schemas.microsoft.com/office/drawing/2014/main" id="{68168BD2-6C6C-026A-45C4-C2D06D07D8B5}"/>
                </a:ext>
              </a:extLst>
            </p:cNvPr>
            <p:cNvSpPr/>
            <p:nvPr/>
          </p:nvSpPr>
          <p:spPr>
            <a:xfrm>
              <a:off x="7621902"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63" name="Freeform: Shape 1562">
              <a:extLst>
                <a:ext uri="{FF2B5EF4-FFF2-40B4-BE49-F238E27FC236}">
                  <a16:creationId xmlns:a16="http://schemas.microsoft.com/office/drawing/2014/main" id="{35ED4B44-BD49-FDEF-421B-7705F87E620E}"/>
                </a:ext>
              </a:extLst>
            </p:cNvPr>
            <p:cNvSpPr/>
            <p:nvPr/>
          </p:nvSpPr>
          <p:spPr>
            <a:xfrm>
              <a:off x="7736158" y="68964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64" name="Freeform: Shape 1563">
              <a:extLst>
                <a:ext uri="{FF2B5EF4-FFF2-40B4-BE49-F238E27FC236}">
                  <a16:creationId xmlns:a16="http://schemas.microsoft.com/office/drawing/2014/main" id="{CEC0B6C9-806D-12C0-A489-4DAA99778882}"/>
                </a:ext>
              </a:extLst>
            </p:cNvPr>
            <p:cNvSpPr/>
            <p:nvPr/>
          </p:nvSpPr>
          <p:spPr>
            <a:xfrm>
              <a:off x="7850414"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65" name="Freeform: Shape 1564">
              <a:extLst>
                <a:ext uri="{FF2B5EF4-FFF2-40B4-BE49-F238E27FC236}">
                  <a16:creationId xmlns:a16="http://schemas.microsoft.com/office/drawing/2014/main" id="{34D07363-561E-83F3-EF2D-F4E82471C059}"/>
                </a:ext>
              </a:extLst>
            </p:cNvPr>
            <p:cNvSpPr/>
            <p:nvPr/>
          </p:nvSpPr>
          <p:spPr>
            <a:xfrm>
              <a:off x="7964669"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66" name="Freeform: Shape 1565">
              <a:extLst>
                <a:ext uri="{FF2B5EF4-FFF2-40B4-BE49-F238E27FC236}">
                  <a16:creationId xmlns:a16="http://schemas.microsoft.com/office/drawing/2014/main" id="{7F9B2E12-F012-2A57-4DA7-E53E3C0641D1}"/>
                </a:ext>
              </a:extLst>
            </p:cNvPr>
            <p:cNvSpPr/>
            <p:nvPr/>
          </p:nvSpPr>
          <p:spPr>
            <a:xfrm>
              <a:off x="8078925" y="68964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67" name="Freeform: Shape 1566">
              <a:extLst>
                <a:ext uri="{FF2B5EF4-FFF2-40B4-BE49-F238E27FC236}">
                  <a16:creationId xmlns:a16="http://schemas.microsoft.com/office/drawing/2014/main" id="{DD5A55B0-2075-4047-0170-55135BB5D984}"/>
                </a:ext>
              </a:extLst>
            </p:cNvPr>
            <p:cNvSpPr/>
            <p:nvPr/>
          </p:nvSpPr>
          <p:spPr>
            <a:xfrm>
              <a:off x="8193181"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68" name="Freeform: Shape 1567">
              <a:extLst>
                <a:ext uri="{FF2B5EF4-FFF2-40B4-BE49-F238E27FC236}">
                  <a16:creationId xmlns:a16="http://schemas.microsoft.com/office/drawing/2014/main" id="{0F082B57-5FC9-7B1A-86A2-A1C1F4891278}"/>
                </a:ext>
              </a:extLst>
            </p:cNvPr>
            <p:cNvSpPr/>
            <p:nvPr/>
          </p:nvSpPr>
          <p:spPr>
            <a:xfrm>
              <a:off x="8307437"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69" name="Freeform: Shape 1568">
              <a:extLst>
                <a:ext uri="{FF2B5EF4-FFF2-40B4-BE49-F238E27FC236}">
                  <a16:creationId xmlns:a16="http://schemas.microsoft.com/office/drawing/2014/main" id="{47A0197E-17FC-A494-CBC3-717B52111245}"/>
                </a:ext>
              </a:extLst>
            </p:cNvPr>
            <p:cNvSpPr/>
            <p:nvPr/>
          </p:nvSpPr>
          <p:spPr>
            <a:xfrm>
              <a:off x="8421648"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70" name="Freeform: Shape 1569">
              <a:extLst>
                <a:ext uri="{FF2B5EF4-FFF2-40B4-BE49-F238E27FC236}">
                  <a16:creationId xmlns:a16="http://schemas.microsoft.com/office/drawing/2014/main" id="{F78FA935-0C2E-63C3-B39C-639950F55DD4}"/>
                </a:ext>
              </a:extLst>
            </p:cNvPr>
            <p:cNvSpPr/>
            <p:nvPr/>
          </p:nvSpPr>
          <p:spPr>
            <a:xfrm>
              <a:off x="8535904"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71" name="Freeform: Shape 1570">
              <a:extLst>
                <a:ext uri="{FF2B5EF4-FFF2-40B4-BE49-F238E27FC236}">
                  <a16:creationId xmlns:a16="http://schemas.microsoft.com/office/drawing/2014/main" id="{CCAD1C79-1B11-F7DA-A123-73AF86A7C299}"/>
                </a:ext>
              </a:extLst>
            </p:cNvPr>
            <p:cNvSpPr/>
            <p:nvPr/>
          </p:nvSpPr>
          <p:spPr>
            <a:xfrm>
              <a:off x="8650160"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72" name="Freeform: Shape 1571">
              <a:extLst>
                <a:ext uri="{FF2B5EF4-FFF2-40B4-BE49-F238E27FC236}">
                  <a16:creationId xmlns:a16="http://schemas.microsoft.com/office/drawing/2014/main" id="{D3E4663F-A28D-2552-E687-1BBB7BC63AC7}"/>
                </a:ext>
              </a:extLst>
            </p:cNvPr>
            <p:cNvSpPr/>
            <p:nvPr/>
          </p:nvSpPr>
          <p:spPr>
            <a:xfrm>
              <a:off x="8764416"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73" name="Freeform: Shape 1572">
              <a:extLst>
                <a:ext uri="{FF2B5EF4-FFF2-40B4-BE49-F238E27FC236}">
                  <a16:creationId xmlns:a16="http://schemas.microsoft.com/office/drawing/2014/main" id="{5C73B806-D7F1-C790-37F4-333347142A51}"/>
                </a:ext>
              </a:extLst>
            </p:cNvPr>
            <p:cNvSpPr/>
            <p:nvPr/>
          </p:nvSpPr>
          <p:spPr>
            <a:xfrm>
              <a:off x="8878671" y="68964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74" name="Freeform: Shape 1573">
              <a:extLst>
                <a:ext uri="{FF2B5EF4-FFF2-40B4-BE49-F238E27FC236}">
                  <a16:creationId xmlns:a16="http://schemas.microsoft.com/office/drawing/2014/main" id="{F16523C0-F530-BC57-F4BB-FB8BA77FB18B}"/>
                </a:ext>
              </a:extLst>
            </p:cNvPr>
            <p:cNvSpPr/>
            <p:nvPr/>
          </p:nvSpPr>
          <p:spPr>
            <a:xfrm>
              <a:off x="8992927"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75" name="Freeform: Shape 1574">
              <a:extLst>
                <a:ext uri="{FF2B5EF4-FFF2-40B4-BE49-F238E27FC236}">
                  <a16:creationId xmlns:a16="http://schemas.microsoft.com/office/drawing/2014/main" id="{C5A26BA5-BA6B-6C5E-B480-07EBE32BDF2D}"/>
                </a:ext>
              </a:extLst>
            </p:cNvPr>
            <p:cNvSpPr/>
            <p:nvPr/>
          </p:nvSpPr>
          <p:spPr>
            <a:xfrm>
              <a:off x="9107183"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76" name="Freeform: Shape 1575">
              <a:extLst>
                <a:ext uri="{FF2B5EF4-FFF2-40B4-BE49-F238E27FC236}">
                  <a16:creationId xmlns:a16="http://schemas.microsoft.com/office/drawing/2014/main" id="{08CF8B64-6CC5-FE33-34D8-6A560F09AB73}"/>
                </a:ext>
              </a:extLst>
            </p:cNvPr>
            <p:cNvSpPr/>
            <p:nvPr/>
          </p:nvSpPr>
          <p:spPr>
            <a:xfrm>
              <a:off x="9221439"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77" name="Freeform: Shape 1576">
              <a:extLst>
                <a:ext uri="{FF2B5EF4-FFF2-40B4-BE49-F238E27FC236}">
                  <a16:creationId xmlns:a16="http://schemas.microsoft.com/office/drawing/2014/main" id="{9BC35DC2-6BCC-064F-C68B-2B1685AD837E}"/>
                </a:ext>
              </a:extLst>
            </p:cNvPr>
            <p:cNvSpPr/>
            <p:nvPr/>
          </p:nvSpPr>
          <p:spPr>
            <a:xfrm>
              <a:off x="9335695" y="68964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78" name="Freeform: Shape 1577">
              <a:extLst>
                <a:ext uri="{FF2B5EF4-FFF2-40B4-BE49-F238E27FC236}">
                  <a16:creationId xmlns:a16="http://schemas.microsoft.com/office/drawing/2014/main" id="{53A20F45-EAE2-BEEE-D9EB-C96479AD3A28}"/>
                </a:ext>
              </a:extLst>
            </p:cNvPr>
            <p:cNvSpPr/>
            <p:nvPr/>
          </p:nvSpPr>
          <p:spPr>
            <a:xfrm>
              <a:off x="9449950"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79" name="Freeform: Shape 1578">
              <a:extLst>
                <a:ext uri="{FF2B5EF4-FFF2-40B4-BE49-F238E27FC236}">
                  <a16:creationId xmlns:a16="http://schemas.microsoft.com/office/drawing/2014/main" id="{6DA44723-32EE-4FBD-E579-67C3186412D5}"/>
                </a:ext>
              </a:extLst>
            </p:cNvPr>
            <p:cNvSpPr/>
            <p:nvPr/>
          </p:nvSpPr>
          <p:spPr>
            <a:xfrm>
              <a:off x="9564206"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80" name="Freeform: Shape 1579">
              <a:extLst>
                <a:ext uri="{FF2B5EF4-FFF2-40B4-BE49-F238E27FC236}">
                  <a16:creationId xmlns:a16="http://schemas.microsoft.com/office/drawing/2014/main" id="{B40D102C-252C-C13D-71D3-F35ECD28E013}"/>
                </a:ext>
              </a:extLst>
            </p:cNvPr>
            <p:cNvSpPr/>
            <p:nvPr/>
          </p:nvSpPr>
          <p:spPr>
            <a:xfrm>
              <a:off x="9678418" y="68964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81" name="Freeform: Shape 1580">
              <a:extLst>
                <a:ext uri="{FF2B5EF4-FFF2-40B4-BE49-F238E27FC236}">
                  <a16:creationId xmlns:a16="http://schemas.microsoft.com/office/drawing/2014/main" id="{AFCDE9C6-C40C-40B2-0D3F-4BAFBE935FC3}"/>
                </a:ext>
              </a:extLst>
            </p:cNvPr>
            <p:cNvSpPr/>
            <p:nvPr/>
          </p:nvSpPr>
          <p:spPr>
            <a:xfrm>
              <a:off x="9792674"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82" name="Freeform: Shape 1581">
              <a:extLst>
                <a:ext uri="{FF2B5EF4-FFF2-40B4-BE49-F238E27FC236}">
                  <a16:creationId xmlns:a16="http://schemas.microsoft.com/office/drawing/2014/main" id="{3535D376-4BC3-8A34-1445-62CF9362D0D6}"/>
                </a:ext>
              </a:extLst>
            </p:cNvPr>
            <p:cNvSpPr/>
            <p:nvPr/>
          </p:nvSpPr>
          <p:spPr>
            <a:xfrm>
              <a:off x="9906929"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83" name="Freeform: Shape 1582">
              <a:extLst>
                <a:ext uri="{FF2B5EF4-FFF2-40B4-BE49-F238E27FC236}">
                  <a16:creationId xmlns:a16="http://schemas.microsoft.com/office/drawing/2014/main" id="{072B7848-455C-1F16-4C26-B21FFED88B5B}"/>
                </a:ext>
              </a:extLst>
            </p:cNvPr>
            <p:cNvSpPr/>
            <p:nvPr/>
          </p:nvSpPr>
          <p:spPr>
            <a:xfrm>
              <a:off x="10021185"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84" name="Freeform: Shape 1583">
              <a:extLst>
                <a:ext uri="{FF2B5EF4-FFF2-40B4-BE49-F238E27FC236}">
                  <a16:creationId xmlns:a16="http://schemas.microsoft.com/office/drawing/2014/main" id="{08FC3D44-F363-71FB-04F9-0517BA3439C4}"/>
                </a:ext>
              </a:extLst>
            </p:cNvPr>
            <p:cNvSpPr/>
            <p:nvPr/>
          </p:nvSpPr>
          <p:spPr>
            <a:xfrm>
              <a:off x="10135441"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85" name="Freeform: Shape 1584">
              <a:extLst>
                <a:ext uri="{FF2B5EF4-FFF2-40B4-BE49-F238E27FC236}">
                  <a16:creationId xmlns:a16="http://schemas.microsoft.com/office/drawing/2014/main" id="{0A5B7865-1C59-E182-F84D-8784B3054F10}"/>
                </a:ext>
              </a:extLst>
            </p:cNvPr>
            <p:cNvSpPr/>
            <p:nvPr/>
          </p:nvSpPr>
          <p:spPr>
            <a:xfrm>
              <a:off x="10249697"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86" name="Freeform: Shape 1585">
              <a:extLst>
                <a:ext uri="{FF2B5EF4-FFF2-40B4-BE49-F238E27FC236}">
                  <a16:creationId xmlns:a16="http://schemas.microsoft.com/office/drawing/2014/main" id="{8B7B94A6-1B8A-5422-7E07-3179176265D2}"/>
                </a:ext>
              </a:extLst>
            </p:cNvPr>
            <p:cNvSpPr/>
            <p:nvPr/>
          </p:nvSpPr>
          <p:spPr>
            <a:xfrm>
              <a:off x="10363952"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87" name="Freeform: Shape 1586">
              <a:extLst>
                <a:ext uri="{FF2B5EF4-FFF2-40B4-BE49-F238E27FC236}">
                  <a16:creationId xmlns:a16="http://schemas.microsoft.com/office/drawing/2014/main" id="{193BE7F4-4411-57D0-9373-0F517FE530A2}"/>
                </a:ext>
              </a:extLst>
            </p:cNvPr>
            <p:cNvSpPr/>
            <p:nvPr/>
          </p:nvSpPr>
          <p:spPr>
            <a:xfrm>
              <a:off x="10478208" y="68964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88" name="Freeform: Shape 1587">
              <a:extLst>
                <a:ext uri="{FF2B5EF4-FFF2-40B4-BE49-F238E27FC236}">
                  <a16:creationId xmlns:a16="http://schemas.microsoft.com/office/drawing/2014/main" id="{2ED0E91A-A708-8509-8D4C-1EABF20E169E}"/>
                </a:ext>
              </a:extLst>
            </p:cNvPr>
            <p:cNvSpPr/>
            <p:nvPr/>
          </p:nvSpPr>
          <p:spPr>
            <a:xfrm>
              <a:off x="10592464"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89" name="Freeform: Shape 1588">
              <a:extLst>
                <a:ext uri="{FF2B5EF4-FFF2-40B4-BE49-F238E27FC236}">
                  <a16:creationId xmlns:a16="http://schemas.microsoft.com/office/drawing/2014/main" id="{6841EF9A-F920-E719-F9CB-4FBEC2F9B00B}"/>
                </a:ext>
              </a:extLst>
            </p:cNvPr>
            <p:cNvSpPr/>
            <p:nvPr/>
          </p:nvSpPr>
          <p:spPr>
            <a:xfrm>
              <a:off x="10706720"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90" name="Freeform: Shape 1589">
              <a:extLst>
                <a:ext uri="{FF2B5EF4-FFF2-40B4-BE49-F238E27FC236}">
                  <a16:creationId xmlns:a16="http://schemas.microsoft.com/office/drawing/2014/main" id="{1185D3AC-067C-79AD-70FF-000E4C17B5B3}"/>
                </a:ext>
              </a:extLst>
            </p:cNvPr>
            <p:cNvSpPr/>
            <p:nvPr/>
          </p:nvSpPr>
          <p:spPr>
            <a:xfrm>
              <a:off x="10820976" y="689646"/>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91" name="Freeform: Shape 1590">
              <a:extLst>
                <a:ext uri="{FF2B5EF4-FFF2-40B4-BE49-F238E27FC236}">
                  <a16:creationId xmlns:a16="http://schemas.microsoft.com/office/drawing/2014/main" id="{5D841496-AAFD-770D-F0BB-B3929FF045D7}"/>
                </a:ext>
              </a:extLst>
            </p:cNvPr>
            <p:cNvSpPr/>
            <p:nvPr/>
          </p:nvSpPr>
          <p:spPr>
            <a:xfrm>
              <a:off x="10935231"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92" name="Freeform: Shape 1591">
              <a:extLst>
                <a:ext uri="{FF2B5EF4-FFF2-40B4-BE49-F238E27FC236}">
                  <a16:creationId xmlns:a16="http://schemas.microsoft.com/office/drawing/2014/main" id="{1ED7F55A-B576-4C39-BBCA-460A9859941C}"/>
                </a:ext>
              </a:extLst>
            </p:cNvPr>
            <p:cNvSpPr/>
            <p:nvPr/>
          </p:nvSpPr>
          <p:spPr>
            <a:xfrm>
              <a:off x="11049443"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93" name="Freeform: Shape 1592">
              <a:extLst>
                <a:ext uri="{FF2B5EF4-FFF2-40B4-BE49-F238E27FC236}">
                  <a16:creationId xmlns:a16="http://schemas.microsoft.com/office/drawing/2014/main" id="{3B6715D0-DFBD-D11A-2FAB-4D1FBEC77ABA}"/>
                </a:ext>
              </a:extLst>
            </p:cNvPr>
            <p:cNvSpPr/>
            <p:nvPr/>
          </p:nvSpPr>
          <p:spPr>
            <a:xfrm>
              <a:off x="11163699" y="689646"/>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94" name="Freeform: Shape 1593">
              <a:extLst>
                <a:ext uri="{FF2B5EF4-FFF2-40B4-BE49-F238E27FC236}">
                  <a16:creationId xmlns:a16="http://schemas.microsoft.com/office/drawing/2014/main" id="{DB2C4235-7178-CD6E-2922-1C5B2E058B89}"/>
                </a:ext>
              </a:extLst>
            </p:cNvPr>
            <p:cNvSpPr/>
            <p:nvPr/>
          </p:nvSpPr>
          <p:spPr>
            <a:xfrm>
              <a:off x="11277955"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95" name="Freeform: Shape 1594">
              <a:extLst>
                <a:ext uri="{FF2B5EF4-FFF2-40B4-BE49-F238E27FC236}">
                  <a16:creationId xmlns:a16="http://schemas.microsoft.com/office/drawing/2014/main" id="{9260B0A9-4788-8614-5B4B-F63C949C515C}"/>
                </a:ext>
              </a:extLst>
            </p:cNvPr>
            <p:cNvSpPr/>
            <p:nvPr/>
          </p:nvSpPr>
          <p:spPr>
            <a:xfrm>
              <a:off x="11392210"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96" name="Freeform: Shape 1595">
              <a:extLst>
                <a:ext uri="{FF2B5EF4-FFF2-40B4-BE49-F238E27FC236}">
                  <a16:creationId xmlns:a16="http://schemas.microsoft.com/office/drawing/2014/main" id="{9DBF5448-2E03-E4D4-E38E-441908D5858F}"/>
                </a:ext>
              </a:extLst>
            </p:cNvPr>
            <p:cNvSpPr/>
            <p:nvPr/>
          </p:nvSpPr>
          <p:spPr>
            <a:xfrm>
              <a:off x="11506466" y="689646"/>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97" name="Freeform: Shape 1596">
              <a:extLst>
                <a:ext uri="{FF2B5EF4-FFF2-40B4-BE49-F238E27FC236}">
                  <a16:creationId xmlns:a16="http://schemas.microsoft.com/office/drawing/2014/main" id="{725F1BF2-E787-E1D9-1764-C776E6220D12}"/>
                </a:ext>
              </a:extLst>
            </p:cNvPr>
            <p:cNvSpPr/>
            <p:nvPr/>
          </p:nvSpPr>
          <p:spPr>
            <a:xfrm>
              <a:off x="11620722"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98" name="Freeform: Shape 1597">
              <a:extLst>
                <a:ext uri="{FF2B5EF4-FFF2-40B4-BE49-F238E27FC236}">
                  <a16:creationId xmlns:a16="http://schemas.microsoft.com/office/drawing/2014/main" id="{C13F826C-4360-9CB3-50A8-49DC9E04B5BE}"/>
                </a:ext>
              </a:extLst>
            </p:cNvPr>
            <p:cNvSpPr/>
            <p:nvPr/>
          </p:nvSpPr>
          <p:spPr>
            <a:xfrm>
              <a:off x="11734978"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599" name="Freeform: Shape 1598">
              <a:extLst>
                <a:ext uri="{FF2B5EF4-FFF2-40B4-BE49-F238E27FC236}">
                  <a16:creationId xmlns:a16="http://schemas.microsoft.com/office/drawing/2014/main" id="{19DE3872-1A42-23D9-247E-91FF59AFFD5E}"/>
                </a:ext>
              </a:extLst>
            </p:cNvPr>
            <p:cNvSpPr/>
            <p:nvPr/>
          </p:nvSpPr>
          <p:spPr>
            <a:xfrm>
              <a:off x="11849233"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00" name="Freeform: Shape 1599">
              <a:extLst>
                <a:ext uri="{FF2B5EF4-FFF2-40B4-BE49-F238E27FC236}">
                  <a16:creationId xmlns:a16="http://schemas.microsoft.com/office/drawing/2014/main" id="{69C2DC23-B97F-115F-0675-B4220B86C404}"/>
                </a:ext>
              </a:extLst>
            </p:cNvPr>
            <p:cNvSpPr/>
            <p:nvPr/>
          </p:nvSpPr>
          <p:spPr>
            <a:xfrm>
              <a:off x="11963489" y="68964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01" name="Freeform: Shape 1600">
              <a:extLst>
                <a:ext uri="{FF2B5EF4-FFF2-40B4-BE49-F238E27FC236}">
                  <a16:creationId xmlns:a16="http://schemas.microsoft.com/office/drawing/2014/main" id="{CEF0387E-BEC0-DCB8-380C-EBD2216C165B}"/>
                </a:ext>
              </a:extLst>
            </p:cNvPr>
            <p:cNvSpPr/>
            <p:nvPr/>
          </p:nvSpPr>
          <p:spPr>
            <a:xfrm>
              <a:off x="12077745" y="689646"/>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02" name="Freeform: Shape 1601">
              <a:extLst>
                <a:ext uri="{FF2B5EF4-FFF2-40B4-BE49-F238E27FC236}">
                  <a16:creationId xmlns:a16="http://schemas.microsoft.com/office/drawing/2014/main" id="{8CDA957A-4502-8F7C-7836-5E0E5C65A6CE}"/>
                </a:ext>
              </a:extLst>
            </p:cNvPr>
            <p:cNvSpPr/>
            <p:nvPr/>
          </p:nvSpPr>
          <p:spPr>
            <a:xfrm>
              <a:off x="7279135" y="80390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03" name="Freeform: Shape 1602">
              <a:extLst>
                <a:ext uri="{FF2B5EF4-FFF2-40B4-BE49-F238E27FC236}">
                  <a16:creationId xmlns:a16="http://schemas.microsoft.com/office/drawing/2014/main" id="{511A282E-E430-C457-6D59-C795168B44C4}"/>
                </a:ext>
              </a:extLst>
            </p:cNvPr>
            <p:cNvSpPr/>
            <p:nvPr/>
          </p:nvSpPr>
          <p:spPr>
            <a:xfrm>
              <a:off x="7393391"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04" name="Freeform: Shape 1603">
              <a:extLst>
                <a:ext uri="{FF2B5EF4-FFF2-40B4-BE49-F238E27FC236}">
                  <a16:creationId xmlns:a16="http://schemas.microsoft.com/office/drawing/2014/main" id="{CCC21704-E99B-1245-A72A-1ABAD07E45DD}"/>
                </a:ext>
              </a:extLst>
            </p:cNvPr>
            <p:cNvSpPr/>
            <p:nvPr/>
          </p:nvSpPr>
          <p:spPr>
            <a:xfrm>
              <a:off x="7507646"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05" name="Freeform: Shape 1604">
              <a:extLst>
                <a:ext uri="{FF2B5EF4-FFF2-40B4-BE49-F238E27FC236}">
                  <a16:creationId xmlns:a16="http://schemas.microsoft.com/office/drawing/2014/main" id="{FD1355A6-7C1D-5839-C1D4-DF3C1B0C6BEA}"/>
                </a:ext>
              </a:extLst>
            </p:cNvPr>
            <p:cNvSpPr/>
            <p:nvPr/>
          </p:nvSpPr>
          <p:spPr>
            <a:xfrm>
              <a:off x="7621902"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06" name="Freeform: Shape 1605">
              <a:extLst>
                <a:ext uri="{FF2B5EF4-FFF2-40B4-BE49-F238E27FC236}">
                  <a16:creationId xmlns:a16="http://schemas.microsoft.com/office/drawing/2014/main" id="{8A5D2D7D-7A13-E3EA-920E-95D0E794F93E}"/>
                </a:ext>
              </a:extLst>
            </p:cNvPr>
            <p:cNvSpPr/>
            <p:nvPr/>
          </p:nvSpPr>
          <p:spPr>
            <a:xfrm>
              <a:off x="7736158" y="80390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07" name="Freeform: Shape 1606">
              <a:extLst>
                <a:ext uri="{FF2B5EF4-FFF2-40B4-BE49-F238E27FC236}">
                  <a16:creationId xmlns:a16="http://schemas.microsoft.com/office/drawing/2014/main" id="{FEBFE0C2-FF9F-381B-3F68-A9E0C3493899}"/>
                </a:ext>
              </a:extLst>
            </p:cNvPr>
            <p:cNvSpPr/>
            <p:nvPr/>
          </p:nvSpPr>
          <p:spPr>
            <a:xfrm>
              <a:off x="7850414"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08" name="Freeform: Shape 1607">
              <a:extLst>
                <a:ext uri="{FF2B5EF4-FFF2-40B4-BE49-F238E27FC236}">
                  <a16:creationId xmlns:a16="http://schemas.microsoft.com/office/drawing/2014/main" id="{D24A6D9E-3B2D-BE29-E08F-13067AFA7CB3}"/>
                </a:ext>
              </a:extLst>
            </p:cNvPr>
            <p:cNvSpPr/>
            <p:nvPr/>
          </p:nvSpPr>
          <p:spPr>
            <a:xfrm>
              <a:off x="7964669"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09" name="Freeform: Shape 1608">
              <a:extLst>
                <a:ext uri="{FF2B5EF4-FFF2-40B4-BE49-F238E27FC236}">
                  <a16:creationId xmlns:a16="http://schemas.microsoft.com/office/drawing/2014/main" id="{732AE3C0-75EC-874A-2FF1-1DA537820D30}"/>
                </a:ext>
              </a:extLst>
            </p:cNvPr>
            <p:cNvSpPr/>
            <p:nvPr/>
          </p:nvSpPr>
          <p:spPr>
            <a:xfrm>
              <a:off x="8078925" y="80390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10" name="Freeform: Shape 1609">
              <a:extLst>
                <a:ext uri="{FF2B5EF4-FFF2-40B4-BE49-F238E27FC236}">
                  <a16:creationId xmlns:a16="http://schemas.microsoft.com/office/drawing/2014/main" id="{5EE730E9-329E-9B0C-10CA-9B91122AA7B4}"/>
                </a:ext>
              </a:extLst>
            </p:cNvPr>
            <p:cNvSpPr/>
            <p:nvPr/>
          </p:nvSpPr>
          <p:spPr>
            <a:xfrm>
              <a:off x="8193181"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11" name="Freeform: Shape 1610">
              <a:extLst>
                <a:ext uri="{FF2B5EF4-FFF2-40B4-BE49-F238E27FC236}">
                  <a16:creationId xmlns:a16="http://schemas.microsoft.com/office/drawing/2014/main" id="{169B834F-9E08-562E-A834-335F9BAE41B3}"/>
                </a:ext>
              </a:extLst>
            </p:cNvPr>
            <p:cNvSpPr/>
            <p:nvPr/>
          </p:nvSpPr>
          <p:spPr>
            <a:xfrm>
              <a:off x="8307437"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12" name="Freeform: Shape 1611">
              <a:extLst>
                <a:ext uri="{FF2B5EF4-FFF2-40B4-BE49-F238E27FC236}">
                  <a16:creationId xmlns:a16="http://schemas.microsoft.com/office/drawing/2014/main" id="{3A2D0994-27C8-1DF6-0F35-90AC30DA78E8}"/>
                </a:ext>
              </a:extLst>
            </p:cNvPr>
            <p:cNvSpPr/>
            <p:nvPr/>
          </p:nvSpPr>
          <p:spPr>
            <a:xfrm>
              <a:off x="8421648"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13" name="Freeform: Shape 1612">
              <a:extLst>
                <a:ext uri="{FF2B5EF4-FFF2-40B4-BE49-F238E27FC236}">
                  <a16:creationId xmlns:a16="http://schemas.microsoft.com/office/drawing/2014/main" id="{ECEA3450-C49E-9D86-3BAC-F0D0710CB3A7}"/>
                </a:ext>
              </a:extLst>
            </p:cNvPr>
            <p:cNvSpPr/>
            <p:nvPr/>
          </p:nvSpPr>
          <p:spPr>
            <a:xfrm>
              <a:off x="8535904"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14" name="Freeform: Shape 1613">
              <a:extLst>
                <a:ext uri="{FF2B5EF4-FFF2-40B4-BE49-F238E27FC236}">
                  <a16:creationId xmlns:a16="http://schemas.microsoft.com/office/drawing/2014/main" id="{E57F1118-1389-4100-BDEC-828DD35E1B61}"/>
                </a:ext>
              </a:extLst>
            </p:cNvPr>
            <p:cNvSpPr/>
            <p:nvPr/>
          </p:nvSpPr>
          <p:spPr>
            <a:xfrm>
              <a:off x="8650160"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15" name="Freeform: Shape 1614">
              <a:extLst>
                <a:ext uri="{FF2B5EF4-FFF2-40B4-BE49-F238E27FC236}">
                  <a16:creationId xmlns:a16="http://schemas.microsoft.com/office/drawing/2014/main" id="{E7A3EB3D-7031-012D-ED88-E7CBC23C10CD}"/>
                </a:ext>
              </a:extLst>
            </p:cNvPr>
            <p:cNvSpPr/>
            <p:nvPr/>
          </p:nvSpPr>
          <p:spPr>
            <a:xfrm>
              <a:off x="8764416"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16" name="Freeform: Shape 1615">
              <a:extLst>
                <a:ext uri="{FF2B5EF4-FFF2-40B4-BE49-F238E27FC236}">
                  <a16:creationId xmlns:a16="http://schemas.microsoft.com/office/drawing/2014/main" id="{64ADFEE4-ABE6-285A-0993-5421B2B04FAF}"/>
                </a:ext>
              </a:extLst>
            </p:cNvPr>
            <p:cNvSpPr/>
            <p:nvPr/>
          </p:nvSpPr>
          <p:spPr>
            <a:xfrm>
              <a:off x="8878671" y="80390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17" name="Freeform: Shape 1616">
              <a:extLst>
                <a:ext uri="{FF2B5EF4-FFF2-40B4-BE49-F238E27FC236}">
                  <a16:creationId xmlns:a16="http://schemas.microsoft.com/office/drawing/2014/main" id="{09ECF556-2DA2-F45E-F23E-5348BA7DB2D9}"/>
                </a:ext>
              </a:extLst>
            </p:cNvPr>
            <p:cNvSpPr/>
            <p:nvPr/>
          </p:nvSpPr>
          <p:spPr>
            <a:xfrm>
              <a:off x="8992927"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18" name="Freeform: Shape 1617">
              <a:extLst>
                <a:ext uri="{FF2B5EF4-FFF2-40B4-BE49-F238E27FC236}">
                  <a16:creationId xmlns:a16="http://schemas.microsoft.com/office/drawing/2014/main" id="{4B6BD66D-09C5-5258-2F5B-B7E141A984C2}"/>
                </a:ext>
              </a:extLst>
            </p:cNvPr>
            <p:cNvSpPr/>
            <p:nvPr/>
          </p:nvSpPr>
          <p:spPr>
            <a:xfrm>
              <a:off x="9107183"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19" name="Freeform: Shape 1618">
              <a:extLst>
                <a:ext uri="{FF2B5EF4-FFF2-40B4-BE49-F238E27FC236}">
                  <a16:creationId xmlns:a16="http://schemas.microsoft.com/office/drawing/2014/main" id="{9AA5ABC6-0890-E971-9EFE-EC2EA09054DB}"/>
                </a:ext>
              </a:extLst>
            </p:cNvPr>
            <p:cNvSpPr/>
            <p:nvPr/>
          </p:nvSpPr>
          <p:spPr>
            <a:xfrm>
              <a:off x="9221439"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20" name="Freeform: Shape 1619">
              <a:extLst>
                <a:ext uri="{FF2B5EF4-FFF2-40B4-BE49-F238E27FC236}">
                  <a16:creationId xmlns:a16="http://schemas.microsoft.com/office/drawing/2014/main" id="{B26942E4-756F-E4DA-A08F-0CBFCB73B492}"/>
                </a:ext>
              </a:extLst>
            </p:cNvPr>
            <p:cNvSpPr/>
            <p:nvPr/>
          </p:nvSpPr>
          <p:spPr>
            <a:xfrm>
              <a:off x="9335695" y="80390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21" name="Freeform: Shape 1620">
              <a:extLst>
                <a:ext uri="{FF2B5EF4-FFF2-40B4-BE49-F238E27FC236}">
                  <a16:creationId xmlns:a16="http://schemas.microsoft.com/office/drawing/2014/main" id="{846FD0A1-C04F-1B52-1158-763BC1C0E475}"/>
                </a:ext>
              </a:extLst>
            </p:cNvPr>
            <p:cNvSpPr/>
            <p:nvPr/>
          </p:nvSpPr>
          <p:spPr>
            <a:xfrm>
              <a:off x="9449950"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22" name="Freeform: Shape 1621">
              <a:extLst>
                <a:ext uri="{FF2B5EF4-FFF2-40B4-BE49-F238E27FC236}">
                  <a16:creationId xmlns:a16="http://schemas.microsoft.com/office/drawing/2014/main" id="{280DE37F-BC22-673D-406A-A8BF9DB1068D}"/>
                </a:ext>
              </a:extLst>
            </p:cNvPr>
            <p:cNvSpPr/>
            <p:nvPr/>
          </p:nvSpPr>
          <p:spPr>
            <a:xfrm>
              <a:off x="9564206"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23" name="Freeform: Shape 1622">
              <a:extLst>
                <a:ext uri="{FF2B5EF4-FFF2-40B4-BE49-F238E27FC236}">
                  <a16:creationId xmlns:a16="http://schemas.microsoft.com/office/drawing/2014/main" id="{550A8CB5-632F-99A5-616B-646F5ACD8662}"/>
                </a:ext>
              </a:extLst>
            </p:cNvPr>
            <p:cNvSpPr/>
            <p:nvPr/>
          </p:nvSpPr>
          <p:spPr>
            <a:xfrm>
              <a:off x="9678418" y="80390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24" name="Freeform: Shape 1623">
              <a:extLst>
                <a:ext uri="{FF2B5EF4-FFF2-40B4-BE49-F238E27FC236}">
                  <a16:creationId xmlns:a16="http://schemas.microsoft.com/office/drawing/2014/main" id="{B27EC0CF-1987-587E-C6E0-7650F7A15FCF}"/>
                </a:ext>
              </a:extLst>
            </p:cNvPr>
            <p:cNvSpPr/>
            <p:nvPr/>
          </p:nvSpPr>
          <p:spPr>
            <a:xfrm>
              <a:off x="9792674"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25" name="Freeform: Shape 1624">
              <a:extLst>
                <a:ext uri="{FF2B5EF4-FFF2-40B4-BE49-F238E27FC236}">
                  <a16:creationId xmlns:a16="http://schemas.microsoft.com/office/drawing/2014/main" id="{5627DADD-6175-351F-16F9-B8FD4D0D361E}"/>
                </a:ext>
              </a:extLst>
            </p:cNvPr>
            <p:cNvSpPr/>
            <p:nvPr/>
          </p:nvSpPr>
          <p:spPr>
            <a:xfrm>
              <a:off x="9906929"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26" name="Freeform: Shape 1625">
              <a:extLst>
                <a:ext uri="{FF2B5EF4-FFF2-40B4-BE49-F238E27FC236}">
                  <a16:creationId xmlns:a16="http://schemas.microsoft.com/office/drawing/2014/main" id="{F85B1CF1-B4F3-C9F3-A4AA-30100AC511D5}"/>
                </a:ext>
              </a:extLst>
            </p:cNvPr>
            <p:cNvSpPr/>
            <p:nvPr/>
          </p:nvSpPr>
          <p:spPr>
            <a:xfrm>
              <a:off x="10021185"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27" name="Freeform: Shape 1626">
              <a:extLst>
                <a:ext uri="{FF2B5EF4-FFF2-40B4-BE49-F238E27FC236}">
                  <a16:creationId xmlns:a16="http://schemas.microsoft.com/office/drawing/2014/main" id="{00BC8349-2F53-551B-7685-7788BD60DB62}"/>
                </a:ext>
              </a:extLst>
            </p:cNvPr>
            <p:cNvSpPr/>
            <p:nvPr/>
          </p:nvSpPr>
          <p:spPr>
            <a:xfrm>
              <a:off x="10135441"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28" name="Freeform: Shape 1627">
              <a:extLst>
                <a:ext uri="{FF2B5EF4-FFF2-40B4-BE49-F238E27FC236}">
                  <a16:creationId xmlns:a16="http://schemas.microsoft.com/office/drawing/2014/main" id="{BFDC10D3-90E0-3D64-F145-38B9C4FAEFF4}"/>
                </a:ext>
              </a:extLst>
            </p:cNvPr>
            <p:cNvSpPr/>
            <p:nvPr/>
          </p:nvSpPr>
          <p:spPr>
            <a:xfrm>
              <a:off x="10249697"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29" name="Freeform: Shape 1628">
              <a:extLst>
                <a:ext uri="{FF2B5EF4-FFF2-40B4-BE49-F238E27FC236}">
                  <a16:creationId xmlns:a16="http://schemas.microsoft.com/office/drawing/2014/main" id="{F303704E-E93E-1A19-2CC2-0542EBF5E7A6}"/>
                </a:ext>
              </a:extLst>
            </p:cNvPr>
            <p:cNvSpPr/>
            <p:nvPr/>
          </p:nvSpPr>
          <p:spPr>
            <a:xfrm>
              <a:off x="10363952"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30" name="Freeform: Shape 1629">
              <a:extLst>
                <a:ext uri="{FF2B5EF4-FFF2-40B4-BE49-F238E27FC236}">
                  <a16:creationId xmlns:a16="http://schemas.microsoft.com/office/drawing/2014/main" id="{14007334-BEA2-5B13-4A24-2C4C0920A63C}"/>
                </a:ext>
              </a:extLst>
            </p:cNvPr>
            <p:cNvSpPr/>
            <p:nvPr/>
          </p:nvSpPr>
          <p:spPr>
            <a:xfrm>
              <a:off x="10478208" y="80390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31" name="Freeform: Shape 1630">
              <a:extLst>
                <a:ext uri="{FF2B5EF4-FFF2-40B4-BE49-F238E27FC236}">
                  <a16:creationId xmlns:a16="http://schemas.microsoft.com/office/drawing/2014/main" id="{880430A6-6649-A01A-7812-7994308EDE92}"/>
                </a:ext>
              </a:extLst>
            </p:cNvPr>
            <p:cNvSpPr/>
            <p:nvPr/>
          </p:nvSpPr>
          <p:spPr>
            <a:xfrm>
              <a:off x="10592464"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32" name="Freeform: Shape 1631">
              <a:extLst>
                <a:ext uri="{FF2B5EF4-FFF2-40B4-BE49-F238E27FC236}">
                  <a16:creationId xmlns:a16="http://schemas.microsoft.com/office/drawing/2014/main" id="{B13055DE-EFD5-2DBB-9216-FB3F913C775A}"/>
                </a:ext>
              </a:extLst>
            </p:cNvPr>
            <p:cNvSpPr/>
            <p:nvPr/>
          </p:nvSpPr>
          <p:spPr>
            <a:xfrm>
              <a:off x="10706720"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33" name="Freeform: Shape 1632">
              <a:extLst>
                <a:ext uri="{FF2B5EF4-FFF2-40B4-BE49-F238E27FC236}">
                  <a16:creationId xmlns:a16="http://schemas.microsoft.com/office/drawing/2014/main" id="{F4B088E7-3FDE-2C97-1449-1045B2643844}"/>
                </a:ext>
              </a:extLst>
            </p:cNvPr>
            <p:cNvSpPr/>
            <p:nvPr/>
          </p:nvSpPr>
          <p:spPr>
            <a:xfrm>
              <a:off x="10820976" y="803902"/>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34" name="Freeform: Shape 1633">
              <a:extLst>
                <a:ext uri="{FF2B5EF4-FFF2-40B4-BE49-F238E27FC236}">
                  <a16:creationId xmlns:a16="http://schemas.microsoft.com/office/drawing/2014/main" id="{A2665958-F962-EF30-FA5F-80020ED8161D}"/>
                </a:ext>
              </a:extLst>
            </p:cNvPr>
            <p:cNvSpPr/>
            <p:nvPr/>
          </p:nvSpPr>
          <p:spPr>
            <a:xfrm>
              <a:off x="10935231"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35" name="Freeform: Shape 1634">
              <a:extLst>
                <a:ext uri="{FF2B5EF4-FFF2-40B4-BE49-F238E27FC236}">
                  <a16:creationId xmlns:a16="http://schemas.microsoft.com/office/drawing/2014/main" id="{5CF31E47-3CFA-1A1D-9577-A429E6A83202}"/>
                </a:ext>
              </a:extLst>
            </p:cNvPr>
            <p:cNvSpPr/>
            <p:nvPr/>
          </p:nvSpPr>
          <p:spPr>
            <a:xfrm>
              <a:off x="11049443"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36" name="Freeform: Shape 1635">
              <a:extLst>
                <a:ext uri="{FF2B5EF4-FFF2-40B4-BE49-F238E27FC236}">
                  <a16:creationId xmlns:a16="http://schemas.microsoft.com/office/drawing/2014/main" id="{D9250C94-4CAF-8FEE-F73E-F78A2063A4CE}"/>
                </a:ext>
              </a:extLst>
            </p:cNvPr>
            <p:cNvSpPr/>
            <p:nvPr/>
          </p:nvSpPr>
          <p:spPr>
            <a:xfrm>
              <a:off x="11163699" y="803902"/>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37" name="Freeform: Shape 1636">
              <a:extLst>
                <a:ext uri="{FF2B5EF4-FFF2-40B4-BE49-F238E27FC236}">
                  <a16:creationId xmlns:a16="http://schemas.microsoft.com/office/drawing/2014/main" id="{16E84218-8059-3B5A-0DBA-6174311A1DDD}"/>
                </a:ext>
              </a:extLst>
            </p:cNvPr>
            <p:cNvSpPr/>
            <p:nvPr/>
          </p:nvSpPr>
          <p:spPr>
            <a:xfrm>
              <a:off x="11277955"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38" name="Freeform: Shape 1637">
              <a:extLst>
                <a:ext uri="{FF2B5EF4-FFF2-40B4-BE49-F238E27FC236}">
                  <a16:creationId xmlns:a16="http://schemas.microsoft.com/office/drawing/2014/main" id="{BCAB7CF2-6C88-44F3-EA77-357B1270853A}"/>
                </a:ext>
              </a:extLst>
            </p:cNvPr>
            <p:cNvSpPr/>
            <p:nvPr/>
          </p:nvSpPr>
          <p:spPr>
            <a:xfrm>
              <a:off x="11392210"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39" name="Freeform: Shape 1638">
              <a:extLst>
                <a:ext uri="{FF2B5EF4-FFF2-40B4-BE49-F238E27FC236}">
                  <a16:creationId xmlns:a16="http://schemas.microsoft.com/office/drawing/2014/main" id="{FAC9A5FC-13D0-06D3-81FF-F8666DFB7466}"/>
                </a:ext>
              </a:extLst>
            </p:cNvPr>
            <p:cNvSpPr/>
            <p:nvPr/>
          </p:nvSpPr>
          <p:spPr>
            <a:xfrm>
              <a:off x="11506466" y="803902"/>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40" name="Freeform: Shape 1639">
              <a:extLst>
                <a:ext uri="{FF2B5EF4-FFF2-40B4-BE49-F238E27FC236}">
                  <a16:creationId xmlns:a16="http://schemas.microsoft.com/office/drawing/2014/main" id="{4119B6C1-2E1C-4D78-DE67-E6B24C9EF862}"/>
                </a:ext>
              </a:extLst>
            </p:cNvPr>
            <p:cNvSpPr/>
            <p:nvPr/>
          </p:nvSpPr>
          <p:spPr>
            <a:xfrm>
              <a:off x="11620722"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41" name="Freeform: Shape 1640">
              <a:extLst>
                <a:ext uri="{FF2B5EF4-FFF2-40B4-BE49-F238E27FC236}">
                  <a16:creationId xmlns:a16="http://schemas.microsoft.com/office/drawing/2014/main" id="{CBA9E4FA-977D-7960-D59C-605701138223}"/>
                </a:ext>
              </a:extLst>
            </p:cNvPr>
            <p:cNvSpPr/>
            <p:nvPr/>
          </p:nvSpPr>
          <p:spPr>
            <a:xfrm>
              <a:off x="11734978"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42" name="Freeform: Shape 1641">
              <a:extLst>
                <a:ext uri="{FF2B5EF4-FFF2-40B4-BE49-F238E27FC236}">
                  <a16:creationId xmlns:a16="http://schemas.microsoft.com/office/drawing/2014/main" id="{816456AE-488D-C101-04F9-2F7DC79FB1F4}"/>
                </a:ext>
              </a:extLst>
            </p:cNvPr>
            <p:cNvSpPr/>
            <p:nvPr/>
          </p:nvSpPr>
          <p:spPr>
            <a:xfrm>
              <a:off x="11849233"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43" name="Freeform: Shape 1642">
              <a:extLst>
                <a:ext uri="{FF2B5EF4-FFF2-40B4-BE49-F238E27FC236}">
                  <a16:creationId xmlns:a16="http://schemas.microsoft.com/office/drawing/2014/main" id="{433F66AF-D7BF-8F65-E9E4-2FB8DDD31991}"/>
                </a:ext>
              </a:extLst>
            </p:cNvPr>
            <p:cNvSpPr/>
            <p:nvPr/>
          </p:nvSpPr>
          <p:spPr>
            <a:xfrm>
              <a:off x="11963489" y="80390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44" name="Freeform: Shape 1643">
              <a:extLst>
                <a:ext uri="{FF2B5EF4-FFF2-40B4-BE49-F238E27FC236}">
                  <a16:creationId xmlns:a16="http://schemas.microsoft.com/office/drawing/2014/main" id="{077E28A8-646A-A27A-8F75-0EAD9191A7E2}"/>
                </a:ext>
              </a:extLst>
            </p:cNvPr>
            <p:cNvSpPr/>
            <p:nvPr/>
          </p:nvSpPr>
          <p:spPr>
            <a:xfrm>
              <a:off x="12077745" y="803902"/>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45" name="Freeform: Shape 1644">
              <a:extLst>
                <a:ext uri="{FF2B5EF4-FFF2-40B4-BE49-F238E27FC236}">
                  <a16:creationId xmlns:a16="http://schemas.microsoft.com/office/drawing/2014/main" id="{0022FDB0-6F59-D76D-8A05-3A59EFA9370A}"/>
                </a:ext>
              </a:extLst>
            </p:cNvPr>
            <p:cNvSpPr/>
            <p:nvPr/>
          </p:nvSpPr>
          <p:spPr>
            <a:xfrm>
              <a:off x="7279135" y="91815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46" name="Freeform: Shape 1645">
              <a:extLst>
                <a:ext uri="{FF2B5EF4-FFF2-40B4-BE49-F238E27FC236}">
                  <a16:creationId xmlns:a16="http://schemas.microsoft.com/office/drawing/2014/main" id="{16654C42-E42B-A5AB-8B86-E8F73D925127}"/>
                </a:ext>
              </a:extLst>
            </p:cNvPr>
            <p:cNvSpPr/>
            <p:nvPr/>
          </p:nvSpPr>
          <p:spPr>
            <a:xfrm>
              <a:off x="7393391"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47" name="Freeform: Shape 1646">
              <a:extLst>
                <a:ext uri="{FF2B5EF4-FFF2-40B4-BE49-F238E27FC236}">
                  <a16:creationId xmlns:a16="http://schemas.microsoft.com/office/drawing/2014/main" id="{57CDF713-9509-365D-B0F2-233B836D9155}"/>
                </a:ext>
              </a:extLst>
            </p:cNvPr>
            <p:cNvSpPr/>
            <p:nvPr/>
          </p:nvSpPr>
          <p:spPr>
            <a:xfrm>
              <a:off x="7507646"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48" name="Freeform: Shape 1647">
              <a:extLst>
                <a:ext uri="{FF2B5EF4-FFF2-40B4-BE49-F238E27FC236}">
                  <a16:creationId xmlns:a16="http://schemas.microsoft.com/office/drawing/2014/main" id="{FADB803C-C216-53A5-FBBF-0887759673EB}"/>
                </a:ext>
              </a:extLst>
            </p:cNvPr>
            <p:cNvSpPr/>
            <p:nvPr/>
          </p:nvSpPr>
          <p:spPr>
            <a:xfrm>
              <a:off x="7621902"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49" name="Freeform: Shape 1648">
              <a:extLst>
                <a:ext uri="{FF2B5EF4-FFF2-40B4-BE49-F238E27FC236}">
                  <a16:creationId xmlns:a16="http://schemas.microsoft.com/office/drawing/2014/main" id="{A3EFB564-C1B3-BE60-1E5D-04C7467A3BC6}"/>
                </a:ext>
              </a:extLst>
            </p:cNvPr>
            <p:cNvSpPr/>
            <p:nvPr/>
          </p:nvSpPr>
          <p:spPr>
            <a:xfrm>
              <a:off x="7736158" y="91815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50" name="Freeform: Shape 1649">
              <a:extLst>
                <a:ext uri="{FF2B5EF4-FFF2-40B4-BE49-F238E27FC236}">
                  <a16:creationId xmlns:a16="http://schemas.microsoft.com/office/drawing/2014/main" id="{91D5603B-7097-E03A-BD58-DC41B8954FCC}"/>
                </a:ext>
              </a:extLst>
            </p:cNvPr>
            <p:cNvSpPr/>
            <p:nvPr/>
          </p:nvSpPr>
          <p:spPr>
            <a:xfrm>
              <a:off x="7850414"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51" name="Freeform: Shape 1650">
              <a:extLst>
                <a:ext uri="{FF2B5EF4-FFF2-40B4-BE49-F238E27FC236}">
                  <a16:creationId xmlns:a16="http://schemas.microsoft.com/office/drawing/2014/main" id="{195CC54D-688D-3615-E4ED-CAD25D7C1C96}"/>
                </a:ext>
              </a:extLst>
            </p:cNvPr>
            <p:cNvSpPr/>
            <p:nvPr/>
          </p:nvSpPr>
          <p:spPr>
            <a:xfrm>
              <a:off x="7964669"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52" name="Freeform: Shape 1651">
              <a:extLst>
                <a:ext uri="{FF2B5EF4-FFF2-40B4-BE49-F238E27FC236}">
                  <a16:creationId xmlns:a16="http://schemas.microsoft.com/office/drawing/2014/main" id="{23B50D9F-8E4C-4C12-A140-8F6F45FF6275}"/>
                </a:ext>
              </a:extLst>
            </p:cNvPr>
            <p:cNvSpPr/>
            <p:nvPr/>
          </p:nvSpPr>
          <p:spPr>
            <a:xfrm>
              <a:off x="8078925" y="91815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53" name="Freeform: Shape 1652">
              <a:extLst>
                <a:ext uri="{FF2B5EF4-FFF2-40B4-BE49-F238E27FC236}">
                  <a16:creationId xmlns:a16="http://schemas.microsoft.com/office/drawing/2014/main" id="{1FBA7E57-FE51-9F5C-D147-661121B3A615}"/>
                </a:ext>
              </a:extLst>
            </p:cNvPr>
            <p:cNvSpPr/>
            <p:nvPr/>
          </p:nvSpPr>
          <p:spPr>
            <a:xfrm>
              <a:off x="8193181"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54" name="Freeform: Shape 1653">
              <a:extLst>
                <a:ext uri="{FF2B5EF4-FFF2-40B4-BE49-F238E27FC236}">
                  <a16:creationId xmlns:a16="http://schemas.microsoft.com/office/drawing/2014/main" id="{96186A63-E86D-A490-BF01-F908A6C37D83}"/>
                </a:ext>
              </a:extLst>
            </p:cNvPr>
            <p:cNvSpPr/>
            <p:nvPr/>
          </p:nvSpPr>
          <p:spPr>
            <a:xfrm>
              <a:off x="8307437"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55" name="Freeform: Shape 1654">
              <a:extLst>
                <a:ext uri="{FF2B5EF4-FFF2-40B4-BE49-F238E27FC236}">
                  <a16:creationId xmlns:a16="http://schemas.microsoft.com/office/drawing/2014/main" id="{81C756DB-51E7-FF9B-06B1-F2BF105A39B4}"/>
                </a:ext>
              </a:extLst>
            </p:cNvPr>
            <p:cNvSpPr/>
            <p:nvPr/>
          </p:nvSpPr>
          <p:spPr>
            <a:xfrm>
              <a:off x="8421648"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56" name="Freeform: Shape 1655">
              <a:extLst>
                <a:ext uri="{FF2B5EF4-FFF2-40B4-BE49-F238E27FC236}">
                  <a16:creationId xmlns:a16="http://schemas.microsoft.com/office/drawing/2014/main" id="{24F59A11-FBF8-9C4A-49F0-06F0D4808042}"/>
                </a:ext>
              </a:extLst>
            </p:cNvPr>
            <p:cNvSpPr/>
            <p:nvPr/>
          </p:nvSpPr>
          <p:spPr>
            <a:xfrm>
              <a:off x="8535904"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57" name="Freeform: Shape 1656">
              <a:extLst>
                <a:ext uri="{FF2B5EF4-FFF2-40B4-BE49-F238E27FC236}">
                  <a16:creationId xmlns:a16="http://schemas.microsoft.com/office/drawing/2014/main" id="{5FF9ED58-EAFD-766A-1EA5-8DED15548585}"/>
                </a:ext>
              </a:extLst>
            </p:cNvPr>
            <p:cNvSpPr/>
            <p:nvPr/>
          </p:nvSpPr>
          <p:spPr>
            <a:xfrm>
              <a:off x="8650160"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58" name="Freeform: Shape 1657">
              <a:extLst>
                <a:ext uri="{FF2B5EF4-FFF2-40B4-BE49-F238E27FC236}">
                  <a16:creationId xmlns:a16="http://schemas.microsoft.com/office/drawing/2014/main" id="{C7145FCE-B36F-CCC2-9541-196D101B7DD3}"/>
                </a:ext>
              </a:extLst>
            </p:cNvPr>
            <p:cNvSpPr/>
            <p:nvPr/>
          </p:nvSpPr>
          <p:spPr>
            <a:xfrm>
              <a:off x="8764416"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59" name="Freeform: Shape 1658">
              <a:extLst>
                <a:ext uri="{FF2B5EF4-FFF2-40B4-BE49-F238E27FC236}">
                  <a16:creationId xmlns:a16="http://schemas.microsoft.com/office/drawing/2014/main" id="{EFFBBCAF-86EA-EE4A-1338-C296BB3183D7}"/>
                </a:ext>
              </a:extLst>
            </p:cNvPr>
            <p:cNvSpPr/>
            <p:nvPr/>
          </p:nvSpPr>
          <p:spPr>
            <a:xfrm>
              <a:off x="8878671" y="91815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60" name="Freeform: Shape 1659">
              <a:extLst>
                <a:ext uri="{FF2B5EF4-FFF2-40B4-BE49-F238E27FC236}">
                  <a16:creationId xmlns:a16="http://schemas.microsoft.com/office/drawing/2014/main" id="{2A98FC6E-98E6-09D6-CAE5-268578CB1322}"/>
                </a:ext>
              </a:extLst>
            </p:cNvPr>
            <p:cNvSpPr/>
            <p:nvPr/>
          </p:nvSpPr>
          <p:spPr>
            <a:xfrm>
              <a:off x="8992927"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61" name="Freeform: Shape 1660">
              <a:extLst>
                <a:ext uri="{FF2B5EF4-FFF2-40B4-BE49-F238E27FC236}">
                  <a16:creationId xmlns:a16="http://schemas.microsoft.com/office/drawing/2014/main" id="{1456AA49-91E4-80A3-52AD-EB76FEDAE5E2}"/>
                </a:ext>
              </a:extLst>
            </p:cNvPr>
            <p:cNvSpPr/>
            <p:nvPr/>
          </p:nvSpPr>
          <p:spPr>
            <a:xfrm>
              <a:off x="9107183"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62" name="Freeform: Shape 1661">
              <a:extLst>
                <a:ext uri="{FF2B5EF4-FFF2-40B4-BE49-F238E27FC236}">
                  <a16:creationId xmlns:a16="http://schemas.microsoft.com/office/drawing/2014/main" id="{FC8631FE-695E-0C80-C240-585BD2FBB068}"/>
                </a:ext>
              </a:extLst>
            </p:cNvPr>
            <p:cNvSpPr/>
            <p:nvPr/>
          </p:nvSpPr>
          <p:spPr>
            <a:xfrm>
              <a:off x="9221439"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63" name="Freeform: Shape 1662">
              <a:extLst>
                <a:ext uri="{FF2B5EF4-FFF2-40B4-BE49-F238E27FC236}">
                  <a16:creationId xmlns:a16="http://schemas.microsoft.com/office/drawing/2014/main" id="{0BBC2E50-0FFF-A403-CA80-5AB5AE796623}"/>
                </a:ext>
              </a:extLst>
            </p:cNvPr>
            <p:cNvSpPr/>
            <p:nvPr/>
          </p:nvSpPr>
          <p:spPr>
            <a:xfrm>
              <a:off x="9335695" y="91815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64" name="Freeform: Shape 1663">
              <a:extLst>
                <a:ext uri="{FF2B5EF4-FFF2-40B4-BE49-F238E27FC236}">
                  <a16:creationId xmlns:a16="http://schemas.microsoft.com/office/drawing/2014/main" id="{C3C0442C-2AF2-BCD2-7268-4918D2B82384}"/>
                </a:ext>
              </a:extLst>
            </p:cNvPr>
            <p:cNvSpPr/>
            <p:nvPr/>
          </p:nvSpPr>
          <p:spPr>
            <a:xfrm>
              <a:off x="9449950"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65" name="Freeform: Shape 1664">
              <a:extLst>
                <a:ext uri="{FF2B5EF4-FFF2-40B4-BE49-F238E27FC236}">
                  <a16:creationId xmlns:a16="http://schemas.microsoft.com/office/drawing/2014/main" id="{CA5088F6-FD78-8894-CD8F-D8EDF9647750}"/>
                </a:ext>
              </a:extLst>
            </p:cNvPr>
            <p:cNvSpPr/>
            <p:nvPr/>
          </p:nvSpPr>
          <p:spPr>
            <a:xfrm>
              <a:off x="9564206"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66" name="Freeform: Shape 1665">
              <a:extLst>
                <a:ext uri="{FF2B5EF4-FFF2-40B4-BE49-F238E27FC236}">
                  <a16:creationId xmlns:a16="http://schemas.microsoft.com/office/drawing/2014/main" id="{73D2B038-95C4-0A14-39A6-E76D44BCDF09}"/>
                </a:ext>
              </a:extLst>
            </p:cNvPr>
            <p:cNvSpPr/>
            <p:nvPr/>
          </p:nvSpPr>
          <p:spPr>
            <a:xfrm>
              <a:off x="9678418" y="91815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67" name="Freeform: Shape 1666">
              <a:extLst>
                <a:ext uri="{FF2B5EF4-FFF2-40B4-BE49-F238E27FC236}">
                  <a16:creationId xmlns:a16="http://schemas.microsoft.com/office/drawing/2014/main" id="{4124D4CA-1866-737A-5A85-57FD95CC8384}"/>
                </a:ext>
              </a:extLst>
            </p:cNvPr>
            <p:cNvSpPr/>
            <p:nvPr/>
          </p:nvSpPr>
          <p:spPr>
            <a:xfrm>
              <a:off x="9792674"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68" name="Freeform: Shape 1667">
              <a:extLst>
                <a:ext uri="{FF2B5EF4-FFF2-40B4-BE49-F238E27FC236}">
                  <a16:creationId xmlns:a16="http://schemas.microsoft.com/office/drawing/2014/main" id="{87353790-50E6-938A-77CF-A739E4E927BD}"/>
                </a:ext>
              </a:extLst>
            </p:cNvPr>
            <p:cNvSpPr/>
            <p:nvPr/>
          </p:nvSpPr>
          <p:spPr>
            <a:xfrm>
              <a:off x="9906929"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69" name="Freeform: Shape 1668">
              <a:extLst>
                <a:ext uri="{FF2B5EF4-FFF2-40B4-BE49-F238E27FC236}">
                  <a16:creationId xmlns:a16="http://schemas.microsoft.com/office/drawing/2014/main" id="{0F3634A7-94EA-D3AC-800A-772660D939EA}"/>
                </a:ext>
              </a:extLst>
            </p:cNvPr>
            <p:cNvSpPr/>
            <p:nvPr/>
          </p:nvSpPr>
          <p:spPr>
            <a:xfrm>
              <a:off x="10021185"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70" name="Freeform: Shape 1669">
              <a:extLst>
                <a:ext uri="{FF2B5EF4-FFF2-40B4-BE49-F238E27FC236}">
                  <a16:creationId xmlns:a16="http://schemas.microsoft.com/office/drawing/2014/main" id="{D8968653-C444-D3E8-54B8-264AD88B0E8D}"/>
                </a:ext>
              </a:extLst>
            </p:cNvPr>
            <p:cNvSpPr/>
            <p:nvPr/>
          </p:nvSpPr>
          <p:spPr>
            <a:xfrm>
              <a:off x="10135441"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71" name="Freeform: Shape 1670">
              <a:extLst>
                <a:ext uri="{FF2B5EF4-FFF2-40B4-BE49-F238E27FC236}">
                  <a16:creationId xmlns:a16="http://schemas.microsoft.com/office/drawing/2014/main" id="{677B7891-56F2-FF56-0336-76DD540ACADB}"/>
                </a:ext>
              </a:extLst>
            </p:cNvPr>
            <p:cNvSpPr/>
            <p:nvPr/>
          </p:nvSpPr>
          <p:spPr>
            <a:xfrm>
              <a:off x="10249697"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72" name="Freeform: Shape 1671">
              <a:extLst>
                <a:ext uri="{FF2B5EF4-FFF2-40B4-BE49-F238E27FC236}">
                  <a16:creationId xmlns:a16="http://schemas.microsoft.com/office/drawing/2014/main" id="{78D7A133-6A8B-E1B0-C6C7-4B9EAE298B44}"/>
                </a:ext>
              </a:extLst>
            </p:cNvPr>
            <p:cNvSpPr/>
            <p:nvPr/>
          </p:nvSpPr>
          <p:spPr>
            <a:xfrm>
              <a:off x="10363952"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73" name="Freeform: Shape 1672">
              <a:extLst>
                <a:ext uri="{FF2B5EF4-FFF2-40B4-BE49-F238E27FC236}">
                  <a16:creationId xmlns:a16="http://schemas.microsoft.com/office/drawing/2014/main" id="{B1A2DC7B-EFA2-B3CC-3EA5-2D864784130F}"/>
                </a:ext>
              </a:extLst>
            </p:cNvPr>
            <p:cNvSpPr/>
            <p:nvPr/>
          </p:nvSpPr>
          <p:spPr>
            <a:xfrm>
              <a:off x="10478208" y="91815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74" name="Freeform: Shape 1673">
              <a:extLst>
                <a:ext uri="{FF2B5EF4-FFF2-40B4-BE49-F238E27FC236}">
                  <a16:creationId xmlns:a16="http://schemas.microsoft.com/office/drawing/2014/main" id="{DD239DA5-0AAC-EC35-BB38-7924E93C466F}"/>
                </a:ext>
              </a:extLst>
            </p:cNvPr>
            <p:cNvSpPr/>
            <p:nvPr/>
          </p:nvSpPr>
          <p:spPr>
            <a:xfrm>
              <a:off x="10592464"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75" name="Freeform: Shape 1674">
              <a:extLst>
                <a:ext uri="{FF2B5EF4-FFF2-40B4-BE49-F238E27FC236}">
                  <a16:creationId xmlns:a16="http://schemas.microsoft.com/office/drawing/2014/main" id="{FB753066-AE82-CE71-4BA0-04CFB06672EA}"/>
                </a:ext>
              </a:extLst>
            </p:cNvPr>
            <p:cNvSpPr/>
            <p:nvPr/>
          </p:nvSpPr>
          <p:spPr>
            <a:xfrm>
              <a:off x="10706720"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76" name="Freeform: Shape 1675">
              <a:extLst>
                <a:ext uri="{FF2B5EF4-FFF2-40B4-BE49-F238E27FC236}">
                  <a16:creationId xmlns:a16="http://schemas.microsoft.com/office/drawing/2014/main" id="{1685BCBA-2D4B-05BB-222D-AF2B829FA50D}"/>
                </a:ext>
              </a:extLst>
            </p:cNvPr>
            <p:cNvSpPr/>
            <p:nvPr/>
          </p:nvSpPr>
          <p:spPr>
            <a:xfrm>
              <a:off x="10820976" y="918158"/>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77" name="Freeform: Shape 1676">
              <a:extLst>
                <a:ext uri="{FF2B5EF4-FFF2-40B4-BE49-F238E27FC236}">
                  <a16:creationId xmlns:a16="http://schemas.microsoft.com/office/drawing/2014/main" id="{76F3365D-1CD0-03FA-33AD-DBFA2B83E255}"/>
                </a:ext>
              </a:extLst>
            </p:cNvPr>
            <p:cNvSpPr/>
            <p:nvPr/>
          </p:nvSpPr>
          <p:spPr>
            <a:xfrm>
              <a:off x="10935231"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78" name="Freeform: Shape 1677">
              <a:extLst>
                <a:ext uri="{FF2B5EF4-FFF2-40B4-BE49-F238E27FC236}">
                  <a16:creationId xmlns:a16="http://schemas.microsoft.com/office/drawing/2014/main" id="{3971D3B0-6A21-3DE1-83DC-A3D7B8CA0CB4}"/>
                </a:ext>
              </a:extLst>
            </p:cNvPr>
            <p:cNvSpPr/>
            <p:nvPr/>
          </p:nvSpPr>
          <p:spPr>
            <a:xfrm>
              <a:off x="11049443"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79" name="Freeform: Shape 1678">
              <a:extLst>
                <a:ext uri="{FF2B5EF4-FFF2-40B4-BE49-F238E27FC236}">
                  <a16:creationId xmlns:a16="http://schemas.microsoft.com/office/drawing/2014/main" id="{CA47361D-53E7-0244-4121-D3C546BB6F7B}"/>
                </a:ext>
              </a:extLst>
            </p:cNvPr>
            <p:cNvSpPr/>
            <p:nvPr/>
          </p:nvSpPr>
          <p:spPr>
            <a:xfrm>
              <a:off x="11163699" y="918158"/>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80" name="Freeform: Shape 1679">
              <a:extLst>
                <a:ext uri="{FF2B5EF4-FFF2-40B4-BE49-F238E27FC236}">
                  <a16:creationId xmlns:a16="http://schemas.microsoft.com/office/drawing/2014/main" id="{FAEC9EAF-6B99-3A52-F273-0D44C8E70872}"/>
                </a:ext>
              </a:extLst>
            </p:cNvPr>
            <p:cNvSpPr/>
            <p:nvPr/>
          </p:nvSpPr>
          <p:spPr>
            <a:xfrm>
              <a:off x="11277955"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81" name="Freeform: Shape 1680">
              <a:extLst>
                <a:ext uri="{FF2B5EF4-FFF2-40B4-BE49-F238E27FC236}">
                  <a16:creationId xmlns:a16="http://schemas.microsoft.com/office/drawing/2014/main" id="{BE7F156C-E6C7-BF31-2B8E-4C111D139A84}"/>
                </a:ext>
              </a:extLst>
            </p:cNvPr>
            <p:cNvSpPr/>
            <p:nvPr/>
          </p:nvSpPr>
          <p:spPr>
            <a:xfrm>
              <a:off x="11392210"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82" name="Freeform: Shape 1681">
              <a:extLst>
                <a:ext uri="{FF2B5EF4-FFF2-40B4-BE49-F238E27FC236}">
                  <a16:creationId xmlns:a16="http://schemas.microsoft.com/office/drawing/2014/main" id="{90AAF739-02D0-47A0-49C9-B640F7311D5B}"/>
                </a:ext>
              </a:extLst>
            </p:cNvPr>
            <p:cNvSpPr/>
            <p:nvPr/>
          </p:nvSpPr>
          <p:spPr>
            <a:xfrm>
              <a:off x="11506466" y="918158"/>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83" name="Freeform: Shape 1682">
              <a:extLst>
                <a:ext uri="{FF2B5EF4-FFF2-40B4-BE49-F238E27FC236}">
                  <a16:creationId xmlns:a16="http://schemas.microsoft.com/office/drawing/2014/main" id="{8B4CAD11-C7BB-092E-538A-AA3E7B3A1F3A}"/>
                </a:ext>
              </a:extLst>
            </p:cNvPr>
            <p:cNvSpPr/>
            <p:nvPr/>
          </p:nvSpPr>
          <p:spPr>
            <a:xfrm>
              <a:off x="11620722"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84" name="Freeform: Shape 1683">
              <a:extLst>
                <a:ext uri="{FF2B5EF4-FFF2-40B4-BE49-F238E27FC236}">
                  <a16:creationId xmlns:a16="http://schemas.microsoft.com/office/drawing/2014/main" id="{D0F49318-E194-8835-CD56-2C1446D40018}"/>
                </a:ext>
              </a:extLst>
            </p:cNvPr>
            <p:cNvSpPr/>
            <p:nvPr/>
          </p:nvSpPr>
          <p:spPr>
            <a:xfrm>
              <a:off x="11734978"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85" name="Freeform: Shape 1684">
              <a:extLst>
                <a:ext uri="{FF2B5EF4-FFF2-40B4-BE49-F238E27FC236}">
                  <a16:creationId xmlns:a16="http://schemas.microsoft.com/office/drawing/2014/main" id="{5DAFEA51-878F-8486-0992-EE1D9CFD748A}"/>
                </a:ext>
              </a:extLst>
            </p:cNvPr>
            <p:cNvSpPr/>
            <p:nvPr/>
          </p:nvSpPr>
          <p:spPr>
            <a:xfrm>
              <a:off x="11849233"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86" name="Freeform: Shape 1685">
              <a:extLst>
                <a:ext uri="{FF2B5EF4-FFF2-40B4-BE49-F238E27FC236}">
                  <a16:creationId xmlns:a16="http://schemas.microsoft.com/office/drawing/2014/main" id="{EA5319C1-CD6B-157B-EE1F-85A6B6D93A04}"/>
                </a:ext>
              </a:extLst>
            </p:cNvPr>
            <p:cNvSpPr/>
            <p:nvPr/>
          </p:nvSpPr>
          <p:spPr>
            <a:xfrm>
              <a:off x="11963489" y="91815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87" name="Freeform: Shape 1686">
              <a:extLst>
                <a:ext uri="{FF2B5EF4-FFF2-40B4-BE49-F238E27FC236}">
                  <a16:creationId xmlns:a16="http://schemas.microsoft.com/office/drawing/2014/main" id="{EC2BAC1F-D754-E091-8E1E-CFE4B58FBD13}"/>
                </a:ext>
              </a:extLst>
            </p:cNvPr>
            <p:cNvSpPr/>
            <p:nvPr/>
          </p:nvSpPr>
          <p:spPr>
            <a:xfrm>
              <a:off x="12077745" y="918158"/>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88" name="Freeform: Shape 1687">
              <a:extLst>
                <a:ext uri="{FF2B5EF4-FFF2-40B4-BE49-F238E27FC236}">
                  <a16:creationId xmlns:a16="http://schemas.microsoft.com/office/drawing/2014/main" id="{D31DD2CB-B0EC-6482-FF04-4DA433888054}"/>
                </a:ext>
              </a:extLst>
            </p:cNvPr>
            <p:cNvSpPr/>
            <p:nvPr/>
          </p:nvSpPr>
          <p:spPr>
            <a:xfrm>
              <a:off x="7279135" y="103241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89" name="Freeform: Shape 1688">
              <a:extLst>
                <a:ext uri="{FF2B5EF4-FFF2-40B4-BE49-F238E27FC236}">
                  <a16:creationId xmlns:a16="http://schemas.microsoft.com/office/drawing/2014/main" id="{6E779ED4-25D7-30AF-133B-361DA96627DD}"/>
                </a:ext>
              </a:extLst>
            </p:cNvPr>
            <p:cNvSpPr/>
            <p:nvPr/>
          </p:nvSpPr>
          <p:spPr>
            <a:xfrm>
              <a:off x="7393391"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90" name="Freeform: Shape 1689">
              <a:extLst>
                <a:ext uri="{FF2B5EF4-FFF2-40B4-BE49-F238E27FC236}">
                  <a16:creationId xmlns:a16="http://schemas.microsoft.com/office/drawing/2014/main" id="{C96DE806-88A0-BCB8-66A9-9A1510BDEB85}"/>
                </a:ext>
              </a:extLst>
            </p:cNvPr>
            <p:cNvSpPr/>
            <p:nvPr/>
          </p:nvSpPr>
          <p:spPr>
            <a:xfrm>
              <a:off x="7507646"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91" name="Freeform: Shape 1690">
              <a:extLst>
                <a:ext uri="{FF2B5EF4-FFF2-40B4-BE49-F238E27FC236}">
                  <a16:creationId xmlns:a16="http://schemas.microsoft.com/office/drawing/2014/main" id="{17536D1A-5734-A838-F630-A44F882D7D9D}"/>
                </a:ext>
              </a:extLst>
            </p:cNvPr>
            <p:cNvSpPr/>
            <p:nvPr/>
          </p:nvSpPr>
          <p:spPr>
            <a:xfrm>
              <a:off x="7621902"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92" name="Freeform: Shape 1691">
              <a:extLst>
                <a:ext uri="{FF2B5EF4-FFF2-40B4-BE49-F238E27FC236}">
                  <a16:creationId xmlns:a16="http://schemas.microsoft.com/office/drawing/2014/main" id="{DF9DB48E-B452-4FD9-E188-21EE28DAB1CD}"/>
                </a:ext>
              </a:extLst>
            </p:cNvPr>
            <p:cNvSpPr/>
            <p:nvPr/>
          </p:nvSpPr>
          <p:spPr>
            <a:xfrm>
              <a:off x="7736158" y="103241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93" name="Freeform: Shape 1692">
              <a:extLst>
                <a:ext uri="{FF2B5EF4-FFF2-40B4-BE49-F238E27FC236}">
                  <a16:creationId xmlns:a16="http://schemas.microsoft.com/office/drawing/2014/main" id="{1495FBF3-30A6-4027-4DA3-7850B4EF5603}"/>
                </a:ext>
              </a:extLst>
            </p:cNvPr>
            <p:cNvSpPr/>
            <p:nvPr/>
          </p:nvSpPr>
          <p:spPr>
            <a:xfrm>
              <a:off x="7850414"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94" name="Freeform: Shape 1693">
              <a:extLst>
                <a:ext uri="{FF2B5EF4-FFF2-40B4-BE49-F238E27FC236}">
                  <a16:creationId xmlns:a16="http://schemas.microsoft.com/office/drawing/2014/main" id="{77E0ED84-8D8A-FB06-CD2A-1DF1977E5692}"/>
                </a:ext>
              </a:extLst>
            </p:cNvPr>
            <p:cNvSpPr/>
            <p:nvPr/>
          </p:nvSpPr>
          <p:spPr>
            <a:xfrm>
              <a:off x="7964669"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95" name="Freeform: Shape 1694">
              <a:extLst>
                <a:ext uri="{FF2B5EF4-FFF2-40B4-BE49-F238E27FC236}">
                  <a16:creationId xmlns:a16="http://schemas.microsoft.com/office/drawing/2014/main" id="{A400C363-F9F3-1301-6CBE-3004C93DEE94}"/>
                </a:ext>
              </a:extLst>
            </p:cNvPr>
            <p:cNvSpPr/>
            <p:nvPr/>
          </p:nvSpPr>
          <p:spPr>
            <a:xfrm>
              <a:off x="8078925" y="103241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96" name="Freeform: Shape 1695">
              <a:extLst>
                <a:ext uri="{FF2B5EF4-FFF2-40B4-BE49-F238E27FC236}">
                  <a16:creationId xmlns:a16="http://schemas.microsoft.com/office/drawing/2014/main" id="{B3389FCB-8CF4-9C4C-1042-0A85F3358402}"/>
                </a:ext>
              </a:extLst>
            </p:cNvPr>
            <p:cNvSpPr/>
            <p:nvPr/>
          </p:nvSpPr>
          <p:spPr>
            <a:xfrm>
              <a:off x="8193181"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97" name="Freeform: Shape 1696">
              <a:extLst>
                <a:ext uri="{FF2B5EF4-FFF2-40B4-BE49-F238E27FC236}">
                  <a16:creationId xmlns:a16="http://schemas.microsoft.com/office/drawing/2014/main" id="{366D3E45-A8F1-52DE-B363-253C4D882075}"/>
                </a:ext>
              </a:extLst>
            </p:cNvPr>
            <p:cNvSpPr/>
            <p:nvPr/>
          </p:nvSpPr>
          <p:spPr>
            <a:xfrm>
              <a:off x="8307437"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98" name="Freeform: Shape 1697">
              <a:extLst>
                <a:ext uri="{FF2B5EF4-FFF2-40B4-BE49-F238E27FC236}">
                  <a16:creationId xmlns:a16="http://schemas.microsoft.com/office/drawing/2014/main" id="{CAAB6AAA-5B8F-2490-EBDF-941584C58062}"/>
                </a:ext>
              </a:extLst>
            </p:cNvPr>
            <p:cNvSpPr/>
            <p:nvPr/>
          </p:nvSpPr>
          <p:spPr>
            <a:xfrm>
              <a:off x="8421648"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699" name="Freeform: Shape 1698">
              <a:extLst>
                <a:ext uri="{FF2B5EF4-FFF2-40B4-BE49-F238E27FC236}">
                  <a16:creationId xmlns:a16="http://schemas.microsoft.com/office/drawing/2014/main" id="{B68AE6A4-53A1-A22B-2094-8E8538D1137F}"/>
                </a:ext>
              </a:extLst>
            </p:cNvPr>
            <p:cNvSpPr/>
            <p:nvPr/>
          </p:nvSpPr>
          <p:spPr>
            <a:xfrm>
              <a:off x="8535904"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00" name="Freeform: Shape 1699">
              <a:extLst>
                <a:ext uri="{FF2B5EF4-FFF2-40B4-BE49-F238E27FC236}">
                  <a16:creationId xmlns:a16="http://schemas.microsoft.com/office/drawing/2014/main" id="{EB4573E9-287E-37B8-38D8-E0F56BD85DA0}"/>
                </a:ext>
              </a:extLst>
            </p:cNvPr>
            <p:cNvSpPr/>
            <p:nvPr/>
          </p:nvSpPr>
          <p:spPr>
            <a:xfrm>
              <a:off x="8650160"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01" name="Freeform: Shape 1700">
              <a:extLst>
                <a:ext uri="{FF2B5EF4-FFF2-40B4-BE49-F238E27FC236}">
                  <a16:creationId xmlns:a16="http://schemas.microsoft.com/office/drawing/2014/main" id="{654CC200-3202-BE38-1EBA-0A7F2D7A1CD7}"/>
                </a:ext>
              </a:extLst>
            </p:cNvPr>
            <p:cNvSpPr/>
            <p:nvPr/>
          </p:nvSpPr>
          <p:spPr>
            <a:xfrm>
              <a:off x="8764416"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02" name="Freeform: Shape 1701">
              <a:extLst>
                <a:ext uri="{FF2B5EF4-FFF2-40B4-BE49-F238E27FC236}">
                  <a16:creationId xmlns:a16="http://schemas.microsoft.com/office/drawing/2014/main" id="{911C343D-36FF-1FD9-AD98-A8D182A7DB04}"/>
                </a:ext>
              </a:extLst>
            </p:cNvPr>
            <p:cNvSpPr/>
            <p:nvPr/>
          </p:nvSpPr>
          <p:spPr>
            <a:xfrm>
              <a:off x="8878671" y="103241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03" name="Freeform: Shape 1702">
              <a:extLst>
                <a:ext uri="{FF2B5EF4-FFF2-40B4-BE49-F238E27FC236}">
                  <a16:creationId xmlns:a16="http://schemas.microsoft.com/office/drawing/2014/main" id="{AADE247C-DA29-C2D0-13A7-6A8BE71E07F5}"/>
                </a:ext>
              </a:extLst>
            </p:cNvPr>
            <p:cNvSpPr/>
            <p:nvPr/>
          </p:nvSpPr>
          <p:spPr>
            <a:xfrm>
              <a:off x="8992927"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04" name="Freeform: Shape 1703">
              <a:extLst>
                <a:ext uri="{FF2B5EF4-FFF2-40B4-BE49-F238E27FC236}">
                  <a16:creationId xmlns:a16="http://schemas.microsoft.com/office/drawing/2014/main" id="{13199EFA-F110-6E87-A0C6-CE38E4735A4C}"/>
                </a:ext>
              </a:extLst>
            </p:cNvPr>
            <p:cNvSpPr/>
            <p:nvPr/>
          </p:nvSpPr>
          <p:spPr>
            <a:xfrm>
              <a:off x="9107183"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05" name="Freeform: Shape 1704">
              <a:extLst>
                <a:ext uri="{FF2B5EF4-FFF2-40B4-BE49-F238E27FC236}">
                  <a16:creationId xmlns:a16="http://schemas.microsoft.com/office/drawing/2014/main" id="{A87C46FF-EEDC-E4BC-15C4-DB0110EEF78D}"/>
                </a:ext>
              </a:extLst>
            </p:cNvPr>
            <p:cNvSpPr/>
            <p:nvPr/>
          </p:nvSpPr>
          <p:spPr>
            <a:xfrm>
              <a:off x="9221439"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06" name="Freeform: Shape 1705">
              <a:extLst>
                <a:ext uri="{FF2B5EF4-FFF2-40B4-BE49-F238E27FC236}">
                  <a16:creationId xmlns:a16="http://schemas.microsoft.com/office/drawing/2014/main" id="{7AC8718B-DF0A-F46A-588E-CBF15AF6F3C9}"/>
                </a:ext>
              </a:extLst>
            </p:cNvPr>
            <p:cNvSpPr/>
            <p:nvPr/>
          </p:nvSpPr>
          <p:spPr>
            <a:xfrm>
              <a:off x="9335695" y="103241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07" name="Freeform: Shape 1706">
              <a:extLst>
                <a:ext uri="{FF2B5EF4-FFF2-40B4-BE49-F238E27FC236}">
                  <a16:creationId xmlns:a16="http://schemas.microsoft.com/office/drawing/2014/main" id="{26765010-48A3-1AA1-5F6D-703AF304B18E}"/>
                </a:ext>
              </a:extLst>
            </p:cNvPr>
            <p:cNvSpPr/>
            <p:nvPr/>
          </p:nvSpPr>
          <p:spPr>
            <a:xfrm>
              <a:off x="9449950"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08" name="Freeform: Shape 1707">
              <a:extLst>
                <a:ext uri="{FF2B5EF4-FFF2-40B4-BE49-F238E27FC236}">
                  <a16:creationId xmlns:a16="http://schemas.microsoft.com/office/drawing/2014/main" id="{67F10793-0143-1F2F-4214-813236891D40}"/>
                </a:ext>
              </a:extLst>
            </p:cNvPr>
            <p:cNvSpPr/>
            <p:nvPr/>
          </p:nvSpPr>
          <p:spPr>
            <a:xfrm>
              <a:off x="9564206"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09" name="Freeform: Shape 1708">
              <a:extLst>
                <a:ext uri="{FF2B5EF4-FFF2-40B4-BE49-F238E27FC236}">
                  <a16:creationId xmlns:a16="http://schemas.microsoft.com/office/drawing/2014/main" id="{EECD7E01-04AF-A603-3164-CD4572CA0658}"/>
                </a:ext>
              </a:extLst>
            </p:cNvPr>
            <p:cNvSpPr/>
            <p:nvPr/>
          </p:nvSpPr>
          <p:spPr>
            <a:xfrm>
              <a:off x="9678418" y="103241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10" name="Freeform: Shape 1709">
              <a:extLst>
                <a:ext uri="{FF2B5EF4-FFF2-40B4-BE49-F238E27FC236}">
                  <a16:creationId xmlns:a16="http://schemas.microsoft.com/office/drawing/2014/main" id="{96381035-6F24-115C-9646-91EDD3545761}"/>
                </a:ext>
              </a:extLst>
            </p:cNvPr>
            <p:cNvSpPr/>
            <p:nvPr/>
          </p:nvSpPr>
          <p:spPr>
            <a:xfrm>
              <a:off x="9792674"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11" name="Freeform: Shape 1710">
              <a:extLst>
                <a:ext uri="{FF2B5EF4-FFF2-40B4-BE49-F238E27FC236}">
                  <a16:creationId xmlns:a16="http://schemas.microsoft.com/office/drawing/2014/main" id="{01C3F963-7A8A-21DD-BE54-324D823371B5}"/>
                </a:ext>
              </a:extLst>
            </p:cNvPr>
            <p:cNvSpPr/>
            <p:nvPr/>
          </p:nvSpPr>
          <p:spPr>
            <a:xfrm>
              <a:off x="9906929"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12" name="Freeform: Shape 1711">
              <a:extLst>
                <a:ext uri="{FF2B5EF4-FFF2-40B4-BE49-F238E27FC236}">
                  <a16:creationId xmlns:a16="http://schemas.microsoft.com/office/drawing/2014/main" id="{6504B383-A6B5-AAF2-9ECF-E7CF53FC7FD8}"/>
                </a:ext>
              </a:extLst>
            </p:cNvPr>
            <p:cNvSpPr/>
            <p:nvPr/>
          </p:nvSpPr>
          <p:spPr>
            <a:xfrm>
              <a:off x="10021185"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13" name="Freeform: Shape 1712">
              <a:extLst>
                <a:ext uri="{FF2B5EF4-FFF2-40B4-BE49-F238E27FC236}">
                  <a16:creationId xmlns:a16="http://schemas.microsoft.com/office/drawing/2014/main" id="{BCC42506-D8E7-283C-5377-B87983CEBF39}"/>
                </a:ext>
              </a:extLst>
            </p:cNvPr>
            <p:cNvSpPr/>
            <p:nvPr/>
          </p:nvSpPr>
          <p:spPr>
            <a:xfrm>
              <a:off x="10135441"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14" name="Freeform: Shape 1713">
              <a:extLst>
                <a:ext uri="{FF2B5EF4-FFF2-40B4-BE49-F238E27FC236}">
                  <a16:creationId xmlns:a16="http://schemas.microsoft.com/office/drawing/2014/main" id="{4973828C-6AD9-540A-555E-1AD46E07AD60}"/>
                </a:ext>
              </a:extLst>
            </p:cNvPr>
            <p:cNvSpPr/>
            <p:nvPr/>
          </p:nvSpPr>
          <p:spPr>
            <a:xfrm>
              <a:off x="10249697"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15" name="Freeform: Shape 1714">
              <a:extLst>
                <a:ext uri="{FF2B5EF4-FFF2-40B4-BE49-F238E27FC236}">
                  <a16:creationId xmlns:a16="http://schemas.microsoft.com/office/drawing/2014/main" id="{1CF7DF80-937F-5727-A087-CFACDE57BA31}"/>
                </a:ext>
              </a:extLst>
            </p:cNvPr>
            <p:cNvSpPr/>
            <p:nvPr/>
          </p:nvSpPr>
          <p:spPr>
            <a:xfrm>
              <a:off x="10363952"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16" name="Freeform: Shape 1715">
              <a:extLst>
                <a:ext uri="{FF2B5EF4-FFF2-40B4-BE49-F238E27FC236}">
                  <a16:creationId xmlns:a16="http://schemas.microsoft.com/office/drawing/2014/main" id="{C5FCE64E-FFE4-8648-3F39-5240EECF5629}"/>
                </a:ext>
              </a:extLst>
            </p:cNvPr>
            <p:cNvSpPr/>
            <p:nvPr/>
          </p:nvSpPr>
          <p:spPr>
            <a:xfrm>
              <a:off x="10478208" y="103241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17" name="Freeform: Shape 1716">
              <a:extLst>
                <a:ext uri="{FF2B5EF4-FFF2-40B4-BE49-F238E27FC236}">
                  <a16:creationId xmlns:a16="http://schemas.microsoft.com/office/drawing/2014/main" id="{9EF93AC6-0C1F-147C-EA44-0364F85DC861}"/>
                </a:ext>
              </a:extLst>
            </p:cNvPr>
            <p:cNvSpPr/>
            <p:nvPr/>
          </p:nvSpPr>
          <p:spPr>
            <a:xfrm>
              <a:off x="10592464"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18" name="Freeform: Shape 1717">
              <a:extLst>
                <a:ext uri="{FF2B5EF4-FFF2-40B4-BE49-F238E27FC236}">
                  <a16:creationId xmlns:a16="http://schemas.microsoft.com/office/drawing/2014/main" id="{42DD5B8E-B402-56CB-9E95-D4701E5BDE7E}"/>
                </a:ext>
              </a:extLst>
            </p:cNvPr>
            <p:cNvSpPr/>
            <p:nvPr/>
          </p:nvSpPr>
          <p:spPr>
            <a:xfrm>
              <a:off x="10706720"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19" name="Freeform: Shape 1718">
              <a:extLst>
                <a:ext uri="{FF2B5EF4-FFF2-40B4-BE49-F238E27FC236}">
                  <a16:creationId xmlns:a16="http://schemas.microsoft.com/office/drawing/2014/main" id="{80106345-AF47-6525-0F0C-6E65CEB0AB0F}"/>
                </a:ext>
              </a:extLst>
            </p:cNvPr>
            <p:cNvSpPr/>
            <p:nvPr/>
          </p:nvSpPr>
          <p:spPr>
            <a:xfrm>
              <a:off x="10820976" y="1032414"/>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20" name="Freeform: Shape 1719">
              <a:extLst>
                <a:ext uri="{FF2B5EF4-FFF2-40B4-BE49-F238E27FC236}">
                  <a16:creationId xmlns:a16="http://schemas.microsoft.com/office/drawing/2014/main" id="{4F043805-DD14-93F0-158A-56F606B2C878}"/>
                </a:ext>
              </a:extLst>
            </p:cNvPr>
            <p:cNvSpPr/>
            <p:nvPr/>
          </p:nvSpPr>
          <p:spPr>
            <a:xfrm>
              <a:off x="10935231"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21" name="Freeform: Shape 1720">
              <a:extLst>
                <a:ext uri="{FF2B5EF4-FFF2-40B4-BE49-F238E27FC236}">
                  <a16:creationId xmlns:a16="http://schemas.microsoft.com/office/drawing/2014/main" id="{F1E733F5-1092-5C2C-C134-BD3BED241FBC}"/>
                </a:ext>
              </a:extLst>
            </p:cNvPr>
            <p:cNvSpPr/>
            <p:nvPr/>
          </p:nvSpPr>
          <p:spPr>
            <a:xfrm>
              <a:off x="11049443"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22" name="Freeform: Shape 1721">
              <a:extLst>
                <a:ext uri="{FF2B5EF4-FFF2-40B4-BE49-F238E27FC236}">
                  <a16:creationId xmlns:a16="http://schemas.microsoft.com/office/drawing/2014/main" id="{13E66D82-3992-6A65-E910-5E2AC2CE7961}"/>
                </a:ext>
              </a:extLst>
            </p:cNvPr>
            <p:cNvSpPr/>
            <p:nvPr/>
          </p:nvSpPr>
          <p:spPr>
            <a:xfrm>
              <a:off x="11163699" y="1032414"/>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23" name="Freeform: Shape 1722">
              <a:extLst>
                <a:ext uri="{FF2B5EF4-FFF2-40B4-BE49-F238E27FC236}">
                  <a16:creationId xmlns:a16="http://schemas.microsoft.com/office/drawing/2014/main" id="{6D7493F0-B319-BE4C-4B71-1565341873DA}"/>
                </a:ext>
              </a:extLst>
            </p:cNvPr>
            <p:cNvSpPr/>
            <p:nvPr/>
          </p:nvSpPr>
          <p:spPr>
            <a:xfrm>
              <a:off x="11277955"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24" name="Freeform: Shape 1723">
              <a:extLst>
                <a:ext uri="{FF2B5EF4-FFF2-40B4-BE49-F238E27FC236}">
                  <a16:creationId xmlns:a16="http://schemas.microsoft.com/office/drawing/2014/main" id="{537C7370-B639-AE47-7C94-9FC19504222A}"/>
                </a:ext>
              </a:extLst>
            </p:cNvPr>
            <p:cNvSpPr/>
            <p:nvPr/>
          </p:nvSpPr>
          <p:spPr>
            <a:xfrm>
              <a:off x="11392210"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25" name="Freeform: Shape 1724">
              <a:extLst>
                <a:ext uri="{FF2B5EF4-FFF2-40B4-BE49-F238E27FC236}">
                  <a16:creationId xmlns:a16="http://schemas.microsoft.com/office/drawing/2014/main" id="{DAB887BB-3E44-EE30-6C85-54D0472A81E3}"/>
                </a:ext>
              </a:extLst>
            </p:cNvPr>
            <p:cNvSpPr/>
            <p:nvPr/>
          </p:nvSpPr>
          <p:spPr>
            <a:xfrm>
              <a:off x="11506466" y="1032414"/>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26" name="Freeform: Shape 1725">
              <a:extLst>
                <a:ext uri="{FF2B5EF4-FFF2-40B4-BE49-F238E27FC236}">
                  <a16:creationId xmlns:a16="http://schemas.microsoft.com/office/drawing/2014/main" id="{22ECD8AC-F958-A5A9-DFBD-C35FD1277C7C}"/>
                </a:ext>
              </a:extLst>
            </p:cNvPr>
            <p:cNvSpPr/>
            <p:nvPr/>
          </p:nvSpPr>
          <p:spPr>
            <a:xfrm>
              <a:off x="11620722"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27" name="Freeform: Shape 1726">
              <a:extLst>
                <a:ext uri="{FF2B5EF4-FFF2-40B4-BE49-F238E27FC236}">
                  <a16:creationId xmlns:a16="http://schemas.microsoft.com/office/drawing/2014/main" id="{7E2C95BA-69C4-4CAC-200C-C9A2D71D1C0F}"/>
                </a:ext>
              </a:extLst>
            </p:cNvPr>
            <p:cNvSpPr/>
            <p:nvPr/>
          </p:nvSpPr>
          <p:spPr>
            <a:xfrm>
              <a:off x="11734978"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28" name="Freeform: Shape 1727">
              <a:extLst>
                <a:ext uri="{FF2B5EF4-FFF2-40B4-BE49-F238E27FC236}">
                  <a16:creationId xmlns:a16="http://schemas.microsoft.com/office/drawing/2014/main" id="{CEF22544-F141-160F-E71E-2B5B6ECD1146}"/>
                </a:ext>
              </a:extLst>
            </p:cNvPr>
            <p:cNvSpPr/>
            <p:nvPr/>
          </p:nvSpPr>
          <p:spPr>
            <a:xfrm>
              <a:off x="11849233"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29" name="Freeform: Shape 1728">
              <a:extLst>
                <a:ext uri="{FF2B5EF4-FFF2-40B4-BE49-F238E27FC236}">
                  <a16:creationId xmlns:a16="http://schemas.microsoft.com/office/drawing/2014/main" id="{28D96888-25B8-9CCE-210A-5FD1B24F1321}"/>
                </a:ext>
              </a:extLst>
            </p:cNvPr>
            <p:cNvSpPr/>
            <p:nvPr/>
          </p:nvSpPr>
          <p:spPr>
            <a:xfrm>
              <a:off x="11963489" y="10324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30" name="Freeform: Shape 1729">
              <a:extLst>
                <a:ext uri="{FF2B5EF4-FFF2-40B4-BE49-F238E27FC236}">
                  <a16:creationId xmlns:a16="http://schemas.microsoft.com/office/drawing/2014/main" id="{0623D70E-5D4B-D609-CF83-8AC57A3931E9}"/>
                </a:ext>
              </a:extLst>
            </p:cNvPr>
            <p:cNvSpPr/>
            <p:nvPr/>
          </p:nvSpPr>
          <p:spPr>
            <a:xfrm>
              <a:off x="12077745" y="1032414"/>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31" name="Freeform: Shape 1730">
              <a:extLst>
                <a:ext uri="{FF2B5EF4-FFF2-40B4-BE49-F238E27FC236}">
                  <a16:creationId xmlns:a16="http://schemas.microsoft.com/office/drawing/2014/main" id="{BB75D796-0D28-A12E-6D07-5CF24E8C9D37}"/>
                </a:ext>
              </a:extLst>
            </p:cNvPr>
            <p:cNvSpPr/>
            <p:nvPr/>
          </p:nvSpPr>
          <p:spPr>
            <a:xfrm>
              <a:off x="7279135" y="114666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32" name="Freeform: Shape 1731">
              <a:extLst>
                <a:ext uri="{FF2B5EF4-FFF2-40B4-BE49-F238E27FC236}">
                  <a16:creationId xmlns:a16="http://schemas.microsoft.com/office/drawing/2014/main" id="{C5E299AD-1A1B-D3E0-FE9F-3026DF31385B}"/>
                </a:ext>
              </a:extLst>
            </p:cNvPr>
            <p:cNvSpPr/>
            <p:nvPr/>
          </p:nvSpPr>
          <p:spPr>
            <a:xfrm>
              <a:off x="7393391"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33" name="Freeform: Shape 1732">
              <a:extLst>
                <a:ext uri="{FF2B5EF4-FFF2-40B4-BE49-F238E27FC236}">
                  <a16:creationId xmlns:a16="http://schemas.microsoft.com/office/drawing/2014/main" id="{FAFABD55-0B30-40C5-8254-37DF89997812}"/>
                </a:ext>
              </a:extLst>
            </p:cNvPr>
            <p:cNvSpPr/>
            <p:nvPr/>
          </p:nvSpPr>
          <p:spPr>
            <a:xfrm>
              <a:off x="7507646"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34" name="Freeform: Shape 1733">
              <a:extLst>
                <a:ext uri="{FF2B5EF4-FFF2-40B4-BE49-F238E27FC236}">
                  <a16:creationId xmlns:a16="http://schemas.microsoft.com/office/drawing/2014/main" id="{E1BCDFF7-C594-6830-9502-C9CF2FBB6657}"/>
                </a:ext>
              </a:extLst>
            </p:cNvPr>
            <p:cNvSpPr/>
            <p:nvPr/>
          </p:nvSpPr>
          <p:spPr>
            <a:xfrm>
              <a:off x="7621902"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35" name="Freeform: Shape 1734">
              <a:extLst>
                <a:ext uri="{FF2B5EF4-FFF2-40B4-BE49-F238E27FC236}">
                  <a16:creationId xmlns:a16="http://schemas.microsoft.com/office/drawing/2014/main" id="{8F298086-5D9F-B5F9-8B5D-D42E3DEB32D4}"/>
                </a:ext>
              </a:extLst>
            </p:cNvPr>
            <p:cNvSpPr/>
            <p:nvPr/>
          </p:nvSpPr>
          <p:spPr>
            <a:xfrm>
              <a:off x="7736158" y="114666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36" name="Freeform: Shape 1735">
              <a:extLst>
                <a:ext uri="{FF2B5EF4-FFF2-40B4-BE49-F238E27FC236}">
                  <a16:creationId xmlns:a16="http://schemas.microsoft.com/office/drawing/2014/main" id="{75E880E6-FDED-0F53-9AD7-282BE4A075EA}"/>
                </a:ext>
              </a:extLst>
            </p:cNvPr>
            <p:cNvSpPr/>
            <p:nvPr/>
          </p:nvSpPr>
          <p:spPr>
            <a:xfrm>
              <a:off x="7850414"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37" name="Freeform: Shape 1736">
              <a:extLst>
                <a:ext uri="{FF2B5EF4-FFF2-40B4-BE49-F238E27FC236}">
                  <a16:creationId xmlns:a16="http://schemas.microsoft.com/office/drawing/2014/main" id="{DA2AB4AA-3D7B-54CE-2C73-9991B7C3BA68}"/>
                </a:ext>
              </a:extLst>
            </p:cNvPr>
            <p:cNvSpPr/>
            <p:nvPr/>
          </p:nvSpPr>
          <p:spPr>
            <a:xfrm>
              <a:off x="7964669"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38" name="Freeform: Shape 1737">
              <a:extLst>
                <a:ext uri="{FF2B5EF4-FFF2-40B4-BE49-F238E27FC236}">
                  <a16:creationId xmlns:a16="http://schemas.microsoft.com/office/drawing/2014/main" id="{24E737E8-B1BC-6E6D-80D1-9156F435EB01}"/>
                </a:ext>
              </a:extLst>
            </p:cNvPr>
            <p:cNvSpPr/>
            <p:nvPr/>
          </p:nvSpPr>
          <p:spPr>
            <a:xfrm>
              <a:off x="8078925" y="114666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39" name="Freeform: Shape 1738">
              <a:extLst>
                <a:ext uri="{FF2B5EF4-FFF2-40B4-BE49-F238E27FC236}">
                  <a16:creationId xmlns:a16="http://schemas.microsoft.com/office/drawing/2014/main" id="{9F4AB3F2-79CC-E1EA-21E7-33DD85952293}"/>
                </a:ext>
              </a:extLst>
            </p:cNvPr>
            <p:cNvSpPr/>
            <p:nvPr/>
          </p:nvSpPr>
          <p:spPr>
            <a:xfrm>
              <a:off x="8193181"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40" name="Freeform: Shape 1739">
              <a:extLst>
                <a:ext uri="{FF2B5EF4-FFF2-40B4-BE49-F238E27FC236}">
                  <a16:creationId xmlns:a16="http://schemas.microsoft.com/office/drawing/2014/main" id="{376E58EA-FE6D-76CA-041D-A749347D48E0}"/>
                </a:ext>
              </a:extLst>
            </p:cNvPr>
            <p:cNvSpPr/>
            <p:nvPr/>
          </p:nvSpPr>
          <p:spPr>
            <a:xfrm>
              <a:off x="8307437"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41" name="Freeform: Shape 1740">
              <a:extLst>
                <a:ext uri="{FF2B5EF4-FFF2-40B4-BE49-F238E27FC236}">
                  <a16:creationId xmlns:a16="http://schemas.microsoft.com/office/drawing/2014/main" id="{25169F05-F495-EF4D-786A-A31680B57967}"/>
                </a:ext>
              </a:extLst>
            </p:cNvPr>
            <p:cNvSpPr/>
            <p:nvPr/>
          </p:nvSpPr>
          <p:spPr>
            <a:xfrm>
              <a:off x="8421648"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42" name="Freeform: Shape 1741">
              <a:extLst>
                <a:ext uri="{FF2B5EF4-FFF2-40B4-BE49-F238E27FC236}">
                  <a16:creationId xmlns:a16="http://schemas.microsoft.com/office/drawing/2014/main" id="{D87E8A6B-3F50-728E-31FB-881CF403FC4B}"/>
                </a:ext>
              </a:extLst>
            </p:cNvPr>
            <p:cNvSpPr/>
            <p:nvPr/>
          </p:nvSpPr>
          <p:spPr>
            <a:xfrm>
              <a:off x="8535904"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43" name="Freeform: Shape 1742">
              <a:extLst>
                <a:ext uri="{FF2B5EF4-FFF2-40B4-BE49-F238E27FC236}">
                  <a16:creationId xmlns:a16="http://schemas.microsoft.com/office/drawing/2014/main" id="{C18F2808-23B6-30F4-592D-D69BFAC8A9D6}"/>
                </a:ext>
              </a:extLst>
            </p:cNvPr>
            <p:cNvSpPr/>
            <p:nvPr/>
          </p:nvSpPr>
          <p:spPr>
            <a:xfrm>
              <a:off x="8650160"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44" name="Freeform: Shape 1743">
              <a:extLst>
                <a:ext uri="{FF2B5EF4-FFF2-40B4-BE49-F238E27FC236}">
                  <a16:creationId xmlns:a16="http://schemas.microsoft.com/office/drawing/2014/main" id="{452CFE89-FA02-5AAC-728C-71F8C0E82B6A}"/>
                </a:ext>
              </a:extLst>
            </p:cNvPr>
            <p:cNvSpPr/>
            <p:nvPr/>
          </p:nvSpPr>
          <p:spPr>
            <a:xfrm>
              <a:off x="8764416"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45" name="Freeform: Shape 1744">
              <a:extLst>
                <a:ext uri="{FF2B5EF4-FFF2-40B4-BE49-F238E27FC236}">
                  <a16:creationId xmlns:a16="http://schemas.microsoft.com/office/drawing/2014/main" id="{F84FA2CD-ECC0-7407-E130-A4E2C1C6A7FF}"/>
                </a:ext>
              </a:extLst>
            </p:cNvPr>
            <p:cNvSpPr/>
            <p:nvPr/>
          </p:nvSpPr>
          <p:spPr>
            <a:xfrm>
              <a:off x="8878671" y="114666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46" name="Freeform: Shape 1745">
              <a:extLst>
                <a:ext uri="{FF2B5EF4-FFF2-40B4-BE49-F238E27FC236}">
                  <a16:creationId xmlns:a16="http://schemas.microsoft.com/office/drawing/2014/main" id="{0C61FBE9-C9E6-8EEA-726F-AD3CF836A16C}"/>
                </a:ext>
              </a:extLst>
            </p:cNvPr>
            <p:cNvSpPr/>
            <p:nvPr/>
          </p:nvSpPr>
          <p:spPr>
            <a:xfrm>
              <a:off x="8992927"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47" name="Freeform: Shape 1746">
              <a:extLst>
                <a:ext uri="{FF2B5EF4-FFF2-40B4-BE49-F238E27FC236}">
                  <a16:creationId xmlns:a16="http://schemas.microsoft.com/office/drawing/2014/main" id="{77E12BBD-663F-0A26-D8CA-BBC9EF836B1B}"/>
                </a:ext>
              </a:extLst>
            </p:cNvPr>
            <p:cNvSpPr/>
            <p:nvPr/>
          </p:nvSpPr>
          <p:spPr>
            <a:xfrm>
              <a:off x="9107183"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48" name="Freeform: Shape 1747">
              <a:extLst>
                <a:ext uri="{FF2B5EF4-FFF2-40B4-BE49-F238E27FC236}">
                  <a16:creationId xmlns:a16="http://schemas.microsoft.com/office/drawing/2014/main" id="{803279C7-95E6-215A-7A6D-9EA2D5AA1BCB}"/>
                </a:ext>
              </a:extLst>
            </p:cNvPr>
            <p:cNvSpPr/>
            <p:nvPr/>
          </p:nvSpPr>
          <p:spPr>
            <a:xfrm>
              <a:off x="9221439"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49" name="Freeform: Shape 1748">
              <a:extLst>
                <a:ext uri="{FF2B5EF4-FFF2-40B4-BE49-F238E27FC236}">
                  <a16:creationId xmlns:a16="http://schemas.microsoft.com/office/drawing/2014/main" id="{E6225024-6F9E-7F2D-7D36-A6DEF0717C13}"/>
                </a:ext>
              </a:extLst>
            </p:cNvPr>
            <p:cNvSpPr/>
            <p:nvPr/>
          </p:nvSpPr>
          <p:spPr>
            <a:xfrm>
              <a:off x="9335695" y="114666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50" name="Freeform: Shape 1749">
              <a:extLst>
                <a:ext uri="{FF2B5EF4-FFF2-40B4-BE49-F238E27FC236}">
                  <a16:creationId xmlns:a16="http://schemas.microsoft.com/office/drawing/2014/main" id="{7F6E1A01-34FF-0B56-7838-E2E19122BD2F}"/>
                </a:ext>
              </a:extLst>
            </p:cNvPr>
            <p:cNvSpPr/>
            <p:nvPr/>
          </p:nvSpPr>
          <p:spPr>
            <a:xfrm>
              <a:off x="9449950"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51" name="Freeform: Shape 1750">
              <a:extLst>
                <a:ext uri="{FF2B5EF4-FFF2-40B4-BE49-F238E27FC236}">
                  <a16:creationId xmlns:a16="http://schemas.microsoft.com/office/drawing/2014/main" id="{299A5351-97E2-02C2-462B-551E5CC25D94}"/>
                </a:ext>
              </a:extLst>
            </p:cNvPr>
            <p:cNvSpPr/>
            <p:nvPr/>
          </p:nvSpPr>
          <p:spPr>
            <a:xfrm>
              <a:off x="9564206"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52" name="Freeform: Shape 1751">
              <a:extLst>
                <a:ext uri="{FF2B5EF4-FFF2-40B4-BE49-F238E27FC236}">
                  <a16:creationId xmlns:a16="http://schemas.microsoft.com/office/drawing/2014/main" id="{B53508F7-070E-6F6E-F0A8-C7386B18A9E6}"/>
                </a:ext>
              </a:extLst>
            </p:cNvPr>
            <p:cNvSpPr/>
            <p:nvPr/>
          </p:nvSpPr>
          <p:spPr>
            <a:xfrm>
              <a:off x="9678418" y="114666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53" name="Freeform: Shape 1752">
              <a:extLst>
                <a:ext uri="{FF2B5EF4-FFF2-40B4-BE49-F238E27FC236}">
                  <a16:creationId xmlns:a16="http://schemas.microsoft.com/office/drawing/2014/main" id="{F28BBA6D-CDB3-D72B-9E7D-4F8FAB92A7AE}"/>
                </a:ext>
              </a:extLst>
            </p:cNvPr>
            <p:cNvSpPr/>
            <p:nvPr/>
          </p:nvSpPr>
          <p:spPr>
            <a:xfrm>
              <a:off x="9792674"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54" name="Freeform: Shape 1753">
              <a:extLst>
                <a:ext uri="{FF2B5EF4-FFF2-40B4-BE49-F238E27FC236}">
                  <a16:creationId xmlns:a16="http://schemas.microsoft.com/office/drawing/2014/main" id="{FFBCAE9F-3CFA-0B52-9C32-E1C28190E791}"/>
                </a:ext>
              </a:extLst>
            </p:cNvPr>
            <p:cNvSpPr/>
            <p:nvPr/>
          </p:nvSpPr>
          <p:spPr>
            <a:xfrm>
              <a:off x="9906929"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55" name="Freeform: Shape 1754">
              <a:extLst>
                <a:ext uri="{FF2B5EF4-FFF2-40B4-BE49-F238E27FC236}">
                  <a16:creationId xmlns:a16="http://schemas.microsoft.com/office/drawing/2014/main" id="{5F9774AF-74D1-EC03-C3C9-74AAECB0274E}"/>
                </a:ext>
              </a:extLst>
            </p:cNvPr>
            <p:cNvSpPr/>
            <p:nvPr/>
          </p:nvSpPr>
          <p:spPr>
            <a:xfrm>
              <a:off x="10021185"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56" name="Freeform: Shape 1755">
              <a:extLst>
                <a:ext uri="{FF2B5EF4-FFF2-40B4-BE49-F238E27FC236}">
                  <a16:creationId xmlns:a16="http://schemas.microsoft.com/office/drawing/2014/main" id="{229C0F38-BE13-80B8-1918-4A9202188C3C}"/>
                </a:ext>
              </a:extLst>
            </p:cNvPr>
            <p:cNvSpPr/>
            <p:nvPr/>
          </p:nvSpPr>
          <p:spPr>
            <a:xfrm>
              <a:off x="10135441"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57" name="Freeform: Shape 1756">
              <a:extLst>
                <a:ext uri="{FF2B5EF4-FFF2-40B4-BE49-F238E27FC236}">
                  <a16:creationId xmlns:a16="http://schemas.microsoft.com/office/drawing/2014/main" id="{06D7EB2D-27AC-076F-4811-73465BD09865}"/>
                </a:ext>
              </a:extLst>
            </p:cNvPr>
            <p:cNvSpPr/>
            <p:nvPr/>
          </p:nvSpPr>
          <p:spPr>
            <a:xfrm>
              <a:off x="10249697"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58" name="Freeform: Shape 1757">
              <a:extLst>
                <a:ext uri="{FF2B5EF4-FFF2-40B4-BE49-F238E27FC236}">
                  <a16:creationId xmlns:a16="http://schemas.microsoft.com/office/drawing/2014/main" id="{518E7BAD-8A67-BA95-0310-80537FEB37E2}"/>
                </a:ext>
              </a:extLst>
            </p:cNvPr>
            <p:cNvSpPr/>
            <p:nvPr/>
          </p:nvSpPr>
          <p:spPr>
            <a:xfrm>
              <a:off x="10363952"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59" name="Freeform: Shape 1758">
              <a:extLst>
                <a:ext uri="{FF2B5EF4-FFF2-40B4-BE49-F238E27FC236}">
                  <a16:creationId xmlns:a16="http://schemas.microsoft.com/office/drawing/2014/main" id="{8B539D78-54A6-E93E-6A21-6C1AB0B181D2}"/>
                </a:ext>
              </a:extLst>
            </p:cNvPr>
            <p:cNvSpPr/>
            <p:nvPr/>
          </p:nvSpPr>
          <p:spPr>
            <a:xfrm>
              <a:off x="10478208" y="114666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60" name="Freeform: Shape 1759">
              <a:extLst>
                <a:ext uri="{FF2B5EF4-FFF2-40B4-BE49-F238E27FC236}">
                  <a16:creationId xmlns:a16="http://schemas.microsoft.com/office/drawing/2014/main" id="{B38921F8-7C75-5E76-E70A-0D59598C6A46}"/>
                </a:ext>
              </a:extLst>
            </p:cNvPr>
            <p:cNvSpPr/>
            <p:nvPr/>
          </p:nvSpPr>
          <p:spPr>
            <a:xfrm>
              <a:off x="10592464"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61" name="Freeform: Shape 1760">
              <a:extLst>
                <a:ext uri="{FF2B5EF4-FFF2-40B4-BE49-F238E27FC236}">
                  <a16:creationId xmlns:a16="http://schemas.microsoft.com/office/drawing/2014/main" id="{99EB3326-35BD-4924-033A-38EF3506E2C4}"/>
                </a:ext>
              </a:extLst>
            </p:cNvPr>
            <p:cNvSpPr/>
            <p:nvPr/>
          </p:nvSpPr>
          <p:spPr>
            <a:xfrm>
              <a:off x="10706720"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62" name="Freeform: Shape 1761">
              <a:extLst>
                <a:ext uri="{FF2B5EF4-FFF2-40B4-BE49-F238E27FC236}">
                  <a16:creationId xmlns:a16="http://schemas.microsoft.com/office/drawing/2014/main" id="{A0071E48-1CCB-38A3-51C2-58AAB7D68137}"/>
                </a:ext>
              </a:extLst>
            </p:cNvPr>
            <p:cNvSpPr/>
            <p:nvPr/>
          </p:nvSpPr>
          <p:spPr>
            <a:xfrm>
              <a:off x="10820976" y="1146669"/>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63" name="Freeform: Shape 1762">
              <a:extLst>
                <a:ext uri="{FF2B5EF4-FFF2-40B4-BE49-F238E27FC236}">
                  <a16:creationId xmlns:a16="http://schemas.microsoft.com/office/drawing/2014/main" id="{098C9CC5-C421-970B-E9BC-EE86D8A27494}"/>
                </a:ext>
              </a:extLst>
            </p:cNvPr>
            <p:cNvSpPr/>
            <p:nvPr/>
          </p:nvSpPr>
          <p:spPr>
            <a:xfrm>
              <a:off x="10935231"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64" name="Freeform: Shape 1763">
              <a:extLst>
                <a:ext uri="{FF2B5EF4-FFF2-40B4-BE49-F238E27FC236}">
                  <a16:creationId xmlns:a16="http://schemas.microsoft.com/office/drawing/2014/main" id="{42611553-C52C-E18C-6D58-F1C9F5DF9A9D}"/>
                </a:ext>
              </a:extLst>
            </p:cNvPr>
            <p:cNvSpPr/>
            <p:nvPr/>
          </p:nvSpPr>
          <p:spPr>
            <a:xfrm>
              <a:off x="11049443"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65" name="Freeform: Shape 1764">
              <a:extLst>
                <a:ext uri="{FF2B5EF4-FFF2-40B4-BE49-F238E27FC236}">
                  <a16:creationId xmlns:a16="http://schemas.microsoft.com/office/drawing/2014/main" id="{ADF56EF7-4014-3BEF-92F7-B53385F8C7AB}"/>
                </a:ext>
              </a:extLst>
            </p:cNvPr>
            <p:cNvSpPr/>
            <p:nvPr/>
          </p:nvSpPr>
          <p:spPr>
            <a:xfrm>
              <a:off x="11163699" y="1146669"/>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66" name="Freeform: Shape 1765">
              <a:extLst>
                <a:ext uri="{FF2B5EF4-FFF2-40B4-BE49-F238E27FC236}">
                  <a16:creationId xmlns:a16="http://schemas.microsoft.com/office/drawing/2014/main" id="{C9F00B57-00DD-21CB-3444-E99357E3ACEE}"/>
                </a:ext>
              </a:extLst>
            </p:cNvPr>
            <p:cNvSpPr/>
            <p:nvPr/>
          </p:nvSpPr>
          <p:spPr>
            <a:xfrm>
              <a:off x="11277955"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67" name="Freeform: Shape 1766">
              <a:extLst>
                <a:ext uri="{FF2B5EF4-FFF2-40B4-BE49-F238E27FC236}">
                  <a16:creationId xmlns:a16="http://schemas.microsoft.com/office/drawing/2014/main" id="{B7E0929D-D1FD-26A6-C36B-E2302DCD1A53}"/>
                </a:ext>
              </a:extLst>
            </p:cNvPr>
            <p:cNvSpPr/>
            <p:nvPr/>
          </p:nvSpPr>
          <p:spPr>
            <a:xfrm>
              <a:off x="11392210"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68" name="Freeform: Shape 1767">
              <a:extLst>
                <a:ext uri="{FF2B5EF4-FFF2-40B4-BE49-F238E27FC236}">
                  <a16:creationId xmlns:a16="http://schemas.microsoft.com/office/drawing/2014/main" id="{574315F4-CE09-4C90-D305-D649B6F88239}"/>
                </a:ext>
              </a:extLst>
            </p:cNvPr>
            <p:cNvSpPr/>
            <p:nvPr/>
          </p:nvSpPr>
          <p:spPr>
            <a:xfrm>
              <a:off x="11506466" y="1146669"/>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69" name="Freeform: Shape 1768">
              <a:extLst>
                <a:ext uri="{FF2B5EF4-FFF2-40B4-BE49-F238E27FC236}">
                  <a16:creationId xmlns:a16="http://schemas.microsoft.com/office/drawing/2014/main" id="{2D86E31B-A94F-91A0-D3D2-5F0A1C13AF11}"/>
                </a:ext>
              </a:extLst>
            </p:cNvPr>
            <p:cNvSpPr/>
            <p:nvPr/>
          </p:nvSpPr>
          <p:spPr>
            <a:xfrm>
              <a:off x="11620722"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70" name="Freeform: Shape 1769">
              <a:extLst>
                <a:ext uri="{FF2B5EF4-FFF2-40B4-BE49-F238E27FC236}">
                  <a16:creationId xmlns:a16="http://schemas.microsoft.com/office/drawing/2014/main" id="{243ABC29-1192-8AAA-9CF9-45BB701BC042}"/>
                </a:ext>
              </a:extLst>
            </p:cNvPr>
            <p:cNvSpPr/>
            <p:nvPr/>
          </p:nvSpPr>
          <p:spPr>
            <a:xfrm>
              <a:off x="11734978"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71" name="Freeform: Shape 1770">
              <a:extLst>
                <a:ext uri="{FF2B5EF4-FFF2-40B4-BE49-F238E27FC236}">
                  <a16:creationId xmlns:a16="http://schemas.microsoft.com/office/drawing/2014/main" id="{3B1FA76C-C009-CDA1-EBCD-99CB454374C0}"/>
                </a:ext>
              </a:extLst>
            </p:cNvPr>
            <p:cNvSpPr/>
            <p:nvPr/>
          </p:nvSpPr>
          <p:spPr>
            <a:xfrm>
              <a:off x="11849233"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72" name="Freeform: Shape 1771">
              <a:extLst>
                <a:ext uri="{FF2B5EF4-FFF2-40B4-BE49-F238E27FC236}">
                  <a16:creationId xmlns:a16="http://schemas.microsoft.com/office/drawing/2014/main" id="{7164DD33-E040-6676-5C26-B25FC5761105}"/>
                </a:ext>
              </a:extLst>
            </p:cNvPr>
            <p:cNvSpPr/>
            <p:nvPr/>
          </p:nvSpPr>
          <p:spPr>
            <a:xfrm>
              <a:off x="11963489" y="114666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73" name="Freeform: Shape 1772">
              <a:extLst>
                <a:ext uri="{FF2B5EF4-FFF2-40B4-BE49-F238E27FC236}">
                  <a16:creationId xmlns:a16="http://schemas.microsoft.com/office/drawing/2014/main" id="{75BE170F-750C-6513-3033-27C082B40975}"/>
                </a:ext>
              </a:extLst>
            </p:cNvPr>
            <p:cNvSpPr/>
            <p:nvPr/>
          </p:nvSpPr>
          <p:spPr>
            <a:xfrm>
              <a:off x="12077745" y="1146669"/>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74" name="Freeform: Shape 1773">
              <a:extLst>
                <a:ext uri="{FF2B5EF4-FFF2-40B4-BE49-F238E27FC236}">
                  <a16:creationId xmlns:a16="http://schemas.microsoft.com/office/drawing/2014/main" id="{49D1E853-0313-8A8F-D68E-DC68FB900793}"/>
                </a:ext>
              </a:extLst>
            </p:cNvPr>
            <p:cNvSpPr/>
            <p:nvPr/>
          </p:nvSpPr>
          <p:spPr>
            <a:xfrm>
              <a:off x="7279135" y="126092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75" name="Freeform: Shape 1774">
              <a:extLst>
                <a:ext uri="{FF2B5EF4-FFF2-40B4-BE49-F238E27FC236}">
                  <a16:creationId xmlns:a16="http://schemas.microsoft.com/office/drawing/2014/main" id="{04B2B08E-742E-9AF4-9979-7331CE60D7F7}"/>
                </a:ext>
              </a:extLst>
            </p:cNvPr>
            <p:cNvSpPr/>
            <p:nvPr/>
          </p:nvSpPr>
          <p:spPr>
            <a:xfrm>
              <a:off x="7393391"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76" name="Freeform: Shape 1775">
              <a:extLst>
                <a:ext uri="{FF2B5EF4-FFF2-40B4-BE49-F238E27FC236}">
                  <a16:creationId xmlns:a16="http://schemas.microsoft.com/office/drawing/2014/main" id="{3159AF6E-612B-4BFA-FA5D-BB40C44DAA15}"/>
                </a:ext>
              </a:extLst>
            </p:cNvPr>
            <p:cNvSpPr/>
            <p:nvPr/>
          </p:nvSpPr>
          <p:spPr>
            <a:xfrm>
              <a:off x="7507646"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77" name="Freeform: Shape 1776">
              <a:extLst>
                <a:ext uri="{FF2B5EF4-FFF2-40B4-BE49-F238E27FC236}">
                  <a16:creationId xmlns:a16="http://schemas.microsoft.com/office/drawing/2014/main" id="{351CAC16-DFC9-35C1-2951-DF31B8E30B45}"/>
                </a:ext>
              </a:extLst>
            </p:cNvPr>
            <p:cNvSpPr/>
            <p:nvPr/>
          </p:nvSpPr>
          <p:spPr>
            <a:xfrm>
              <a:off x="7621902"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78" name="Freeform: Shape 1777">
              <a:extLst>
                <a:ext uri="{FF2B5EF4-FFF2-40B4-BE49-F238E27FC236}">
                  <a16:creationId xmlns:a16="http://schemas.microsoft.com/office/drawing/2014/main" id="{2015364E-5B39-19C5-54F8-674FF69AB49F}"/>
                </a:ext>
              </a:extLst>
            </p:cNvPr>
            <p:cNvSpPr/>
            <p:nvPr/>
          </p:nvSpPr>
          <p:spPr>
            <a:xfrm>
              <a:off x="7736158" y="126092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79" name="Freeform: Shape 1778">
              <a:extLst>
                <a:ext uri="{FF2B5EF4-FFF2-40B4-BE49-F238E27FC236}">
                  <a16:creationId xmlns:a16="http://schemas.microsoft.com/office/drawing/2014/main" id="{032A7024-85F4-08A9-A686-DEF0315A21AC}"/>
                </a:ext>
              </a:extLst>
            </p:cNvPr>
            <p:cNvSpPr/>
            <p:nvPr/>
          </p:nvSpPr>
          <p:spPr>
            <a:xfrm>
              <a:off x="7850414"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80" name="Freeform: Shape 1779">
              <a:extLst>
                <a:ext uri="{FF2B5EF4-FFF2-40B4-BE49-F238E27FC236}">
                  <a16:creationId xmlns:a16="http://schemas.microsoft.com/office/drawing/2014/main" id="{8E84FAD5-4103-0855-2372-52BD5C0E4E30}"/>
                </a:ext>
              </a:extLst>
            </p:cNvPr>
            <p:cNvSpPr/>
            <p:nvPr/>
          </p:nvSpPr>
          <p:spPr>
            <a:xfrm>
              <a:off x="7964669"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81" name="Freeform: Shape 1780">
              <a:extLst>
                <a:ext uri="{FF2B5EF4-FFF2-40B4-BE49-F238E27FC236}">
                  <a16:creationId xmlns:a16="http://schemas.microsoft.com/office/drawing/2014/main" id="{D979730D-3335-B920-E53D-894C8FCFEF2F}"/>
                </a:ext>
              </a:extLst>
            </p:cNvPr>
            <p:cNvSpPr/>
            <p:nvPr/>
          </p:nvSpPr>
          <p:spPr>
            <a:xfrm>
              <a:off x="8078925" y="126092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82" name="Freeform: Shape 1781">
              <a:extLst>
                <a:ext uri="{FF2B5EF4-FFF2-40B4-BE49-F238E27FC236}">
                  <a16:creationId xmlns:a16="http://schemas.microsoft.com/office/drawing/2014/main" id="{762D70CE-7056-7F25-B549-1D0C215C7CF7}"/>
                </a:ext>
              </a:extLst>
            </p:cNvPr>
            <p:cNvSpPr/>
            <p:nvPr/>
          </p:nvSpPr>
          <p:spPr>
            <a:xfrm>
              <a:off x="8193181"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83" name="Freeform: Shape 1782">
              <a:extLst>
                <a:ext uri="{FF2B5EF4-FFF2-40B4-BE49-F238E27FC236}">
                  <a16:creationId xmlns:a16="http://schemas.microsoft.com/office/drawing/2014/main" id="{19FAEE32-E010-1CE9-E036-E7EEB8EAF9CD}"/>
                </a:ext>
              </a:extLst>
            </p:cNvPr>
            <p:cNvSpPr/>
            <p:nvPr/>
          </p:nvSpPr>
          <p:spPr>
            <a:xfrm>
              <a:off x="8307437"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84" name="Freeform: Shape 1783">
              <a:extLst>
                <a:ext uri="{FF2B5EF4-FFF2-40B4-BE49-F238E27FC236}">
                  <a16:creationId xmlns:a16="http://schemas.microsoft.com/office/drawing/2014/main" id="{377F5190-F1B8-9F4B-5B57-F591CF36EF7F}"/>
                </a:ext>
              </a:extLst>
            </p:cNvPr>
            <p:cNvSpPr/>
            <p:nvPr/>
          </p:nvSpPr>
          <p:spPr>
            <a:xfrm>
              <a:off x="8421648"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85" name="Freeform: Shape 1784">
              <a:extLst>
                <a:ext uri="{FF2B5EF4-FFF2-40B4-BE49-F238E27FC236}">
                  <a16:creationId xmlns:a16="http://schemas.microsoft.com/office/drawing/2014/main" id="{8FF66A3D-81A0-48B4-C0B7-FA76EE0635B8}"/>
                </a:ext>
              </a:extLst>
            </p:cNvPr>
            <p:cNvSpPr/>
            <p:nvPr/>
          </p:nvSpPr>
          <p:spPr>
            <a:xfrm>
              <a:off x="8535904"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86" name="Freeform: Shape 1785">
              <a:extLst>
                <a:ext uri="{FF2B5EF4-FFF2-40B4-BE49-F238E27FC236}">
                  <a16:creationId xmlns:a16="http://schemas.microsoft.com/office/drawing/2014/main" id="{CE658D4E-F07B-BEAE-251B-BF05033D1FE9}"/>
                </a:ext>
              </a:extLst>
            </p:cNvPr>
            <p:cNvSpPr/>
            <p:nvPr/>
          </p:nvSpPr>
          <p:spPr>
            <a:xfrm>
              <a:off x="8650160"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87" name="Freeform: Shape 1786">
              <a:extLst>
                <a:ext uri="{FF2B5EF4-FFF2-40B4-BE49-F238E27FC236}">
                  <a16:creationId xmlns:a16="http://schemas.microsoft.com/office/drawing/2014/main" id="{2B33649A-7764-CFDB-677A-7FA25034D3ED}"/>
                </a:ext>
              </a:extLst>
            </p:cNvPr>
            <p:cNvSpPr/>
            <p:nvPr/>
          </p:nvSpPr>
          <p:spPr>
            <a:xfrm>
              <a:off x="8764416"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88" name="Freeform: Shape 1787">
              <a:extLst>
                <a:ext uri="{FF2B5EF4-FFF2-40B4-BE49-F238E27FC236}">
                  <a16:creationId xmlns:a16="http://schemas.microsoft.com/office/drawing/2014/main" id="{95488851-0AF0-BEE5-C1B7-42374AB34AD0}"/>
                </a:ext>
              </a:extLst>
            </p:cNvPr>
            <p:cNvSpPr/>
            <p:nvPr/>
          </p:nvSpPr>
          <p:spPr>
            <a:xfrm>
              <a:off x="8878671" y="126092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89" name="Freeform: Shape 1788">
              <a:extLst>
                <a:ext uri="{FF2B5EF4-FFF2-40B4-BE49-F238E27FC236}">
                  <a16:creationId xmlns:a16="http://schemas.microsoft.com/office/drawing/2014/main" id="{4C337D53-13A7-1A7C-6338-DE14333C3B93}"/>
                </a:ext>
              </a:extLst>
            </p:cNvPr>
            <p:cNvSpPr/>
            <p:nvPr/>
          </p:nvSpPr>
          <p:spPr>
            <a:xfrm>
              <a:off x="8992927"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90" name="Freeform: Shape 1789">
              <a:extLst>
                <a:ext uri="{FF2B5EF4-FFF2-40B4-BE49-F238E27FC236}">
                  <a16:creationId xmlns:a16="http://schemas.microsoft.com/office/drawing/2014/main" id="{196228F2-FDFC-BE5F-31A4-21F508FDD841}"/>
                </a:ext>
              </a:extLst>
            </p:cNvPr>
            <p:cNvSpPr/>
            <p:nvPr/>
          </p:nvSpPr>
          <p:spPr>
            <a:xfrm>
              <a:off x="9107183"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91" name="Freeform: Shape 1790">
              <a:extLst>
                <a:ext uri="{FF2B5EF4-FFF2-40B4-BE49-F238E27FC236}">
                  <a16:creationId xmlns:a16="http://schemas.microsoft.com/office/drawing/2014/main" id="{B4B629CC-033A-4544-CAE7-1DB646F11058}"/>
                </a:ext>
              </a:extLst>
            </p:cNvPr>
            <p:cNvSpPr/>
            <p:nvPr/>
          </p:nvSpPr>
          <p:spPr>
            <a:xfrm>
              <a:off x="9221439"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92" name="Freeform: Shape 1791">
              <a:extLst>
                <a:ext uri="{FF2B5EF4-FFF2-40B4-BE49-F238E27FC236}">
                  <a16:creationId xmlns:a16="http://schemas.microsoft.com/office/drawing/2014/main" id="{11F3CD37-CECE-F3C3-EDF6-36B762267421}"/>
                </a:ext>
              </a:extLst>
            </p:cNvPr>
            <p:cNvSpPr/>
            <p:nvPr/>
          </p:nvSpPr>
          <p:spPr>
            <a:xfrm>
              <a:off x="9335695" y="126092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93" name="Freeform: Shape 1792">
              <a:extLst>
                <a:ext uri="{FF2B5EF4-FFF2-40B4-BE49-F238E27FC236}">
                  <a16:creationId xmlns:a16="http://schemas.microsoft.com/office/drawing/2014/main" id="{3BF99AFC-C107-0092-9F49-A0B62D75E292}"/>
                </a:ext>
              </a:extLst>
            </p:cNvPr>
            <p:cNvSpPr/>
            <p:nvPr/>
          </p:nvSpPr>
          <p:spPr>
            <a:xfrm>
              <a:off x="9449950"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94" name="Freeform: Shape 1793">
              <a:extLst>
                <a:ext uri="{FF2B5EF4-FFF2-40B4-BE49-F238E27FC236}">
                  <a16:creationId xmlns:a16="http://schemas.microsoft.com/office/drawing/2014/main" id="{6F57DEEE-61C0-D60B-1855-033ADF55EAF3}"/>
                </a:ext>
              </a:extLst>
            </p:cNvPr>
            <p:cNvSpPr/>
            <p:nvPr/>
          </p:nvSpPr>
          <p:spPr>
            <a:xfrm>
              <a:off x="9564206"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95" name="Freeform: Shape 1794">
              <a:extLst>
                <a:ext uri="{FF2B5EF4-FFF2-40B4-BE49-F238E27FC236}">
                  <a16:creationId xmlns:a16="http://schemas.microsoft.com/office/drawing/2014/main" id="{E805B2A9-B5E2-BD7E-8E26-EEB8998D3DC6}"/>
                </a:ext>
              </a:extLst>
            </p:cNvPr>
            <p:cNvSpPr/>
            <p:nvPr/>
          </p:nvSpPr>
          <p:spPr>
            <a:xfrm>
              <a:off x="9678418" y="126092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96" name="Freeform: Shape 1795">
              <a:extLst>
                <a:ext uri="{FF2B5EF4-FFF2-40B4-BE49-F238E27FC236}">
                  <a16:creationId xmlns:a16="http://schemas.microsoft.com/office/drawing/2014/main" id="{B5FCCB47-97AD-CE85-C85E-5D08028664BF}"/>
                </a:ext>
              </a:extLst>
            </p:cNvPr>
            <p:cNvSpPr/>
            <p:nvPr/>
          </p:nvSpPr>
          <p:spPr>
            <a:xfrm>
              <a:off x="9792674"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97" name="Freeform: Shape 1796">
              <a:extLst>
                <a:ext uri="{FF2B5EF4-FFF2-40B4-BE49-F238E27FC236}">
                  <a16:creationId xmlns:a16="http://schemas.microsoft.com/office/drawing/2014/main" id="{52ED6E1A-F47C-CAA1-F8DA-3CB831BC2857}"/>
                </a:ext>
              </a:extLst>
            </p:cNvPr>
            <p:cNvSpPr/>
            <p:nvPr/>
          </p:nvSpPr>
          <p:spPr>
            <a:xfrm>
              <a:off x="9906929"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98" name="Freeform: Shape 1797">
              <a:extLst>
                <a:ext uri="{FF2B5EF4-FFF2-40B4-BE49-F238E27FC236}">
                  <a16:creationId xmlns:a16="http://schemas.microsoft.com/office/drawing/2014/main" id="{E260DE4F-600A-AF98-E61C-3AB5087F8815}"/>
                </a:ext>
              </a:extLst>
            </p:cNvPr>
            <p:cNvSpPr/>
            <p:nvPr/>
          </p:nvSpPr>
          <p:spPr>
            <a:xfrm>
              <a:off x="10021185"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799" name="Freeform: Shape 1798">
              <a:extLst>
                <a:ext uri="{FF2B5EF4-FFF2-40B4-BE49-F238E27FC236}">
                  <a16:creationId xmlns:a16="http://schemas.microsoft.com/office/drawing/2014/main" id="{C8748602-DB9C-F42B-6F1E-52EB22469B68}"/>
                </a:ext>
              </a:extLst>
            </p:cNvPr>
            <p:cNvSpPr/>
            <p:nvPr/>
          </p:nvSpPr>
          <p:spPr>
            <a:xfrm>
              <a:off x="10135441"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00" name="Freeform: Shape 1799">
              <a:extLst>
                <a:ext uri="{FF2B5EF4-FFF2-40B4-BE49-F238E27FC236}">
                  <a16:creationId xmlns:a16="http://schemas.microsoft.com/office/drawing/2014/main" id="{8C9843C9-0640-6959-9053-EC613B58D63B}"/>
                </a:ext>
              </a:extLst>
            </p:cNvPr>
            <p:cNvSpPr/>
            <p:nvPr/>
          </p:nvSpPr>
          <p:spPr>
            <a:xfrm>
              <a:off x="10249697"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01" name="Freeform: Shape 1800">
              <a:extLst>
                <a:ext uri="{FF2B5EF4-FFF2-40B4-BE49-F238E27FC236}">
                  <a16:creationId xmlns:a16="http://schemas.microsoft.com/office/drawing/2014/main" id="{4C695015-C519-682B-0658-ED0C1F1BD1AD}"/>
                </a:ext>
              </a:extLst>
            </p:cNvPr>
            <p:cNvSpPr/>
            <p:nvPr/>
          </p:nvSpPr>
          <p:spPr>
            <a:xfrm>
              <a:off x="10363952"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02" name="Freeform: Shape 1801">
              <a:extLst>
                <a:ext uri="{FF2B5EF4-FFF2-40B4-BE49-F238E27FC236}">
                  <a16:creationId xmlns:a16="http://schemas.microsoft.com/office/drawing/2014/main" id="{E9EE9764-68DD-2156-0C56-65B2150D84A9}"/>
                </a:ext>
              </a:extLst>
            </p:cNvPr>
            <p:cNvSpPr/>
            <p:nvPr/>
          </p:nvSpPr>
          <p:spPr>
            <a:xfrm>
              <a:off x="10478208" y="126092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03" name="Freeform: Shape 1802">
              <a:extLst>
                <a:ext uri="{FF2B5EF4-FFF2-40B4-BE49-F238E27FC236}">
                  <a16:creationId xmlns:a16="http://schemas.microsoft.com/office/drawing/2014/main" id="{B68CF4B7-E1B8-5A5F-BCBC-CE2629C6DCDA}"/>
                </a:ext>
              </a:extLst>
            </p:cNvPr>
            <p:cNvSpPr/>
            <p:nvPr/>
          </p:nvSpPr>
          <p:spPr>
            <a:xfrm>
              <a:off x="10592464"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04" name="Freeform: Shape 1803">
              <a:extLst>
                <a:ext uri="{FF2B5EF4-FFF2-40B4-BE49-F238E27FC236}">
                  <a16:creationId xmlns:a16="http://schemas.microsoft.com/office/drawing/2014/main" id="{2E766D47-7419-CB94-01E2-CC947C6EEF07}"/>
                </a:ext>
              </a:extLst>
            </p:cNvPr>
            <p:cNvSpPr/>
            <p:nvPr/>
          </p:nvSpPr>
          <p:spPr>
            <a:xfrm>
              <a:off x="10706720"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05" name="Freeform: Shape 1804">
              <a:extLst>
                <a:ext uri="{FF2B5EF4-FFF2-40B4-BE49-F238E27FC236}">
                  <a16:creationId xmlns:a16="http://schemas.microsoft.com/office/drawing/2014/main" id="{2BDB6C10-CF32-816A-E502-CA3087AE2C85}"/>
                </a:ext>
              </a:extLst>
            </p:cNvPr>
            <p:cNvSpPr/>
            <p:nvPr/>
          </p:nvSpPr>
          <p:spPr>
            <a:xfrm>
              <a:off x="10820976" y="1260925"/>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06" name="Freeform: Shape 1805">
              <a:extLst>
                <a:ext uri="{FF2B5EF4-FFF2-40B4-BE49-F238E27FC236}">
                  <a16:creationId xmlns:a16="http://schemas.microsoft.com/office/drawing/2014/main" id="{D7ED122C-07F5-A77C-D3AB-28B98432F91E}"/>
                </a:ext>
              </a:extLst>
            </p:cNvPr>
            <p:cNvSpPr/>
            <p:nvPr/>
          </p:nvSpPr>
          <p:spPr>
            <a:xfrm>
              <a:off x="10935231"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07" name="Freeform: Shape 1806">
              <a:extLst>
                <a:ext uri="{FF2B5EF4-FFF2-40B4-BE49-F238E27FC236}">
                  <a16:creationId xmlns:a16="http://schemas.microsoft.com/office/drawing/2014/main" id="{22F1EBED-AE80-ADCB-9938-2D91B3812025}"/>
                </a:ext>
              </a:extLst>
            </p:cNvPr>
            <p:cNvSpPr/>
            <p:nvPr/>
          </p:nvSpPr>
          <p:spPr>
            <a:xfrm>
              <a:off x="11049443"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08" name="Freeform: Shape 1807">
              <a:extLst>
                <a:ext uri="{FF2B5EF4-FFF2-40B4-BE49-F238E27FC236}">
                  <a16:creationId xmlns:a16="http://schemas.microsoft.com/office/drawing/2014/main" id="{A4388ED3-2D9A-2690-462C-3C01B4528DDD}"/>
                </a:ext>
              </a:extLst>
            </p:cNvPr>
            <p:cNvSpPr/>
            <p:nvPr/>
          </p:nvSpPr>
          <p:spPr>
            <a:xfrm>
              <a:off x="11163699" y="1260925"/>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09" name="Freeform: Shape 1808">
              <a:extLst>
                <a:ext uri="{FF2B5EF4-FFF2-40B4-BE49-F238E27FC236}">
                  <a16:creationId xmlns:a16="http://schemas.microsoft.com/office/drawing/2014/main" id="{0E01BCAB-D32B-B8B3-1468-8BF8A10C3E6A}"/>
                </a:ext>
              </a:extLst>
            </p:cNvPr>
            <p:cNvSpPr/>
            <p:nvPr/>
          </p:nvSpPr>
          <p:spPr>
            <a:xfrm>
              <a:off x="11277955"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10" name="Freeform: Shape 1809">
              <a:extLst>
                <a:ext uri="{FF2B5EF4-FFF2-40B4-BE49-F238E27FC236}">
                  <a16:creationId xmlns:a16="http://schemas.microsoft.com/office/drawing/2014/main" id="{639F1C61-8A97-8584-06EC-87A20D776927}"/>
                </a:ext>
              </a:extLst>
            </p:cNvPr>
            <p:cNvSpPr/>
            <p:nvPr/>
          </p:nvSpPr>
          <p:spPr>
            <a:xfrm>
              <a:off x="11392210"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11" name="Freeform: Shape 1810">
              <a:extLst>
                <a:ext uri="{FF2B5EF4-FFF2-40B4-BE49-F238E27FC236}">
                  <a16:creationId xmlns:a16="http://schemas.microsoft.com/office/drawing/2014/main" id="{C8E53FB1-C441-B0F1-90DB-6A6A9CF99E88}"/>
                </a:ext>
              </a:extLst>
            </p:cNvPr>
            <p:cNvSpPr/>
            <p:nvPr/>
          </p:nvSpPr>
          <p:spPr>
            <a:xfrm>
              <a:off x="11506466" y="1260925"/>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12" name="Freeform: Shape 1811">
              <a:extLst>
                <a:ext uri="{FF2B5EF4-FFF2-40B4-BE49-F238E27FC236}">
                  <a16:creationId xmlns:a16="http://schemas.microsoft.com/office/drawing/2014/main" id="{CCE7C440-EF3A-473E-3299-57106E2E1586}"/>
                </a:ext>
              </a:extLst>
            </p:cNvPr>
            <p:cNvSpPr/>
            <p:nvPr/>
          </p:nvSpPr>
          <p:spPr>
            <a:xfrm>
              <a:off x="11620722"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13" name="Freeform: Shape 1812">
              <a:extLst>
                <a:ext uri="{FF2B5EF4-FFF2-40B4-BE49-F238E27FC236}">
                  <a16:creationId xmlns:a16="http://schemas.microsoft.com/office/drawing/2014/main" id="{B68A97F9-7A36-F036-55E6-6426D7B4FB81}"/>
                </a:ext>
              </a:extLst>
            </p:cNvPr>
            <p:cNvSpPr/>
            <p:nvPr/>
          </p:nvSpPr>
          <p:spPr>
            <a:xfrm>
              <a:off x="11734978"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14" name="Freeform: Shape 1813">
              <a:extLst>
                <a:ext uri="{FF2B5EF4-FFF2-40B4-BE49-F238E27FC236}">
                  <a16:creationId xmlns:a16="http://schemas.microsoft.com/office/drawing/2014/main" id="{193908E1-9C49-1354-E243-7DBE78BD3CCF}"/>
                </a:ext>
              </a:extLst>
            </p:cNvPr>
            <p:cNvSpPr/>
            <p:nvPr/>
          </p:nvSpPr>
          <p:spPr>
            <a:xfrm>
              <a:off x="11849233"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15" name="Freeform: Shape 1814">
              <a:extLst>
                <a:ext uri="{FF2B5EF4-FFF2-40B4-BE49-F238E27FC236}">
                  <a16:creationId xmlns:a16="http://schemas.microsoft.com/office/drawing/2014/main" id="{B421DAB8-0242-CF2A-6E95-2EF793B0F408}"/>
                </a:ext>
              </a:extLst>
            </p:cNvPr>
            <p:cNvSpPr/>
            <p:nvPr/>
          </p:nvSpPr>
          <p:spPr>
            <a:xfrm>
              <a:off x="11963489" y="126092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16" name="Freeform: Shape 1815">
              <a:extLst>
                <a:ext uri="{FF2B5EF4-FFF2-40B4-BE49-F238E27FC236}">
                  <a16:creationId xmlns:a16="http://schemas.microsoft.com/office/drawing/2014/main" id="{F02A5BB9-BD09-85E7-DAEA-C85C5A64DB61}"/>
                </a:ext>
              </a:extLst>
            </p:cNvPr>
            <p:cNvSpPr/>
            <p:nvPr/>
          </p:nvSpPr>
          <p:spPr>
            <a:xfrm>
              <a:off x="12077745" y="1260925"/>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17" name="Freeform: Shape 1816">
              <a:extLst>
                <a:ext uri="{FF2B5EF4-FFF2-40B4-BE49-F238E27FC236}">
                  <a16:creationId xmlns:a16="http://schemas.microsoft.com/office/drawing/2014/main" id="{082409B4-4F9D-11E3-BED6-0D0DB4D733D2}"/>
                </a:ext>
              </a:extLst>
            </p:cNvPr>
            <p:cNvSpPr/>
            <p:nvPr/>
          </p:nvSpPr>
          <p:spPr>
            <a:xfrm>
              <a:off x="7279135" y="137518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18" name="Freeform: Shape 1817">
              <a:extLst>
                <a:ext uri="{FF2B5EF4-FFF2-40B4-BE49-F238E27FC236}">
                  <a16:creationId xmlns:a16="http://schemas.microsoft.com/office/drawing/2014/main" id="{57663DC5-32A4-66B6-87D5-40682A8771B0}"/>
                </a:ext>
              </a:extLst>
            </p:cNvPr>
            <p:cNvSpPr/>
            <p:nvPr/>
          </p:nvSpPr>
          <p:spPr>
            <a:xfrm>
              <a:off x="7393391"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19" name="Freeform: Shape 1818">
              <a:extLst>
                <a:ext uri="{FF2B5EF4-FFF2-40B4-BE49-F238E27FC236}">
                  <a16:creationId xmlns:a16="http://schemas.microsoft.com/office/drawing/2014/main" id="{4443132A-24E3-7371-A9A2-B222A460CC71}"/>
                </a:ext>
              </a:extLst>
            </p:cNvPr>
            <p:cNvSpPr/>
            <p:nvPr/>
          </p:nvSpPr>
          <p:spPr>
            <a:xfrm>
              <a:off x="7507646"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20" name="Freeform: Shape 1819">
              <a:extLst>
                <a:ext uri="{FF2B5EF4-FFF2-40B4-BE49-F238E27FC236}">
                  <a16:creationId xmlns:a16="http://schemas.microsoft.com/office/drawing/2014/main" id="{A1191D86-6CB3-5682-3221-E2EEEB2645C3}"/>
                </a:ext>
              </a:extLst>
            </p:cNvPr>
            <p:cNvSpPr/>
            <p:nvPr/>
          </p:nvSpPr>
          <p:spPr>
            <a:xfrm>
              <a:off x="7621902"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21" name="Freeform: Shape 1820">
              <a:extLst>
                <a:ext uri="{FF2B5EF4-FFF2-40B4-BE49-F238E27FC236}">
                  <a16:creationId xmlns:a16="http://schemas.microsoft.com/office/drawing/2014/main" id="{550E65A7-E174-8D2D-60C8-3A05D0D082A5}"/>
                </a:ext>
              </a:extLst>
            </p:cNvPr>
            <p:cNvSpPr/>
            <p:nvPr/>
          </p:nvSpPr>
          <p:spPr>
            <a:xfrm>
              <a:off x="7736158" y="137518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22" name="Freeform: Shape 1821">
              <a:extLst>
                <a:ext uri="{FF2B5EF4-FFF2-40B4-BE49-F238E27FC236}">
                  <a16:creationId xmlns:a16="http://schemas.microsoft.com/office/drawing/2014/main" id="{FC98C7AA-6179-3177-629C-E2E65FA16F0D}"/>
                </a:ext>
              </a:extLst>
            </p:cNvPr>
            <p:cNvSpPr/>
            <p:nvPr/>
          </p:nvSpPr>
          <p:spPr>
            <a:xfrm>
              <a:off x="7850414"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23" name="Freeform: Shape 1822">
              <a:extLst>
                <a:ext uri="{FF2B5EF4-FFF2-40B4-BE49-F238E27FC236}">
                  <a16:creationId xmlns:a16="http://schemas.microsoft.com/office/drawing/2014/main" id="{AF840335-38CD-0341-3818-90F9CCADCE26}"/>
                </a:ext>
              </a:extLst>
            </p:cNvPr>
            <p:cNvSpPr/>
            <p:nvPr/>
          </p:nvSpPr>
          <p:spPr>
            <a:xfrm>
              <a:off x="7964669"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24" name="Freeform: Shape 1823">
              <a:extLst>
                <a:ext uri="{FF2B5EF4-FFF2-40B4-BE49-F238E27FC236}">
                  <a16:creationId xmlns:a16="http://schemas.microsoft.com/office/drawing/2014/main" id="{FE2D29E9-4310-1D96-D167-4480CD02A7EC}"/>
                </a:ext>
              </a:extLst>
            </p:cNvPr>
            <p:cNvSpPr/>
            <p:nvPr/>
          </p:nvSpPr>
          <p:spPr>
            <a:xfrm>
              <a:off x="8078925" y="137518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25" name="Freeform: Shape 1824">
              <a:extLst>
                <a:ext uri="{FF2B5EF4-FFF2-40B4-BE49-F238E27FC236}">
                  <a16:creationId xmlns:a16="http://schemas.microsoft.com/office/drawing/2014/main" id="{E129B421-E172-E19D-148C-98E00106C121}"/>
                </a:ext>
              </a:extLst>
            </p:cNvPr>
            <p:cNvSpPr/>
            <p:nvPr/>
          </p:nvSpPr>
          <p:spPr>
            <a:xfrm>
              <a:off x="8193181"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26" name="Freeform: Shape 1825">
              <a:extLst>
                <a:ext uri="{FF2B5EF4-FFF2-40B4-BE49-F238E27FC236}">
                  <a16:creationId xmlns:a16="http://schemas.microsoft.com/office/drawing/2014/main" id="{7B1E2C6D-0057-C62E-E382-9AC194A827E6}"/>
                </a:ext>
              </a:extLst>
            </p:cNvPr>
            <p:cNvSpPr/>
            <p:nvPr/>
          </p:nvSpPr>
          <p:spPr>
            <a:xfrm>
              <a:off x="8307437"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27" name="Freeform: Shape 1826">
              <a:extLst>
                <a:ext uri="{FF2B5EF4-FFF2-40B4-BE49-F238E27FC236}">
                  <a16:creationId xmlns:a16="http://schemas.microsoft.com/office/drawing/2014/main" id="{92B46CEC-B0CA-4794-A229-0DA2359BFA16}"/>
                </a:ext>
              </a:extLst>
            </p:cNvPr>
            <p:cNvSpPr/>
            <p:nvPr/>
          </p:nvSpPr>
          <p:spPr>
            <a:xfrm>
              <a:off x="8421648"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28" name="Freeform: Shape 1827">
              <a:extLst>
                <a:ext uri="{FF2B5EF4-FFF2-40B4-BE49-F238E27FC236}">
                  <a16:creationId xmlns:a16="http://schemas.microsoft.com/office/drawing/2014/main" id="{7F8B9B98-2D54-EBA5-96B0-631F42BCAEDE}"/>
                </a:ext>
              </a:extLst>
            </p:cNvPr>
            <p:cNvSpPr/>
            <p:nvPr/>
          </p:nvSpPr>
          <p:spPr>
            <a:xfrm>
              <a:off x="8535904"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29" name="Freeform: Shape 1828">
              <a:extLst>
                <a:ext uri="{FF2B5EF4-FFF2-40B4-BE49-F238E27FC236}">
                  <a16:creationId xmlns:a16="http://schemas.microsoft.com/office/drawing/2014/main" id="{BF60F833-C063-9808-63EE-385F8B9C2A02}"/>
                </a:ext>
              </a:extLst>
            </p:cNvPr>
            <p:cNvSpPr/>
            <p:nvPr/>
          </p:nvSpPr>
          <p:spPr>
            <a:xfrm>
              <a:off x="8650160"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30" name="Freeform: Shape 1829">
              <a:extLst>
                <a:ext uri="{FF2B5EF4-FFF2-40B4-BE49-F238E27FC236}">
                  <a16:creationId xmlns:a16="http://schemas.microsoft.com/office/drawing/2014/main" id="{681E8B75-516A-95AC-CCF4-A27472927CCE}"/>
                </a:ext>
              </a:extLst>
            </p:cNvPr>
            <p:cNvSpPr/>
            <p:nvPr/>
          </p:nvSpPr>
          <p:spPr>
            <a:xfrm>
              <a:off x="8764416"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31" name="Freeform: Shape 1830">
              <a:extLst>
                <a:ext uri="{FF2B5EF4-FFF2-40B4-BE49-F238E27FC236}">
                  <a16:creationId xmlns:a16="http://schemas.microsoft.com/office/drawing/2014/main" id="{ACE9ED11-C8A7-40D2-1405-77BC173CFB34}"/>
                </a:ext>
              </a:extLst>
            </p:cNvPr>
            <p:cNvSpPr/>
            <p:nvPr/>
          </p:nvSpPr>
          <p:spPr>
            <a:xfrm>
              <a:off x="8878671" y="137518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32" name="Freeform: Shape 1831">
              <a:extLst>
                <a:ext uri="{FF2B5EF4-FFF2-40B4-BE49-F238E27FC236}">
                  <a16:creationId xmlns:a16="http://schemas.microsoft.com/office/drawing/2014/main" id="{1CAB65F0-5ABC-FF98-7279-08BBB628666D}"/>
                </a:ext>
              </a:extLst>
            </p:cNvPr>
            <p:cNvSpPr/>
            <p:nvPr/>
          </p:nvSpPr>
          <p:spPr>
            <a:xfrm>
              <a:off x="8992927"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33" name="Freeform: Shape 1832">
              <a:extLst>
                <a:ext uri="{FF2B5EF4-FFF2-40B4-BE49-F238E27FC236}">
                  <a16:creationId xmlns:a16="http://schemas.microsoft.com/office/drawing/2014/main" id="{311AE60E-ACAE-DC65-1958-5EA1AC7963EC}"/>
                </a:ext>
              </a:extLst>
            </p:cNvPr>
            <p:cNvSpPr/>
            <p:nvPr/>
          </p:nvSpPr>
          <p:spPr>
            <a:xfrm>
              <a:off x="9107183"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34" name="Freeform: Shape 1833">
              <a:extLst>
                <a:ext uri="{FF2B5EF4-FFF2-40B4-BE49-F238E27FC236}">
                  <a16:creationId xmlns:a16="http://schemas.microsoft.com/office/drawing/2014/main" id="{BB166930-FF9C-1601-D7BE-34E6EC6FF879}"/>
                </a:ext>
              </a:extLst>
            </p:cNvPr>
            <p:cNvSpPr/>
            <p:nvPr/>
          </p:nvSpPr>
          <p:spPr>
            <a:xfrm>
              <a:off x="9221439"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35" name="Freeform: Shape 1834">
              <a:extLst>
                <a:ext uri="{FF2B5EF4-FFF2-40B4-BE49-F238E27FC236}">
                  <a16:creationId xmlns:a16="http://schemas.microsoft.com/office/drawing/2014/main" id="{0774456A-0CAF-CC8F-9AD9-681EFAABB33B}"/>
                </a:ext>
              </a:extLst>
            </p:cNvPr>
            <p:cNvSpPr/>
            <p:nvPr/>
          </p:nvSpPr>
          <p:spPr>
            <a:xfrm>
              <a:off x="9335695" y="137518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36" name="Freeform: Shape 1835">
              <a:extLst>
                <a:ext uri="{FF2B5EF4-FFF2-40B4-BE49-F238E27FC236}">
                  <a16:creationId xmlns:a16="http://schemas.microsoft.com/office/drawing/2014/main" id="{59CB70F6-1416-5830-4A94-F39DEA8913C1}"/>
                </a:ext>
              </a:extLst>
            </p:cNvPr>
            <p:cNvSpPr/>
            <p:nvPr/>
          </p:nvSpPr>
          <p:spPr>
            <a:xfrm>
              <a:off x="9449950"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37" name="Freeform: Shape 1836">
              <a:extLst>
                <a:ext uri="{FF2B5EF4-FFF2-40B4-BE49-F238E27FC236}">
                  <a16:creationId xmlns:a16="http://schemas.microsoft.com/office/drawing/2014/main" id="{EA47D3F5-9408-998A-7EDA-E3CC07C247EE}"/>
                </a:ext>
              </a:extLst>
            </p:cNvPr>
            <p:cNvSpPr/>
            <p:nvPr/>
          </p:nvSpPr>
          <p:spPr>
            <a:xfrm>
              <a:off x="9564206"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38" name="Freeform: Shape 1837">
              <a:extLst>
                <a:ext uri="{FF2B5EF4-FFF2-40B4-BE49-F238E27FC236}">
                  <a16:creationId xmlns:a16="http://schemas.microsoft.com/office/drawing/2014/main" id="{C818BD25-FBD9-35B1-D437-259E5A72ED3F}"/>
                </a:ext>
              </a:extLst>
            </p:cNvPr>
            <p:cNvSpPr/>
            <p:nvPr/>
          </p:nvSpPr>
          <p:spPr>
            <a:xfrm>
              <a:off x="9678418" y="137518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39" name="Freeform: Shape 1838">
              <a:extLst>
                <a:ext uri="{FF2B5EF4-FFF2-40B4-BE49-F238E27FC236}">
                  <a16:creationId xmlns:a16="http://schemas.microsoft.com/office/drawing/2014/main" id="{40922EBC-257E-4FB2-6101-6AD6F67A8B5B}"/>
                </a:ext>
              </a:extLst>
            </p:cNvPr>
            <p:cNvSpPr/>
            <p:nvPr/>
          </p:nvSpPr>
          <p:spPr>
            <a:xfrm>
              <a:off x="9792674"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40" name="Freeform: Shape 1839">
              <a:extLst>
                <a:ext uri="{FF2B5EF4-FFF2-40B4-BE49-F238E27FC236}">
                  <a16:creationId xmlns:a16="http://schemas.microsoft.com/office/drawing/2014/main" id="{1D615885-8E57-A458-3AB4-7F918D0741A9}"/>
                </a:ext>
              </a:extLst>
            </p:cNvPr>
            <p:cNvSpPr/>
            <p:nvPr/>
          </p:nvSpPr>
          <p:spPr>
            <a:xfrm>
              <a:off x="9906929"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41" name="Freeform: Shape 1840">
              <a:extLst>
                <a:ext uri="{FF2B5EF4-FFF2-40B4-BE49-F238E27FC236}">
                  <a16:creationId xmlns:a16="http://schemas.microsoft.com/office/drawing/2014/main" id="{8B22A4A5-6673-BFD2-27E5-39485CFD06BF}"/>
                </a:ext>
              </a:extLst>
            </p:cNvPr>
            <p:cNvSpPr/>
            <p:nvPr/>
          </p:nvSpPr>
          <p:spPr>
            <a:xfrm>
              <a:off x="10021185"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42" name="Freeform: Shape 1841">
              <a:extLst>
                <a:ext uri="{FF2B5EF4-FFF2-40B4-BE49-F238E27FC236}">
                  <a16:creationId xmlns:a16="http://schemas.microsoft.com/office/drawing/2014/main" id="{A8EB3809-24E8-9030-1525-7F969C2861F5}"/>
                </a:ext>
              </a:extLst>
            </p:cNvPr>
            <p:cNvSpPr/>
            <p:nvPr/>
          </p:nvSpPr>
          <p:spPr>
            <a:xfrm>
              <a:off x="10135441"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43" name="Freeform: Shape 1842">
              <a:extLst>
                <a:ext uri="{FF2B5EF4-FFF2-40B4-BE49-F238E27FC236}">
                  <a16:creationId xmlns:a16="http://schemas.microsoft.com/office/drawing/2014/main" id="{48CA2CFB-525F-E486-EDE1-1A8C1D1BC4B0}"/>
                </a:ext>
              </a:extLst>
            </p:cNvPr>
            <p:cNvSpPr/>
            <p:nvPr/>
          </p:nvSpPr>
          <p:spPr>
            <a:xfrm>
              <a:off x="10249697"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44" name="Freeform: Shape 1843">
              <a:extLst>
                <a:ext uri="{FF2B5EF4-FFF2-40B4-BE49-F238E27FC236}">
                  <a16:creationId xmlns:a16="http://schemas.microsoft.com/office/drawing/2014/main" id="{311A2B06-91AA-2261-73E6-494EF57B1E41}"/>
                </a:ext>
              </a:extLst>
            </p:cNvPr>
            <p:cNvSpPr/>
            <p:nvPr/>
          </p:nvSpPr>
          <p:spPr>
            <a:xfrm>
              <a:off x="10363952"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45" name="Freeform: Shape 1844">
              <a:extLst>
                <a:ext uri="{FF2B5EF4-FFF2-40B4-BE49-F238E27FC236}">
                  <a16:creationId xmlns:a16="http://schemas.microsoft.com/office/drawing/2014/main" id="{BDBA379C-C8A9-10BC-EEF4-74FCB176B9FF}"/>
                </a:ext>
              </a:extLst>
            </p:cNvPr>
            <p:cNvSpPr/>
            <p:nvPr/>
          </p:nvSpPr>
          <p:spPr>
            <a:xfrm>
              <a:off x="10478208" y="137518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46" name="Freeform: Shape 1845">
              <a:extLst>
                <a:ext uri="{FF2B5EF4-FFF2-40B4-BE49-F238E27FC236}">
                  <a16:creationId xmlns:a16="http://schemas.microsoft.com/office/drawing/2014/main" id="{2C4D87B0-CA77-AA99-ABF2-E249BA86605C}"/>
                </a:ext>
              </a:extLst>
            </p:cNvPr>
            <p:cNvSpPr/>
            <p:nvPr/>
          </p:nvSpPr>
          <p:spPr>
            <a:xfrm>
              <a:off x="10592464"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47" name="Freeform: Shape 1846">
              <a:extLst>
                <a:ext uri="{FF2B5EF4-FFF2-40B4-BE49-F238E27FC236}">
                  <a16:creationId xmlns:a16="http://schemas.microsoft.com/office/drawing/2014/main" id="{4DDB5625-D676-C840-B680-C4417F3F6D63}"/>
                </a:ext>
              </a:extLst>
            </p:cNvPr>
            <p:cNvSpPr/>
            <p:nvPr/>
          </p:nvSpPr>
          <p:spPr>
            <a:xfrm>
              <a:off x="10706720"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48" name="Freeform: Shape 1847">
              <a:extLst>
                <a:ext uri="{FF2B5EF4-FFF2-40B4-BE49-F238E27FC236}">
                  <a16:creationId xmlns:a16="http://schemas.microsoft.com/office/drawing/2014/main" id="{68A83B8A-3535-07E7-E7AD-361EEEC4DD9B}"/>
                </a:ext>
              </a:extLst>
            </p:cNvPr>
            <p:cNvSpPr/>
            <p:nvPr/>
          </p:nvSpPr>
          <p:spPr>
            <a:xfrm>
              <a:off x="10820976" y="1375181"/>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49" name="Freeform: Shape 1848">
              <a:extLst>
                <a:ext uri="{FF2B5EF4-FFF2-40B4-BE49-F238E27FC236}">
                  <a16:creationId xmlns:a16="http://schemas.microsoft.com/office/drawing/2014/main" id="{46D95CCF-E9BE-EDF1-37CD-DF62D5EAFE2C}"/>
                </a:ext>
              </a:extLst>
            </p:cNvPr>
            <p:cNvSpPr/>
            <p:nvPr/>
          </p:nvSpPr>
          <p:spPr>
            <a:xfrm>
              <a:off x="10935231"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50" name="Freeform: Shape 1849">
              <a:extLst>
                <a:ext uri="{FF2B5EF4-FFF2-40B4-BE49-F238E27FC236}">
                  <a16:creationId xmlns:a16="http://schemas.microsoft.com/office/drawing/2014/main" id="{F058E8C5-096C-4D88-5FDA-3D9ED6F1935E}"/>
                </a:ext>
              </a:extLst>
            </p:cNvPr>
            <p:cNvSpPr/>
            <p:nvPr/>
          </p:nvSpPr>
          <p:spPr>
            <a:xfrm>
              <a:off x="11049443"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51" name="Freeform: Shape 1850">
              <a:extLst>
                <a:ext uri="{FF2B5EF4-FFF2-40B4-BE49-F238E27FC236}">
                  <a16:creationId xmlns:a16="http://schemas.microsoft.com/office/drawing/2014/main" id="{981AF4D3-6039-E1F6-1B50-92CDCF48EB0B}"/>
                </a:ext>
              </a:extLst>
            </p:cNvPr>
            <p:cNvSpPr/>
            <p:nvPr/>
          </p:nvSpPr>
          <p:spPr>
            <a:xfrm>
              <a:off x="11163699" y="1375181"/>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52" name="Freeform: Shape 1851">
              <a:extLst>
                <a:ext uri="{FF2B5EF4-FFF2-40B4-BE49-F238E27FC236}">
                  <a16:creationId xmlns:a16="http://schemas.microsoft.com/office/drawing/2014/main" id="{CA4EA7B3-D8A5-AC97-C5B4-403673422E5E}"/>
                </a:ext>
              </a:extLst>
            </p:cNvPr>
            <p:cNvSpPr/>
            <p:nvPr/>
          </p:nvSpPr>
          <p:spPr>
            <a:xfrm>
              <a:off x="11277955"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53" name="Freeform: Shape 1852">
              <a:extLst>
                <a:ext uri="{FF2B5EF4-FFF2-40B4-BE49-F238E27FC236}">
                  <a16:creationId xmlns:a16="http://schemas.microsoft.com/office/drawing/2014/main" id="{9E61C5D8-347D-A6A0-C143-87FDD09B2107}"/>
                </a:ext>
              </a:extLst>
            </p:cNvPr>
            <p:cNvSpPr/>
            <p:nvPr/>
          </p:nvSpPr>
          <p:spPr>
            <a:xfrm>
              <a:off x="11392210"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54" name="Freeform: Shape 1853">
              <a:extLst>
                <a:ext uri="{FF2B5EF4-FFF2-40B4-BE49-F238E27FC236}">
                  <a16:creationId xmlns:a16="http://schemas.microsoft.com/office/drawing/2014/main" id="{3D05418F-DE2A-BDE3-3431-553CCDB7EE57}"/>
                </a:ext>
              </a:extLst>
            </p:cNvPr>
            <p:cNvSpPr/>
            <p:nvPr/>
          </p:nvSpPr>
          <p:spPr>
            <a:xfrm>
              <a:off x="11506466" y="1375181"/>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55" name="Freeform: Shape 1854">
              <a:extLst>
                <a:ext uri="{FF2B5EF4-FFF2-40B4-BE49-F238E27FC236}">
                  <a16:creationId xmlns:a16="http://schemas.microsoft.com/office/drawing/2014/main" id="{4C2A7CFC-272F-B112-CDE7-3EF0C9530392}"/>
                </a:ext>
              </a:extLst>
            </p:cNvPr>
            <p:cNvSpPr/>
            <p:nvPr/>
          </p:nvSpPr>
          <p:spPr>
            <a:xfrm>
              <a:off x="11620722"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56" name="Freeform: Shape 1855">
              <a:extLst>
                <a:ext uri="{FF2B5EF4-FFF2-40B4-BE49-F238E27FC236}">
                  <a16:creationId xmlns:a16="http://schemas.microsoft.com/office/drawing/2014/main" id="{58B76849-7201-9A9F-A39C-A3AC845BE2A0}"/>
                </a:ext>
              </a:extLst>
            </p:cNvPr>
            <p:cNvSpPr/>
            <p:nvPr/>
          </p:nvSpPr>
          <p:spPr>
            <a:xfrm>
              <a:off x="11734978"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57" name="Freeform: Shape 1856">
              <a:extLst>
                <a:ext uri="{FF2B5EF4-FFF2-40B4-BE49-F238E27FC236}">
                  <a16:creationId xmlns:a16="http://schemas.microsoft.com/office/drawing/2014/main" id="{A6DBA08F-6141-D281-8D6B-3C616DD3776A}"/>
                </a:ext>
              </a:extLst>
            </p:cNvPr>
            <p:cNvSpPr/>
            <p:nvPr/>
          </p:nvSpPr>
          <p:spPr>
            <a:xfrm>
              <a:off x="11849233"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58" name="Freeform: Shape 1857">
              <a:extLst>
                <a:ext uri="{FF2B5EF4-FFF2-40B4-BE49-F238E27FC236}">
                  <a16:creationId xmlns:a16="http://schemas.microsoft.com/office/drawing/2014/main" id="{10C954CE-D1A8-B6B8-1278-D790E168BA5E}"/>
                </a:ext>
              </a:extLst>
            </p:cNvPr>
            <p:cNvSpPr/>
            <p:nvPr/>
          </p:nvSpPr>
          <p:spPr>
            <a:xfrm>
              <a:off x="11963489" y="137518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59" name="Freeform: Shape 1858">
              <a:extLst>
                <a:ext uri="{FF2B5EF4-FFF2-40B4-BE49-F238E27FC236}">
                  <a16:creationId xmlns:a16="http://schemas.microsoft.com/office/drawing/2014/main" id="{A87E3679-DEF8-C279-47B7-D275160461C2}"/>
                </a:ext>
              </a:extLst>
            </p:cNvPr>
            <p:cNvSpPr/>
            <p:nvPr/>
          </p:nvSpPr>
          <p:spPr>
            <a:xfrm>
              <a:off x="12077745" y="1375181"/>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60" name="Freeform: Shape 1859">
              <a:extLst>
                <a:ext uri="{FF2B5EF4-FFF2-40B4-BE49-F238E27FC236}">
                  <a16:creationId xmlns:a16="http://schemas.microsoft.com/office/drawing/2014/main" id="{4F540F81-7493-480E-3F3F-69285D2A9778}"/>
                </a:ext>
              </a:extLst>
            </p:cNvPr>
            <p:cNvSpPr/>
            <p:nvPr/>
          </p:nvSpPr>
          <p:spPr>
            <a:xfrm>
              <a:off x="7279135" y="148943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61" name="Freeform: Shape 1860">
              <a:extLst>
                <a:ext uri="{FF2B5EF4-FFF2-40B4-BE49-F238E27FC236}">
                  <a16:creationId xmlns:a16="http://schemas.microsoft.com/office/drawing/2014/main" id="{FCC402F1-EF86-B244-DFBD-4733E52B94CB}"/>
                </a:ext>
              </a:extLst>
            </p:cNvPr>
            <p:cNvSpPr/>
            <p:nvPr/>
          </p:nvSpPr>
          <p:spPr>
            <a:xfrm>
              <a:off x="7393391"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62" name="Freeform: Shape 1861">
              <a:extLst>
                <a:ext uri="{FF2B5EF4-FFF2-40B4-BE49-F238E27FC236}">
                  <a16:creationId xmlns:a16="http://schemas.microsoft.com/office/drawing/2014/main" id="{97245D6A-A4CB-0BB6-62B1-953BD4DF5CD0}"/>
                </a:ext>
              </a:extLst>
            </p:cNvPr>
            <p:cNvSpPr/>
            <p:nvPr/>
          </p:nvSpPr>
          <p:spPr>
            <a:xfrm>
              <a:off x="7507646"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63" name="Freeform: Shape 1862">
              <a:extLst>
                <a:ext uri="{FF2B5EF4-FFF2-40B4-BE49-F238E27FC236}">
                  <a16:creationId xmlns:a16="http://schemas.microsoft.com/office/drawing/2014/main" id="{58844DC3-824F-49FF-496B-877990380C34}"/>
                </a:ext>
              </a:extLst>
            </p:cNvPr>
            <p:cNvSpPr/>
            <p:nvPr/>
          </p:nvSpPr>
          <p:spPr>
            <a:xfrm>
              <a:off x="7621902"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64" name="Freeform: Shape 1863">
              <a:extLst>
                <a:ext uri="{FF2B5EF4-FFF2-40B4-BE49-F238E27FC236}">
                  <a16:creationId xmlns:a16="http://schemas.microsoft.com/office/drawing/2014/main" id="{951FCB92-BF46-A275-8D11-E973FDD8E0BA}"/>
                </a:ext>
              </a:extLst>
            </p:cNvPr>
            <p:cNvSpPr/>
            <p:nvPr/>
          </p:nvSpPr>
          <p:spPr>
            <a:xfrm>
              <a:off x="7736158" y="148943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65" name="Freeform: Shape 1864">
              <a:extLst>
                <a:ext uri="{FF2B5EF4-FFF2-40B4-BE49-F238E27FC236}">
                  <a16:creationId xmlns:a16="http://schemas.microsoft.com/office/drawing/2014/main" id="{5DE130C9-1815-16C6-392F-079534616B5E}"/>
                </a:ext>
              </a:extLst>
            </p:cNvPr>
            <p:cNvSpPr/>
            <p:nvPr/>
          </p:nvSpPr>
          <p:spPr>
            <a:xfrm>
              <a:off x="7850414"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66" name="Freeform: Shape 1865">
              <a:extLst>
                <a:ext uri="{FF2B5EF4-FFF2-40B4-BE49-F238E27FC236}">
                  <a16:creationId xmlns:a16="http://schemas.microsoft.com/office/drawing/2014/main" id="{61496499-08CF-BBC7-4BC4-2AF71E284316}"/>
                </a:ext>
              </a:extLst>
            </p:cNvPr>
            <p:cNvSpPr/>
            <p:nvPr/>
          </p:nvSpPr>
          <p:spPr>
            <a:xfrm>
              <a:off x="7964669"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67" name="Freeform: Shape 1866">
              <a:extLst>
                <a:ext uri="{FF2B5EF4-FFF2-40B4-BE49-F238E27FC236}">
                  <a16:creationId xmlns:a16="http://schemas.microsoft.com/office/drawing/2014/main" id="{8725A979-5C3C-D194-01EF-D575074C5DD8}"/>
                </a:ext>
              </a:extLst>
            </p:cNvPr>
            <p:cNvSpPr/>
            <p:nvPr/>
          </p:nvSpPr>
          <p:spPr>
            <a:xfrm>
              <a:off x="8078925" y="148943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68" name="Freeform: Shape 1867">
              <a:extLst>
                <a:ext uri="{FF2B5EF4-FFF2-40B4-BE49-F238E27FC236}">
                  <a16:creationId xmlns:a16="http://schemas.microsoft.com/office/drawing/2014/main" id="{AB43617C-FEBD-D04B-130C-4BF28CC4EAA2}"/>
                </a:ext>
              </a:extLst>
            </p:cNvPr>
            <p:cNvSpPr/>
            <p:nvPr/>
          </p:nvSpPr>
          <p:spPr>
            <a:xfrm>
              <a:off x="8193181"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69" name="Freeform: Shape 1868">
              <a:extLst>
                <a:ext uri="{FF2B5EF4-FFF2-40B4-BE49-F238E27FC236}">
                  <a16:creationId xmlns:a16="http://schemas.microsoft.com/office/drawing/2014/main" id="{DE755DFD-D33E-BB1E-77C9-C3892B0A630A}"/>
                </a:ext>
              </a:extLst>
            </p:cNvPr>
            <p:cNvSpPr/>
            <p:nvPr/>
          </p:nvSpPr>
          <p:spPr>
            <a:xfrm>
              <a:off x="8307437"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70" name="Freeform: Shape 1869">
              <a:extLst>
                <a:ext uri="{FF2B5EF4-FFF2-40B4-BE49-F238E27FC236}">
                  <a16:creationId xmlns:a16="http://schemas.microsoft.com/office/drawing/2014/main" id="{49FD4EF4-DC21-DCA2-CA48-612CE5CD2C55}"/>
                </a:ext>
              </a:extLst>
            </p:cNvPr>
            <p:cNvSpPr/>
            <p:nvPr/>
          </p:nvSpPr>
          <p:spPr>
            <a:xfrm>
              <a:off x="8421648"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71" name="Freeform: Shape 1870">
              <a:extLst>
                <a:ext uri="{FF2B5EF4-FFF2-40B4-BE49-F238E27FC236}">
                  <a16:creationId xmlns:a16="http://schemas.microsoft.com/office/drawing/2014/main" id="{C32A7546-6F53-BA0B-6260-EAFE4CC5935A}"/>
                </a:ext>
              </a:extLst>
            </p:cNvPr>
            <p:cNvSpPr/>
            <p:nvPr/>
          </p:nvSpPr>
          <p:spPr>
            <a:xfrm>
              <a:off x="8535904"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72" name="Freeform: Shape 1871">
              <a:extLst>
                <a:ext uri="{FF2B5EF4-FFF2-40B4-BE49-F238E27FC236}">
                  <a16:creationId xmlns:a16="http://schemas.microsoft.com/office/drawing/2014/main" id="{B57FE52A-21D8-FEBB-708A-6A233993280B}"/>
                </a:ext>
              </a:extLst>
            </p:cNvPr>
            <p:cNvSpPr/>
            <p:nvPr/>
          </p:nvSpPr>
          <p:spPr>
            <a:xfrm>
              <a:off x="8650160"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73" name="Freeform: Shape 1872">
              <a:extLst>
                <a:ext uri="{FF2B5EF4-FFF2-40B4-BE49-F238E27FC236}">
                  <a16:creationId xmlns:a16="http://schemas.microsoft.com/office/drawing/2014/main" id="{A1B987B7-1A4F-8131-9ACD-AE0184963D36}"/>
                </a:ext>
              </a:extLst>
            </p:cNvPr>
            <p:cNvSpPr/>
            <p:nvPr/>
          </p:nvSpPr>
          <p:spPr>
            <a:xfrm>
              <a:off x="8764416"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74" name="Freeform: Shape 1873">
              <a:extLst>
                <a:ext uri="{FF2B5EF4-FFF2-40B4-BE49-F238E27FC236}">
                  <a16:creationId xmlns:a16="http://schemas.microsoft.com/office/drawing/2014/main" id="{323C7F69-9E41-C298-C111-F44197F41B09}"/>
                </a:ext>
              </a:extLst>
            </p:cNvPr>
            <p:cNvSpPr/>
            <p:nvPr/>
          </p:nvSpPr>
          <p:spPr>
            <a:xfrm>
              <a:off x="8878671" y="148943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75" name="Freeform: Shape 1874">
              <a:extLst>
                <a:ext uri="{FF2B5EF4-FFF2-40B4-BE49-F238E27FC236}">
                  <a16:creationId xmlns:a16="http://schemas.microsoft.com/office/drawing/2014/main" id="{3B532DD3-69C0-A142-0AA4-B0416ADAF9F7}"/>
                </a:ext>
              </a:extLst>
            </p:cNvPr>
            <p:cNvSpPr/>
            <p:nvPr/>
          </p:nvSpPr>
          <p:spPr>
            <a:xfrm>
              <a:off x="8992927"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76" name="Freeform: Shape 1875">
              <a:extLst>
                <a:ext uri="{FF2B5EF4-FFF2-40B4-BE49-F238E27FC236}">
                  <a16:creationId xmlns:a16="http://schemas.microsoft.com/office/drawing/2014/main" id="{A547283A-CF3D-4985-25BC-9A0A6A2BD539}"/>
                </a:ext>
              </a:extLst>
            </p:cNvPr>
            <p:cNvSpPr/>
            <p:nvPr/>
          </p:nvSpPr>
          <p:spPr>
            <a:xfrm>
              <a:off x="9107183"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77" name="Freeform: Shape 1876">
              <a:extLst>
                <a:ext uri="{FF2B5EF4-FFF2-40B4-BE49-F238E27FC236}">
                  <a16:creationId xmlns:a16="http://schemas.microsoft.com/office/drawing/2014/main" id="{A40162E0-F269-493C-DB1A-3AC06121DCEA}"/>
                </a:ext>
              </a:extLst>
            </p:cNvPr>
            <p:cNvSpPr/>
            <p:nvPr/>
          </p:nvSpPr>
          <p:spPr>
            <a:xfrm>
              <a:off x="9221439"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78" name="Freeform: Shape 1877">
              <a:extLst>
                <a:ext uri="{FF2B5EF4-FFF2-40B4-BE49-F238E27FC236}">
                  <a16:creationId xmlns:a16="http://schemas.microsoft.com/office/drawing/2014/main" id="{B3D35C2D-F110-BFD7-0782-71B5DA1B20CD}"/>
                </a:ext>
              </a:extLst>
            </p:cNvPr>
            <p:cNvSpPr/>
            <p:nvPr/>
          </p:nvSpPr>
          <p:spPr>
            <a:xfrm>
              <a:off x="9335695" y="148943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79" name="Freeform: Shape 1878">
              <a:extLst>
                <a:ext uri="{FF2B5EF4-FFF2-40B4-BE49-F238E27FC236}">
                  <a16:creationId xmlns:a16="http://schemas.microsoft.com/office/drawing/2014/main" id="{FDA2DB37-D585-8C69-F667-01213DF6CC2A}"/>
                </a:ext>
              </a:extLst>
            </p:cNvPr>
            <p:cNvSpPr/>
            <p:nvPr/>
          </p:nvSpPr>
          <p:spPr>
            <a:xfrm>
              <a:off x="9449950"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80" name="Freeform: Shape 1879">
              <a:extLst>
                <a:ext uri="{FF2B5EF4-FFF2-40B4-BE49-F238E27FC236}">
                  <a16:creationId xmlns:a16="http://schemas.microsoft.com/office/drawing/2014/main" id="{DB23A63D-E449-2258-E713-E39892681123}"/>
                </a:ext>
              </a:extLst>
            </p:cNvPr>
            <p:cNvSpPr/>
            <p:nvPr/>
          </p:nvSpPr>
          <p:spPr>
            <a:xfrm>
              <a:off x="9564206"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81" name="Freeform: Shape 1880">
              <a:extLst>
                <a:ext uri="{FF2B5EF4-FFF2-40B4-BE49-F238E27FC236}">
                  <a16:creationId xmlns:a16="http://schemas.microsoft.com/office/drawing/2014/main" id="{45D0D397-69FB-5775-038F-FD8AD0543D84}"/>
                </a:ext>
              </a:extLst>
            </p:cNvPr>
            <p:cNvSpPr/>
            <p:nvPr/>
          </p:nvSpPr>
          <p:spPr>
            <a:xfrm>
              <a:off x="9678418" y="148943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82" name="Freeform: Shape 1881">
              <a:extLst>
                <a:ext uri="{FF2B5EF4-FFF2-40B4-BE49-F238E27FC236}">
                  <a16:creationId xmlns:a16="http://schemas.microsoft.com/office/drawing/2014/main" id="{763121DE-D0A3-A4E0-8946-5EA0BEBB2E59}"/>
                </a:ext>
              </a:extLst>
            </p:cNvPr>
            <p:cNvSpPr/>
            <p:nvPr/>
          </p:nvSpPr>
          <p:spPr>
            <a:xfrm>
              <a:off x="9792674"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83" name="Freeform: Shape 1882">
              <a:extLst>
                <a:ext uri="{FF2B5EF4-FFF2-40B4-BE49-F238E27FC236}">
                  <a16:creationId xmlns:a16="http://schemas.microsoft.com/office/drawing/2014/main" id="{004FA02D-5AD1-7E50-D4D3-F46F9130271F}"/>
                </a:ext>
              </a:extLst>
            </p:cNvPr>
            <p:cNvSpPr/>
            <p:nvPr/>
          </p:nvSpPr>
          <p:spPr>
            <a:xfrm>
              <a:off x="9906929"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84" name="Freeform: Shape 1883">
              <a:extLst>
                <a:ext uri="{FF2B5EF4-FFF2-40B4-BE49-F238E27FC236}">
                  <a16:creationId xmlns:a16="http://schemas.microsoft.com/office/drawing/2014/main" id="{B8356E8E-E352-BA09-6089-E5809B51FE3F}"/>
                </a:ext>
              </a:extLst>
            </p:cNvPr>
            <p:cNvSpPr/>
            <p:nvPr/>
          </p:nvSpPr>
          <p:spPr>
            <a:xfrm>
              <a:off x="10021185"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85" name="Freeform: Shape 1884">
              <a:extLst>
                <a:ext uri="{FF2B5EF4-FFF2-40B4-BE49-F238E27FC236}">
                  <a16:creationId xmlns:a16="http://schemas.microsoft.com/office/drawing/2014/main" id="{A9A1FD28-270D-DBE8-6015-D30E067F735D}"/>
                </a:ext>
              </a:extLst>
            </p:cNvPr>
            <p:cNvSpPr/>
            <p:nvPr/>
          </p:nvSpPr>
          <p:spPr>
            <a:xfrm>
              <a:off x="10135441"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86" name="Freeform: Shape 1885">
              <a:extLst>
                <a:ext uri="{FF2B5EF4-FFF2-40B4-BE49-F238E27FC236}">
                  <a16:creationId xmlns:a16="http://schemas.microsoft.com/office/drawing/2014/main" id="{98AA92E6-A672-37C2-A4DE-BF5120F17695}"/>
                </a:ext>
              </a:extLst>
            </p:cNvPr>
            <p:cNvSpPr/>
            <p:nvPr/>
          </p:nvSpPr>
          <p:spPr>
            <a:xfrm>
              <a:off x="10249697"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87" name="Freeform: Shape 1886">
              <a:extLst>
                <a:ext uri="{FF2B5EF4-FFF2-40B4-BE49-F238E27FC236}">
                  <a16:creationId xmlns:a16="http://schemas.microsoft.com/office/drawing/2014/main" id="{A0DB5383-8A80-6CED-5854-4180B1AD62B7}"/>
                </a:ext>
              </a:extLst>
            </p:cNvPr>
            <p:cNvSpPr/>
            <p:nvPr/>
          </p:nvSpPr>
          <p:spPr>
            <a:xfrm>
              <a:off x="10363952"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88" name="Freeform: Shape 1887">
              <a:extLst>
                <a:ext uri="{FF2B5EF4-FFF2-40B4-BE49-F238E27FC236}">
                  <a16:creationId xmlns:a16="http://schemas.microsoft.com/office/drawing/2014/main" id="{2D08F64E-65E0-8DAA-F957-106F7129FB0E}"/>
                </a:ext>
              </a:extLst>
            </p:cNvPr>
            <p:cNvSpPr/>
            <p:nvPr/>
          </p:nvSpPr>
          <p:spPr>
            <a:xfrm>
              <a:off x="10478208" y="148943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89" name="Freeform: Shape 1888">
              <a:extLst>
                <a:ext uri="{FF2B5EF4-FFF2-40B4-BE49-F238E27FC236}">
                  <a16:creationId xmlns:a16="http://schemas.microsoft.com/office/drawing/2014/main" id="{A0C49B85-FF16-BF75-3A61-E5156B719079}"/>
                </a:ext>
              </a:extLst>
            </p:cNvPr>
            <p:cNvSpPr/>
            <p:nvPr/>
          </p:nvSpPr>
          <p:spPr>
            <a:xfrm>
              <a:off x="10592464"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90" name="Freeform: Shape 1889">
              <a:extLst>
                <a:ext uri="{FF2B5EF4-FFF2-40B4-BE49-F238E27FC236}">
                  <a16:creationId xmlns:a16="http://schemas.microsoft.com/office/drawing/2014/main" id="{9ACB41B1-C9EF-EEE1-AFB5-53369B46F46B}"/>
                </a:ext>
              </a:extLst>
            </p:cNvPr>
            <p:cNvSpPr/>
            <p:nvPr/>
          </p:nvSpPr>
          <p:spPr>
            <a:xfrm>
              <a:off x="10706720"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91" name="Freeform: Shape 1890">
              <a:extLst>
                <a:ext uri="{FF2B5EF4-FFF2-40B4-BE49-F238E27FC236}">
                  <a16:creationId xmlns:a16="http://schemas.microsoft.com/office/drawing/2014/main" id="{FFD3634A-F4F8-2EC3-84D8-0D5B085458B1}"/>
                </a:ext>
              </a:extLst>
            </p:cNvPr>
            <p:cNvSpPr/>
            <p:nvPr/>
          </p:nvSpPr>
          <p:spPr>
            <a:xfrm>
              <a:off x="10820976" y="1489437"/>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92" name="Freeform: Shape 1891">
              <a:extLst>
                <a:ext uri="{FF2B5EF4-FFF2-40B4-BE49-F238E27FC236}">
                  <a16:creationId xmlns:a16="http://schemas.microsoft.com/office/drawing/2014/main" id="{0DAB642E-235D-FC10-E650-8CBE3D649228}"/>
                </a:ext>
              </a:extLst>
            </p:cNvPr>
            <p:cNvSpPr/>
            <p:nvPr/>
          </p:nvSpPr>
          <p:spPr>
            <a:xfrm>
              <a:off x="10935231"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93" name="Freeform: Shape 1892">
              <a:extLst>
                <a:ext uri="{FF2B5EF4-FFF2-40B4-BE49-F238E27FC236}">
                  <a16:creationId xmlns:a16="http://schemas.microsoft.com/office/drawing/2014/main" id="{44B3F756-AF52-DB25-043B-9A0947D8AF9A}"/>
                </a:ext>
              </a:extLst>
            </p:cNvPr>
            <p:cNvSpPr/>
            <p:nvPr/>
          </p:nvSpPr>
          <p:spPr>
            <a:xfrm>
              <a:off x="11049443"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94" name="Freeform: Shape 1893">
              <a:extLst>
                <a:ext uri="{FF2B5EF4-FFF2-40B4-BE49-F238E27FC236}">
                  <a16:creationId xmlns:a16="http://schemas.microsoft.com/office/drawing/2014/main" id="{AAF6F555-5D40-DD61-47BD-FA0CA66C0E42}"/>
                </a:ext>
              </a:extLst>
            </p:cNvPr>
            <p:cNvSpPr/>
            <p:nvPr/>
          </p:nvSpPr>
          <p:spPr>
            <a:xfrm>
              <a:off x="11163699" y="1489437"/>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95" name="Freeform: Shape 1894">
              <a:extLst>
                <a:ext uri="{FF2B5EF4-FFF2-40B4-BE49-F238E27FC236}">
                  <a16:creationId xmlns:a16="http://schemas.microsoft.com/office/drawing/2014/main" id="{98FECEBF-6BD1-EDDA-7D60-354825775645}"/>
                </a:ext>
              </a:extLst>
            </p:cNvPr>
            <p:cNvSpPr/>
            <p:nvPr/>
          </p:nvSpPr>
          <p:spPr>
            <a:xfrm>
              <a:off x="11277955"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96" name="Freeform: Shape 1895">
              <a:extLst>
                <a:ext uri="{FF2B5EF4-FFF2-40B4-BE49-F238E27FC236}">
                  <a16:creationId xmlns:a16="http://schemas.microsoft.com/office/drawing/2014/main" id="{5A40A9DB-ECEA-2089-723A-FF24BEA97640}"/>
                </a:ext>
              </a:extLst>
            </p:cNvPr>
            <p:cNvSpPr/>
            <p:nvPr/>
          </p:nvSpPr>
          <p:spPr>
            <a:xfrm>
              <a:off x="11392210"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97" name="Freeform: Shape 1896">
              <a:extLst>
                <a:ext uri="{FF2B5EF4-FFF2-40B4-BE49-F238E27FC236}">
                  <a16:creationId xmlns:a16="http://schemas.microsoft.com/office/drawing/2014/main" id="{74D07D79-6C57-C922-83BE-11A392C9F279}"/>
                </a:ext>
              </a:extLst>
            </p:cNvPr>
            <p:cNvSpPr/>
            <p:nvPr/>
          </p:nvSpPr>
          <p:spPr>
            <a:xfrm>
              <a:off x="11506466" y="1489437"/>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98" name="Freeform: Shape 1897">
              <a:extLst>
                <a:ext uri="{FF2B5EF4-FFF2-40B4-BE49-F238E27FC236}">
                  <a16:creationId xmlns:a16="http://schemas.microsoft.com/office/drawing/2014/main" id="{8C7EB57D-7B3C-4A57-C718-AB117B85E8D7}"/>
                </a:ext>
              </a:extLst>
            </p:cNvPr>
            <p:cNvSpPr/>
            <p:nvPr/>
          </p:nvSpPr>
          <p:spPr>
            <a:xfrm>
              <a:off x="11620722"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899" name="Freeform: Shape 1898">
              <a:extLst>
                <a:ext uri="{FF2B5EF4-FFF2-40B4-BE49-F238E27FC236}">
                  <a16:creationId xmlns:a16="http://schemas.microsoft.com/office/drawing/2014/main" id="{9A572BF6-D61F-DFA1-A604-59259EB52926}"/>
                </a:ext>
              </a:extLst>
            </p:cNvPr>
            <p:cNvSpPr/>
            <p:nvPr/>
          </p:nvSpPr>
          <p:spPr>
            <a:xfrm>
              <a:off x="11734978"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00" name="Freeform: Shape 1899">
              <a:extLst>
                <a:ext uri="{FF2B5EF4-FFF2-40B4-BE49-F238E27FC236}">
                  <a16:creationId xmlns:a16="http://schemas.microsoft.com/office/drawing/2014/main" id="{0AD8F21C-3286-5465-1355-DA73758354EE}"/>
                </a:ext>
              </a:extLst>
            </p:cNvPr>
            <p:cNvSpPr/>
            <p:nvPr/>
          </p:nvSpPr>
          <p:spPr>
            <a:xfrm>
              <a:off x="11849233"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01" name="Freeform: Shape 1900">
              <a:extLst>
                <a:ext uri="{FF2B5EF4-FFF2-40B4-BE49-F238E27FC236}">
                  <a16:creationId xmlns:a16="http://schemas.microsoft.com/office/drawing/2014/main" id="{18582D02-8223-94D8-7282-7FEA2249FA26}"/>
                </a:ext>
              </a:extLst>
            </p:cNvPr>
            <p:cNvSpPr/>
            <p:nvPr/>
          </p:nvSpPr>
          <p:spPr>
            <a:xfrm>
              <a:off x="11963489" y="148943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02" name="Freeform: Shape 1901">
              <a:extLst>
                <a:ext uri="{FF2B5EF4-FFF2-40B4-BE49-F238E27FC236}">
                  <a16:creationId xmlns:a16="http://schemas.microsoft.com/office/drawing/2014/main" id="{4FF2076E-5D8E-7BEC-732A-9D7041051CEB}"/>
                </a:ext>
              </a:extLst>
            </p:cNvPr>
            <p:cNvSpPr/>
            <p:nvPr/>
          </p:nvSpPr>
          <p:spPr>
            <a:xfrm>
              <a:off x="12077745" y="1489437"/>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03" name="Freeform: Shape 1902">
              <a:extLst>
                <a:ext uri="{FF2B5EF4-FFF2-40B4-BE49-F238E27FC236}">
                  <a16:creationId xmlns:a16="http://schemas.microsoft.com/office/drawing/2014/main" id="{81073F23-53B1-33E4-A2E4-AD518F9B1543}"/>
                </a:ext>
              </a:extLst>
            </p:cNvPr>
            <p:cNvSpPr/>
            <p:nvPr/>
          </p:nvSpPr>
          <p:spPr>
            <a:xfrm>
              <a:off x="7279135" y="160364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04" name="Freeform: Shape 1903">
              <a:extLst>
                <a:ext uri="{FF2B5EF4-FFF2-40B4-BE49-F238E27FC236}">
                  <a16:creationId xmlns:a16="http://schemas.microsoft.com/office/drawing/2014/main" id="{7EA0B674-D6D5-88BC-B56A-39DC3FF52996}"/>
                </a:ext>
              </a:extLst>
            </p:cNvPr>
            <p:cNvSpPr/>
            <p:nvPr/>
          </p:nvSpPr>
          <p:spPr>
            <a:xfrm>
              <a:off x="7393391"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05" name="Freeform: Shape 1904">
              <a:extLst>
                <a:ext uri="{FF2B5EF4-FFF2-40B4-BE49-F238E27FC236}">
                  <a16:creationId xmlns:a16="http://schemas.microsoft.com/office/drawing/2014/main" id="{502A54DA-D9F7-3E54-818B-57E793F56B61}"/>
                </a:ext>
              </a:extLst>
            </p:cNvPr>
            <p:cNvSpPr/>
            <p:nvPr/>
          </p:nvSpPr>
          <p:spPr>
            <a:xfrm>
              <a:off x="7507646"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06" name="Freeform: Shape 1905">
              <a:extLst>
                <a:ext uri="{FF2B5EF4-FFF2-40B4-BE49-F238E27FC236}">
                  <a16:creationId xmlns:a16="http://schemas.microsoft.com/office/drawing/2014/main" id="{2D40EEB3-B1AB-1E11-D813-4D03F0DCFEE3}"/>
                </a:ext>
              </a:extLst>
            </p:cNvPr>
            <p:cNvSpPr/>
            <p:nvPr/>
          </p:nvSpPr>
          <p:spPr>
            <a:xfrm>
              <a:off x="7621902"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07" name="Freeform: Shape 1906">
              <a:extLst>
                <a:ext uri="{FF2B5EF4-FFF2-40B4-BE49-F238E27FC236}">
                  <a16:creationId xmlns:a16="http://schemas.microsoft.com/office/drawing/2014/main" id="{54E73176-C8CD-E03D-2EDE-5570877021F2}"/>
                </a:ext>
              </a:extLst>
            </p:cNvPr>
            <p:cNvSpPr/>
            <p:nvPr/>
          </p:nvSpPr>
          <p:spPr>
            <a:xfrm>
              <a:off x="7736158" y="160364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08" name="Freeform: Shape 1907">
              <a:extLst>
                <a:ext uri="{FF2B5EF4-FFF2-40B4-BE49-F238E27FC236}">
                  <a16:creationId xmlns:a16="http://schemas.microsoft.com/office/drawing/2014/main" id="{CB8084F9-A6E2-A69F-F348-3773DCB86692}"/>
                </a:ext>
              </a:extLst>
            </p:cNvPr>
            <p:cNvSpPr/>
            <p:nvPr/>
          </p:nvSpPr>
          <p:spPr>
            <a:xfrm>
              <a:off x="7850414"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09" name="Freeform: Shape 1908">
              <a:extLst>
                <a:ext uri="{FF2B5EF4-FFF2-40B4-BE49-F238E27FC236}">
                  <a16:creationId xmlns:a16="http://schemas.microsoft.com/office/drawing/2014/main" id="{D8F1B53A-D89F-AB42-DF5A-E8EFCB20DF01}"/>
                </a:ext>
              </a:extLst>
            </p:cNvPr>
            <p:cNvSpPr/>
            <p:nvPr/>
          </p:nvSpPr>
          <p:spPr>
            <a:xfrm>
              <a:off x="7964669"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10" name="Freeform: Shape 1909">
              <a:extLst>
                <a:ext uri="{FF2B5EF4-FFF2-40B4-BE49-F238E27FC236}">
                  <a16:creationId xmlns:a16="http://schemas.microsoft.com/office/drawing/2014/main" id="{BF2AEDA3-7573-D3EE-66DC-7A8F83E2B2B6}"/>
                </a:ext>
              </a:extLst>
            </p:cNvPr>
            <p:cNvSpPr/>
            <p:nvPr/>
          </p:nvSpPr>
          <p:spPr>
            <a:xfrm>
              <a:off x="8078925" y="160364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11" name="Freeform: Shape 1910">
              <a:extLst>
                <a:ext uri="{FF2B5EF4-FFF2-40B4-BE49-F238E27FC236}">
                  <a16:creationId xmlns:a16="http://schemas.microsoft.com/office/drawing/2014/main" id="{2B9B5F67-C92C-3455-321D-DD142075B0BD}"/>
                </a:ext>
              </a:extLst>
            </p:cNvPr>
            <p:cNvSpPr/>
            <p:nvPr/>
          </p:nvSpPr>
          <p:spPr>
            <a:xfrm>
              <a:off x="8193181"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12" name="Freeform: Shape 1911">
              <a:extLst>
                <a:ext uri="{FF2B5EF4-FFF2-40B4-BE49-F238E27FC236}">
                  <a16:creationId xmlns:a16="http://schemas.microsoft.com/office/drawing/2014/main" id="{923C164C-23E2-D9C3-ACC2-8E93EA0F37B1}"/>
                </a:ext>
              </a:extLst>
            </p:cNvPr>
            <p:cNvSpPr/>
            <p:nvPr/>
          </p:nvSpPr>
          <p:spPr>
            <a:xfrm>
              <a:off x="8307437"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13" name="Freeform: Shape 1912">
              <a:extLst>
                <a:ext uri="{FF2B5EF4-FFF2-40B4-BE49-F238E27FC236}">
                  <a16:creationId xmlns:a16="http://schemas.microsoft.com/office/drawing/2014/main" id="{B182172B-F5B3-061A-150A-4E204A630EE3}"/>
                </a:ext>
              </a:extLst>
            </p:cNvPr>
            <p:cNvSpPr/>
            <p:nvPr/>
          </p:nvSpPr>
          <p:spPr>
            <a:xfrm>
              <a:off x="8421648"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14" name="Freeform: Shape 1913">
              <a:extLst>
                <a:ext uri="{FF2B5EF4-FFF2-40B4-BE49-F238E27FC236}">
                  <a16:creationId xmlns:a16="http://schemas.microsoft.com/office/drawing/2014/main" id="{D04A4A53-B2F5-6D35-8A16-1480496EDAC2}"/>
                </a:ext>
              </a:extLst>
            </p:cNvPr>
            <p:cNvSpPr/>
            <p:nvPr/>
          </p:nvSpPr>
          <p:spPr>
            <a:xfrm>
              <a:off x="8535904"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15" name="Freeform: Shape 1914">
              <a:extLst>
                <a:ext uri="{FF2B5EF4-FFF2-40B4-BE49-F238E27FC236}">
                  <a16:creationId xmlns:a16="http://schemas.microsoft.com/office/drawing/2014/main" id="{46CEAF43-CCAF-BC64-CFD8-8002ADF4C3CC}"/>
                </a:ext>
              </a:extLst>
            </p:cNvPr>
            <p:cNvSpPr/>
            <p:nvPr/>
          </p:nvSpPr>
          <p:spPr>
            <a:xfrm>
              <a:off x="8650160"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16" name="Freeform: Shape 1915">
              <a:extLst>
                <a:ext uri="{FF2B5EF4-FFF2-40B4-BE49-F238E27FC236}">
                  <a16:creationId xmlns:a16="http://schemas.microsoft.com/office/drawing/2014/main" id="{912C2CA3-AF8C-ABEA-C420-F36E68CF5571}"/>
                </a:ext>
              </a:extLst>
            </p:cNvPr>
            <p:cNvSpPr/>
            <p:nvPr/>
          </p:nvSpPr>
          <p:spPr>
            <a:xfrm>
              <a:off x="8764416"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17" name="Freeform: Shape 1916">
              <a:extLst>
                <a:ext uri="{FF2B5EF4-FFF2-40B4-BE49-F238E27FC236}">
                  <a16:creationId xmlns:a16="http://schemas.microsoft.com/office/drawing/2014/main" id="{D4170521-6CD5-B19B-8AA7-0357F1975BBC}"/>
                </a:ext>
              </a:extLst>
            </p:cNvPr>
            <p:cNvSpPr/>
            <p:nvPr/>
          </p:nvSpPr>
          <p:spPr>
            <a:xfrm>
              <a:off x="8878671" y="160364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18" name="Freeform: Shape 1917">
              <a:extLst>
                <a:ext uri="{FF2B5EF4-FFF2-40B4-BE49-F238E27FC236}">
                  <a16:creationId xmlns:a16="http://schemas.microsoft.com/office/drawing/2014/main" id="{79EE35CE-CE72-6BA0-6E7E-BEA55C432379}"/>
                </a:ext>
              </a:extLst>
            </p:cNvPr>
            <p:cNvSpPr/>
            <p:nvPr/>
          </p:nvSpPr>
          <p:spPr>
            <a:xfrm>
              <a:off x="8992927"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19" name="Freeform: Shape 1918">
              <a:extLst>
                <a:ext uri="{FF2B5EF4-FFF2-40B4-BE49-F238E27FC236}">
                  <a16:creationId xmlns:a16="http://schemas.microsoft.com/office/drawing/2014/main" id="{B0409B8F-F7E3-3DB5-ADC2-2372AA9215AA}"/>
                </a:ext>
              </a:extLst>
            </p:cNvPr>
            <p:cNvSpPr/>
            <p:nvPr/>
          </p:nvSpPr>
          <p:spPr>
            <a:xfrm>
              <a:off x="9107183"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20" name="Freeform: Shape 1919">
              <a:extLst>
                <a:ext uri="{FF2B5EF4-FFF2-40B4-BE49-F238E27FC236}">
                  <a16:creationId xmlns:a16="http://schemas.microsoft.com/office/drawing/2014/main" id="{F7EB16B4-0E2F-49E6-4518-72C1481C99F4}"/>
                </a:ext>
              </a:extLst>
            </p:cNvPr>
            <p:cNvSpPr/>
            <p:nvPr/>
          </p:nvSpPr>
          <p:spPr>
            <a:xfrm>
              <a:off x="9221439"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21" name="Freeform: Shape 1920">
              <a:extLst>
                <a:ext uri="{FF2B5EF4-FFF2-40B4-BE49-F238E27FC236}">
                  <a16:creationId xmlns:a16="http://schemas.microsoft.com/office/drawing/2014/main" id="{F2A6E7C2-5DF1-040E-4458-35E5A25033F1}"/>
                </a:ext>
              </a:extLst>
            </p:cNvPr>
            <p:cNvSpPr/>
            <p:nvPr/>
          </p:nvSpPr>
          <p:spPr>
            <a:xfrm>
              <a:off x="9335695" y="160364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22" name="Freeform: Shape 1921">
              <a:extLst>
                <a:ext uri="{FF2B5EF4-FFF2-40B4-BE49-F238E27FC236}">
                  <a16:creationId xmlns:a16="http://schemas.microsoft.com/office/drawing/2014/main" id="{720D7FEA-3E38-CBF2-A213-D74684B63E6F}"/>
                </a:ext>
              </a:extLst>
            </p:cNvPr>
            <p:cNvSpPr/>
            <p:nvPr/>
          </p:nvSpPr>
          <p:spPr>
            <a:xfrm>
              <a:off x="9449950"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23" name="Freeform: Shape 1922">
              <a:extLst>
                <a:ext uri="{FF2B5EF4-FFF2-40B4-BE49-F238E27FC236}">
                  <a16:creationId xmlns:a16="http://schemas.microsoft.com/office/drawing/2014/main" id="{F83D4F5B-EA7D-EB71-A004-7DE710BBD136}"/>
                </a:ext>
              </a:extLst>
            </p:cNvPr>
            <p:cNvSpPr/>
            <p:nvPr/>
          </p:nvSpPr>
          <p:spPr>
            <a:xfrm>
              <a:off x="9564206"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24" name="Freeform: Shape 1923">
              <a:extLst>
                <a:ext uri="{FF2B5EF4-FFF2-40B4-BE49-F238E27FC236}">
                  <a16:creationId xmlns:a16="http://schemas.microsoft.com/office/drawing/2014/main" id="{ED5859D2-7BF4-BD79-E3EC-ACD33E0147BC}"/>
                </a:ext>
              </a:extLst>
            </p:cNvPr>
            <p:cNvSpPr/>
            <p:nvPr/>
          </p:nvSpPr>
          <p:spPr>
            <a:xfrm>
              <a:off x="9678418" y="160364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25" name="Freeform: Shape 1924">
              <a:extLst>
                <a:ext uri="{FF2B5EF4-FFF2-40B4-BE49-F238E27FC236}">
                  <a16:creationId xmlns:a16="http://schemas.microsoft.com/office/drawing/2014/main" id="{E2F34D86-C06E-D1A4-0C6D-135B544505FC}"/>
                </a:ext>
              </a:extLst>
            </p:cNvPr>
            <p:cNvSpPr/>
            <p:nvPr/>
          </p:nvSpPr>
          <p:spPr>
            <a:xfrm>
              <a:off x="9792674"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26" name="Freeform: Shape 1925">
              <a:extLst>
                <a:ext uri="{FF2B5EF4-FFF2-40B4-BE49-F238E27FC236}">
                  <a16:creationId xmlns:a16="http://schemas.microsoft.com/office/drawing/2014/main" id="{3727BE11-8B85-D1F8-C0A1-DBA5CC1C6ED4}"/>
                </a:ext>
              </a:extLst>
            </p:cNvPr>
            <p:cNvSpPr/>
            <p:nvPr/>
          </p:nvSpPr>
          <p:spPr>
            <a:xfrm>
              <a:off x="9906929"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27" name="Freeform: Shape 1926">
              <a:extLst>
                <a:ext uri="{FF2B5EF4-FFF2-40B4-BE49-F238E27FC236}">
                  <a16:creationId xmlns:a16="http://schemas.microsoft.com/office/drawing/2014/main" id="{AC47C32B-E565-873A-32E9-03C0AF7DDCF5}"/>
                </a:ext>
              </a:extLst>
            </p:cNvPr>
            <p:cNvSpPr/>
            <p:nvPr/>
          </p:nvSpPr>
          <p:spPr>
            <a:xfrm>
              <a:off x="10021185"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28" name="Freeform: Shape 1927">
              <a:extLst>
                <a:ext uri="{FF2B5EF4-FFF2-40B4-BE49-F238E27FC236}">
                  <a16:creationId xmlns:a16="http://schemas.microsoft.com/office/drawing/2014/main" id="{40FC90DA-6F4C-4986-F499-6A3923534568}"/>
                </a:ext>
              </a:extLst>
            </p:cNvPr>
            <p:cNvSpPr/>
            <p:nvPr/>
          </p:nvSpPr>
          <p:spPr>
            <a:xfrm>
              <a:off x="10135441"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29" name="Freeform: Shape 1928">
              <a:extLst>
                <a:ext uri="{FF2B5EF4-FFF2-40B4-BE49-F238E27FC236}">
                  <a16:creationId xmlns:a16="http://schemas.microsoft.com/office/drawing/2014/main" id="{0759166F-DEEC-E9F0-E1EF-CCE30FC967E6}"/>
                </a:ext>
              </a:extLst>
            </p:cNvPr>
            <p:cNvSpPr/>
            <p:nvPr/>
          </p:nvSpPr>
          <p:spPr>
            <a:xfrm>
              <a:off x="10249697"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30" name="Freeform: Shape 1929">
              <a:extLst>
                <a:ext uri="{FF2B5EF4-FFF2-40B4-BE49-F238E27FC236}">
                  <a16:creationId xmlns:a16="http://schemas.microsoft.com/office/drawing/2014/main" id="{6C2935A7-8BB6-5454-EAD7-965C1BF253FF}"/>
                </a:ext>
              </a:extLst>
            </p:cNvPr>
            <p:cNvSpPr/>
            <p:nvPr/>
          </p:nvSpPr>
          <p:spPr>
            <a:xfrm>
              <a:off x="10363952"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31" name="Freeform: Shape 1930">
              <a:extLst>
                <a:ext uri="{FF2B5EF4-FFF2-40B4-BE49-F238E27FC236}">
                  <a16:creationId xmlns:a16="http://schemas.microsoft.com/office/drawing/2014/main" id="{4770D378-2753-0BA2-FAB8-55209D887C1F}"/>
                </a:ext>
              </a:extLst>
            </p:cNvPr>
            <p:cNvSpPr/>
            <p:nvPr/>
          </p:nvSpPr>
          <p:spPr>
            <a:xfrm>
              <a:off x="10478208" y="160364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32" name="Freeform: Shape 1931">
              <a:extLst>
                <a:ext uri="{FF2B5EF4-FFF2-40B4-BE49-F238E27FC236}">
                  <a16:creationId xmlns:a16="http://schemas.microsoft.com/office/drawing/2014/main" id="{33F82B7B-2C80-60F0-828A-457F46D804B2}"/>
                </a:ext>
              </a:extLst>
            </p:cNvPr>
            <p:cNvSpPr/>
            <p:nvPr/>
          </p:nvSpPr>
          <p:spPr>
            <a:xfrm>
              <a:off x="10592464"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33" name="Freeform: Shape 1932">
              <a:extLst>
                <a:ext uri="{FF2B5EF4-FFF2-40B4-BE49-F238E27FC236}">
                  <a16:creationId xmlns:a16="http://schemas.microsoft.com/office/drawing/2014/main" id="{D430E224-D2C0-D8B7-F66B-6241527A87EB}"/>
                </a:ext>
              </a:extLst>
            </p:cNvPr>
            <p:cNvSpPr/>
            <p:nvPr/>
          </p:nvSpPr>
          <p:spPr>
            <a:xfrm>
              <a:off x="10706720"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34" name="Freeform: Shape 1933">
              <a:extLst>
                <a:ext uri="{FF2B5EF4-FFF2-40B4-BE49-F238E27FC236}">
                  <a16:creationId xmlns:a16="http://schemas.microsoft.com/office/drawing/2014/main" id="{5D913E6F-172C-C213-49B4-FE0F20887E67}"/>
                </a:ext>
              </a:extLst>
            </p:cNvPr>
            <p:cNvSpPr/>
            <p:nvPr/>
          </p:nvSpPr>
          <p:spPr>
            <a:xfrm>
              <a:off x="10820976" y="1603648"/>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35" name="Freeform: Shape 1934">
              <a:extLst>
                <a:ext uri="{FF2B5EF4-FFF2-40B4-BE49-F238E27FC236}">
                  <a16:creationId xmlns:a16="http://schemas.microsoft.com/office/drawing/2014/main" id="{22D62F66-CA66-206F-5DEC-5490CDDBE50C}"/>
                </a:ext>
              </a:extLst>
            </p:cNvPr>
            <p:cNvSpPr/>
            <p:nvPr/>
          </p:nvSpPr>
          <p:spPr>
            <a:xfrm>
              <a:off x="10935231"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36" name="Freeform: Shape 1935">
              <a:extLst>
                <a:ext uri="{FF2B5EF4-FFF2-40B4-BE49-F238E27FC236}">
                  <a16:creationId xmlns:a16="http://schemas.microsoft.com/office/drawing/2014/main" id="{EFDD72FB-B7EF-C6FB-3CE3-739D1205E981}"/>
                </a:ext>
              </a:extLst>
            </p:cNvPr>
            <p:cNvSpPr/>
            <p:nvPr/>
          </p:nvSpPr>
          <p:spPr>
            <a:xfrm>
              <a:off x="11049443"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37" name="Freeform: Shape 1936">
              <a:extLst>
                <a:ext uri="{FF2B5EF4-FFF2-40B4-BE49-F238E27FC236}">
                  <a16:creationId xmlns:a16="http://schemas.microsoft.com/office/drawing/2014/main" id="{0AE35FDA-6D53-8493-9A11-1D6D63035B8D}"/>
                </a:ext>
              </a:extLst>
            </p:cNvPr>
            <p:cNvSpPr/>
            <p:nvPr/>
          </p:nvSpPr>
          <p:spPr>
            <a:xfrm>
              <a:off x="11163699" y="1603648"/>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38" name="Freeform: Shape 1937">
              <a:extLst>
                <a:ext uri="{FF2B5EF4-FFF2-40B4-BE49-F238E27FC236}">
                  <a16:creationId xmlns:a16="http://schemas.microsoft.com/office/drawing/2014/main" id="{095F2AE8-7C9C-6607-B635-85E2C7370170}"/>
                </a:ext>
              </a:extLst>
            </p:cNvPr>
            <p:cNvSpPr/>
            <p:nvPr/>
          </p:nvSpPr>
          <p:spPr>
            <a:xfrm>
              <a:off x="11277955"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39" name="Freeform: Shape 1938">
              <a:extLst>
                <a:ext uri="{FF2B5EF4-FFF2-40B4-BE49-F238E27FC236}">
                  <a16:creationId xmlns:a16="http://schemas.microsoft.com/office/drawing/2014/main" id="{D28E2F74-C86B-C1F8-3611-5824B3AC6B02}"/>
                </a:ext>
              </a:extLst>
            </p:cNvPr>
            <p:cNvSpPr/>
            <p:nvPr/>
          </p:nvSpPr>
          <p:spPr>
            <a:xfrm>
              <a:off x="11392210"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40" name="Freeform: Shape 1939">
              <a:extLst>
                <a:ext uri="{FF2B5EF4-FFF2-40B4-BE49-F238E27FC236}">
                  <a16:creationId xmlns:a16="http://schemas.microsoft.com/office/drawing/2014/main" id="{2E5E0CEF-616F-3F46-3B27-35A68EFF311D}"/>
                </a:ext>
              </a:extLst>
            </p:cNvPr>
            <p:cNvSpPr/>
            <p:nvPr/>
          </p:nvSpPr>
          <p:spPr>
            <a:xfrm>
              <a:off x="11506466" y="1603648"/>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41" name="Freeform: Shape 1940">
              <a:extLst>
                <a:ext uri="{FF2B5EF4-FFF2-40B4-BE49-F238E27FC236}">
                  <a16:creationId xmlns:a16="http://schemas.microsoft.com/office/drawing/2014/main" id="{2E93A378-B2D4-A8BF-3640-49B91CBC69B1}"/>
                </a:ext>
              </a:extLst>
            </p:cNvPr>
            <p:cNvSpPr/>
            <p:nvPr/>
          </p:nvSpPr>
          <p:spPr>
            <a:xfrm>
              <a:off x="11620722"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42" name="Freeform: Shape 1941">
              <a:extLst>
                <a:ext uri="{FF2B5EF4-FFF2-40B4-BE49-F238E27FC236}">
                  <a16:creationId xmlns:a16="http://schemas.microsoft.com/office/drawing/2014/main" id="{E2544D86-F5F7-A8FD-7281-5C0EFE11B7D8}"/>
                </a:ext>
              </a:extLst>
            </p:cNvPr>
            <p:cNvSpPr/>
            <p:nvPr/>
          </p:nvSpPr>
          <p:spPr>
            <a:xfrm>
              <a:off x="11734978"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43" name="Freeform: Shape 1942">
              <a:extLst>
                <a:ext uri="{FF2B5EF4-FFF2-40B4-BE49-F238E27FC236}">
                  <a16:creationId xmlns:a16="http://schemas.microsoft.com/office/drawing/2014/main" id="{FA21025C-E86C-3EFD-0F32-69D468A449CF}"/>
                </a:ext>
              </a:extLst>
            </p:cNvPr>
            <p:cNvSpPr/>
            <p:nvPr/>
          </p:nvSpPr>
          <p:spPr>
            <a:xfrm>
              <a:off x="11849233"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44" name="Freeform: Shape 1943">
              <a:extLst>
                <a:ext uri="{FF2B5EF4-FFF2-40B4-BE49-F238E27FC236}">
                  <a16:creationId xmlns:a16="http://schemas.microsoft.com/office/drawing/2014/main" id="{9803667A-46A9-2F6B-1D8F-53C4DC9CE71D}"/>
                </a:ext>
              </a:extLst>
            </p:cNvPr>
            <p:cNvSpPr/>
            <p:nvPr/>
          </p:nvSpPr>
          <p:spPr>
            <a:xfrm>
              <a:off x="11963489" y="160364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45" name="Freeform: Shape 1944">
              <a:extLst>
                <a:ext uri="{FF2B5EF4-FFF2-40B4-BE49-F238E27FC236}">
                  <a16:creationId xmlns:a16="http://schemas.microsoft.com/office/drawing/2014/main" id="{0CEA336C-9715-12E5-49EC-559AD53F64AF}"/>
                </a:ext>
              </a:extLst>
            </p:cNvPr>
            <p:cNvSpPr/>
            <p:nvPr/>
          </p:nvSpPr>
          <p:spPr>
            <a:xfrm>
              <a:off x="12077745" y="1603648"/>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46" name="Freeform: Shape 1945">
              <a:extLst>
                <a:ext uri="{FF2B5EF4-FFF2-40B4-BE49-F238E27FC236}">
                  <a16:creationId xmlns:a16="http://schemas.microsoft.com/office/drawing/2014/main" id="{0E51EA98-87E3-5935-1D56-4647BCCA0D54}"/>
                </a:ext>
              </a:extLst>
            </p:cNvPr>
            <p:cNvSpPr/>
            <p:nvPr/>
          </p:nvSpPr>
          <p:spPr>
            <a:xfrm>
              <a:off x="7279135" y="171790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47" name="Freeform: Shape 1946">
              <a:extLst>
                <a:ext uri="{FF2B5EF4-FFF2-40B4-BE49-F238E27FC236}">
                  <a16:creationId xmlns:a16="http://schemas.microsoft.com/office/drawing/2014/main" id="{3CDC37DC-819A-2F1F-8CF5-553E2D4B009F}"/>
                </a:ext>
              </a:extLst>
            </p:cNvPr>
            <p:cNvSpPr/>
            <p:nvPr/>
          </p:nvSpPr>
          <p:spPr>
            <a:xfrm>
              <a:off x="7393391"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48" name="Freeform: Shape 1947">
              <a:extLst>
                <a:ext uri="{FF2B5EF4-FFF2-40B4-BE49-F238E27FC236}">
                  <a16:creationId xmlns:a16="http://schemas.microsoft.com/office/drawing/2014/main" id="{9144BF79-B6D6-16DE-6740-0E94E96A61CD}"/>
                </a:ext>
              </a:extLst>
            </p:cNvPr>
            <p:cNvSpPr/>
            <p:nvPr/>
          </p:nvSpPr>
          <p:spPr>
            <a:xfrm>
              <a:off x="7507646"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49" name="Freeform: Shape 1948">
              <a:extLst>
                <a:ext uri="{FF2B5EF4-FFF2-40B4-BE49-F238E27FC236}">
                  <a16:creationId xmlns:a16="http://schemas.microsoft.com/office/drawing/2014/main" id="{A68C0128-0064-5CD2-E017-16B78EE0BBF5}"/>
                </a:ext>
              </a:extLst>
            </p:cNvPr>
            <p:cNvSpPr/>
            <p:nvPr/>
          </p:nvSpPr>
          <p:spPr>
            <a:xfrm>
              <a:off x="7621902"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50" name="Freeform: Shape 1949">
              <a:extLst>
                <a:ext uri="{FF2B5EF4-FFF2-40B4-BE49-F238E27FC236}">
                  <a16:creationId xmlns:a16="http://schemas.microsoft.com/office/drawing/2014/main" id="{B35184B1-F45C-42BF-F21D-3C972907F534}"/>
                </a:ext>
              </a:extLst>
            </p:cNvPr>
            <p:cNvSpPr/>
            <p:nvPr/>
          </p:nvSpPr>
          <p:spPr>
            <a:xfrm>
              <a:off x="7736158" y="171790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51" name="Freeform: Shape 1950">
              <a:extLst>
                <a:ext uri="{FF2B5EF4-FFF2-40B4-BE49-F238E27FC236}">
                  <a16:creationId xmlns:a16="http://schemas.microsoft.com/office/drawing/2014/main" id="{213D5D3D-5D3F-92E4-3CBB-F3534654B6D9}"/>
                </a:ext>
              </a:extLst>
            </p:cNvPr>
            <p:cNvSpPr/>
            <p:nvPr/>
          </p:nvSpPr>
          <p:spPr>
            <a:xfrm>
              <a:off x="7850414"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52" name="Freeform: Shape 1951">
              <a:extLst>
                <a:ext uri="{FF2B5EF4-FFF2-40B4-BE49-F238E27FC236}">
                  <a16:creationId xmlns:a16="http://schemas.microsoft.com/office/drawing/2014/main" id="{DEECEF17-839E-5072-FA51-D93B17E3B152}"/>
                </a:ext>
              </a:extLst>
            </p:cNvPr>
            <p:cNvSpPr/>
            <p:nvPr/>
          </p:nvSpPr>
          <p:spPr>
            <a:xfrm>
              <a:off x="7964669"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53" name="Freeform: Shape 1952">
              <a:extLst>
                <a:ext uri="{FF2B5EF4-FFF2-40B4-BE49-F238E27FC236}">
                  <a16:creationId xmlns:a16="http://schemas.microsoft.com/office/drawing/2014/main" id="{843E2EEA-10F8-BC55-DC05-DFB833802EC4}"/>
                </a:ext>
              </a:extLst>
            </p:cNvPr>
            <p:cNvSpPr/>
            <p:nvPr/>
          </p:nvSpPr>
          <p:spPr>
            <a:xfrm>
              <a:off x="8078925" y="171790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54" name="Freeform: Shape 1953">
              <a:extLst>
                <a:ext uri="{FF2B5EF4-FFF2-40B4-BE49-F238E27FC236}">
                  <a16:creationId xmlns:a16="http://schemas.microsoft.com/office/drawing/2014/main" id="{855AC587-9743-34C2-C554-26E3D391C94B}"/>
                </a:ext>
              </a:extLst>
            </p:cNvPr>
            <p:cNvSpPr/>
            <p:nvPr/>
          </p:nvSpPr>
          <p:spPr>
            <a:xfrm>
              <a:off x="8193181"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55" name="Freeform: Shape 1954">
              <a:extLst>
                <a:ext uri="{FF2B5EF4-FFF2-40B4-BE49-F238E27FC236}">
                  <a16:creationId xmlns:a16="http://schemas.microsoft.com/office/drawing/2014/main" id="{9D7D6D8B-86A1-58D6-7545-1AEADF79C543}"/>
                </a:ext>
              </a:extLst>
            </p:cNvPr>
            <p:cNvSpPr/>
            <p:nvPr/>
          </p:nvSpPr>
          <p:spPr>
            <a:xfrm>
              <a:off x="8307437"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56" name="Freeform: Shape 1955">
              <a:extLst>
                <a:ext uri="{FF2B5EF4-FFF2-40B4-BE49-F238E27FC236}">
                  <a16:creationId xmlns:a16="http://schemas.microsoft.com/office/drawing/2014/main" id="{F721D5D9-79B3-C8A1-8382-A714B03D07DE}"/>
                </a:ext>
              </a:extLst>
            </p:cNvPr>
            <p:cNvSpPr/>
            <p:nvPr/>
          </p:nvSpPr>
          <p:spPr>
            <a:xfrm>
              <a:off x="8421648"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57" name="Freeform: Shape 1956">
              <a:extLst>
                <a:ext uri="{FF2B5EF4-FFF2-40B4-BE49-F238E27FC236}">
                  <a16:creationId xmlns:a16="http://schemas.microsoft.com/office/drawing/2014/main" id="{AE5B9ABC-C3DC-2003-275D-9936F8284334}"/>
                </a:ext>
              </a:extLst>
            </p:cNvPr>
            <p:cNvSpPr/>
            <p:nvPr/>
          </p:nvSpPr>
          <p:spPr>
            <a:xfrm>
              <a:off x="8535904"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58" name="Freeform: Shape 1957">
              <a:extLst>
                <a:ext uri="{FF2B5EF4-FFF2-40B4-BE49-F238E27FC236}">
                  <a16:creationId xmlns:a16="http://schemas.microsoft.com/office/drawing/2014/main" id="{B21395C1-A495-740B-A7EA-33E5255F8A04}"/>
                </a:ext>
              </a:extLst>
            </p:cNvPr>
            <p:cNvSpPr/>
            <p:nvPr/>
          </p:nvSpPr>
          <p:spPr>
            <a:xfrm>
              <a:off x="8650160"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59" name="Freeform: Shape 1958">
              <a:extLst>
                <a:ext uri="{FF2B5EF4-FFF2-40B4-BE49-F238E27FC236}">
                  <a16:creationId xmlns:a16="http://schemas.microsoft.com/office/drawing/2014/main" id="{13082ECE-3709-BC1C-AA2D-02D7638811CF}"/>
                </a:ext>
              </a:extLst>
            </p:cNvPr>
            <p:cNvSpPr/>
            <p:nvPr/>
          </p:nvSpPr>
          <p:spPr>
            <a:xfrm>
              <a:off x="8764416"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60" name="Freeform: Shape 1959">
              <a:extLst>
                <a:ext uri="{FF2B5EF4-FFF2-40B4-BE49-F238E27FC236}">
                  <a16:creationId xmlns:a16="http://schemas.microsoft.com/office/drawing/2014/main" id="{82DA9938-FC43-F2D5-74D6-1555743C15C3}"/>
                </a:ext>
              </a:extLst>
            </p:cNvPr>
            <p:cNvSpPr/>
            <p:nvPr/>
          </p:nvSpPr>
          <p:spPr>
            <a:xfrm>
              <a:off x="8878671" y="171790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61" name="Freeform: Shape 1960">
              <a:extLst>
                <a:ext uri="{FF2B5EF4-FFF2-40B4-BE49-F238E27FC236}">
                  <a16:creationId xmlns:a16="http://schemas.microsoft.com/office/drawing/2014/main" id="{A38574D7-0ACE-DB54-BCED-1477DFAB4988}"/>
                </a:ext>
              </a:extLst>
            </p:cNvPr>
            <p:cNvSpPr/>
            <p:nvPr/>
          </p:nvSpPr>
          <p:spPr>
            <a:xfrm>
              <a:off x="8992927"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62" name="Freeform: Shape 1961">
              <a:extLst>
                <a:ext uri="{FF2B5EF4-FFF2-40B4-BE49-F238E27FC236}">
                  <a16:creationId xmlns:a16="http://schemas.microsoft.com/office/drawing/2014/main" id="{224C8EC1-AA3C-3C9E-84AC-2720B1E52EB1}"/>
                </a:ext>
              </a:extLst>
            </p:cNvPr>
            <p:cNvSpPr/>
            <p:nvPr/>
          </p:nvSpPr>
          <p:spPr>
            <a:xfrm>
              <a:off x="9107183"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63" name="Freeform: Shape 1962">
              <a:extLst>
                <a:ext uri="{FF2B5EF4-FFF2-40B4-BE49-F238E27FC236}">
                  <a16:creationId xmlns:a16="http://schemas.microsoft.com/office/drawing/2014/main" id="{4F6AE3B3-F0E2-CF7F-AB2F-E445775542A9}"/>
                </a:ext>
              </a:extLst>
            </p:cNvPr>
            <p:cNvSpPr/>
            <p:nvPr/>
          </p:nvSpPr>
          <p:spPr>
            <a:xfrm>
              <a:off x="9221439"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64" name="Freeform: Shape 1963">
              <a:extLst>
                <a:ext uri="{FF2B5EF4-FFF2-40B4-BE49-F238E27FC236}">
                  <a16:creationId xmlns:a16="http://schemas.microsoft.com/office/drawing/2014/main" id="{3E2CDFF2-CFEB-8DF7-14BF-3821DAFBE2FE}"/>
                </a:ext>
              </a:extLst>
            </p:cNvPr>
            <p:cNvSpPr/>
            <p:nvPr/>
          </p:nvSpPr>
          <p:spPr>
            <a:xfrm>
              <a:off x="9335695" y="171790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65" name="Freeform: Shape 1964">
              <a:extLst>
                <a:ext uri="{FF2B5EF4-FFF2-40B4-BE49-F238E27FC236}">
                  <a16:creationId xmlns:a16="http://schemas.microsoft.com/office/drawing/2014/main" id="{04BAF35E-C2C4-A743-CEF3-B8380CC2CDE6}"/>
                </a:ext>
              </a:extLst>
            </p:cNvPr>
            <p:cNvSpPr/>
            <p:nvPr/>
          </p:nvSpPr>
          <p:spPr>
            <a:xfrm>
              <a:off x="9449950"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66" name="Freeform: Shape 1965">
              <a:extLst>
                <a:ext uri="{FF2B5EF4-FFF2-40B4-BE49-F238E27FC236}">
                  <a16:creationId xmlns:a16="http://schemas.microsoft.com/office/drawing/2014/main" id="{178F518D-ADF5-27E3-FE7E-C8BA317E2E62}"/>
                </a:ext>
              </a:extLst>
            </p:cNvPr>
            <p:cNvSpPr/>
            <p:nvPr/>
          </p:nvSpPr>
          <p:spPr>
            <a:xfrm>
              <a:off x="9564206"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67" name="Freeform: Shape 1966">
              <a:extLst>
                <a:ext uri="{FF2B5EF4-FFF2-40B4-BE49-F238E27FC236}">
                  <a16:creationId xmlns:a16="http://schemas.microsoft.com/office/drawing/2014/main" id="{F0AE7F29-F51F-49D0-4C84-297825AF0556}"/>
                </a:ext>
              </a:extLst>
            </p:cNvPr>
            <p:cNvSpPr/>
            <p:nvPr/>
          </p:nvSpPr>
          <p:spPr>
            <a:xfrm>
              <a:off x="9678418" y="171790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68" name="Freeform: Shape 1967">
              <a:extLst>
                <a:ext uri="{FF2B5EF4-FFF2-40B4-BE49-F238E27FC236}">
                  <a16:creationId xmlns:a16="http://schemas.microsoft.com/office/drawing/2014/main" id="{22328691-184E-80A4-730E-A1E069354E52}"/>
                </a:ext>
              </a:extLst>
            </p:cNvPr>
            <p:cNvSpPr/>
            <p:nvPr/>
          </p:nvSpPr>
          <p:spPr>
            <a:xfrm>
              <a:off x="9792674"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69" name="Freeform: Shape 1968">
              <a:extLst>
                <a:ext uri="{FF2B5EF4-FFF2-40B4-BE49-F238E27FC236}">
                  <a16:creationId xmlns:a16="http://schemas.microsoft.com/office/drawing/2014/main" id="{AB1901AB-EFC2-9D85-1D2A-4F74573EDF2A}"/>
                </a:ext>
              </a:extLst>
            </p:cNvPr>
            <p:cNvSpPr/>
            <p:nvPr/>
          </p:nvSpPr>
          <p:spPr>
            <a:xfrm>
              <a:off x="9906929"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70" name="Freeform: Shape 1969">
              <a:extLst>
                <a:ext uri="{FF2B5EF4-FFF2-40B4-BE49-F238E27FC236}">
                  <a16:creationId xmlns:a16="http://schemas.microsoft.com/office/drawing/2014/main" id="{4236974C-CFB3-42C9-501F-425E4300ACD2}"/>
                </a:ext>
              </a:extLst>
            </p:cNvPr>
            <p:cNvSpPr/>
            <p:nvPr/>
          </p:nvSpPr>
          <p:spPr>
            <a:xfrm>
              <a:off x="10021185"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71" name="Freeform: Shape 1970">
              <a:extLst>
                <a:ext uri="{FF2B5EF4-FFF2-40B4-BE49-F238E27FC236}">
                  <a16:creationId xmlns:a16="http://schemas.microsoft.com/office/drawing/2014/main" id="{3A380044-6994-303F-10CF-E6F494F60F9F}"/>
                </a:ext>
              </a:extLst>
            </p:cNvPr>
            <p:cNvSpPr/>
            <p:nvPr/>
          </p:nvSpPr>
          <p:spPr>
            <a:xfrm>
              <a:off x="10135441"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72" name="Freeform: Shape 1971">
              <a:extLst>
                <a:ext uri="{FF2B5EF4-FFF2-40B4-BE49-F238E27FC236}">
                  <a16:creationId xmlns:a16="http://schemas.microsoft.com/office/drawing/2014/main" id="{BF02FE46-5D8A-93BC-AB6A-A6B40C851383}"/>
                </a:ext>
              </a:extLst>
            </p:cNvPr>
            <p:cNvSpPr/>
            <p:nvPr/>
          </p:nvSpPr>
          <p:spPr>
            <a:xfrm>
              <a:off x="10249697"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73" name="Freeform: Shape 1972">
              <a:extLst>
                <a:ext uri="{FF2B5EF4-FFF2-40B4-BE49-F238E27FC236}">
                  <a16:creationId xmlns:a16="http://schemas.microsoft.com/office/drawing/2014/main" id="{5E91F412-BF54-F8D6-E96A-297DCFE54EF7}"/>
                </a:ext>
              </a:extLst>
            </p:cNvPr>
            <p:cNvSpPr/>
            <p:nvPr/>
          </p:nvSpPr>
          <p:spPr>
            <a:xfrm>
              <a:off x="10363952"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74" name="Freeform: Shape 1973">
              <a:extLst>
                <a:ext uri="{FF2B5EF4-FFF2-40B4-BE49-F238E27FC236}">
                  <a16:creationId xmlns:a16="http://schemas.microsoft.com/office/drawing/2014/main" id="{EC7C2F2D-8A29-61E6-BCF6-3E09845FD93C}"/>
                </a:ext>
              </a:extLst>
            </p:cNvPr>
            <p:cNvSpPr/>
            <p:nvPr/>
          </p:nvSpPr>
          <p:spPr>
            <a:xfrm>
              <a:off x="10478208" y="171790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75" name="Freeform: Shape 1974">
              <a:extLst>
                <a:ext uri="{FF2B5EF4-FFF2-40B4-BE49-F238E27FC236}">
                  <a16:creationId xmlns:a16="http://schemas.microsoft.com/office/drawing/2014/main" id="{229990D7-7857-E527-49FC-8063D6593F08}"/>
                </a:ext>
              </a:extLst>
            </p:cNvPr>
            <p:cNvSpPr/>
            <p:nvPr/>
          </p:nvSpPr>
          <p:spPr>
            <a:xfrm>
              <a:off x="10592464"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76" name="Freeform: Shape 1975">
              <a:extLst>
                <a:ext uri="{FF2B5EF4-FFF2-40B4-BE49-F238E27FC236}">
                  <a16:creationId xmlns:a16="http://schemas.microsoft.com/office/drawing/2014/main" id="{0EF1B8C9-66B8-B98A-4003-2BD9CD463003}"/>
                </a:ext>
              </a:extLst>
            </p:cNvPr>
            <p:cNvSpPr/>
            <p:nvPr/>
          </p:nvSpPr>
          <p:spPr>
            <a:xfrm>
              <a:off x="10706720"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77" name="Freeform: Shape 1976">
              <a:extLst>
                <a:ext uri="{FF2B5EF4-FFF2-40B4-BE49-F238E27FC236}">
                  <a16:creationId xmlns:a16="http://schemas.microsoft.com/office/drawing/2014/main" id="{6AC5090A-C62A-7934-F4DC-B24F2C0FD96D}"/>
                </a:ext>
              </a:extLst>
            </p:cNvPr>
            <p:cNvSpPr/>
            <p:nvPr/>
          </p:nvSpPr>
          <p:spPr>
            <a:xfrm>
              <a:off x="10820976" y="1717904"/>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78" name="Freeform: Shape 1977">
              <a:extLst>
                <a:ext uri="{FF2B5EF4-FFF2-40B4-BE49-F238E27FC236}">
                  <a16:creationId xmlns:a16="http://schemas.microsoft.com/office/drawing/2014/main" id="{C1A13F37-D10F-44A7-65BE-7869B154E8B1}"/>
                </a:ext>
              </a:extLst>
            </p:cNvPr>
            <p:cNvSpPr/>
            <p:nvPr/>
          </p:nvSpPr>
          <p:spPr>
            <a:xfrm>
              <a:off x="10935231"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79" name="Freeform: Shape 1978">
              <a:extLst>
                <a:ext uri="{FF2B5EF4-FFF2-40B4-BE49-F238E27FC236}">
                  <a16:creationId xmlns:a16="http://schemas.microsoft.com/office/drawing/2014/main" id="{8B800EC3-00C1-1F44-E2FF-597584F72515}"/>
                </a:ext>
              </a:extLst>
            </p:cNvPr>
            <p:cNvSpPr/>
            <p:nvPr/>
          </p:nvSpPr>
          <p:spPr>
            <a:xfrm>
              <a:off x="11049443"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80" name="Freeform: Shape 1979">
              <a:extLst>
                <a:ext uri="{FF2B5EF4-FFF2-40B4-BE49-F238E27FC236}">
                  <a16:creationId xmlns:a16="http://schemas.microsoft.com/office/drawing/2014/main" id="{4C73CF63-C7F3-8555-BCC9-6882820A3BE6}"/>
                </a:ext>
              </a:extLst>
            </p:cNvPr>
            <p:cNvSpPr/>
            <p:nvPr/>
          </p:nvSpPr>
          <p:spPr>
            <a:xfrm>
              <a:off x="11163699" y="1717904"/>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81" name="Freeform: Shape 1980">
              <a:extLst>
                <a:ext uri="{FF2B5EF4-FFF2-40B4-BE49-F238E27FC236}">
                  <a16:creationId xmlns:a16="http://schemas.microsoft.com/office/drawing/2014/main" id="{10F4B426-273E-5E07-4604-D6AC1A48E841}"/>
                </a:ext>
              </a:extLst>
            </p:cNvPr>
            <p:cNvSpPr/>
            <p:nvPr/>
          </p:nvSpPr>
          <p:spPr>
            <a:xfrm>
              <a:off x="11277955"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82" name="Freeform: Shape 1981">
              <a:extLst>
                <a:ext uri="{FF2B5EF4-FFF2-40B4-BE49-F238E27FC236}">
                  <a16:creationId xmlns:a16="http://schemas.microsoft.com/office/drawing/2014/main" id="{F3A57423-5A9A-4106-4F14-4AAAF0F72629}"/>
                </a:ext>
              </a:extLst>
            </p:cNvPr>
            <p:cNvSpPr/>
            <p:nvPr/>
          </p:nvSpPr>
          <p:spPr>
            <a:xfrm>
              <a:off x="11392210"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83" name="Freeform: Shape 1982">
              <a:extLst>
                <a:ext uri="{FF2B5EF4-FFF2-40B4-BE49-F238E27FC236}">
                  <a16:creationId xmlns:a16="http://schemas.microsoft.com/office/drawing/2014/main" id="{3BECB733-1EE2-D00F-0FB1-45E2CDEE0919}"/>
                </a:ext>
              </a:extLst>
            </p:cNvPr>
            <p:cNvSpPr/>
            <p:nvPr/>
          </p:nvSpPr>
          <p:spPr>
            <a:xfrm>
              <a:off x="11506466" y="1717904"/>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84" name="Freeform: Shape 1983">
              <a:extLst>
                <a:ext uri="{FF2B5EF4-FFF2-40B4-BE49-F238E27FC236}">
                  <a16:creationId xmlns:a16="http://schemas.microsoft.com/office/drawing/2014/main" id="{429588FF-CE0B-10FD-DB0E-251B459FA25E}"/>
                </a:ext>
              </a:extLst>
            </p:cNvPr>
            <p:cNvSpPr/>
            <p:nvPr/>
          </p:nvSpPr>
          <p:spPr>
            <a:xfrm>
              <a:off x="11620722"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85" name="Freeform: Shape 1984">
              <a:extLst>
                <a:ext uri="{FF2B5EF4-FFF2-40B4-BE49-F238E27FC236}">
                  <a16:creationId xmlns:a16="http://schemas.microsoft.com/office/drawing/2014/main" id="{ABDB763B-49E5-B448-B439-12C60838D5CD}"/>
                </a:ext>
              </a:extLst>
            </p:cNvPr>
            <p:cNvSpPr/>
            <p:nvPr/>
          </p:nvSpPr>
          <p:spPr>
            <a:xfrm>
              <a:off x="11734978"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86" name="Freeform: Shape 1985">
              <a:extLst>
                <a:ext uri="{FF2B5EF4-FFF2-40B4-BE49-F238E27FC236}">
                  <a16:creationId xmlns:a16="http://schemas.microsoft.com/office/drawing/2014/main" id="{51B5FFAA-C0FA-EBDF-B6AA-920B99A08550}"/>
                </a:ext>
              </a:extLst>
            </p:cNvPr>
            <p:cNvSpPr/>
            <p:nvPr/>
          </p:nvSpPr>
          <p:spPr>
            <a:xfrm>
              <a:off x="11849233"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87" name="Freeform: Shape 1986">
              <a:extLst>
                <a:ext uri="{FF2B5EF4-FFF2-40B4-BE49-F238E27FC236}">
                  <a16:creationId xmlns:a16="http://schemas.microsoft.com/office/drawing/2014/main" id="{3C6335CA-FBE6-79A8-9B20-64CBB830A489}"/>
                </a:ext>
              </a:extLst>
            </p:cNvPr>
            <p:cNvSpPr/>
            <p:nvPr/>
          </p:nvSpPr>
          <p:spPr>
            <a:xfrm>
              <a:off x="11963489" y="171790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88" name="Freeform: Shape 1987">
              <a:extLst>
                <a:ext uri="{FF2B5EF4-FFF2-40B4-BE49-F238E27FC236}">
                  <a16:creationId xmlns:a16="http://schemas.microsoft.com/office/drawing/2014/main" id="{33D54B77-3EC5-5B21-7739-139E90EE1768}"/>
                </a:ext>
              </a:extLst>
            </p:cNvPr>
            <p:cNvSpPr/>
            <p:nvPr/>
          </p:nvSpPr>
          <p:spPr>
            <a:xfrm>
              <a:off x="12077745" y="1717904"/>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89" name="Freeform: Shape 1988">
              <a:extLst>
                <a:ext uri="{FF2B5EF4-FFF2-40B4-BE49-F238E27FC236}">
                  <a16:creationId xmlns:a16="http://schemas.microsoft.com/office/drawing/2014/main" id="{3A7F3163-BFD9-42B9-3780-9765CB9E9BB7}"/>
                </a:ext>
              </a:extLst>
            </p:cNvPr>
            <p:cNvSpPr/>
            <p:nvPr/>
          </p:nvSpPr>
          <p:spPr>
            <a:xfrm>
              <a:off x="7279135" y="183216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90" name="Freeform: Shape 1989">
              <a:extLst>
                <a:ext uri="{FF2B5EF4-FFF2-40B4-BE49-F238E27FC236}">
                  <a16:creationId xmlns:a16="http://schemas.microsoft.com/office/drawing/2014/main" id="{62E23A20-FE8F-B186-0450-E766A69015BB}"/>
                </a:ext>
              </a:extLst>
            </p:cNvPr>
            <p:cNvSpPr/>
            <p:nvPr/>
          </p:nvSpPr>
          <p:spPr>
            <a:xfrm>
              <a:off x="7393391"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91" name="Freeform: Shape 1990">
              <a:extLst>
                <a:ext uri="{FF2B5EF4-FFF2-40B4-BE49-F238E27FC236}">
                  <a16:creationId xmlns:a16="http://schemas.microsoft.com/office/drawing/2014/main" id="{6E68DC77-64B2-6CDC-DA07-6361CC1A6330}"/>
                </a:ext>
              </a:extLst>
            </p:cNvPr>
            <p:cNvSpPr/>
            <p:nvPr/>
          </p:nvSpPr>
          <p:spPr>
            <a:xfrm>
              <a:off x="7507646"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92" name="Freeform: Shape 1991">
              <a:extLst>
                <a:ext uri="{FF2B5EF4-FFF2-40B4-BE49-F238E27FC236}">
                  <a16:creationId xmlns:a16="http://schemas.microsoft.com/office/drawing/2014/main" id="{88A53DFF-6EEF-97B9-F47E-5F68E69689B2}"/>
                </a:ext>
              </a:extLst>
            </p:cNvPr>
            <p:cNvSpPr/>
            <p:nvPr/>
          </p:nvSpPr>
          <p:spPr>
            <a:xfrm>
              <a:off x="7621902"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93" name="Freeform: Shape 1992">
              <a:extLst>
                <a:ext uri="{FF2B5EF4-FFF2-40B4-BE49-F238E27FC236}">
                  <a16:creationId xmlns:a16="http://schemas.microsoft.com/office/drawing/2014/main" id="{201B0AA5-7797-DBDE-EDAA-FED442B86611}"/>
                </a:ext>
              </a:extLst>
            </p:cNvPr>
            <p:cNvSpPr/>
            <p:nvPr/>
          </p:nvSpPr>
          <p:spPr>
            <a:xfrm>
              <a:off x="7736158" y="183216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94" name="Freeform: Shape 1993">
              <a:extLst>
                <a:ext uri="{FF2B5EF4-FFF2-40B4-BE49-F238E27FC236}">
                  <a16:creationId xmlns:a16="http://schemas.microsoft.com/office/drawing/2014/main" id="{B68FDFA0-4AD6-074C-3530-3D2FB8FC7C03}"/>
                </a:ext>
              </a:extLst>
            </p:cNvPr>
            <p:cNvSpPr/>
            <p:nvPr/>
          </p:nvSpPr>
          <p:spPr>
            <a:xfrm>
              <a:off x="7850414"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95" name="Freeform: Shape 1994">
              <a:extLst>
                <a:ext uri="{FF2B5EF4-FFF2-40B4-BE49-F238E27FC236}">
                  <a16:creationId xmlns:a16="http://schemas.microsoft.com/office/drawing/2014/main" id="{1ABCDC2F-6785-42AB-D1C0-222A104E48F5}"/>
                </a:ext>
              </a:extLst>
            </p:cNvPr>
            <p:cNvSpPr/>
            <p:nvPr/>
          </p:nvSpPr>
          <p:spPr>
            <a:xfrm>
              <a:off x="7964669"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96" name="Freeform: Shape 1995">
              <a:extLst>
                <a:ext uri="{FF2B5EF4-FFF2-40B4-BE49-F238E27FC236}">
                  <a16:creationId xmlns:a16="http://schemas.microsoft.com/office/drawing/2014/main" id="{5C1D1DD8-F012-777B-F7C7-3AF41F725427}"/>
                </a:ext>
              </a:extLst>
            </p:cNvPr>
            <p:cNvSpPr/>
            <p:nvPr/>
          </p:nvSpPr>
          <p:spPr>
            <a:xfrm>
              <a:off x="8078925" y="183216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97" name="Freeform: Shape 1996">
              <a:extLst>
                <a:ext uri="{FF2B5EF4-FFF2-40B4-BE49-F238E27FC236}">
                  <a16:creationId xmlns:a16="http://schemas.microsoft.com/office/drawing/2014/main" id="{47545225-CE28-0541-D057-760D947C3DC6}"/>
                </a:ext>
              </a:extLst>
            </p:cNvPr>
            <p:cNvSpPr/>
            <p:nvPr/>
          </p:nvSpPr>
          <p:spPr>
            <a:xfrm>
              <a:off x="8193181"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98" name="Freeform: Shape 1997">
              <a:extLst>
                <a:ext uri="{FF2B5EF4-FFF2-40B4-BE49-F238E27FC236}">
                  <a16:creationId xmlns:a16="http://schemas.microsoft.com/office/drawing/2014/main" id="{FEBF131A-0AE7-C24B-E526-6A6ECB1C70B5}"/>
                </a:ext>
              </a:extLst>
            </p:cNvPr>
            <p:cNvSpPr/>
            <p:nvPr/>
          </p:nvSpPr>
          <p:spPr>
            <a:xfrm>
              <a:off x="8307437"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1999" name="Freeform: Shape 1998">
              <a:extLst>
                <a:ext uri="{FF2B5EF4-FFF2-40B4-BE49-F238E27FC236}">
                  <a16:creationId xmlns:a16="http://schemas.microsoft.com/office/drawing/2014/main" id="{516CAB76-8D7D-5CB2-F91B-D1B75B578ADD}"/>
                </a:ext>
              </a:extLst>
            </p:cNvPr>
            <p:cNvSpPr/>
            <p:nvPr/>
          </p:nvSpPr>
          <p:spPr>
            <a:xfrm>
              <a:off x="8421648"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00" name="Freeform: Shape 1999">
              <a:extLst>
                <a:ext uri="{FF2B5EF4-FFF2-40B4-BE49-F238E27FC236}">
                  <a16:creationId xmlns:a16="http://schemas.microsoft.com/office/drawing/2014/main" id="{377B5A6F-63F1-CE49-5196-93181712525E}"/>
                </a:ext>
              </a:extLst>
            </p:cNvPr>
            <p:cNvSpPr/>
            <p:nvPr/>
          </p:nvSpPr>
          <p:spPr>
            <a:xfrm>
              <a:off x="8535904"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01" name="Freeform: Shape 2000">
              <a:extLst>
                <a:ext uri="{FF2B5EF4-FFF2-40B4-BE49-F238E27FC236}">
                  <a16:creationId xmlns:a16="http://schemas.microsoft.com/office/drawing/2014/main" id="{09171B6D-04E1-FDE6-53E0-741AB6B698B4}"/>
                </a:ext>
              </a:extLst>
            </p:cNvPr>
            <p:cNvSpPr/>
            <p:nvPr/>
          </p:nvSpPr>
          <p:spPr>
            <a:xfrm>
              <a:off x="8650160"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02" name="Freeform: Shape 2001">
              <a:extLst>
                <a:ext uri="{FF2B5EF4-FFF2-40B4-BE49-F238E27FC236}">
                  <a16:creationId xmlns:a16="http://schemas.microsoft.com/office/drawing/2014/main" id="{7969CE5F-5C5A-8D4F-B0E2-4E419A026419}"/>
                </a:ext>
              </a:extLst>
            </p:cNvPr>
            <p:cNvSpPr/>
            <p:nvPr/>
          </p:nvSpPr>
          <p:spPr>
            <a:xfrm>
              <a:off x="8764416"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03" name="Freeform: Shape 2002">
              <a:extLst>
                <a:ext uri="{FF2B5EF4-FFF2-40B4-BE49-F238E27FC236}">
                  <a16:creationId xmlns:a16="http://schemas.microsoft.com/office/drawing/2014/main" id="{4AB8436B-7FB4-2C9A-0815-B43EDEC3C38F}"/>
                </a:ext>
              </a:extLst>
            </p:cNvPr>
            <p:cNvSpPr/>
            <p:nvPr/>
          </p:nvSpPr>
          <p:spPr>
            <a:xfrm>
              <a:off x="8878671" y="183216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04" name="Freeform: Shape 2003">
              <a:extLst>
                <a:ext uri="{FF2B5EF4-FFF2-40B4-BE49-F238E27FC236}">
                  <a16:creationId xmlns:a16="http://schemas.microsoft.com/office/drawing/2014/main" id="{7EA86D26-4C7D-E6A4-A091-BF09E38F87FA}"/>
                </a:ext>
              </a:extLst>
            </p:cNvPr>
            <p:cNvSpPr/>
            <p:nvPr/>
          </p:nvSpPr>
          <p:spPr>
            <a:xfrm>
              <a:off x="8992927"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05" name="Freeform: Shape 2004">
              <a:extLst>
                <a:ext uri="{FF2B5EF4-FFF2-40B4-BE49-F238E27FC236}">
                  <a16:creationId xmlns:a16="http://schemas.microsoft.com/office/drawing/2014/main" id="{CC22FE32-6947-1BD9-578E-45225F155597}"/>
                </a:ext>
              </a:extLst>
            </p:cNvPr>
            <p:cNvSpPr/>
            <p:nvPr/>
          </p:nvSpPr>
          <p:spPr>
            <a:xfrm>
              <a:off x="9107183"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06" name="Freeform: Shape 2005">
              <a:extLst>
                <a:ext uri="{FF2B5EF4-FFF2-40B4-BE49-F238E27FC236}">
                  <a16:creationId xmlns:a16="http://schemas.microsoft.com/office/drawing/2014/main" id="{4DB48ED0-1C69-1423-7AF5-C180E32A416B}"/>
                </a:ext>
              </a:extLst>
            </p:cNvPr>
            <p:cNvSpPr/>
            <p:nvPr/>
          </p:nvSpPr>
          <p:spPr>
            <a:xfrm>
              <a:off x="9221439"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07" name="Freeform: Shape 2006">
              <a:extLst>
                <a:ext uri="{FF2B5EF4-FFF2-40B4-BE49-F238E27FC236}">
                  <a16:creationId xmlns:a16="http://schemas.microsoft.com/office/drawing/2014/main" id="{549A6F04-338D-B37F-0708-BE2AAA5A9473}"/>
                </a:ext>
              </a:extLst>
            </p:cNvPr>
            <p:cNvSpPr/>
            <p:nvPr/>
          </p:nvSpPr>
          <p:spPr>
            <a:xfrm>
              <a:off x="9335695" y="183216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08" name="Freeform: Shape 2007">
              <a:extLst>
                <a:ext uri="{FF2B5EF4-FFF2-40B4-BE49-F238E27FC236}">
                  <a16:creationId xmlns:a16="http://schemas.microsoft.com/office/drawing/2014/main" id="{5889C933-2CB0-772C-0FA5-E628BBB038B6}"/>
                </a:ext>
              </a:extLst>
            </p:cNvPr>
            <p:cNvSpPr/>
            <p:nvPr/>
          </p:nvSpPr>
          <p:spPr>
            <a:xfrm>
              <a:off x="9449950"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09" name="Freeform: Shape 2008">
              <a:extLst>
                <a:ext uri="{FF2B5EF4-FFF2-40B4-BE49-F238E27FC236}">
                  <a16:creationId xmlns:a16="http://schemas.microsoft.com/office/drawing/2014/main" id="{5D6626B8-4F88-AA08-37E4-D7D9A1B0D502}"/>
                </a:ext>
              </a:extLst>
            </p:cNvPr>
            <p:cNvSpPr/>
            <p:nvPr/>
          </p:nvSpPr>
          <p:spPr>
            <a:xfrm>
              <a:off x="9564206"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10" name="Freeform: Shape 2009">
              <a:extLst>
                <a:ext uri="{FF2B5EF4-FFF2-40B4-BE49-F238E27FC236}">
                  <a16:creationId xmlns:a16="http://schemas.microsoft.com/office/drawing/2014/main" id="{559679C2-7ECE-066B-D00E-9E3E67AF809E}"/>
                </a:ext>
              </a:extLst>
            </p:cNvPr>
            <p:cNvSpPr/>
            <p:nvPr/>
          </p:nvSpPr>
          <p:spPr>
            <a:xfrm>
              <a:off x="9678418" y="183216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11" name="Freeform: Shape 2010">
              <a:extLst>
                <a:ext uri="{FF2B5EF4-FFF2-40B4-BE49-F238E27FC236}">
                  <a16:creationId xmlns:a16="http://schemas.microsoft.com/office/drawing/2014/main" id="{6ED09F21-1989-C6EB-B81F-811ECEF1757C}"/>
                </a:ext>
              </a:extLst>
            </p:cNvPr>
            <p:cNvSpPr/>
            <p:nvPr/>
          </p:nvSpPr>
          <p:spPr>
            <a:xfrm>
              <a:off x="9792674"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12" name="Freeform: Shape 2011">
              <a:extLst>
                <a:ext uri="{FF2B5EF4-FFF2-40B4-BE49-F238E27FC236}">
                  <a16:creationId xmlns:a16="http://schemas.microsoft.com/office/drawing/2014/main" id="{63DAFB7F-72B2-F754-78BC-7611B864E333}"/>
                </a:ext>
              </a:extLst>
            </p:cNvPr>
            <p:cNvSpPr/>
            <p:nvPr/>
          </p:nvSpPr>
          <p:spPr>
            <a:xfrm>
              <a:off x="9906929"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13" name="Freeform: Shape 2012">
              <a:extLst>
                <a:ext uri="{FF2B5EF4-FFF2-40B4-BE49-F238E27FC236}">
                  <a16:creationId xmlns:a16="http://schemas.microsoft.com/office/drawing/2014/main" id="{B19E983D-CA0A-5AB5-1F30-D67CCFD55D6C}"/>
                </a:ext>
              </a:extLst>
            </p:cNvPr>
            <p:cNvSpPr/>
            <p:nvPr/>
          </p:nvSpPr>
          <p:spPr>
            <a:xfrm>
              <a:off x="10021185"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14" name="Freeform: Shape 2013">
              <a:extLst>
                <a:ext uri="{FF2B5EF4-FFF2-40B4-BE49-F238E27FC236}">
                  <a16:creationId xmlns:a16="http://schemas.microsoft.com/office/drawing/2014/main" id="{31A86C60-1FE7-49B2-002B-E67A6C3412CD}"/>
                </a:ext>
              </a:extLst>
            </p:cNvPr>
            <p:cNvSpPr/>
            <p:nvPr/>
          </p:nvSpPr>
          <p:spPr>
            <a:xfrm>
              <a:off x="10135441"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15" name="Freeform: Shape 2014">
              <a:extLst>
                <a:ext uri="{FF2B5EF4-FFF2-40B4-BE49-F238E27FC236}">
                  <a16:creationId xmlns:a16="http://schemas.microsoft.com/office/drawing/2014/main" id="{F6930921-C541-8AB7-BE43-04F6EB78531D}"/>
                </a:ext>
              </a:extLst>
            </p:cNvPr>
            <p:cNvSpPr/>
            <p:nvPr/>
          </p:nvSpPr>
          <p:spPr>
            <a:xfrm>
              <a:off x="10249697"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16" name="Freeform: Shape 2015">
              <a:extLst>
                <a:ext uri="{FF2B5EF4-FFF2-40B4-BE49-F238E27FC236}">
                  <a16:creationId xmlns:a16="http://schemas.microsoft.com/office/drawing/2014/main" id="{590333B4-4F2C-B509-E2F0-7D209645A399}"/>
                </a:ext>
              </a:extLst>
            </p:cNvPr>
            <p:cNvSpPr/>
            <p:nvPr/>
          </p:nvSpPr>
          <p:spPr>
            <a:xfrm>
              <a:off x="10363952"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17" name="Freeform: Shape 2016">
              <a:extLst>
                <a:ext uri="{FF2B5EF4-FFF2-40B4-BE49-F238E27FC236}">
                  <a16:creationId xmlns:a16="http://schemas.microsoft.com/office/drawing/2014/main" id="{595EE2FC-DE20-AC25-2966-451A72742BF7}"/>
                </a:ext>
              </a:extLst>
            </p:cNvPr>
            <p:cNvSpPr/>
            <p:nvPr/>
          </p:nvSpPr>
          <p:spPr>
            <a:xfrm>
              <a:off x="10478208" y="183216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18" name="Freeform: Shape 2017">
              <a:extLst>
                <a:ext uri="{FF2B5EF4-FFF2-40B4-BE49-F238E27FC236}">
                  <a16:creationId xmlns:a16="http://schemas.microsoft.com/office/drawing/2014/main" id="{8AC6F439-7021-7779-D300-D54CBA274B87}"/>
                </a:ext>
              </a:extLst>
            </p:cNvPr>
            <p:cNvSpPr/>
            <p:nvPr/>
          </p:nvSpPr>
          <p:spPr>
            <a:xfrm>
              <a:off x="10592464"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19" name="Freeform: Shape 2018">
              <a:extLst>
                <a:ext uri="{FF2B5EF4-FFF2-40B4-BE49-F238E27FC236}">
                  <a16:creationId xmlns:a16="http://schemas.microsoft.com/office/drawing/2014/main" id="{3E4F5AA9-2779-E1E1-1123-43250D0E1AFC}"/>
                </a:ext>
              </a:extLst>
            </p:cNvPr>
            <p:cNvSpPr/>
            <p:nvPr/>
          </p:nvSpPr>
          <p:spPr>
            <a:xfrm>
              <a:off x="10706720"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20" name="Freeform: Shape 2019">
              <a:extLst>
                <a:ext uri="{FF2B5EF4-FFF2-40B4-BE49-F238E27FC236}">
                  <a16:creationId xmlns:a16="http://schemas.microsoft.com/office/drawing/2014/main" id="{6A2B58EE-BB35-B30C-F157-44C6E2EFFAB8}"/>
                </a:ext>
              </a:extLst>
            </p:cNvPr>
            <p:cNvSpPr/>
            <p:nvPr/>
          </p:nvSpPr>
          <p:spPr>
            <a:xfrm>
              <a:off x="10820976" y="1832160"/>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21" name="Freeform: Shape 2020">
              <a:extLst>
                <a:ext uri="{FF2B5EF4-FFF2-40B4-BE49-F238E27FC236}">
                  <a16:creationId xmlns:a16="http://schemas.microsoft.com/office/drawing/2014/main" id="{3DDEFAC6-F018-4F61-CBCD-84443F6A6535}"/>
                </a:ext>
              </a:extLst>
            </p:cNvPr>
            <p:cNvSpPr/>
            <p:nvPr/>
          </p:nvSpPr>
          <p:spPr>
            <a:xfrm>
              <a:off x="10935231"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22" name="Freeform: Shape 2021">
              <a:extLst>
                <a:ext uri="{FF2B5EF4-FFF2-40B4-BE49-F238E27FC236}">
                  <a16:creationId xmlns:a16="http://schemas.microsoft.com/office/drawing/2014/main" id="{AE464F8D-D965-1985-954D-D3F4572C9A61}"/>
                </a:ext>
              </a:extLst>
            </p:cNvPr>
            <p:cNvSpPr/>
            <p:nvPr/>
          </p:nvSpPr>
          <p:spPr>
            <a:xfrm>
              <a:off x="11049443"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23" name="Freeform: Shape 2022">
              <a:extLst>
                <a:ext uri="{FF2B5EF4-FFF2-40B4-BE49-F238E27FC236}">
                  <a16:creationId xmlns:a16="http://schemas.microsoft.com/office/drawing/2014/main" id="{FFB9D5B2-3059-05A0-67ED-B2FCD5362EA6}"/>
                </a:ext>
              </a:extLst>
            </p:cNvPr>
            <p:cNvSpPr/>
            <p:nvPr/>
          </p:nvSpPr>
          <p:spPr>
            <a:xfrm>
              <a:off x="11163699" y="1832160"/>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24" name="Freeform: Shape 2023">
              <a:extLst>
                <a:ext uri="{FF2B5EF4-FFF2-40B4-BE49-F238E27FC236}">
                  <a16:creationId xmlns:a16="http://schemas.microsoft.com/office/drawing/2014/main" id="{25F46C4D-82D7-1A1B-0DF0-ACAB47BB03A9}"/>
                </a:ext>
              </a:extLst>
            </p:cNvPr>
            <p:cNvSpPr/>
            <p:nvPr/>
          </p:nvSpPr>
          <p:spPr>
            <a:xfrm>
              <a:off x="11277955"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25" name="Freeform: Shape 2024">
              <a:extLst>
                <a:ext uri="{FF2B5EF4-FFF2-40B4-BE49-F238E27FC236}">
                  <a16:creationId xmlns:a16="http://schemas.microsoft.com/office/drawing/2014/main" id="{4DDDEBA7-38E4-801C-026B-689CB156F738}"/>
                </a:ext>
              </a:extLst>
            </p:cNvPr>
            <p:cNvSpPr/>
            <p:nvPr/>
          </p:nvSpPr>
          <p:spPr>
            <a:xfrm>
              <a:off x="11392210"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26" name="Freeform: Shape 2025">
              <a:extLst>
                <a:ext uri="{FF2B5EF4-FFF2-40B4-BE49-F238E27FC236}">
                  <a16:creationId xmlns:a16="http://schemas.microsoft.com/office/drawing/2014/main" id="{39F2F0D9-2FB0-5357-0BAA-A0C9E3942BBA}"/>
                </a:ext>
              </a:extLst>
            </p:cNvPr>
            <p:cNvSpPr/>
            <p:nvPr/>
          </p:nvSpPr>
          <p:spPr>
            <a:xfrm>
              <a:off x="11506466" y="1832160"/>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27" name="Freeform: Shape 2026">
              <a:extLst>
                <a:ext uri="{FF2B5EF4-FFF2-40B4-BE49-F238E27FC236}">
                  <a16:creationId xmlns:a16="http://schemas.microsoft.com/office/drawing/2014/main" id="{0201775D-F207-2A40-B5A4-438C4FA36CD2}"/>
                </a:ext>
              </a:extLst>
            </p:cNvPr>
            <p:cNvSpPr/>
            <p:nvPr/>
          </p:nvSpPr>
          <p:spPr>
            <a:xfrm>
              <a:off x="11620722"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28" name="Freeform: Shape 2027">
              <a:extLst>
                <a:ext uri="{FF2B5EF4-FFF2-40B4-BE49-F238E27FC236}">
                  <a16:creationId xmlns:a16="http://schemas.microsoft.com/office/drawing/2014/main" id="{7FA05EF5-638D-D6C0-2307-AEEA5907B48D}"/>
                </a:ext>
              </a:extLst>
            </p:cNvPr>
            <p:cNvSpPr/>
            <p:nvPr/>
          </p:nvSpPr>
          <p:spPr>
            <a:xfrm>
              <a:off x="11734978"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29" name="Freeform: Shape 2028">
              <a:extLst>
                <a:ext uri="{FF2B5EF4-FFF2-40B4-BE49-F238E27FC236}">
                  <a16:creationId xmlns:a16="http://schemas.microsoft.com/office/drawing/2014/main" id="{00592DED-6727-66D2-F6DD-C8B618F865E4}"/>
                </a:ext>
              </a:extLst>
            </p:cNvPr>
            <p:cNvSpPr/>
            <p:nvPr/>
          </p:nvSpPr>
          <p:spPr>
            <a:xfrm>
              <a:off x="11849233"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30" name="Freeform: Shape 2029">
              <a:extLst>
                <a:ext uri="{FF2B5EF4-FFF2-40B4-BE49-F238E27FC236}">
                  <a16:creationId xmlns:a16="http://schemas.microsoft.com/office/drawing/2014/main" id="{CDE4B5CF-A6AC-01C0-2F88-D61A40E60807}"/>
                </a:ext>
              </a:extLst>
            </p:cNvPr>
            <p:cNvSpPr/>
            <p:nvPr/>
          </p:nvSpPr>
          <p:spPr>
            <a:xfrm>
              <a:off x="11963489" y="183216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31" name="Freeform: Shape 2030">
              <a:extLst>
                <a:ext uri="{FF2B5EF4-FFF2-40B4-BE49-F238E27FC236}">
                  <a16:creationId xmlns:a16="http://schemas.microsoft.com/office/drawing/2014/main" id="{95241711-8DDB-2B70-6366-1907AC4A0C92}"/>
                </a:ext>
              </a:extLst>
            </p:cNvPr>
            <p:cNvSpPr/>
            <p:nvPr/>
          </p:nvSpPr>
          <p:spPr>
            <a:xfrm>
              <a:off x="12077745" y="1832160"/>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32" name="Freeform: Shape 2031">
              <a:extLst>
                <a:ext uri="{FF2B5EF4-FFF2-40B4-BE49-F238E27FC236}">
                  <a16:creationId xmlns:a16="http://schemas.microsoft.com/office/drawing/2014/main" id="{338EE9F6-1B39-3AEB-D3A3-B82A122238E6}"/>
                </a:ext>
              </a:extLst>
            </p:cNvPr>
            <p:cNvSpPr/>
            <p:nvPr/>
          </p:nvSpPr>
          <p:spPr>
            <a:xfrm>
              <a:off x="7279135" y="194641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33" name="Freeform: Shape 2032">
              <a:extLst>
                <a:ext uri="{FF2B5EF4-FFF2-40B4-BE49-F238E27FC236}">
                  <a16:creationId xmlns:a16="http://schemas.microsoft.com/office/drawing/2014/main" id="{5C3709A9-7C4B-CE79-6E8A-BAAE3BC20616}"/>
                </a:ext>
              </a:extLst>
            </p:cNvPr>
            <p:cNvSpPr/>
            <p:nvPr/>
          </p:nvSpPr>
          <p:spPr>
            <a:xfrm>
              <a:off x="7393391"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34" name="Freeform: Shape 2033">
              <a:extLst>
                <a:ext uri="{FF2B5EF4-FFF2-40B4-BE49-F238E27FC236}">
                  <a16:creationId xmlns:a16="http://schemas.microsoft.com/office/drawing/2014/main" id="{EA93E5CA-4959-F62D-D9E3-F726B3770E5E}"/>
                </a:ext>
              </a:extLst>
            </p:cNvPr>
            <p:cNvSpPr/>
            <p:nvPr/>
          </p:nvSpPr>
          <p:spPr>
            <a:xfrm>
              <a:off x="7507646"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35" name="Freeform: Shape 2034">
              <a:extLst>
                <a:ext uri="{FF2B5EF4-FFF2-40B4-BE49-F238E27FC236}">
                  <a16:creationId xmlns:a16="http://schemas.microsoft.com/office/drawing/2014/main" id="{17194FA9-31FB-039F-4351-8C524D2DA6C6}"/>
                </a:ext>
              </a:extLst>
            </p:cNvPr>
            <p:cNvSpPr/>
            <p:nvPr/>
          </p:nvSpPr>
          <p:spPr>
            <a:xfrm>
              <a:off x="7621902"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36" name="Freeform: Shape 2035">
              <a:extLst>
                <a:ext uri="{FF2B5EF4-FFF2-40B4-BE49-F238E27FC236}">
                  <a16:creationId xmlns:a16="http://schemas.microsoft.com/office/drawing/2014/main" id="{C44267F7-BC32-854A-29FD-9FC0D4B0FFF0}"/>
                </a:ext>
              </a:extLst>
            </p:cNvPr>
            <p:cNvSpPr/>
            <p:nvPr/>
          </p:nvSpPr>
          <p:spPr>
            <a:xfrm>
              <a:off x="7736158" y="194641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37" name="Freeform: Shape 2036">
              <a:extLst>
                <a:ext uri="{FF2B5EF4-FFF2-40B4-BE49-F238E27FC236}">
                  <a16:creationId xmlns:a16="http://schemas.microsoft.com/office/drawing/2014/main" id="{A513912D-7415-91A1-2817-70BC58D4898E}"/>
                </a:ext>
              </a:extLst>
            </p:cNvPr>
            <p:cNvSpPr/>
            <p:nvPr/>
          </p:nvSpPr>
          <p:spPr>
            <a:xfrm>
              <a:off x="7850414"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38" name="Freeform: Shape 2037">
              <a:extLst>
                <a:ext uri="{FF2B5EF4-FFF2-40B4-BE49-F238E27FC236}">
                  <a16:creationId xmlns:a16="http://schemas.microsoft.com/office/drawing/2014/main" id="{A82BDA1E-D31B-C7D0-F0ED-CCAC33852CA8}"/>
                </a:ext>
              </a:extLst>
            </p:cNvPr>
            <p:cNvSpPr/>
            <p:nvPr/>
          </p:nvSpPr>
          <p:spPr>
            <a:xfrm>
              <a:off x="7964669"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39" name="Freeform: Shape 2038">
              <a:extLst>
                <a:ext uri="{FF2B5EF4-FFF2-40B4-BE49-F238E27FC236}">
                  <a16:creationId xmlns:a16="http://schemas.microsoft.com/office/drawing/2014/main" id="{F72AC18A-C91B-952D-B8D4-2B19C2F8B482}"/>
                </a:ext>
              </a:extLst>
            </p:cNvPr>
            <p:cNvSpPr/>
            <p:nvPr/>
          </p:nvSpPr>
          <p:spPr>
            <a:xfrm>
              <a:off x="8078925" y="194641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40" name="Freeform: Shape 2039">
              <a:extLst>
                <a:ext uri="{FF2B5EF4-FFF2-40B4-BE49-F238E27FC236}">
                  <a16:creationId xmlns:a16="http://schemas.microsoft.com/office/drawing/2014/main" id="{6688AC9C-5DD5-F5EC-8C1C-4146EAEF35FE}"/>
                </a:ext>
              </a:extLst>
            </p:cNvPr>
            <p:cNvSpPr/>
            <p:nvPr/>
          </p:nvSpPr>
          <p:spPr>
            <a:xfrm>
              <a:off x="8193181"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41" name="Freeform: Shape 2040">
              <a:extLst>
                <a:ext uri="{FF2B5EF4-FFF2-40B4-BE49-F238E27FC236}">
                  <a16:creationId xmlns:a16="http://schemas.microsoft.com/office/drawing/2014/main" id="{6C36A5F8-95DE-40D3-93B3-F0878FD7AE0C}"/>
                </a:ext>
              </a:extLst>
            </p:cNvPr>
            <p:cNvSpPr/>
            <p:nvPr/>
          </p:nvSpPr>
          <p:spPr>
            <a:xfrm>
              <a:off x="8307437"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42" name="Freeform: Shape 2041">
              <a:extLst>
                <a:ext uri="{FF2B5EF4-FFF2-40B4-BE49-F238E27FC236}">
                  <a16:creationId xmlns:a16="http://schemas.microsoft.com/office/drawing/2014/main" id="{BEAE0BC1-3360-C275-B99F-086BCD6F5A72}"/>
                </a:ext>
              </a:extLst>
            </p:cNvPr>
            <p:cNvSpPr/>
            <p:nvPr/>
          </p:nvSpPr>
          <p:spPr>
            <a:xfrm>
              <a:off x="8421648"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43" name="Freeform: Shape 2042">
              <a:extLst>
                <a:ext uri="{FF2B5EF4-FFF2-40B4-BE49-F238E27FC236}">
                  <a16:creationId xmlns:a16="http://schemas.microsoft.com/office/drawing/2014/main" id="{DD245975-D722-577E-CD20-6B8A40E9B69D}"/>
                </a:ext>
              </a:extLst>
            </p:cNvPr>
            <p:cNvSpPr/>
            <p:nvPr/>
          </p:nvSpPr>
          <p:spPr>
            <a:xfrm>
              <a:off x="8535904"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44" name="Freeform: Shape 2043">
              <a:extLst>
                <a:ext uri="{FF2B5EF4-FFF2-40B4-BE49-F238E27FC236}">
                  <a16:creationId xmlns:a16="http://schemas.microsoft.com/office/drawing/2014/main" id="{C8D9D64E-0B3E-5B66-0F3C-42B0F6A4C374}"/>
                </a:ext>
              </a:extLst>
            </p:cNvPr>
            <p:cNvSpPr/>
            <p:nvPr/>
          </p:nvSpPr>
          <p:spPr>
            <a:xfrm>
              <a:off x="8650160"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45" name="Freeform: Shape 2044">
              <a:extLst>
                <a:ext uri="{FF2B5EF4-FFF2-40B4-BE49-F238E27FC236}">
                  <a16:creationId xmlns:a16="http://schemas.microsoft.com/office/drawing/2014/main" id="{E68E7774-733C-4E68-484A-AD21F32F3FDB}"/>
                </a:ext>
              </a:extLst>
            </p:cNvPr>
            <p:cNvSpPr/>
            <p:nvPr/>
          </p:nvSpPr>
          <p:spPr>
            <a:xfrm>
              <a:off x="8764416"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46" name="Freeform: Shape 2045">
              <a:extLst>
                <a:ext uri="{FF2B5EF4-FFF2-40B4-BE49-F238E27FC236}">
                  <a16:creationId xmlns:a16="http://schemas.microsoft.com/office/drawing/2014/main" id="{4E763D65-53DF-7139-BE8F-D6C71EF2C6D7}"/>
                </a:ext>
              </a:extLst>
            </p:cNvPr>
            <p:cNvSpPr/>
            <p:nvPr/>
          </p:nvSpPr>
          <p:spPr>
            <a:xfrm>
              <a:off x="8878671" y="194641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47" name="Freeform: Shape 2046">
              <a:extLst>
                <a:ext uri="{FF2B5EF4-FFF2-40B4-BE49-F238E27FC236}">
                  <a16:creationId xmlns:a16="http://schemas.microsoft.com/office/drawing/2014/main" id="{3C8A1726-E4AE-E58D-B165-562F26BA2C22}"/>
                </a:ext>
              </a:extLst>
            </p:cNvPr>
            <p:cNvSpPr/>
            <p:nvPr/>
          </p:nvSpPr>
          <p:spPr>
            <a:xfrm>
              <a:off x="8992927"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48" name="Freeform: Shape 2047">
              <a:extLst>
                <a:ext uri="{FF2B5EF4-FFF2-40B4-BE49-F238E27FC236}">
                  <a16:creationId xmlns:a16="http://schemas.microsoft.com/office/drawing/2014/main" id="{1571B69D-76BC-A60B-F0EA-DC8BB3171BEF}"/>
                </a:ext>
              </a:extLst>
            </p:cNvPr>
            <p:cNvSpPr/>
            <p:nvPr/>
          </p:nvSpPr>
          <p:spPr>
            <a:xfrm>
              <a:off x="9107183"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49" name="Freeform: Shape 2048">
              <a:extLst>
                <a:ext uri="{FF2B5EF4-FFF2-40B4-BE49-F238E27FC236}">
                  <a16:creationId xmlns:a16="http://schemas.microsoft.com/office/drawing/2014/main" id="{5C144FF9-D343-DB35-9F63-80E981475A00}"/>
                </a:ext>
              </a:extLst>
            </p:cNvPr>
            <p:cNvSpPr/>
            <p:nvPr/>
          </p:nvSpPr>
          <p:spPr>
            <a:xfrm>
              <a:off x="9221439"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50" name="Freeform: Shape 2049">
              <a:extLst>
                <a:ext uri="{FF2B5EF4-FFF2-40B4-BE49-F238E27FC236}">
                  <a16:creationId xmlns:a16="http://schemas.microsoft.com/office/drawing/2014/main" id="{F8C8892B-57DE-D73E-DCA2-8D97B18DD432}"/>
                </a:ext>
              </a:extLst>
            </p:cNvPr>
            <p:cNvSpPr/>
            <p:nvPr/>
          </p:nvSpPr>
          <p:spPr>
            <a:xfrm>
              <a:off x="9335695" y="194641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51" name="Freeform: Shape 2050">
              <a:extLst>
                <a:ext uri="{FF2B5EF4-FFF2-40B4-BE49-F238E27FC236}">
                  <a16:creationId xmlns:a16="http://schemas.microsoft.com/office/drawing/2014/main" id="{8560429F-E0E5-669B-A258-C716AC0EF1FC}"/>
                </a:ext>
              </a:extLst>
            </p:cNvPr>
            <p:cNvSpPr/>
            <p:nvPr/>
          </p:nvSpPr>
          <p:spPr>
            <a:xfrm>
              <a:off x="9449950"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52" name="Freeform: Shape 2051">
              <a:extLst>
                <a:ext uri="{FF2B5EF4-FFF2-40B4-BE49-F238E27FC236}">
                  <a16:creationId xmlns:a16="http://schemas.microsoft.com/office/drawing/2014/main" id="{F0E930F3-A99A-E2C5-4756-F23AA4D6F3C0}"/>
                </a:ext>
              </a:extLst>
            </p:cNvPr>
            <p:cNvSpPr/>
            <p:nvPr/>
          </p:nvSpPr>
          <p:spPr>
            <a:xfrm>
              <a:off x="9564206"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53" name="Freeform: Shape 2052">
              <a:extLst>
                <a:ext uri="{FF2B5EF4-FFF2-40B4-BE49-F238E27FC236}">
                  <a16:creationId xmlns:a16="http://schemas.microsoft.com/office/drawing/2014/main" id="{AD7E4753-6489-4164-6CEC-A4D1AC07106E}"/>
                </a:ext>
              </a:extLst>
            </p:cNvPr>
            <p:cNvSpPr/>
            <p:nvPr/>
          </p:nvSpPr>
          <p:spPr>
            <a:xfrm>
              <a:off x="9678418" y="194641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54" name="Freeform: Shape 2053">
              <a:extLst>
                <a:ext uri="{FF2B5EF4-FFF2-40B4-BE49-F238E27FC236}">
                  <a16:creationId xmlns:a16="http://schemas.microsoft.com/office/drawing/2014/main" id="{23F0500D-5D23-00B3-8519-9C4332C0869F}"/>
                </a:ext>
              </a:extLst>
            </p:cNvPr>
            <p:cNvSpPr/>
            <p:nvPr/>
          </p:nvSpPr>
          <p:spPr>
            <a:xfrm>
              <a:off x="9792674"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55" name="Freeform: Shape 2054">
              <a:extLst>
                <a:ext uri="{FF2B5EF4-FFF2-40B4-BE49-F238E27FC236}">
                  <a16:creationId xmlns:a16="http://schemas.microsoft.com/office/drawing/2014/main" id="{EE9DFA22-C868-6BC6-006A-1FBE8915EF60}"/>
                </a:ext>
              </a:extLst>
            </p:cNvPr>
            <p:cNvSpPr/>
            <p:nvPr/>
          </p:nvSpPr>
          <p:spPr>
            <a:xfrm>
              <a:off x="9906929"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56" name="Freeform: Shape 2055">
              <a:extLst>
                <a:ext uri="{FF2B5EF4-FFF2-40B4-BE49-F238E27FC236}">
                  <a16:creationId xmlns:a16="http://schemas.microsoft.com/office/drawing/2014/main" id="{29661F47-3FFF-42D1-5848-BFDA12D4A176}"/>
                </a:ext>
              </a:extLst>
            </p:cNvPr>
            <p:cNvSpPr/>
            <p:nvPr/>
          </p:nvSpPr>
          <p:spPr>
            <a:xfrm>
              <a:off x="10021185"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57" name="Freeform: Shape 2056">
              <a:extLst>
                <a:ext uri="{FF2B5EF4-FFF2-40B4-BE49-F238E27FC236}">
                  <a16:creationId xmlns:a16="http://schemas.microsoft.com/office/drawing/2014/main" id="{D840ECC6-5D29-B322-C3AD-39EDA852FB9A}"/>
                </a:ext>
              </a:extLst>
            </p:cNvPr>
            <p:cNvSpPr/>
            <p:nvPr/>
          </p:nvSpPr>
          <p:spPr>
            <a:xfrm>
              <a:off x="10135441"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58" name="Freeform: Shape 2057">
              <a:extLst>
                <a:ext uri="{FF2B5EF4-FFF2-40B4-BE49-F238E27FC236}">
                  <a16:creationId xmlns:a16="http://schemas.microsoft.com/office/drawing/2014/main" id="{FC6F062B-89A6-D99A-AC49-19EF1C6BED4A}"/>
                </a:ext>
              </a:extLst>
            </p:cNvPr>
            <p:cNvSpPr/>
            <p:nvPr/>
          </p:nvSpPr>
          <p:spPr>
            <a:xfrm>
              <a:off x="10249697"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59" name="Freeform: Shape 2058">
              <a:extLst>
                <a:ext uri="{FF2B5EF4-FFF2-40B4-BE49-F238E27FC236}">
                  <a16:creationId xmlns:a16="http://schemas.microsoft.com/office/drawing/2014/main" id="{807058AC-BE45-7E49-00AB-D9E46174A508}"/>
                </a:ext>
              </a:extLst>
            </p:cNvPr>
            <p:cNvSpPr/>
            <p:nvPr/>
          </p:nvSpPr>
          <p:spPr>
            <a:xfrm>
              <a:off x="10363952"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60" name="Freeform: Shape 2059">
              <a:extLst>
                <a:ext uri="{FF2B5EF4-FFF2-40B4-BE49-F238E27FC236}">
                  <a16:creationId xmlns:a16="http://schemas.microsoft.com/office/drawing/2014/main" id="{7AE57023-DF09-15B1-2DD9-610E5238BCF2}"/>
                </a:ext>
              </a:extLst>
            </p:cNvPr>
            <p:cNvSpPr/>
            <p:nvPr/>
          </p:nvSpPr>
          <p:spPr>
            <a:xfrm>
              <a:off x="10478208" y="194641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61" name="Freeform: Shape 2060">
              <a:extLst>
                <a:ext uri="{FF2B5EF4-FFF2-40B4-BE49-F238E27FC236}">
                  <a16:creationId xmlns:a16="http://schemas.microsoft.com/office/drawing/2014/main" id="{3644B257-8783-A48C-DB37-FC298335D26D}"/>
                </a:ext>
              </a:extLst>
            </p:cNvPr>
            <p:cNvSpPr/>
            <p:nvPr/>
          </p:nvSpPr>
          <p:spPr>
            <a:xfrm>
              <a:off x="10592464"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62" name="Freeform: Shape 2061">
              <a:extLst>
                <a:ext uri="{FF2B5EF4-FFF2-40B4-BE49-F238E27FC236}">
                  <a16:creationId xmlns:a16="http://schemas.microsoft.com/office/drawing/2014/main" id="{3A7245E0-A48D-6517-DB9C-B73C1D4FDBA3}"/>
                </a:ext>
              </a:extLst>
            </p:cNvPr>
            <p:cNvSpPr/>
            <p:nvPr/>
          </p:nvSpPr>
          <p:spPr>
            <a:xfrm>
              <a:off x="10706720"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63" name="Freeform: Shape 2062">
              <a:extLst>
                <a:ext uri="{FF2B5EF4-FFF2-40B4-BE49-F238E27FC236}">
                  <a16:creationId xmlns:a16="http://schemas.microsoft.com/office/drawing/2014/main" id="{06A21B6E-5146-6C72-E668-3DD5D2622BF6}"/>
                </a:ext>
              </a:extLst>
            </p:cNvPr>
            <p:cNvSpPr/>
            <p:nvPr/>
          </p:nvSpPr>
          <p:spPr>
            <a:xfrm>
              <a:off x="10820976" y="1946416"/>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64" name="Freeform: Shape 2063">
              <a:extLst>
                <a:ext uri="{FF2B5EF4-FFF2-40B4-BE49-F238E27FC236}">
                  <a16:creationId xmlns:a16="http://schemas.microsoft.com/office/drawing/2014/main" id="{B2B575B9-3BBB-B5D0-5DD8-04C4598952F0}"/>
                </a:ext>
              </a:extLst>
            </p:cNvPr>
            <p:cNvSpPr/>
            <p:nvPr/>
          </p:nvSpPr>
          <p:spPr>
            <a:xfrm>
              <a:off x="10935231"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65" name="Freeform: Shape 2064">
              <a:extLst>
                <a:ext uri="{FF2B5EF4-FFF2-40B4-BE49-F238E27FC236}">
                  <a16:creationId xmlns:a16="http://schemas.microsoft.com/office/drawing/2014/main" id="{0FDC8544-0487-51B3-A1CB-2EB417796DC5}"/>
                </a:ext>
              </a:extLst>
            </p:cNvPr>
            <p:cNvSpPr/>
            <p:nvPr/>
          </p:nvSpPr>
          <p:spPr>
            <a:xfrm>
              <a:off x="11049443"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66" name="Freeform: Shape 2065">
              <a:extLst>
                <a:ext uri="{FF2B5EF4-FFF2-40B4-BE49-F238E27FC236}">
                  <a16:creationId xmlns:a16="http://schemas.microsoft.com/office/drawing/2014/main" id="{987E908D-0819-0DFF-5215-1DEF91CBEA2B}"/>
                </a:ext>
              </a:extLst>
            </p:cNvPr>
            <p:cNvSpPr/>
            <p:nvPr/>
          </p:nvSpPr>
          <p:spPr>
            <a:xfrm>
              <a:off x="11163699" y="1946416"/>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67" name="Freeform: Shape 2066">
              <a:extLst>
                <a:ext uri="{FF2B5EF4-FFF2-40B4-BE49-F238E27FC236}">
                  <a16:creationId xmlns:a16="http://schemas.microsoft.com/office/drawing/2014/main" id="{168F3018-9556-0F7C-5174-AF50A91A83D5}"/>
                </a:ext>
              </a:extLst>
            </p:cNvPr>
            <p:cNvSpPr/>
            <p:nvPr/>
          </p:nvSpPr>
          <p:spPr>
            <a:xfrm>
              <a:off x="11277955"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68" name="Freeform: Shape 2067">
              <a:extLst>
                <a:ext uri="{FF2B5EF4-FFF2-40B4-BE49-F238E27FC236}">
                  <a16:creationId xmlns:a16="http://schemas.microsoft.com/office/drawing/2014/main" id="{B7207FA7-43A4-2ED8-5A93-30C1BBC1CA58}"/>
                </a:ext>
              </a:extLst>
            </p:cNvPr>
            <p:cNvSpPr/>
            <p:nvPr/>
          </p:nvSpPr>
          <p:spPr>
            <a:xfrm>
              <a:off x="11392210"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69" name="Freeform: Shape 2068">
              <a:extLst>
                <a:ext uri="{FF2B5EF4-FFF2-40B4-BE49-F238E27FC236}">
                  <a16:creationId xmlns:a16="http://schemas.microsoft.com/office/drawing/2014/main" id="{3FA4FC48-738C-06CD-E9CE-E18BC52289C6}"/>
                </a:ext>
              </a:extLst>
            </p:cNvPr>
            <p:cNvSpPr/>
            <p:nvPr/>
          </p:nvSpPr>
          <p:spPr>
            <a:xfrm>
              <a:off x="11506466" y="1946416"/>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70" name="Freeform: Shape 2069">
              <a:extLst>
                <a:ext uri="{FF2B5EF4-FFF2-40B4-BE49-F238E27FC236}">
                  <a16:creationId xmlns:a16="http://schemas.microsoft.com/office/drawing/2014/main" id="{2C0132CC-794F-373A-78D4-1FEC23A61355}"/>
                </a:ext>
              </a:extLst>
            </p:cNvPr>
            <p:cNvSpPr/>
            <p:nvPr/>
          </p:nvSpPr>
          <p:spPr>
            <a:xfrm>
              <a:off x="11620722"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71" name="Freeform: Shape 2070">
              <a:extLst>
                <a:ext uri="{FF2B5EF4-FFF2-40B4-BE49-F238E27FC236}">
                  <a16:creationId xmlns:a16="http://schemas.microsoft.com/office/drawing/2014/main" id="{7D909CD9-5CB1-0B9F-412E-596A679D3372}"/>
                </a:ext>
              </a:extLst>
            </p:cNvPr>
            <p:cNvSpPr/>
            <p:nvPr/>
          </p:nvSpPr>
          <p:spPr>
            <a:xfrm>
              <a:off x="11734978"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72" name="Freeform: Shape 2071">
              <a:extLst>
                <a:ext uri="{FF2B5EF4-FFF2-40B4-BE49-F238E27FC236}">
                  <a16:creationId xmlns:a16="http://schemas.microsoft.com/office/drawing/2014/main" id="{DB71E206-A611-81BA-8F78-E47FAC49CF26}"/>
                </a:ext>
              </a:extLst>
            </p:cNvPr>
            <p:cNvSpPr/>
            <p:nvPr/>
          </p:nvSpPr>
          <p:spPr>
            <a:xfrm>
              <a:off x="11849233"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73" name="Freeform: Shape 2072">
              <a:extLst>
                <a:ext uri="{FF2B5EF4-FFF2-40B4-BE49-F238E27FC236}">
                  <a16:creationId xmlns:a16="http://schemas.microsoft.com/office/drawing/2014/main" id="{9E7B460C-89B1-78CB-9474-929F4068DDFD}"/>
                </a:ext>
              </a:extLst>
            </p:cNvPr>
            <p:cNvSpPr/>
            <p:nvPr/>
          </p:nvSpPr>
          <p:spPr>
            <a:xfrm>
              <a:off x="11963489" y="194641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74" name="Freeform: Shape 2073">
              <a:extLst>
                <a:ext uri="{FF2B5EF4-FFF2-40B4-BE49-F238E27FC236}">
                  <a16:creationId xmlns:a16="http://schemas.microsoft.com/office/drawing/2014/main" id="{A9F42E71-C7A4-84B3-BAB7-FF1E1B7A0323}"/>
                </a:ext>
              </a:extLst>
            </p:cNvPr>
            <p:cNvSpPr/>
            <p:nvPr/>
          </p:nvSpPr>
          <p:spPr>
            <a:xfrm>
              <a:off x="12077745" y="1946416"/>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75" name="Freeform: Shape 2074">
              <a:extLst>
                <a:ext uri="{FF2B5EF4-FFF2-40B4-BE49-F238E27FC236}">
                  <a16:creationId xmlns:a16="http://schemas.microsoft.com/office/drawing/2014/main" id="{BDC86DC6-2DE7-0188-384E-CDEE23B3FEC4}"/>
                </a:ext>
              </a:extLst>
            </p:cNvPr>
            <p:cNvSpPr/>
            <p:nvPr/>
          </p:nvSpPr>
          <p:spPr>
            <a:xfrm>
              <a:off x="7279135" y="206067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76" name="Freeform: Shape 2075">
              <a:extLst>
                <a:ext uri="{FF2B5EF4-FFF2-40B4-BE49-F238E27FC236}">
                  <a16:creationId xmlns:a16="http://schemas.microsoft.com/office/drawing/2014/main" id="{E0447152-8CF4-AAAF-2820-6948D3CAE15F}"/>
                </a:ext>
              </a:extLst>
            </p:cNvPr>
            <p:cNvSpPr/>
            <p:nvPr/>
          </p:nvSpPr>
          <p:spPr>
            <a:xfrm>
              <a:off x="7393391"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77" name="Freeform: Shape 2076">
              <a:extLst>
                <a:ext uri="{FF2B5EF4-FFF2-40B4-BE49-F238E27FC236}">
                  <a16:creationId xmlns:a16="http://schemas.microsoft.com/office/drawing/2014/main" id="{D791F76E-0289-6A2E-1A7A-8D425562B9E4}"/>
                </a:ext>
              </a:extLst>
            </p:cNvPr>
            <p:cNvSpPr/>
            <p:nvPr/>
          </p:nvSpPr>
          <p:spPr>
            <a:xfrm>
              <a:off x="7507646"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78" name="Freeform: Shape 2077">
              <a:extLst>
                <a:ext uri="{FF2B5EF4-FFF2-40B4-BE49-F238E27FC236}">
                  <a16:creationId xmlns:a16="http://schemas.microsoft.com/office/drawing/2014/main" id="{53E7841B-FD2B-A638-E96E-EB035E9E490A}"/>
                </a:ext>
              </a:extLst>
            </p:cNvPr>
            <p:cNvSpPr/>
            <p:nvPr/>
          </p:nvSpPr>
          <p:spPr>
            <a:xfrm>
              <a:off x="7621902"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79" name="Freeform: Shape 2078">
              <a:extLst>
                <a:ext uri="{FF2B5EF4-FFF2-40B4-BE49-F238E27FC236}">
                  <a16:creationId xmlns:a16="http://schemas.microsoft.com/office/drawing/2014/main" id="{8ED0C2D5-D3D2-5EC6-73A0-62C1012673DA}"/>
                </a:ext>
              </a:extLst>
            </p:cNvPr>
            <p:cNvSpPr/>
            <p:nvPr/>
          </p:nvSpPr>
          <p:spPr>
            <a:xfrm>
              <a:off x="7736158" y="206067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80" name="Freeform: Shape 2079">
              <a:extLst>
                <a:ext uri="{FF2B5EF4-FFF2-40B4-BE49-F238E27FC236}">
                  <a16:creationId xmlns:a16="http://schemas.microsoft.com/office/drawing/2014/main" id="{D45D7C8B-92EE-06E3-C8D1-970E84F36115}"/>
                </a:ext>
              </a:extLst>
            </p:cNvPr>
            <p:cNvSpPr/>
            <p:nvPr/>
          </p:nvSpPr>
          <p:spPr>
            <a:xfrm>
              <a:off x="7850414"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81" name="Freeform: Shape 2080">
              <a:extLst>
                <a:ext uri="{FF2B5EF4-FFF2-40B4-BE49-F238E27FC236}">
                  <a16:creationId xmlns:a16="http://schemas.microsoft.com/office/drawing/2014/main" id="{6DA36826-46CF-3CE6-5F95-73C9D8003297}"/>
                </a:ext>
              </a:extLst>
            </p:cNvPr>
            <p:cNvSpPr/>
            <p:nvPr/>
          </p:nvSpPr>
          <p:spPr>
            <a:xfrm>
              <a:off x="7964669"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82" name="Freeform: Shape 2081">
              <a:extLst>
                <a:ext uri="{FF2B5EF4-FFF2-40B4-BE49-F238E27FC236}">
                  <a16:creationId xmlns:a16="http://schemas.microsoft.com/office/drawing/2014/main" id="{29A873BF-E7CB-9AEB-2A04-2B8A24BB9494}"/>
                </a:ext>
              </a:extLst>
            </p:cNvPr>
            <p:cNvSpPr/>
            <p:nvPr/>
          </p:nvSpPr>
          <p:spPr>
            <a:xfrm>
              <a:off x="8078925" y="206067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83" name="Freeform: Shape 2082">
              <a:extLst>
                <a:ext uri="{FF2B5EF4-FFF2-40B4-BE49-F238E27FC236}">
                  <a16:creationId xmlns:a16="http://schemas.microsoft.com/office/drawing/2014/main" id="{370C35DF-3625-3582-F771-D2E75AACD57A}"/>
                </a:ext>
              </a:extLst>
            </p:cNvPr>
            <p:cNvSpPr/>
            <p:nvPr/>
          </p:nvSpPr>
          <p:spPr>
            <a:xfrm>
              <a:off x="8193181"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84" name="Freeform: Shape 2083">
              <a:extLst>
                <a:ext uri="{FF2B5EF4-FFF2-40B4-BE49-F238E27FC236}">
                  <a16:creationId xmlns:a16="http://schemas.microsoft.com/office/drawing/2014/main" id="{B07EBF1E-4B05-2211-7A24-02A0A4B72A0F}"/>
                </a:ext>
              </a:extLst>
            </p:cNvPr>
            <p:cNvSpPr/>
            <p:nvPr/>
          </p:nvSpPr>
          <p:spPr>
            <a:xfrm>
              <a:off x="8307437"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85" name="Freeform: Shape 2084">
              <a:extLst>
                <a:ext uri="{FF2B5EF4-FFF2-40B4-BE49-F238E27FC236}">
                  <a16:creationId xmlns:a16="http://schemas.microsoft.com/office/drawing/2014/main" id="{644288B9-E4D5-B1B5-B13E-7FEE1B4B5FF7}"/>
                </a:ext>
              </a:extLst>
            </p:cNvPr>
            <p:cNvSpPr/>
            <p:nvPr/>
          </p:nvSpPr>
          <p:spPr>
            <a:xfrm>
              <a:off x="8421648"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86" name="Freeform: Shape 2085">
              <a:extLst>
                <a:ext uri="{FF2B5EF4-FFF2-40B4-BE49-F238E27FC236}">
                  <a16:creationId xmlns:a16="http://schemas.microsoft.com/office/drawing/2014/main" id="{7CB07E46-0A6C-F8A1-EFE0-4C9A4B932B80}"/>
                </a:ext>
              </a:extLst>
            </p:cNvPr>
            <p:cNvSpPr/>
            <p:nvPr/>
          </p:nvSpPr>
          <p:spPr>
            <a:xfrm>
              <a:off x="8535904"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87" name="Freeform: Shape 2086">
              <a:extLst>
                <a:ext uri="{FF2B5EF4-FFF2-40B4-BE49-F238E27FC236}">
                  <a16:creationId xmlns:a16="http://schemas.microsoft.com/office/drawing/2014/main" id="{AA266570-F6D3-2D77-4384-5BFB6B0F6971}"/>
                </a:ext>
              </a:extLst>
            </p:cNvPr>
            <p:cNvSpPr/>
            <p:nvPr/>
          </p:nvSpPr>
          <p:spPr>
            <a:xfrm>
              <a:off x="8650160"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88" name="Freeform: Shape 2087">
              <a:extLst>
                <a:ext uri="{FF2B5EF4-FFF2-40B4-BE49-F238E27FC236}">
                  <a16:creationId xmlns:a16="http://schemas.microsoft.com/office/drawing/2014/main" id="{4ACA7307-0F9B-EB0B-C851-0DBD42E7C118}"/>
                </a:ext>
              </a:extLst>
            </p:cNvPr>
            <p:cNvSpPr/>
            <p:nvPr/>
          </p:nvSpPr>
          <p:spPr>
            <a:xfrm>
              <a:off x="8764416"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89" name="Freeform: Shape 2088">
              <a:extLst>
                <a:ext uri="{FF2B5EF4-FFF2-40B4-BE49-F238E27FC236}">
                  <a16:creationId xmlns:a16="http://schemas.microsoft.com/office/drawing/2014/main" id="{8DB04EAA-DED7-2AA7-5471-90F8C85539DC}"/>
                </a:ext>
              </a:extLst>
            </p:cNvPr>
            <p:cNvSpPr/>
            <p:nvPr/>
          </p:nvSpPr>
          <p:spPr>
            <a:xfrm>
              <a:off x="8878671" y="206067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90" name="Freeform: Shape 2089">
              <a:extLst>
                <a:ext uri="{FF2B5EF4-FFF2-40B4-BE49-F238E27FC236}">
                  <a16:creationId xmlns:a16="http://schemas.microsoft.com/office/drawing/2014/main" id="{FAFFF6F7-1276-2752-3CE0-C4D2AEFE9297}"/>
                </a:ext>
              </a:extLst>
            </p:cNvPr>
            <p:cNvSpPr/>
            <p:nvPr/>
          </p:nvSpPr>
          <p:spPr>
            <a:xfrm>
              <a:off x="8992927"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91" name="Freeform: Shape 2090">
              <a:extLst>
                <a:ext uri="{FF2B5EF4-FFF2-40B4-BE49-F238E27FC236}">
                  <a16:creationId xmlns:a16="http://schemas.microsoft.com/office/drawing/2014/main" id="{0C9EEA76-87EE-70D6-C04B-52A9F42C37E0}"/>
                </a:ext>
              </a:extLst>
            </p:cNvPr>
            <p:cNvSpPr/>
            <p:nvPr/>
          </p:nvSpPr>
          <p:spPr>
            <a:xfrm>
              <a:off x="9107183"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92" name="Freeform: Shape 2091">
              <a:extLst>
                <a:ext uri="{FF2B5EF4-FFF2-40B4-BE49-F238E27FC236}">
                  <a16:creationId xmlns:a16="http://schemas.microsoft.com/office/drawing/2014/main" id="{B79859C6-1177-4129-249E-EAFFD469C842}"/>
                </a:ext>
              </a:extLst>
            </p:cNvPr>
            <p:cNvSpPr/>
            <p:nvPr/>
          </p:nvSpPr>
          <p:spPr>
            <a:xfrm>
              <a:off x="9221439"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93" name="Freeform: Shape 2092">
              <a:extLst>
                <a:ext uri="{FF2B5EF4-FFF2-40B4-BE49-F238E27FC236}">
                  <a16:creationId xmlns:a16="http://schemas.microsoft.com/office/drawing/2014/main" id="{80114267-7DD7-186C-17FD-94884A837A7C}"/>
                </a:ext>
              </a:extLst>
            </p:cNvPr>
            <p:cNvSpPr/>
            <p:nvPr/>
          </p:nvSpPr>
          <p:spPr>
            <a:xfrm>
              <a:off x="9335695" y="206067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94" name="Freeform: Shape 2093">
              <a:extLst>
                <a:ext uri="{FF2B5EF4-FFF2-40B4-BE49-F238E27FC236}">
                  <a16:creationId xmlns:a16="http://schemas.microsoft.com/office/drawing/2014/main" id="{1E65F9E1-7847-C580-71BB-546D9B3D7A23}"/>
                </a:ext>
              </a:extLst>
            </p:cNvPr>
            <p:cNvSpPr/>
            <p:nvPr/>
          </p:nvSpPr>
          <p:spPr>
            <a:xfrm>
              <a:off x="9449950"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95" name="Freeform: Shape 2094">
              <a:extLst>
                <a:ext uri="{FF2B5EF4-FFF2-40B4-BE49-F238E27FC236}">
                  <a16:creationId xmlns:a16="http://schemas.microsoft.com/office/drawing/2014/main" id="{8B4B6AA0-F755-641C-28C8-DFBE09E760A7}"/>
                </a:ext>
              </a:extLst>
            </p:cNvPr>
            <p:cNvSpPr/>
            <p:nvPr/>
          </p:nvSpPr>
          <p:spPr>
            <a:xfrm>
              <a:off x="9564206"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96" name="Freeform: Shape 2095">
              <a:extLst>
                <a:ext uri="{FF2B5EF4-FFF2-40B4-BE49-F238E27FC236}">
                  <a16:creationId xmlns:a16="http://schemas.microsoft.com/office/drawing/2014/main" id="{5AD3B99E-AD96-875C-3CB6-583C40190A46}"/>
                </a:ext>
              </a:extLst>
            </p:cNvPr>
            <p:cNvSpPr/>
            <p:nvPr/>
          </p:nvSpPr>
          <p:spPr>
            <a:xfrm>
              <a:off x="9678418" y="206067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97" name="Freeform: Shape 2096">
              <a:extLst>
                <a:ext uri="{FF2B5EF4-FFF2-40B4-BE49-F238E27FC236}">
                  <a16:creationId xmlns:a16="http://schemas.microsoft.com/office/drawing/2014/main" id="{90C7EC06-E030-F3D5-DEF5-277E96D48386}"/>
                </a:ext>
              </a:extLst>
            </p:cNvPr>
            <p:cNvSpPr/>
            <p:nvPr/>
          </p:nvSpPr>
          <p:spPr>
            <a:xfrm>
              <a:off x="9792674"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98" name="Freeform: Shape 2097">
              <a:extLst>
                <a:ext uri="{FF2B5EF4-FFF2-40B4-BE49-F238E27FC236}">
                  <a16:creationId xmlns:a16="http://schemas.microsoft.com/office/drawing/2014/main" id="{48FD9665-6955-5580-E4AF-9FBEC0E6AC32}"/>
                </a:ext>
              </a:extLst>
            </p:cNvPr>
            <p:cNvSpPr/>
            <p:nvPr/>
          </p:nvSpPr>
          <p:spPr>
            <a:xfrm>
              <a:off x="9906929"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099" name="Freeform: Shape 2098">
              <a:extLst>
                <a:ext uri="{FF2B5EF4-FFF2-40B4-BE49-F238E27FC236}">
                  <a16:creationId xmlns:a16="http://schemas.microsoft.com/office/drawing/2014/main" id="{88BDE292-04BE-78FC-5042-8E24D5DC24C4}"/>
                </a:ext>
              </a:extLst>
            </p:cNvPr>
            <p:cNvSpPr/>
            <p:nvPr/>
          </p:nvSpPr>
          <p:spPr>
            <a:xfrm>
              <a:off x="10021185"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00" name="Freeform: Shape 2099">
              <a:extLst>
                <a:ext uri="{FF2B5EF4-FFF2-40B4-BE49-F238E27FC236}">
                  <a16:creationId xmlns:a16="http://schemas.microsoft.com/office/drawing/2014/main" id="{0FA132C0-8D89-C529-0D0F-4EED0A3C2B07}"/>
                </a:ext>
              </a:extLst>
            </p:cNvPr>
            <p:cNvSpPr/>
            <p:nvPr/>
          </p:nvSpPr>
          <p:spPr>
            <a:xfrm>
              <a:off x="10135441"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01" name="Freeform: Shape 2100">
              <a:extLst>
                <a:ext uri="{FF2B5EF4-FFF2-40B4-BE49-F238E27FC236}">
                  <a16:creationId xmlns:a16="http://schemas.microsoft.com/office/drawing/2014/main" id="{B5AA9BEA-A82C-F957-76BE-C47329F0B161}"/>
                </a:ext>
              </a:extLst>
            </p:cNvPr>
            <p:cNvSpPr/>
            <p:nvPr/>
          </p:nvSpPr>
          <p:spPr>
            <a:xfrm>
              <a:off x="10249697"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02" name="Freeform: Shape 2101">
              <a:extLst>
                <a:ext uri="{FF2B5EF4-FFF2-40B4-BE49-F238E27FC236}">
                  <a16:creationId xmlns:a16="http://schemas.microsoft.com/office/drawing/2014/main" id="{BCFB1F04-E51D-AA59-8FEC-854A9A778047}"/>
                </a:ext>
              </a:extLst>
            </p:cNvPr>
            <p:cNvSpPr/>
            <p:nvPr/>
          </p:nvSpPr>
          <p:spPr>
            <a:xfrm>
              <a:off x="10363952"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03" name="Freeform: Shape 2102">
              <a:extLst>
                <a:ext uri="{FF2B5EF4-FFF2-40B4-BE49-F238E27FC236}">
                  <a16:creationId xmlns:a16="http://schemas.microsoft.com/office/drawing/2014/main" id="{B7224032-3891-55BD-FC7C-FE66D975350B}"/>
                </a:ext>
              </a:extLst>
            </p:cNvPr>
            <p:cNvSpPr/>
            <p:nvPr/>
          </p:nvSpPr>
          <p:spPr>
            <a:xfrm>
              <a:off x="10478208" y="206067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04" name="Freeform: Shape 2103">
              <a:extLst>
                <a:ext uri="{FF2B5EF4-FFF2-40B4-BE49-F238E27FC236}">
                  <a16:creationId xmlns:a16="http://schemas.microsoft.com/office/drawing/2014/main" id="{19C787EE-927A-4156-07ED-F3EB8CC840C9}"/>
                </a:ext>
              </a:extLst>
            </p:cNvPr>
            <p:cNvSpPr/>
            <p:nvPr/>
          </p:nvSpPr>
          <p:spPr>
            <a:xfrm>
              <a:off x="10592464"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05" name="Freeform: Shape 2104">
              <a:extLst>
                <a:ext uri="{FF2B5EF4-FFF2-40B4-BE49-F238E27FC236}">
                  <a16:creationId xmlns:a16="http://schemas.microsoft.com/office/drawing/2014/main" id="{3A63A0DC-792D-8EF2-8FD5-E3E1388E82A5}"/>
                </a:ext>
              </a:extLst>
            </p:cNvPr>
            <p:cNvSpPr/>
            <p:nvPr/>
          </p:nvSpPr>
          <p:spPr>
            <a:xfrm>
              <a:off x="10706720"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06" name="Freeform: Shape 2105">
              <a:extLst>
                <a:ext uri="{FF2B5EF4-FFF2-40B4-BE49-F238E27FC236}">
                  <a16:creationId xmlns:a16="http://schemas.microsoft.com/office/drawing/2014/main" id="{615E5984-20C1-9617-D18C-80DF3723B26E}"/>
                </a:ext>
              </a:extLst>
            </p:cNvPr>
            <p:cNvSpPr/>
            <p:nvPr/>
          </p:nvSpPr>
          <p:spPr>
            <a:xfrm>
              <a:off x="10820976" y="2060672"/>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07" name="Freeform: Shape 2106">
              <a:extLst>
                <a:ext uri="{FF2B5EF4-FFF2-40B4-BE49-F238E27FC236}">
                  <a16:creationId xmlns:a16="http://schemas.microsoft.com/office/drawing/2014/main" id="{AE9CAAA9-4001-3574-55DC-6D1E1E1A79B5}"/>
                </a:ext>
              </a:extLst>
            </p:cNvPr>
            <p:cNvSpPr/>
            <p:nvPr/>
          </p:nvSpPr>
          <p:spPr>
            <a:xfrm>
              <a:off x="10935231"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08" name="Freeform: Shape 2107">
              <a:extLst>
                <a:ext uri="{FF2B5EF4-FFF2-40B4-BE49-F238E27FC236}">
                  <a16:creationId xmlns:a16="http://schemas.microsoft.com/office/drawing/2014/main" id="{86F0D581-06D6-DA4F-263D-2BFC61E62AB6}"/>
                </a:ext>
              </a:extLst>
            </p:cNvPr>
            <p:cNvSpPr/>
            <p:nvPr/>
          </p:nvSpPr>
          <p:spPr>
            <a:xfrm>
              <a:off x="11049443"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09" name="Freeform: Shape 2108">
              <a:extLst>
                <a:ext uri="{FF2B5EF4-FFF2-40B4-BE49-F238E27FC236}">
                  <a16:creationId xmlns:a16="http://schemas.microsoft.com/office/drawing/2014/main" id="{D6060616-A1E3-4B6F-5952-47A8BB42F762}"/>
                </a:ext>
              </a:extLst>
            </p:cNvPr>
            <p:cNvSpPr/>
            <p:nvPr/>
          </p:nvSpPr>
          <p:spPr>
            <a:xfrm>
              <a:off x="11163699" y="2060672"/>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10" name="Freeform: Shape 2109">
              <a:extLst>
                <a:ext uri="{FF2B5EF4-FFF2-40B4-BE49-F238E27FC236}">
                  <a16:creationId xmlns:a16="http://schemas.microsoft.com/office/drawing/2014/main" id="{8359D867-35F0-2B1C-0819-7E45CC4C300B}"/>
                </a:ext>
              </a:extLst>
            </p:cNvPr>
            <p:cNvSpPr/>
            <p:nvPr/>
          </p:nvSpPr>
          <p:spPr>
            <a:xfrm>
              <a:off x="11277955"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11" name="Freeform: Shape 2110">
              <a:extLst>
                <a:ext uri="{FF2B5EF4-FFF2-40B4-BE49-F238E27FC236}">
                  <a16:creationId xmlns:a16="http://schemas.microsoft.com/office/drawing/2014/main" id="{FD1AAAFE-5B4D-77FE-1C97-5BD225B385C8}"/>
                </a:ext>
              </a:extLst>
            </p:cNvPr>
            <p:cNvSpPr/>
            <p:nvPr/>
          </p:nvSpPr>
          <p:spPr>
            <a:xfrm>
              <a:off x="11392210"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12" name="Freeform: Shape 2111">
              <a:extLst>
                <a:ext uri="{FF2B5EF4-FFF2-40B4-BE49-F238E27FC236}">
                  <a16:creationId xmlns:a16="http://schemas.microsoft.com/office/drawing/2014/main" id="{CFB42311-1B45-DB18-112C-6F3267163FC8}"/>
                </a:ext>
              </a:extLst>
            </p:cNvPr>
            <p:cNvSpPr/>
            <p:nvPr/>
          </p:nvSpPr>
          <p:spPr>
            <a:xfrm>
              <a:off x="11506466" y="2060672"/>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13" name="Freeform: Shape 2112">
              <a:extLst>
                <a:ext uri="{FF2B5EF4-FFF2-40B4-BE49-F238E27FC236}">
                  <a16:creationId xmlns:a16="http://schemas.microsoft.com/office/drawing/2014/main" id="{3A24DAC7-3A23-E756-40A6-BE5117C1FB21}"/>
                </a:ext>
              </a:extLst>
            </p:cNvPr>
            <p:cNvSpPr/>
            <p:nvPr/>
          </p:nvSpPr>
          <p:spPr>
            <a:xfrm>
              <a:off x="11620722"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14" name="Freeform: Shape 2113">
              <a:extLst>
                <a:ext uri="{FF2B5EF4-FFF2-40B4-BE49-F238E27FC236}">
                  <a16:creationId xmlns:a16="http://schemas.microsoft.com/office/drawing/2014/main" id="{B25E678D-DCFD-9002-61D0-02879B2F2C1C}"/>
                </a:ext>
              </a:extLst>
            </p:cNvPr>
            <p:cNvSpPr/>
            <p:nvPr/>
          </p:nvSpPr>
          <p:spPr>
            <a:xfrm>
              <a:off x="11734978"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15" name="Freeform: Shape 2114">
              <a:extLst>
                <a:ext uri="{FF2B5EF4-FFF2-40B4-BE49-F238E27FC236}">
                  <a16:creationId xmlns:a16="http://schemas.microsoft.com/office/drawing/2014/main" id="{BE1E9425-DE35-1797-B871-970AF26940F4}"/>
                </a:ext>
              </a:extLst>
            </p:cNvPr>
            <p:cNvSpPr/>
            <p:nvPr/>
          </p:nvSpPr>
          <p:spPr>
            <a:xfrm>
              <a:off x="11849233"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16" name="Freeform: Shape 2115">
              <a:extLst>
                <a:ext uri="{FF2B5EF4-FFF2-40B4-BE49-F238E27FC236}">
                  <a16:creationId xmlns:a16="http://schemas.microsoft.com/office/drawing/2014/main" id="{11884A7B-E865-C7B2-2DDA-41E4EFCF25A6}"/>
                </a:ext>
              </a:extLst>
            </p:cNvPr>
            <p:cNvSpPr/>
            <p:nvPr/>
          </p:nvSpPr>
          <p:spPr>
            <a:xfrm>
              <a:off x="11963489" y="206067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17" name="Freeform: Shape 2116">
              <a:extLst>
                <a:ext uri="{FF2B5EF4-FFF2-40B4-BE49-F238E27FC236}">
                  <a16:creationId xmlns:a16="http://schemas.microsoft.com/office/drawing/2014/main" id="{77D26A05-C752-00EE-D811-53B536CEDFDB}"/>
                </a:ext>
              </a:extLst>
            </p:cNvPr>
            <p:cNvSpPr/>
            <p:nvPr/>
          </p:nvSpPr>
          <p:spPr>
            <a:xfrm>
              <a:off x="12077745" y="2060672"/>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18" name="Freeform: Shape 2117">
              <a:extLst>
                <a:ext uri="{FF2B5EF4-FFF2-40B4-BE49-F238E27FC236}">
                  <a16:creationId xmlns:a16="http://schemas.microsoft.com/office/drawing/2014/main" id="{B549517A-2C25-A9BC-CB2C-383C459C09AD}"/>
                </a:ext>
              </a:extLst>
            </p:cNvPr>
            <p:cNvSpPr/>
            <p:nvPr/>
          </p:nvSpPr>
          <p:spPr>
            <a:xfrm>
              <a:off x="7279135" y="217492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19" name="Freeform: Shape 2118">
              <a:extLst>
                <a:ext uri="{FF2B5EF4-FFF2-40B4-BE49-F238E27FC236}">
                  <a16:creationId xmlns:a16="http://schemas.microsoft.com/office/drawing/2014/main" id="{ED75E30F-B47E-37C6-D4EE-F669E0C36948}"/>
                </a:ext>
              </a:extLst>
            </p:cNvPr>
            <p:cNvSpPr/>
            <p:nvPr/>
          </p:nvSpPr>
          <p:spPr>
            <a:xfrm>
              <a:off x="7393391"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20" name="Freeform: Shape 2119">
              <a:extLst>
                <a:ext uri="{FF2B5EF4-FFF2-40B4-BE49-F238E27FC236}">
                  <a16:creationId xmlns:a16="http://schemas.microsoft.com/office/drawing/2014/main" id="{5CD0A266-76A5-A983-9C24-41F099BA6502}"/>
                </a:ext>
              </a:extLst>
            </p:cNvPr>
            <p:cNvSpPr/>
            <p:nvPr/>
          </p:nvSpPr>
          <p:spPr>
            <a:xfrm>
              <a:off x="7507646"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21" name="Freeform: Shape 2120">
              <a:extLst>
                <a:ext uri="{FF2B5EF4-FFF2-40B4-BE49-F238E27FC236}">
                  <a16:creationId xmlns:a16="http://schemas.microsoft.com/office/drawing/2014/main" id="{D8DB6C00-CA16-EA2F-94EC-F5A34B17CC26}"/>
                </a:ext>
              </a:extLst>
            </p:cNvPr>
            <p:cNvSpPr/>
            <p:nvPr/>
          </p:nvSpPr>
          <p:spPr>
            <a:xfrm>
              <a:off x="7621902"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22" name="Freeform: Shape 2121">
              <a:extLst>
                <a:ext uri="{FF2B5EF4-FFF2-40B4-BE49-F238E27FC236}">
                  <a16:creationId xmlns:a16="http://schemas.microsoft.com/office/drawing/2014/main" id="{746427D4-1A9F-5D90-607C-906488A57EF9}"/>
                </a:ext>
              </a:extLst>
            </p:cNvPr>
            <p:cNvSpPr/>
            <p:nvPr/>
          </p:nvSpPr>
          <p:spPr>
            <a:xfrm>
              <a:off x="7736158" y="217492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23" name="Freeform: Shape 2122">
              <a:extLst>
                <a:ext uri="{FF2B5EF4-FFF2-40B4-BE49-F238E27FC236}">
                  <a16:creationId xmlns:a16="http://schemas.microsoft.com/office/drawing/2014/main" id="{D3F1C890-ABDD-55FB-5C29-0D486F0FE2EE}"/>
                </a:ext>
              </a:extLst>
            </p:cNvPr>
            <p:cNvSpPr/>
            <p:nvPr/>
          </p:nvSpPr>
          <p:spPr>
            <a:xfrm>
              <a:off x="7850414"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24" name="Freeform: Shape 2123">
              <a:extLst>
                <a:ext uri="{FF2B5EF4-FFF2-40B4-BE49-F238E27FC236}">
                  <a16:creationId xmlns:a16="http://schemas.microsoft.com/office/drawing/2014/main" id="{DA3F9635-5B3A-7FCA-4088-90C737DAEB7D}"/>
                </a:ext>
              </a:extLst>
            </p:cNvPr>
            <p:cNvSpPr/>
            <p:nvPr/>
          </p:nvSpPr>
          <p:spPr>
            <a:xfrm>
              <a:off x="7964669"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25" name="Freeform: Shape 2124">
              <a:extLst>
                <a:ext uri="{FF2B5EF4-FFF2-40B4-BE49-F238E27FC236}">
                  <a16:creationId xmlns:a16="http://schemas.microsoft.com/office/drawing/2014/main" id="{99600C1A-6574-B1AD-2F35-5BB0080875DF}"/>
                </a:ext>
              </a:extLst>
            </p:cNvPr>
            <p:cNvSpPr/>
            <p:nvPr/>
          </p:nvSpPr>
          <p:spPr>
            <a:xfrm>
              <a:off x="8078925" y="217492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26" name="Freeform: Shape 2125">
              <a:extLst>
                <a:ext uri="{FF2B5EF4-FFF2-40B4-BE49-F238E27FC236}">
                  <a16:creationId xmlns:a16="http://schemas.microsoft.com/office/drawing/2014/main" id="{C0E984FE-A3DF-94CA-8CC8-A1EC19DA65B5}"/>
                </a:ext>
              </a:extLst>
            </p:cNvPr>
            <p:cNvSpPr/>
            <p:nvPr/>
          </p:nvSpPr>
          <p:spPr>
            <a:xfrm>
              <a:off x="8193181"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27" name="Freeform: Shape 2126">
              <a:extLst>
                <a:ext uri="{FF2B5EF4-FFF2-40B4-BE49-F238E27FC236}">
                  <a16:creationId xmlns:a16="http://schemas.microsoft.com/office/drawing/2014/main" id="{06C59302-0411-53DD-3DC1-ED5F720A8553}"/>
                </a:ext>
              </a:extLst>
            </p:cNvPr>
            <p:cNvSpPr/>
            <p:nvPr/>
          </p:nvSpPr>
          <p:spPr>
            <a:xfrm>
              <a:off x="8307437"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28" name="Freeform: Shape 2127">
              <a:extLst>
                <a:ext uri="{FF2B5EF4-FFF2-40B4-BE49-F238E27FC236}">
                  <a16:creationId xmlns:a16="http://schemas.microsoft.com/office/drawing/2014/main" id="{8B044EE5-82F3-D833-7FF1-7A5072EE2CDA}"/>
                </a:ext>
              </a:extLst>
            </p:cNvPr>
            <p:cNvSpPr/>
            <p:nvPr/>
          </p:nvSpPr>
          <p:spPr>
            <a:xfrm>
              <a:off x="8421648"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29" name="Freeform: Shape 2128">
              <a:extLst>
                <a:ext uri="{FF2B5EF4-FFF2-40B4-BE49-F238E27FC236}">
                  <a16:creationId xmlns:a16="http://schemas.microsoft.com/office/drawing/2014/main" id="{A98CBE7F-C9D3-0305-6537-FE342B317CBD}"/>
                </a:ext>
              </a:extLst>
            </p:cNvPr>
            <p:cNvSpPr/>
            <p:nvPr/>
          </p:nvSpPr>
          <p:spPr>
            <a:xfrm>
              <a:off x="8535904"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30" name="Freeform: Shape 2129">
              <a:extLst>
                <a:ext uri="{FF2B5EF4-FFF2-40B4-BE49-F238E27FC236}">
                  <a16:creationId xmlns:a16="http://schemas.microsoft.com/office/drawing/2014/main" id="{9081D872-8D50-7358-A6C8-CCF4DDEAA942}"/>
                </a:ext>
              </a:extLst>
            </p:cNvPr>
            <p:cNvSpPr/>
            <p:nvPr/>
          </p:nvSpPr>
          <p:spPr>
            <a:xfrm>
              <a:off x="8650160"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31" name="Freeform: Shape 2130">
              <a:extLst>
                <a:ext uri="{FF2B5EF4-FFF2-40B4-BE49-F238E27FC236}">
                  <a16:creationId xmlns:a16="http://schemas.microsoft.com/office/drawing/2014/main" id="{89B15A96-3055-FECA-C427-B56D60B9B811}"/>
                </a:ext>
              </a:extLst>
            </p:cNvPr>
            <p:cNvSpPr/>
            <p:nvPr/>
          </p:nvSpPr>
          <p:spPr>
            <a:xfrm>
              <a:off x="8764416"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32" name="Freeform: Shape 2131">
              <a:extLst>
                <a:ext uri="{FF2B5EF4-FFF2-40B4-BE49-F238E27FC236}">
                  <a16:creationId xmlns:a16="http://schemas.microsoft.com/office/drawing/2014/main" id="{F0ECB0B8-CF93-C5C2-55E9-DF6815C466BE}"/>
                </a:ext>
              </a:extLst>
            </p:cNvPr>
            <p:cNvSpPr/>
            <p:nvPr/>
          </p:nvSpPr>
          <p:spPr>
            <a:xfrm>
              <a:off x="8878671" y="217492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33" name="Freeform: Shape 2132">
              <a:extLst>
                <a:ext uri="{FF2B5EF4-FFF2-40B4-BE49-F238E27FC236}">
                  <a16:creationId xmlns:a16="http://schemas.microsoft.com/office/drawing/2014/main" id="{918E015C-5E2C-B3D1-D5FD-FACE95954174}"/>
                </a:ext>
              </a:extLst>
            </p:cNvPr>
            <p:cNvSpPr/>
            <p:nvPr/>
          </p:nvSpPr>
          <p:spPr>
            <a:xfrm>
              <a:off x="8992927"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34" name="Freeform: Shape 2133">
              <a:extLst>
                <a:ext uri="{FF2B5EF4-FFF2-40B4-BE49-F238E27FC236}">
                  <a16:creationId xmlns:a16="http://schemas.microsoft.com/office/drawing/2014/main" id="{55C9AF37-52F2-5485-6D2B-7889C94EE572}"/>
                </a:ext>
              </a:extLst>
            </p:cNvPr>
            <p:cNvSpPr/>
            <p:nvPr/>
          </p:nvSpPr>
          <p:spPr>
            <a:xfrm>
              <a:off x="9107183"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35" name="Freeform: Shape 2134">
              <a:extLst>
                <a:ext uri="{FF2B5EF4-FFF2-40B4-BE49-F238E27FC236}">
                  <a16:creationId xmlns:a16="http://schemas.microsoft.com/office/drawing/2014/main" id="{A4669836-D0C2-DB0C-76B1-0201D1502B32}"/>
                </a:ext>
              </a:extLst>
            </p:cNvPr>
            <p:cNvSpPr/>
            <p:nvPr/>
          </p:nvSpPr>
          <p:spPr>
            <a:xfrm>
              <a:off x="9221439"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36" name="Freeform: Shape 2135">
              <a:extLst>
                <a:ext uri="{FF2B5EF4-FFF2-40B4-BE49-F238E27FC236}">
                  <a16:creationId xmlns:a16="http://schemas.microsoft.com/office/drawing/2014/main" id="{2DC989F4-6B94-56EC-B26F-3FA348FC001F}"/>
                </a:ext>
              </a:extLst>
            </p:cNvPr>
            <p:cNvSpPr/>
            <p:nvPr/>
          </p:nvSpPr>
          <p:spPr>
            <a:xfrm>
              <a:off x="9335695" y="217492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37" name="Freeform: Shape 2136">
              <a:extLst>
                <a:ext uri="{FF2B5EF4-FFF2-40B4-BE49-F238E27FC236}">
                  <a16:creationId xmlns:a16="http://schemas.microsoft.com/office/drawing/2014/main" id="{57890FB3-E6B9-5CDF-52DC-207F2A0DEACC}"/>
                </a:ext>
              </a:extLst>
            </p:cNvPr>
            <p:cNvSpPr/>
            <p:nvPr/>
          </p:nvSpPr>
          <p:spPr>
            <a:xfrm>
              <a:off x="9449950"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38" name="Freeform: Shape 2137">
              <a:extLst>
                <a:ext uri="{FF2B5EF4-FFF2-40B4-BE49-F238E27FC236}">
                  <a16:creationId xmlns:a16="http://schemas.microsoft.com/office/drawing/2014/main" id="{E89B7693-DF4E-3106-1D33-E4AA7CAEB8E8}"/>
                </a:ext>
              </a:extLst>
            </p:cNvPr>
            <p:cNvSpPr/>
            <p:nvPr/>
          </p:nvSpPr>
          <p:spPr>
            <a:xfrm>
              <a:off x="9564206"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39" name="Freeform: Shape 2138">
              <a:extLst>
                <a:ext uri="{FF2B5EF4-FFF2-40B4-BE49-F238E27FC236}">
                  <a16:creationId xmlns:a16="http://schemas.microsoft.com/office/drawing/2014/main" id="{DA4C8C94-627A-439F-196D-E0AA1D73E7BE}"/>
                </a:ext>
              </a:extLst>
            </p:cNvPr>
            <p:cNvSpPr/>
            <p:nvPr/>
          </p:nvSpPr>
          <p:spPr>
            <a:xfrm>
              <a:off x="9678418" y="217492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40" name="Freeform: Shape 2139">
              <a:extLst>
                <a:ext uri="{FF2B5EF4-FFF2-40B4-BE49-F238E27FC236}">
                  <a16:creationId xmlns:a16="http://schemas.microsoft.com/office/drawing/2014/main" id="{9B7D165F-69FD-D1B8-236F-565DBB710FC9}"/>
                </a:ext>
              </a:extLst>
            </p:cNvPr>
            <p:cNvSpPr/>
            <p:nvPr/>
          </p:nvSpPr>
          <p:spPr>
            <a:xfrm>
              <a:off x="9792674"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41" name="Freeform: Shape 2140">
              <a:extLst>
                <a:ext uri="{FF2B5EF4-FFF2-40B4-BE49-F238E27FC236}">
                  <a16:creationId xmlns:a16="http://schemas.microsoft.com/office/drawing/2014/main" id="{4C61901A-128A-4762-4E6A-05B1FCBAB70C}"/>
                </a:ext>
              </a:extLst>
            </p:cNvPr>
            <p:cNvSpPr/>
            <p:nvPr/>
          </p:nvSpPr>
          <p:spPr>
            <a:xfrm>
              <a:off x="9906929"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42" name="Freeform: Shape 2141">
              <a:extLst>
                <a:ext uri="{FF2B5EF4-FFF2-40B4-BE49-F238E27FC236}">
                  <a16:creationId xmlns:a16="http://schemas.microsoft.com/office/drawing/2014/main" id="{59BE76B4-D0E2-7BE9-7BA7-FBF3145A870F}"/>
                </a:ext>
              </a:extLst>
            </p:cNvPr>
            <p:cNvSpPr/>
            <p:nvPr/>
          </p:nvSpPr>
          <p:spPr>
            <a:xfrm>
              <a:off x="10021185"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43" name="Freeform: Shape 2142">
              <a:extLst>
                <a:ext uri="{FF2B5EF4-FFF2-40B4-BE49-F238E27FC236}">
                  <a16:creationId xmlns:a16="http://schemas.microsoft.com/office/drawing/2014/main" id="{3AF9B2A9-AC93-27F3-C49E-758FE9A0D332}"/>
                </a:ext>
              </a:extLst>
            </p:cNvPr>
            <p:cNvSpPr/>
            <p:nvPr/>
          </p:nvSpPr>
          <p:spPr>
            <a:xfrm>
              <a:off x="10135441"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44" name="Freeform: Shape 2143">
              <a:extLst>
                <a:ext uri="{FF2B5EF4-FFF2-40B4-BE49-F238E27FC236}">
                  <a16:creationId xmlns:a16="http://schemas.microsoft.com/office/drawing/2014/main" id="{0B769A8B-F184-99F4-016E-478192F5775B}"/>
                </a:ext>
              </a:extLst>
            </p:cNvPr>
            <p:cNvSpPr/>
            <p:nvPr/>
          </p:nvSpPr>
          <p:spPr>
            <a:xfrm>
              <a:off x="10249697"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45" name="Freeform: Shape 2144">
              <a:extLst>
                <a:ext uri="{FF2B5EF4-FFF2-40B4-BE49-F238E27FC236}">
                  <a16:creationId xmlns:a16="http://schemas.microsoft.com/office/drawing/2014/main" id="{6060E2CC-9C0A-21C5-B0F6-77CFD2DDA29B}"/>
                </a:ext>
              </a:extLst>
            </p:cNvPr>
            <p:cNvSpPr/>
            <p:nvPr/>
          </p:nvSpPr>
          <p:spPr>
            <a:xfrm>
              <a:off x="10363952"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46" name="Freeform: Shape 2145">
              <a:extLst>
                <a:ext uri="{FF2B5EF4-FFF2-40B4-BE49-F238E27FC236}">
                  <a16:creationId xmlns:a16="http://schemas.microsoft.com/office/drawing/2014/main" id="{CF56C50F-A098-4AD3-D9F8-7C4152C26048}"/>
                </a:ext>
              </a:extLst>
            </p:cNvPr>
            <p:cNvSpPr/>
            <p:nvPr/>
          </p:nvSpPr>
          <p:spPr>
            <a:xfrm>
              <a:off x="10478208" y="217492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47" name="Freeform: Shape 2146">
              <a:extLst>
                <a:ext uri="{FF2B5EF4-FFF2-40B4-BE49-F238E27FC236}">
                  <a16:creationId xmlns:a16="http://schemas.microsoft.com/office/drawing/2014/main" id="{1C13C44B-8DC2-6CDE-7218-3E5CB952EF04}"/>
                </a:ext>
              </a:extLst>
            </p:cNvPr>
            <p:cNvSpPr/>
            <p:nvPr/>
          </p:nvSpPr>
          <p:spPr>
            <a:xfrm>
              <a:off x="10592464"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48" name="Freeform: Shape 2147">
              <a:extLst>
                <a:ext uri="{FF2B5EF4-FFF2-40B4-BE49-F238E27FC236}">
                  <a16:creationId xmlns:a16="http://schemas.microsoft.com/office/drawing/2014/main" id="{D904EE38-F9B9-3E82-61DE-E33576E56C23}"/>
                </a:ext>
              </a:extLst>
            </p:cNvPr>
            <p:cNvSpPr/>
            <p:nvPr/>
          </p:nvSpPr>
          <p:spPr>
            <a:xfrm>
              <a:off x="10706720"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49" name="Freeform: Shape 2148">
              <a:extLst>
                <a:ext uri="{FF2B5EF4-FFF2-40B4-BE49-F238E27FC236}">
                  <a16:creationId xmlns:a16="http://schemas.microsoft.com/office/drawing/2014/main" id="{BA35D348-8BD5-77D1-0A11-66D7E1190A4D}"/>
                </a:ext>
              </a:extLst>
            </p:cNvPr>
            <p:cNvSpPr/>
            <p:nvPr/>
          </p:nvSpPr>
          <p:spPr>
            <a:xfrm>
              <a:off x="10820976" y="2174927"/>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50" name="Freeform: Shape 2149">
              <a:extLst>
                <a:ext uri="{FF2B5EF4-FFF2-40B4-BE49-F238E27FC236}">
                  <a16:creationId xmlns:a16="http://schemas.microsoft.com/office/drawing/2014/main" id="{C3408209-4DDE-3D2C-B25D-0CBF43A2ABFB}"/>
                </a:ext>
              </a:extLst>
            </p:cNvPr>
            <p:cNvSpPr/>
            <p:nvPr/>
          </p:nvSpPr>
          <p:spPr>
            <a:xfrm>
              <a:off x="10935231"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51" name="Freeform: Shape 2150">
              <a:extLst>
                <a:ext uri="{FF2B5EF4-FFF2-40B4-BE49-F238E27FC236}">
                  <a16:creationId xmlns:a16="http://schemas.microsoft.com/office/drawing/2014/main" id="{6A5332E5-4928-0D6E-5954-5E3A178ABDB7}"/>
                </a:ext>
              </a:extLst>
            </p:cNvPr>
            <p:cNvSpPr/>
            <p:nvPr/>
          </p:nvSpPr>
          <p:spPr>
            <a:xfrm>
              <a:off x="11049443"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52" name="Freeform: Shape 2151">
              <a:extLst>
                <a:ext uri="{FF2B5EF4-FFF2-40B4-BE49-F238E27FC236}">
                  <a16:creationId xmlns:a16="http://schemas.microsoft.com/office/drawing/2014/main" id="{ACC41F18-F4D6-8565-85F7-B3C91E707B19}"/>
                </a:ext>
              </a:extLst>
            </p:cNvPr>
            <p:cNvSpPr/>
            <p:nvPr/>
          </p:nvSpPr>
          <p:spPr>
            <a:xfrm>
              <a:off x="11163699" y="2174927"/>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53" name="Freeform: Shape 2152">
              <a:extLst>
                <a:ext uri="{FF2B5EF4-FFF2-40B4-BE49-F238E27FC236}">
                  <a16:creationId xmlns:a16="http://schemas.microsoft.com/office/drawing/2014/main" id="{6CFBCBE5-C35E-3999-3179-C2C1D45DB62D}"/>
                </a:ext>
              </a:extLst>
            </p:cNvPr>
            <p:cNvSpPr/>
            <p:nvPr/>
          </p:nvSpPr>
          <p:spPr>
            <a:xfrm>
              <a:off x="11277955"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54" name="Freeform: Shape 2153">
              <a:extLst>
                <a:ext uri="{FF2B5EF4-FFF2-40B4-BE49-F238E27FC236}">
                  <a16:creationId xmlns:a16="http://schemas.microsoft.com/office/drawing/2014/main" id="{A42691AF-DE1B-4AED-EDAE-B5A7E6ED7628}"/>
                </a:ext>
              </a:extLst>
            </p:cNvPr>
            <p:cNvSpPr/>
            <p:nvPr/>
          </p:nvSpPr>
          <p:spPr>
            <a:xfrm>
              <a:off x="11392210"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55" name="Freeform: Shape 2154">
              <a:extLst>
                <a:ext uri="{FF2B5EF4-FFF2-40B4-BE49-F238E27FC236}">
                  <a16:creationId xmlns:a16="http://schemas.microsoft.com/office/drawing/2014/main" id="{CDC7A597-16FF-EF0E-FB30-F3EA01377E3E}"/>
                </a:ext>
              </a:extLst>
            </p:cNvPr>
            <p:cNvSpPr/>
            <p:nvPr/>
          </p:nvSpPr>
          <p:spPr>
            <a:xfrm>
              <a:off x="11506466" y="2174927"/>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56" name="Freeform: Shape 2155">
              <a:extLst>
                <a:ext uri="{FF2B5EF4-FFF2-40B4-BE49-F238E27FC236}">
                  <a16:creationId xmlns:a16="http://schemas.microsoft.com/office/drawing/2014/main" id="{2E5E31E1-7DC9-7CCF-B40C-FD139068242A}"/>
                </a:ext>
              </a:extLst>
            </p:cNvPr>
            <p:cNvSpPr/>
            <p:nvPr/>
          </p:nvSpPr>
          <p:spPr>
            <a:xfrm>
              <a:off x="11620722"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57" name="Freeform: Shape 2156">
              <a:extLst>
                <a:ext uri="{FF2B5EF4-FFF2-40B4-BE49-F238E27FC236}">
                  <a16:creationId xmlns:a16="http://schemas.microsoft.com/office/drawing/2014/main" id="{D467C739-8BAE-226E-EAB8-39C2A0AE24B2}"/>
                </a:ext>
              </a:extLst>
            </p:cNvPr>
            <p:cNvSpPr/>
            <p:nvPr/>
          </p:nvSpPr>
          <p:spPr>
            <a:xfrm>
              <a:off x="11734978"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58" name="Freeform: Shape 2157">
              <a:extLst>
                <a:ext uri="{FF2B5EF4-FFF2-40B4-BE49-F238E27FC236}">
                  <a16:creationId xmlns:a16="http://schemas.microsoft.com/office/drawing/2014/main" id="{763D6FF0-48F2-26C7-A51B-71E6B3248173}"/>
                </a:ext>
              </a:extLst>
            </p:cNvPr>
            <p:cNvSpPr/>
            <p:nvPr/>
          </p:nvSpPr>
          <p:spPr>
            <a:xfrm>
              <a:off x="11849233"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59" name="Freeform: Shape 2158">
              <a:extLst>
                <a:ext uri="{FF2B5EF4-FFF2-40B4-BE49-F238E27FC236}">
                  <a16:creationId xmlns:a16="http://schemas.microsoft.com/office/drawing/2014/main" id="{C580B946-4360-882A-4237-17A2C5DDDCD3}"/>
                </a:ext>
              </a:extLst>
            </p:cNvPr>
            <p:cNvSpPr/>
            <p:nvPr/>
          </p:nvSpPr>
          <p:spPr>
            <a:xfrm>
              <a:off x="11963489" y="217492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60" name="Freeform: Shape 2159">
              <a:extLst>
                <a:ext uri="{FF2B5EF4-FFF2-40B4-BE49-F238E27FC236}">
                  <a16:creationId xmlns:a16="http://schemas.microsoft.com/office/drawing/2014/main" id="{C9D9988B-E37B-553F-0055-C2D10C0E9C67}"/>
                </a:ext>
              </a:extLst>
            </p:cNvPr>
            <p:cNvSpPr/>
            <p:nvPr/>
          </p:nvSpPr>
          <p:spPr>
            <a:xfrm>
              <a:off x="12077745" y="2174927"/>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61" name="Freeform: Shape 2160">
              <a:extLst>
                <a:ext uri="{FF2B5EF4-FFF2-40B4-BE49-F238E27FC236}">
                  <a16:creationId xmlns:a16="http://schemas.microsoft.com/office/drawing/2014/main" id="{DE94345D-C393-6D60-9D28-2C9B92E35443}"/>
                </a:ext>
              </a:extLst>
            </p:cNvPr>
            <p:cNvSpPr/>
            <p:nvPr/>
          </p:nvSpPr>
          <p:spPr>
            <a:xfrm>
              <a:off x="7279135" y="228918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62" name="Freeform: Shape 2161">
              <a:extLst>
                <a:ext uri="{FF2B5EF4-FFF2-40B4-BE49-F238E27FC236}">
                  <a16:creationId xmlns:a16="http://schemas.microsoft.com/office/drawing/2014/main" id="{95500B9B-9400-8A1C-327E-4879C79B5D1F}"/>
                </a:ext>
              </a:extLst>
            </p:cNvPr>
            <p:cNvSpPr/>
            <p:nvPr/>
          </p:nvSpPr>
          <p:spPr>
            <a:xfrm>
              <a:off x="7393391"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63" name="Freeform: Shape 2162">
              <a:extLst>
                <a:ext uri="{FF2B5EF4-FFF2-40B4-BE49-F238E27FC236}">
                  <a16:creationId xmlns:a16="http://schemas.microsoft.com/office/drawing/2014/main" id="{949E4793-ADE4-981F-9843-0E3D98DDD609}"/>
                </a:ext>
              </a:extLst>
            </p:cNvPr>
            <p:cNvSpPr/>
            <p:nvPr/>
          </p:nvSpPr>
          <p:spPr>
            <a:xfrm>
              <a:off x="7507646"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64" name="Freeform: Shape 2163">
              <a:extLst>
                <a:ext uri="{FF2B5EF4-FFF2-40B4-BE49-F238E27FC236}">
                  <a16:creationId xmlns:a16="http://schemas.microsoft.com/office/drawing/2014/main" id="{7A86DBFE-2C1D-94F4-0BC3-C7B6091762A8}"/>
                </a:ext>
              </a:extLst>
            </p:cNvPr>
            <p:cNvSpPr/>
            <p:nvPr/>
          </p:nvSpPr>
          <p:spPr>
            <a:xfrm>
              <a:off x="7621902"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65" name="Freeform: Shape 2164">
              <a:extLst>
                <a:ext uri="{FF2B5EF4-FFF2-40B4-BE49-F238E27FC236}">
                  <a16:creationId xmlns:a16="http://schemas.microsoft.com/office/drawing/2014/main" id="{A4B58068-295F-4004-F5BD-2EC6FECBA5F5}"/>
                </a:ext>
              </a:extLst>
            </p:cNvPr>
            <p:cNvSpPr/>
            <p:nvPr/>
          </p:nvSpPr>
          <p:spPr>
            <a:xfrm>
              <a:off x="7736158" y="228918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66" name="Freeform: Shape 2165">
              <a:extLst>
                <a:ext uri="{FF2B5EF4-FFF2-40B4-BE49-F238E27FC236}">
                  <a16:creationId xmlns:a16="http://schemas.microsoft.com/office/drawing/2014/main" id="{2BFD35B3-9412-7C00-8E64-D87EF96333D2}"/>
                </a:ext>
              </a:extLst>
            </p:cNvPr>
            <p:cNvSpPr/>
            <p:nvPr/>
          </p:nvSpPr>
          <p:spPr>
            <a:xfrm>
              <a:off x="7850414"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67" name="Freeform: Shape 2166">
              <a:extLst>
                <a:ext uri="{FF2B5EF4-FFF2-40B4-BE49-F238E27FC236}">
                  <a16:creationId xmlns:a16="http://schemas.microsoft.com/office/drawing/2014/main" id="{B2788CB2-8A1B-D27B-E51C-3A895C4CB6CF}"/>
                </a:ext>
              </a:extLst>
            </p:cNvPr>
            <p:cNvSpPr/>
            <p:nvPr/>
          </p:nvSpPr>
          <p:spPr>
            <a:xfrm>
              <a:off x="7964669"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68" name="Freeform: Shape 2167">
              <a:extLst>
                <a:ext uri="{FF2B5EF4-FFF2-40B4-BE49-F238E27FC236}">
                  <a16:creationId xmlns:a16="http://schemas.microsoft.com/office/drawing/2014/main" id="{7D4C0066-6652-473B-98F5-44D94C6302B2}"/>
                </a:ext>
              </a:extLst>
            </p:cNvPr>
            <p:cNvSpPr/>
            <p:nvPr/>
          </p:nvSpPr>
          <p:spPr>
            <a:xfrm>
              <a:off x="8078925" y="228918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69" name="Freeform: Shape 2168">
              <a:extLst>
                <a:ext uri="{FF2B5EF4-FFF2-40B4-BE49-F238E27FC236}">
                  <a16:creationId xmlns:a16="http://schemas.microsoft.com/office/drawing/2014/main" id="{53A5D256-55B6-FC44-15DF-956853B8D15C}"/>
                </a:ext>
              </a:extLst>
            </p:cNvPr>
            <p:cNvSpPr/>
            <p:nvPr/>
          </p:nvSpPr>
          <p:spPr>
            <a:xfrm>
              <a:off x="8193181"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70" name="Freeform: Shape 2169">
              <a:extLst>
                <a:ext uri="{FF2B5EF4-FFF2-40B4-BE49-F238E27FC236}">
                  <a16:creationId xmlns:a16="http://schemas.microsoft.com/office/drawing/2014/main" id="{BE47D843-FE35-E70C-BD86-FA30F905AAF4}"/>
                </a:ext>
              </a:extLst>
            </p:cNvPr>
            <p:cNvSpPr/>
            <p:nvPr/>
          </p:nvSpPr>
          <p:spPr>
            <a:xfrm>
              <a:off x="8307437"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71" name="Freeform: Shape 2170">
              <a:extLst>
                <a:ext uri="{FF2B5EF4-FFF2-40B4-BE49-F238E27FC236}">
                  <a16:creationId xmlns:a16="http://schemas.microsoft.com/office/drawing/2014/main" id="{14EF7E48-8A9E-0BF5-11D1-3C9363234FF8}"/>
                </a:ext>
              </a:extLst>
            </p:cNvPr>
            <p:cNvSpPr/>
            <p:nvPr/>
          </p:nvSpPr>
          <p:spPr>
            <a:xfrm>
              <a:off x="8421648"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72" name="Freeform: Shape 2171">
              <a:extLst>
                <a:ext uri="{FF2B5EF4-FFF2-40B4-BE49-F238E27FC236}">
                  <a16:creationId xmlns:a16="http://schemas.microsoft.com/office/drawing/2014/main" id="{9ACFAFB2-81E6-5564-7147-51EF1ADB800A}"/>
                </a:ext>
              </a:extLst>
            </p:cNvPr>
            <p:cNvSpPr/>
            <p:nvPr/>
          </p:nvSpPr>
          <p:spPr>
            <a:xfrm>
              <a:off x="8535904"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73" name="Freeform: Shape 2172">
              <a:extLst>
                <a:ext uri="{FF2B5EF4-FFF2-40B4-BE49-F238E27FC236}">
                  <a16:creationId xmlns:a16="http://schemas.microsoft.com/office/drawing/2014/main" id="{BB3F043D-3653-AC42-CFCC-06AE8D09C5B4}"/>
                </a:ext>
              </a:extLst>
            </p:cNvPr>
            <p:cNvSpPr/>
            <p:nvPr/>
          </p:nvSpPr>
          <p:spPr>
            <a:xfrm>
              <a:off x="8650160"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74" name="Freeform: Shape 2173">
              <a:extLst>
                <a:ext uri="{FF2B5EF4-FFF2-40B4-BE49-F238E27FC236}">
                  <a16:creationId xmlns:a16="http://schemas.microsoft.com/office/drawing/2014/main" id="{1764885D-0538-D4F8-F578-A91D523A4CF5}"/>
                </a:ext>
              </a:extLst>
            </p:cNvPr>
            <p:cNvSpPr/>
            <p:nvPr/>
          </p:nvSpPr>
          <p:spPr>
            <a:xfrm>
              <a:off x="8764416"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75" name="Freeform: Shape 2174">
              <a:extLst>
                <a:ext uri="{FF2B5EF4-FFF2-40B4-BE49-F238E27FC236}">
                  <a16:creationId xmlns:a16="http://schemas.microsoft.com/office/drawing/2014/main" id="{B9E8CFAB-90FC-72C1-D9D9-9386B5D0ABBA}"/>
                </a:ext>
              </a:extLst>
            </p:cNvPr>
            <p:cNvSpPr/>
            <p:nvPr/>
          </p:nvSpPr>
          <p:spPr>
            <a:xfrm>
              <a:off x="8878671" y="228918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76" name="Freeform: Shape 2175">
              <a:extLst>
                <a:ext uri="{FF2B5EF4-FFF2-40B4-BE49-F238E27FC236}">
                  <a16:creationId xmlns:a16="http://schemas.microsoft.com/office/drawing/2014/main" id="{554FD6F6-1845-1A86-ECE4-9B890F0CBCAB}"/>
                </a:ext>
              </a:extLst>
            </p:cNvPr>
            <p:cNvSpPr/>
            <p:nvPr/>
          </p:nvSpPr>
          <p:spPr>
            <a:xfrm>
              <a:off x="8992927"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77" name="Freeform: Shape 2176">
              <a:extLst>
                <a:ext uri="{FF2B5EF4-FFF2-40B4-BE49-F238E27FC236}">
                  <a16:creationId xmlns:a16="http://schemas.microsoft.com/office/drawing/2014/main" id="{E7A22382-08C4-5712-3258-DE424D9D2453}"/>
                </a:ext>
              </a:extLst>
            </p:cNvPr>
            <p:cNvSpPr/>
            <p:nvPr/>
          </p:nvSpPr>
          <p:spPr>
            <a:xfrm>
              <a:off x="9107183"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78" name="Freeform: Shape 2177">
              <a:extLst>
                <a:ext uri="{FF2B5EF4-FFF2-40B4-BE49-F238E27FC236}">
                  <a16:creationId xmlns:a16="http://schemas.microsoft.com/office/drawing/2014/main" id="{758E31BC-1CFE-DE38-2CAD-7F78BF9AD37D}"/>
                </a:ext>
              </a:extLst>
            </p:cNvPr>
            <p:cNvSpPr/>
            <p:nvPr/>
          </p:nvSpPr>
          <p:spPr>
            <a:xfrm>
              <a:off x="9221439"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79" name="Freeform: Shape 2178">
              <a:extLst>
                <a:ext uri="{FF2B5EF4-FFF2-40B4-BE49-F238E27FC236}">
                  <a16:creationId xmlns:a16="http://schemas.microsoft.com/office/drawing/2014/main" id="{256BFF28-C02A-5556-C680-A7A6A385BDBE}"/>
                </a:ext>
              </a:extLst>
            </p:cNvPr>
            <p:cNvSpPr/>
            <p:nvPr/>
          </p:nvSpPr>
          <p:spPr>
            <a:xfrm>
              <a:off x="9335695" y="228918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80" name="Freeform: Shape 2179">
              <a:extLst>
                <a:ext uri="{FF2B5EF4-FFF2-40B4-BE49-F238E27FC236}">
                  <a16:creationId xmlns:a16="http://schemas.microsoft.com/office/drawing/2014/main" id="{6A931B06-6C8B-32C8-99B6-558029CAEEF8}"/>
                </a:ext>
              </a:extLst>
            </p:cNvPr>
            <p:cNvSpPr/>
            <p:nvPr/>
          </p:nvSpPr>
          <p:spPr>
            <a:xfrm>
              <a:off x="9449950"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81" name="Freeform: Shape 2180">
              <a:extLst>
                <a:ext uri="{FF2B5EF4-FFF2-40B4-BE49-F238E27FC236}">
                  <a16:creationId xmlns:a16="http://schemas.microsoft.com/office/drawing/2014/main" id="{1B4615B0-2A3D-F492-5231-2F5FB3739D8E}"/>
                </a:ext>
              </a:extLst>
            </p:cNvPr>
            <p:cNvSpPr/>
            <p:nvPr/>
          </p:nvSpPr>
          <p:spPr>
            <a:xfrm>
              <a:off x="9564206"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82" name="Freeform: Shape 2181">
              <a:extLst>
                <a:ext uri="{FF2B5EF4-FFF2-40B4-BE49-F238E27FC236}">
                  <a16:creationId xmlns:a16="http://schemas.microsoft.com/office/drawing/2014/main" id="{84EC022F-ED12-E8E7-7117-E9F832D07F1A}"/>
                </a:ext>
              </a:extLst>
            </p:cNvPr>
            <p:cNvSpPr/>
            <p:nvPr/>
          </p:nvSpPr>
          <p:spPr>
            <a:xfrm>
              <a:off x="9678418" y="228918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83" name="Freeform: Shape 2182">
              <a:extLst>
                <a:ext uri="{FF2B5EF4-FFF2-40B4-BE49-F238E27FC236}">
                  <a16:creationId xmlns:a16="http://schemas.microsoft.com/office/drawing/2014/main" id="{72CAC9EB-A08C-A232-511E-8E31BCD68B26}"/>
                </a:ext>
              </a:extLst>
            </p:cNvPr>
            <p:cNvSpPr/>
            <p:nvPr/>
          </p:nvSpPr>
          <p:spPr>
            <a:xfrm>
              <a:off x="9792674"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84" name="Freeform: Shape 2183">
              <a:extLst>
                <a:ext uri="{FF2B5EF4-FFF2-40B4-BE49-F238E27FC236}">
                  <a16:creationId xmlns:a16="http://schemas.microsoft.com/office/drawing/2014/main" id="{501D8042-F1E1-FCED-82F1-290A4A9D2D64}"/>
                </a:ext>
              </a:extLst>
            </p:cNvPr>
            <p:cNvSpPr/>
            <p:nvPr/>
          </p:nvSpPr>
          <p:spPr>
            <a:xfrm>
              <a:off x="9906929"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85" name="Freeform: Shape 2184">
              <a:extLst>
                <a:ext uri="{FF2B5EF4-FFF2-40B4-BE49-F238E27FC236}">
                  <a16:creationId xmlns:a16="http://schemas.microsoft.com/office/drawing/2014/main" id="{B6C8E259-1B6F-2500-B0D3-EE752C914E87}"/>
                </a:ext>
              </a:extLst>
            </p:cNvPr>
            <p:cNvSpPr/>
            <p:nvPr/>
          </p:nvSpPr>
          <p:spPr>
            <a:xfrm>
              <a:off x="10021185"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86" name="Freeform: Shape 2185">
              <a:extLst>
                <a:ext uri="{FF2B5EF4-FFF2-40B4-BE49-F238E27FC236}">
                  <a16:creationId xmlns:a16="http://schemas.microsoft.com/office/drawing/2014/main" id="{E27C0298-E7CA-5A27-9C51-B799523D34DD}"/>
                </a:ext>
              </a:extLst>
            </p:cNvPr>
            <p:cNvSpPr/>
            <p:nvPr/>
          </p:nvSpPr>
          <p:spPr>
            <a:xfrm>
              <a:off x="10135441"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87" name="Freeform: Shape 2186">
              <a:extLst>
                <a:ext uri="{FF2B5EF4-FFF2-40B4-BE49-F238E27FC236}">
                  <a16:creationId xmlns:a16="http://schemas.microsoft.com/office/drawing/2014/main" id="{41A72A39-7D33-1178-40C8-1C03FB204F75}"/>
                </a:ext>
              </a:extLst>
            </p:cNvPr>
            <p:cNvSpPr/>
            <p:nvPr/>
          </p:nvSpPr>
          <p:spPr>
            <a:xfrm>
              <a:off x="10249697"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88" name="Freeform: Shape 2187">
              <a:extLst>
                <a:ext uri="{FF2B5EF4-FFF2-40B4-BE49-F238E27FC236}">
                  <a16:creationId xmlns:a16="http://schemas.microsoft.com/office/drawing/2014/main" id="{0F1F94D7-EAC8-3006-671C-76A1871389A4}"/>
                </a:ext>
              </a:extLst>
            </p:cNvPr>
            <p:cNvSpPr/>
            <p:nvPr/>
          </p:nvSpPr>
          <p:spPr>
            <a:xfrm>
              <a:off x="10363952"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89" name="Freeform: Shape 2188">
              <a:extLst>
                <a:ext uri="{FF2B5EF4-FFF2-40B4-BE49-F238E27FC236}">
                  <a16:creationId xmlns:a16="http://schemas.microsoft.com/office/drawing/2014/main" id="{2BC6BDF4-ACDD-E5FD-E1F4-ACD761A96F36}"/>
                </a:ext>
              </a:extLst>
            </p:cNvPr>
            <p:cNvSpPr/>
            <p:nvPr/>
          </p:nvSpPr>
          <p:spPr>
            <a:xfrm>
              <a:off x="10478208" y="228918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90" name="Freeform: Shape 2189">
              <a:extLst>
                <a:ext uri="{FF2B5EF4-FFF2-40B4-BE49-F238E27FC236}">
                  <a16:creationId xmlns:a16="http://schemas.microsoft.com/office/drawing/2014/main" id="{A1F15824-1432-987B-0E74-9001C47E3AB3}"/>
                </a:ext>
              </a:extLst>
            </p:cNvPr>
            <p:cNvSpPr/>
            <p:nvPr/>
          </p:nvSpPr>
          <p:spPr>
            <a:xfrm>
              <a:off x="10592464"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91" name="Freeform: Shape 2190">
              <a:extLst>
                <a:ext uri="{FF2B5EF4-FFF2-40B4-BE49-F238E27FC236}">
                  <a16:creationId xmlns:a16="http://schemas.microsoft.com/office/drawing/2014/main" id="{C5CC46DD-F83F-2816-6450-BD7377EA4B34}"/>
                </a:ext>
              </a:extLst>
            </p:cNvPr>
            <p:cNvSpPr/>
            <p:nvPr/>
          </p:nvSpPr>
          <p:spPr>
            <a:xfrm>
              <a:off x="10706720"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92" name="Freeform: Shape 2191">
              <a:extLst>
                <a:ext uri="{FF2B5EF4-FFF2-40B4-BE49-F238E27FC236}">
                  <a16:creationId xmlns:a16="http://schemas.microsoft.com/office/drawing/2014/main" id="{36309F02-B04A-D5B6-8CD6-C0724C138A2A}"/>
                </a:ext>
              </a:extLst>
            </p:cNvPr>
            <p:cNvSpPr/>
            <p:nvPr/>
          </p:nvSpPr>
          <p:spPr>
            <a:xfrm>
              <a:off x="10820976" y="2289183"/>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93" name="Freeform: Shape 2192">
              <a:extLst>
                <a:ext uri="{FF2B5EF4-FFF2-40B4-BE49-F238E27FC236}">
                  <a16:creationId xmlns:a16="http://schemas.microsoft.com/office/drawing/2014/main" id="{585BA21A-7A5D-AAC9-C130-D73635AF930D}"/>
                </a:ext>
              </a:extLst>
            </p:cNvPr>
            <p:cNvSpPr/>
            <p:nvPr/>
          </p:nvSpPr>
          <p:spPr>
            <a:xfrm>
              <a:off x="10935231"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94" name="Freeform: Shape 2193">
              <a:extLst>
                <a:ext uri="{FF2B5EF4-FFF2-40B4-BE49-F238E27FC236}">
                  <a16:creationId xmlns:a16="http://schemas.microsoft.com/office/drawing/2014/main" id="{00F1C198-90AC-FF37-6CEF-3D857B520E71}"/>
                </a:ext>
              </a:extLst>
            </p:cNvPr>
            <p:cNvSpPr/>
            <p:nvPr/>
          </p:nvSpPr>
          <p:spPr>
            <a:xfrm>
              <a:off x="11049443"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95" name="Freeform: Shape 2194">
              <a:extLst>
                <a:ext uri="{FF2B5EF4-FFF2-40B4-BE49-F238E27FC236}">
                  <a16:creationId xmlns:a16="http://schemas.microsoft.com/office/drawing/2014/main" id="{C147C06A-2B81-2DC5-814A-A4BACA19297B}"/>
                </a:ext>
              </a:extLst>
            </p:cNvPr>
            <p:cNvSpPr/>
            <p:nvPr/>
          </p:nvSpPr>
          <p:spPr>
            <a:xfrm>
              <a:off x="11163699" y="2289183"/>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96" name="Freeform: Shape 2195">
              <a:extLst>
                <a:ext uri="{FF2B5EF4-FFF2-40B4-BE49-F238E27FC236}">
                  <a16:creationId xmlns:a16="http://schemas.microsoft.com/office/drawing/2014/main" id="{04B570D2-7030-0927-B5B3-41838FC5F37D}"/>
                </a:ext>
              </a:extLst>
            </p:cNvPr>
            <p:cNvSpPr/>
            <p:nvPr/>
          </p:nvSpPr>
          <p:spPr>
            <a:xfrm>
              <a:off x="11277955"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97" name="Freeform: Shape 2196">
              <a:extLst>
                <a:ext uri="{FF2B5EF4-FFF2-40B4-BE49-F238E27FC236}">
                  <a16:creationId xmlns:a16="http://schemas.microsoft.com/office/drawing/2014/main" id="{6F428377-53C7-7C41-EB46-C5903119A4CB}"/>
                </a:ext>
              </a:extLst>
            </p:cNvPr>
            <p:cNvSpPr/>
            <p:nvPr/>
          </p:nvSpPr>
          <p:spPr>
            <a:xfrm>
              <a:off x="11392210"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98" name="Freeform: Shape 2197">
              <a:extLst>
                <a:ext uri="{FF2B5EF4-FFF2-40B4-BE49-F238E27FC236}">
                  <a16:creationId xmlns:a16="http://schemas.microsoft.com/office/drawing/2014/main" id="{40114EFB-D90E-4A82-E876-4C96893577E7}"/>
                </a:ext>
              </a:extLst>
            </p:cNvPr>
            <p:cNvSpPr/>
            <p:nvPr/>
          </p:nvSpPr>
          <p:spPr>
            <a:xfrm>
              <a:off x="11506466" y="2289183"/>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199" name="Freeform: Shape 2198">
              <a:extLst>
                <a:ext uri="{FF2B5EF4-FFF2-40B4-BE49-F238E27FC236}">
                  <a16:creationId xmlns:a16="http://schemas.microsoft.com/office/drawing/2014/main" id="{62ABE407-5138-8B6D-4958-02FD949CB967}"/>
                </a:ext>
              </a:extLst>
            </p:cNvPr>
            <p:cNvSpPr/>
            <p:nvPr/>
          </p:nvSpPr>
          <p:spPr>
            <a:xfrm>
              <a:off x="11620722"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00" name="Freeform: Shape 2199">
              <a:extLst>
                <a:ext uri="{FF2B5EF4-FFF2-40B4-BE49-F238E27FC236}">
                  <a16:creationId xmlns:a16="http://schemas.microsoft.com/office/drawing/2014/main" id="{2D71D1E3-FF79-ABED-F9A2-B838C39549EA}"/>
                </a:ext>
              </a:extLst>
            </p:cNvPr>
            <p:cNvSpPr/>
            <p:nvPr/>
          </p:nvSpPr>
          <p:spPr>
            <a:xfrm>
              <a:off x="11734978"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01" name="Freeform: Shape 2200">
              <a:extLst>
                <a:ext uri="{FF2B5EF4-FFF2-40B4-BE49-F238E27FC236}">
                  <a16:creationId xmlns:a16="http://schemas.microsoft.com/office/drawing/2014/main" id="{3DA18B6A-CCEC-586E-30DF-3913773C07CA}"/>
                </a:ext>
              </a:extLst>
            </p:cNvPr>
            <p:cNvSpPr/>
            <p:nvPr/>
          </p:nvSpPr>
          <p:spPr>
            <a:xfrm>
              <a:off x="11849233"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02" name="Freeform: Shape 2201">
              <a:extLst>
                <a:ext uri="{FF2B5EF4-FFF2-40B4-BE49-F238E27FC236}">
                  <a16:creationId xmlns:a16="http://schemas.microsoft.com/office/drawing/2014/main" id="{E2B9A948-3EC0-D908-F082-6E05A9CC0656}"/>
                </a:ext>
              </a:extLst>
            </p:cNvPr>
            <p:cNvSpPr/>
            <p:nvPr/>
          </p:nvSpPr>
          <p:spPr>
            <a:xfrm>
              <a:off x="11963489" y="228918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03" name="Freeform: Shape 2202">
              <a:extLst>
                <a:ext uri="{FF2B5EF4-FFF2-40B4-BE49-F238E27FC236}">
                  <a16:creationId xmlns:a16="http://schemas.microsoft.com/office/drawing/2014/main" id="{B97A096A-37D3-F8C0-347E-DC930A17D149}"/>
                </a:ext>
              </a:extLst>
            </p:cNvPr>
            <p:cNvSpPr/>
            <p:nvPr/>
          </p:nvSpPr>
          <p:spPr>
            <a:xfrm>
              <a:off x="12077745" y="2289183"/>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04" name="Freeform: Shape 2203">
              <a:extLst>
                <a:ext uri="{FF2B5EF4-FFF2-40B4-BE49-F238E27FC236}">
                  <a16:creationId xmlns:a16="http://schemas.microsoft.com/office/drawing/2014/main" id="{CC774110-812A-2AA0-2005-20E98BFA3FA7}"/>
                </a:ext>
              </a:extLst>
            </p:cNvPr>
            <p:cNvSpPr/>
            <p:nvPr/>
          </p:nvSpPr>
          <p:spPr>
            <a:xfrm>
              <a:off x="7279135" y="240343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05" name="Freeform: Shape 2204">
              <a:extLst>
                <a:ext uri="{FF2B5EF4-FFF2-40B4-BE49-F238E27FC236}">
                  <a16:creationId xmlns:a16="http://schemas.microsoft.com/office/drawing/2014/main" id="{68C50947-3474-FE96-FA08-C7C380F3A6C8}"/>
                </a:ext>
              </a:extLst>
            </p:cNvPr>
            <p:cNvSpPr/>
            <p:nvPr/>
          </p:nvSpPr>
          <p:spPr>
            <a:xfrm>
              <a:off x="7393391"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06" name="Freeform: Shape 2205">
              <a:extLst>
                <a:ext uri="{FF2B5EF4-FFF2-40B4-BE49-F238E27FC236}">
                  <a16:creationId xmlns:a16="http://schemas.microsoft.com/office/drawing/2014/main" id="{D2ACB526-EE9F-5F4E-C4B0-61DC08C75DF9}"/>
                </a:ext>
              </a:extLst>
            </p:cNvPr>
            <p:cNvSpPr/>
            <p:nvPr/>
          </p:nvSpPr>
          <p:spPr>
            <a:xfrm>
              <a:off x="7507646"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07" name="Freeform: Shape 2206">
              <a:extLst>
                <a:ext uri="{FF2B5EF4-FFF2-40B4-BE49-F238E27FC236}">
                  <a16:creationId xmlns:a16="http://schemas.microsoft.com/office/drawing/2014/main" id="{0797481E-1A06-FF7D-E7B5-39EB70198670}"/>
                </a:ext>
              </a:extLst>
            </p:cNvPr>
            <p:cNvSpPr/>
            <p:nvPr/>
          </p:nvSpPr>
          <p:spPr>
            <a:xfrm>
              <a:off x="7621902"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08" name="Freeform: Shape 2207">
              <a:extLst>
                <a:ext uri="{FF2B5EF4-FFF2-40B4-BE49-F238E27FC236}">
                  <a16:creationId xmlns:a16="http://schemas.microsoft.com/office/drawing/2014/main" id="{869A5911-49D8-3C3B-D11E-F50C787F4131}"/>
                </a:ext>
              </a:extLst>
            </p:cNvPr>
            <p:cNvSpPr/>
            <p:nvPr/>
          </p:nvSpPr>
          <p:spPr>
            <a:xfrm>
              <a:off x="7736158" y="240343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09" name="Freeform: Shape 2208">
              <a:extLst>
                <a:ext uri="{FF2B5EF4-FFF2-40B4-BE49-F238E27FC236}">
                  <a16:creationId xmlns:a16="http://schemas.microsoft.com/office/drawing/2014/main" id="{A36841EC-8E05-97E6-44BB-B5874061BFCF}"/>
                </a:ext>
              </a:extLst>
            </p:cNvPr>
            <p:cNvSpPr/>
            <p:nvPr/>
          </p:nvSpPr>
          <p:spPr>
            <a:xfrm>
              <a:off x="7850414"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10" name="Freeform: Shape 2209">
              <a:extLst>
                <a:ext uri="{FF2B5EF4-FFF2-40B4-BE49-F238E27FC236}">
                  <a16:creationId xmlns:a16="http://schemas.microsoft.com/office/drawing/2014/main" id="{CA8022EC-09E7-4D0D-FA19-AB93C4025C6E}"/>
                </a:ext>
              </a:extLst>
            </p:cNvPr>
            <p:cNvSpPr/>
            <p:nvPr/>
          </p:nvSpPr>
          <p:spPr>
            <a:xfrm>
              <a:off x="7964669"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11" name="Freeform: Shape 2210">
              <a:extLst>
                <a:ext uri="{FF2B5EF4-FFF2-40B4-BE49-F238E27FC236}">
                  <a16:creationId xmlns:a16="http://schemas.microsoft.com/office/drawing/2014/main" id="{1BFEFDA5-2F9F-81D5-694D-975F91E92F91}"/>
                </a:ext>
              </a:extLst>
            </p:cNvPr>
            <p:cNvSpPr/>
            <p:nvPr/>
          </p:nvSpPr>
          <p:spPr>
            <a:xfrm>
              <a:off x="8078925" y="240343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12" name="Freeform: Shape 2211">
              <a:extLst>
                <a:ext uri="{FF2B5EF4-FFF2-40B4-BE49-F238E27FC236}">
                  <a16:creationId xmlns:a16="http://schemas.microsoft.com/office/drawing/2014/main" id="{59605BD9-A57F-14F8-768D-DD1B3844596F}"/>
                </a:ext>
              </a:extLst>
            </p:cNvPr>
            <p:cNvSpPr/>
            <p:nvPr/>
          </p:nvSpPr>
          <p:spPr>
            <a:xfrm>
              <a:off x="8193181"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13" name="Freeform: Shape 2212">
              <a:extLst>
                <a:ext uri="{FF2B5EF4-FFF2-40B4-BE49-F238E27FC236}">
                  <a16:creationId xmlns:a16="http://schemas.microsoft.com/office/drawing/2014/main" id="{44CC77C0-02BA-5482-0375-0F3A7DEDF448}"/>
                </a:ext>
              </a:extLst>
            </p:cNvPr>
            <p:cNvSpPr/>
            <p:nvPr/>
          </p:nvSpPr>
          <p:spPr>
            <a:xfrm>
              <a:off x="8307437"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14" name="Freeform: Shape 2213">
              <a:extLst>
                <a:ext uri="{FF2B5EF4-FFF2-40B4-BE49-F238E27FC236}">
                  <a16:creationId xmlns:a16="http://schemas.microsoft.com/office/drawing/2014/main" id="{AA68653B-2D4F-778E-5544-415880918755}"/>
                </a:ext>
              </a:extLst>
            </p:cNvPr>
            <p:cNvSpPr/>
            <p:nvPr/>
          </p:nvSpPr>
          <p:spPr>
            <a:xfrm>
              <a:off x="8421648"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15" name="Freeform: Shape 2214">
              <a:extLst>
                <a:ext uri="{FF2B5EF4-FFF2-40B4-BE49-F238E27FC236}">
                  <a16:creationId xmlns:a16="http://schemas.microsoft.com/office/drawing/2014/main" id="{C61DAB04-166C-9B55-2B57-D07B6E63BD09}"/>
                </a:ext>
              </a:extLst>
            </p:cNvPr>
            <p:cNvSpPr/>
            <p:nvPr/>
          </p:nvSpPr>
          <p:spPr>
            <a:xfrm>
              <a:off x="8535904"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16" name="Freeform: Shape 2215">
              <a:extLst>
                <a:ext uri="{FF2B5EF4-FFF2-40B4-BE49-F238E27FC236}">
                  <a16:creationId xmlns:a16="http://schemas.microsoft.com/office/drawing/2014/main" id="{0A482358-D183-0711-22A8-EDD880BE7052}"/>
                </a:ext>
              </a:extLst>
            </p:cNvPr>
            <p:cNvSpPr/>
            <p:nvPr/>
          </p:nvSpPr>
          <p:spPr>
            <a:xfrm>
              <a:off x="8650160"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17" name="Freeform: Shape 2216">
              <a:extLst>
                <a:ext uri="{FF2B5EF4-FFF2-40B4-BE49-F238E27FC236}">
                  <a16:creationId xmlns:a16="http://schemas.microsoft.com/office/drawing/2014/main" id="{7D72CB6A-2610-5277-94DB-175FB02DB27B}"/>
                </a:ext>
              </a:extLst>
            </p:cNvPr>
            <p:cNvSpPr/>
            <p:nvPr/>
          </p:nvSpPr>
          <p:spPr>
            <a:xfrm>
              <a:off x="8764416"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18" name="Freeform: Shape 2217">
              <a:extLst>
                <a:ext uri="{FF2B5EF4-FFF2-40B4-BE49-F238E27FC236}">
                  <a16:creationId xmlns:a16="http://schemas.microsoft.com/office/drawing/2014/main" id="{58AB842A-1BFA-9FC7-A891-54E41978A5C5}"/>
                </a:ext>
              </a:extLst>
            </p:cNvPr>
            <p:cNvSpPr/>
            <p:nvPr/>
          </p:nvSpPr>
          <p:spPr>
            <a:xfrm>
              <a:off x="8878671" y="240343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19" name="Freeform: Shape 2218">
              <a:extLst>
                <a:ext uri="{FF2B5EF4-FFF2-40B4-BE49-F238E27FC236}">
                  <a16:creationId xmlns:a16="http://schemas.microsoft.com/office/drawing/2014/main" id="{8060C40C-4CCD-6736-DBC1-8AFADDA69BAD}"/>
                </a:ext>
              </a:extLst>
            </p:cNvPr>
            <p:cNvSpPr/>
            <p:nvPr/>
          </p:nvSpPr>
          <p:spPr>
            <a:xfrm>
              <a:off x="8992927"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20" name="Freeform: Shape 2219">
              <a:extLst>
                <a:ext uri="{FF2B5EF4-FFF2-40B4-BE49-F238E27FC236}">
                  <a16:creationId xmlns:a16="http://schemas.microsoft.com/office/drawing/2014/main" id="{249DD392-B3DD-CAD2-DCAF-EC2924DE161A}"/>
                </a:ext>
              </a:extLst>
            </p:cNvPr>
            <p:cNvSpPr/>
            <p:nvPr/>
          </p:nvSpPr>
          <p:spPr>
            <a:xfrm>
              <a:off x="9107183"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21" name="Freeform: Shape 2220">
              <a:extLst>
                <a:ext uri="{FF2B5EF4-FFF2-40B4-BE49-F238E27FC236}">
                  <a16:creationId xmlns:a16="http://schemas.microsoft.com/office/drawing/2014/main" id="{33232AF3-071E-5AEB-88C3-4891D6EE15BB}"/>
                </a:ext>
              </a:extLst>
            </p:cNvPr>
            <p:cNvSpPr/>
            <p:nvPr/>
          </p:nvSpPr>
          <p:spPr>
            <a:xfrm>
              <a:off x="9221439"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22" name="Freeform: Shape 2221">
              <a:extLst>
                <a:ext uri="{FF2B5EF4-FFF2-40B4-BE49-F238E27FC236}">
                  <a16:creationId xmlns:a16="http://schemas.microsoft.com/office/drawing/2014/main" id="{3B848821-EC7B-23B4-27B4-4754E86AD12D}"/>
                </a:ext>
              </a:extLst>
            </p:cNvPr>
            <p:cNvSpPr/>
            <p:nvPr/>
          </p:nvSpPr>
          <p:spPr>
            <a:xfrm>
              <a:off x="9335695" y="240343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23" name="Freeform: Shape 2222">
              <a:extLst>
                <a:ext uri="{FF2B5EF4-FFF2-40B4-BE49-F238E27FC236}">
                  <a16:creationId xmlns:a16="http://schemas.microsoft.com/office/drawing/2014/main" id="{7278B7D6-D874-BC37-5C1D-5E6E3A51E922}"/>
                </a:ext>
              </a:extLst>
            </p:cNvPr>
            <p:cNvSpPr/>
            <p:nvPr/>
          </p:nvSpPr>
          <p:spPr>
            <a:xfrm>
              <a:off x="9449950"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24" name="Freeform: Shape 2223">
              <a:extLst>
                <a:ext uri="{FF2B5EF4-FFF2-40B4-BE49-F238E27FC236}">
                  <a16:creationId xmlns:a16="http://schemas.microsoft.com/office/drawing/2014/main" id="{912B3C44-7363-8C1B-B2F5-02B88A3A042F}"/>
                </a:ext>
              </a:extLst>
            </p:cNvPr>
            <p:cNvSpPr/>
            <p:nvPr/>
          </p:nvSpPr>
          <p:spPr>
            <a:xfrm>
              <a:off x="9564206"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25" name="Freeform: Shape 2224">
              <a:extLst>
                <a:ext uri="{FF2B5EF4-FFF2-40B4-BE49-F238E27FC236}">
                  <a16:creationId xmlns:a16="http://schemas.microsoft.com/office/drawing/2014/main" id="{7D6F3756-F7DB-9A62-9625-38F209CCB4A3}"/>
                </a:ext>
              </a:extLst>
            </p:cNvPr>
            <p:cNvSpPr/>
            <p:nvPr/>
          </p:nvSpPr>
          <p:spPr>
            <a:xfrm>
              <a:off x="9678418" y="240343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26" name="Freeform: Shape 2225">
              <a:extLst>
                <a:ext uri="{FF2B5EF4-FFF2-40B4-BE49-F238E27FC236}">
                  <a16:creationId xmlns:a16="http://schemas.microsoft.com/office/drawing/2014/main" id="{2E1BFF50-2DEB-2BAF-A7CD-B7C2411365A7}"/>
                </a:ext>
              </a:extLst>
            </p:cNvPr>
            <p:cNvSpPr/>
            <p:nvPr/>
          </p:nvSpPr>
          <p:spPr>
            <a:xfrm>
              <a:off x="9792674"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27" name="Freeform: Shape 2226">
              <a:extLst>
                <a:ext uri="{FF2B5EF4-FFF2-40B4-BE49-F238E27FC236}">
                  <a16:creationId xmlns:a16="http://schemas.microsoft.com/office/drawing/2014/main" id="{0C9AA5FE-5F3D-EBE1-0CBF-B4177E7C0F45}"/>
                </a:ext>
              </a:extLst>
            </p:cNvPr>
            <p:cNvSpPr/>
            <p:nvPr/>
          </p:nvSpPr>
          <p:spPr>
            <a:xfrm>
              <a:off x="9906929"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28" name="Freeform: Shape 2227">
              <a:extLst>
                <a:ext uri="{FF2B5EF4-FFF2-40B4-BE49-F238E27FC236}">
                  <a16:creationId xmlns:a16="http://schemas.microsoft.com/office/drawing/2014/main" id="{77D4BCA3-4A19-D366-071B-BAFA78CF3DFE}"/>
                </a:ext>
              </a:extLst>
            </p:cNvPr>
            <p:cNvSpPr/>
            <p:nvPr/>
          </p:nvSpPr>
          <p:spPr>
            <a:xfrm>
              <a:off x="10021185"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29" name="Freeform: Shape 2228">
              <a:extLst>
                <a:ext uri="{FF2B5EF4-FFF2-40B4-BE49-F238E27FC236}">
                  <a16:creationId xmlns:a16="http://schemas.microsoft.com/office/drawing/2014/main" id="{3E90B198-F204-7E99-92E7-A590D6D3EBC7}"/>
                </a:ext>
              </a:extLst>
            </p:cNvPr>
            <p:cNvSpPr/>
            <p:nvPr/>
          </p:nvSpPr>
          <p:spPr>
            <a:xfrm>
              <a:off x="10135441"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30" name="Freeform: Shape 2229">
              <a:extLst>
                <a:ext uri="{FF2B5EF4-FFF2-40B4-BE49-F238E27FC236}">
                  <a16:creationId xmlns:a16="http://schemas.microsoft.com/office/drawing/2014/main" id="{42990D62-42CF-4783-D544-BA395F2E1085}"/>
                </a:ext>
              </a:extLst>
            </p:cNvPr>
            <p:cNvSpPr/>
            <p:nvPr/>
          </p:nvSpPr>
          <p:spPr>
            <a:xfrm>
              <a:off x="10249697"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31" name="Freeform: Shape 2230">
              <a:extLst>
                <a:ext uri="{FF2B5EF4-FFF2-40B4-BE49-F238E27FC236}">
                  <a16:creationId xmlns:a16="http://schemas.microsoft.com/office/drawing/2014/main" id="{474CF7BD-C0B4-9F9B-AF91-5F82E25A8773}"/>
                </a:ext>
              </a:extLst>
            </p:cNvPr>
            <p:cNvSpPr/>
            <p:nvPr/>
          </p:nvSpPr>
          <p:spPr>
            <a:xfrm>
              <a:off x="10363952"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32" name="Freeform: Shape 2231">
              <a:extLst>
                <a:ext uri="{FF2B5EF4-FFF2-40B4-BE49-F238E27FC236}">
                  <a16:creationId xmlns:a16="http://schemas.microsoft.com/office/drawing/2014/main" id="{D63FB4C9-9935-0A7E-571F-6C5322F87DB6}"/>
                </a:ext>
              </a:extLst>
            </p:cNvPr>
            <p:cNvSpPr/>
            <p:nvPr/>
          </p:nvSpPr>
          <p:spPr>
            <a:xfrm>
              <a:off x="10478208" y="240343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33" name="Freeform: Shape 2232">
              <a:extLst>
                <a:ext uri="{FF2B5EF4-FFF2-40B4-BE49-F238E27FC236}">
                  <a16:creationId xmlns:a16="http://schemas.microsoft.com/office/drawing/2014/main" id="{9E897BED-CFD4-978C-7899-9FAD3B332A3A}"/>
                </a:ext>
              </a:extLst>
            </p:cNvPr>
            <p:cNvSpPr/>
            <p:nvPr/>
          </p:nvSpPr>
          <p:spPr>
            <a:xfrm>
              <a:off x="10592464"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34" name="Freeform: Shape 2233">
              <a:extLst>
                <a:ext uri="{FF2B5EF4-FFF2-40B4-BE49-F238E27FC236}">
                  <a16:creationId xmlns:a16="http://schemas.microsoft.com/office/drawing/2014/main" id="{29D1789F-17D1-9A6C-BE57-E741C5CDF987}"/>
                </a:ext>
              </a:extLst>
            </p:cNvPr>
            <p:cNvSpPr/>
            <p:nvPr/>
          </p:nvSpPr>
          <p:spPr>
            <a:xfrm>
              <a:off x="10706720"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35" name="Freeform: Shape 2234">
              <a:extLst>
                <a:ext uri="{FF2B5EF4-FFF2-40B4-BE49-F238E27FC236}">
                  <a16:creationId xmlns:a16="http://schemas.microsoft.com/office/drawing/2014/main" id="{3A6384DC-CEB5-1B58-4E9B-886BAA7E2B1E}"/>
                </a:ext>
              </a:extLst>
            </p:cNvPr>
            <p:cNvSpPr/>
            <p:nvPr/>
          </p:nvSpPr>
          <p:spPr>
            <a:xfrm>
              <a:off x="10820976" y="2403439"/>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36" name="Freeform: Shape 2235">
              <a:extLst>
                <a:ext uri="{FF2B5EF4-FFF2-40B4-BE49-F238E27FC236}">
                  <a16:creationId xmlns:a16="http://schemas.microsoft.com/office/drawing/2014/main" id="{C0BB5FC9-AA7B-CE5E-8BC3-B3701187C6E6}"/>
                </a:ext>
              </a:extLst>
            </p:cNvPr>
            <p:cNvSpPr/>
            <p:nvPr/>
          </p:nvSpPr>
          <p:spPr>
            <a:xfrm>
              <a:off x="10935231"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37" name="Freeform: Shape 2236">
              <a:extLst>
                <a:ext uri="{FF2B5EF4-FFF2-40B4-BE49-F238E27FC236}">
                  <a16:creationId xmlns:a16="http://schemas.microsoft.com/office/drawing/2014/main" id="{677C0C89-AAC2-951A-5BA5-A8864F1D5A7A}"/>
                </a:ext>
              </a:extLst>
            </p:cNvPr>
            <p:cNvSpPr/>
            <p:nvPr/>
          </p:nvSpPr>
          <p:spPr>
            <a:xfrm>
              <a:off x="11049443"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38" name="Freeform: Shape 2237">
              <a:extLst>
                <a:ext uri="{FF2B5EF4-FFF2-40B4-BE49-F238E27FC236}">
                  <a16:creationId xmlns:a16="http://schemas.microsoft.com/office/drawing/2014/main" id="{7CEB5BAC-B378-F088-C006-E4A2AC5FC256}"/>
                </a:ext>
              </a:extLst>
            </p:cNvPr>
            <p:cNvSpPr/>
            <p:nvPr/>
          </p:nvSpPr>
          <p:spPr>
            <a:xfrm>
              <a:off x="11163699" y="2403439"/>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39" name="Freeform: Shape 2238">
              <a:extLst>
                <a:ext uri="{FF2B5EF4-FFF2-40B4-BE49-F238E27FC236}">
                  <a16:creationId xmlns:a16="http://schemas.microsoft.com/office/drawing/2014/main" id="{9A4ECEF7-5835-6B90-B0D3-77298FF90434}"/>
                </a:ext>
              </a:extLst>
            </p:cNvPr>
            <p:cNvSpPr/>
            <p:nvPr/>
          </p:nvSpPr>
          <p:spPr>
            <a:xfrm>
              <a:off x="11277955"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40" name="Freeform: Shape 2239">
              <a:extLst>
                <a:ext uri="{FF2B5EF4-FFF2-40B4-BE49-F238E27FC236}">
                  <a16:creationId xmlns:a16="http://schemas.microsoft.com/office/drawing/2014/main" id="{F6321370-4912-1853-C3CD-EB1C6ACE211A}"/>
                </a:ext>
              </a:extLst>
            </p:cNvPr>
            <p:cNvSpPr/>
            <p:nvPr/>
          </p:nvSpPr>
          <p:spPr>
            <a:xfrm>
              <a:off x="11392210"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41" name="Freeform: Shape 2240">
              <a:extLst>
                <a:ext uri="{FF2B5EF4-FFF2-40B4-BE49-F238E27FC236}">
                  <a16:creationId xmlns:a16="http://schemas.microsoft.com/office/drawing/2014/main" id="{CD20B440-7656-6AFF-8877-B3BE5EE39F16}"/>
                </a:ext>
              </a:extLst>
            </p:cNvPr>
            <p:cNvSpPr/>
            <p:nvPr/>
          </p:nvSpPr>
          <p:spPr>
            <a:xfrm>
              <a:off x="11506466" y="2403439"/>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42" name="Freeform: Shape 2241">
              <a:extLst>
                <a:ext uri="{FF2B5EF4-FFF2-40B4-BE49-F238E27FC236}">
                  <a16:creationId xmlns:a16="http://schemas.microsoft.com/office/drawing/2014/main" id="{FE84694E-7318-3E71-0FD2-B764B9F80977}"/>
                </a:ext>
              </a:extLst>
            </p:cNvPr>
            <p:cNvSpPr/>
            <p:nvPr/>
          </p:nvSpPr>
          <p:spPr>
            <a:xfrm>
              <a:off x="11620722"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43" name="Freeform: Shape 2242">
              <a:extLst>
                <a:ext uri="{FF2B5EF4-FFF2-40B4-BE49-F238E27FC236}">
                  <a16:creationId xmlns:a16="http://schemas.microsoft.com/office/drawing/2014/main" id="{F4ADB691-9842-7306-2FFC-BAF9314AD120}"/>
                </a:ext>
              </a:extLst>
            </p:cNvPr>
            <p:cNvSpPr/>
            <p:nvPr/>
          </p:nvSpPr>
          <p:spPr>
            <a:xfrm>
              <a:off x="11734978"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44" name="Freeform: Shape 2243">
              <a:extLst>
                <a:ext uri="{FF2B5EF4-FFF2-40B4-BE49-F238E27FC236}">
                  <a16:creationId xmlns:a16="http://schemas.microsoft.com/office/drawing/2014/main" id="{6459C73E-BEF8-A8ED-AA39-C2BA7FC3AB58}"/>
                </a:ext>
              </a:extLst>
            </p:cNvPr>
            <p:cNvSpPr/>
            <p:nvPr/>
          </p:nvSpPr>
          <p:spPr>
            <a:xfrm>
              <a:off x="11849233"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45" name="Freeform: Shape 2244">
              <a:extLst>
                <a:ext uri="{FF2B5EF4-FFF2-40B4-BE49-F238E27FC236}">
                  <a16:creationId xmlns:a16="http://schemas.microsoft.com/office/drawing/2014/main" id="{815C13DD-F5CF-4024-34CB-45CB9167DA12}"/>
                </a:ext>
              </a:extLst>
            </p:cNvPr>
            <p:cNvSpPr/>
            <p:nvPr/>
          </p:nvSpPr>
          <p:spPr>
            <a:xfrm>
              <a:off x="11963489" y="240343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46" name="Freeform: Shape 2245">
              <a:extLst>
                <a:ext uri="{FF2B5EF4-FFF2-40B4-BE49-F238E27FC236}">
                  <a16:creationId xmlns:a16="http://schemas.microsoft.com/office/drawing/2014/main" id="{3BB57CC3-9D27-E79D-2D14-469EF76B9E31}"/>
                </a:ext>
              </a:extLst>
            </p:cNvPr>
            <p:cNvSpPr/>
            <p:nvPr/>
          </p:nvSpPr>
          <p:spPr>
            <a:xfrm>
              <a:off x="12077745" y="2403439"/>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47" name="Freeform: Shape 2246">
              <a:extLst>
                <a:ext uri="{FF2B5EF4-FFF2-40B4-BE49-F238E27FC236}">
                  <a16:creationId xmlns:a16="http://schemas.microsoft.com/office/drawing/2014/main" id="{86F8A451-D885-CA41-6ACA-C6902D322AE0}"/>
                </a:ext>
              </a:extLst>
            </p:cNvPr>
            <p:cNvSpPr/>
            <p:nvPr/>
          </p:nvSpPr>
          <p:spPr>
            <a:xfrm>
              <a:off x="7279135" y="251769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48" name="Freeform: Shape 2247">
              <a:extLst>
                <a:ext uri="{FF2B5EF4-FFF2-40B4-BE49-F238E27FC236}">
                  <a16:creationId xmlns:a16="http://schemas.microsoft.com/office/drawing/2014/main" id="{E6C270F1-475B-EF25-BD9F-2F8B5F169391}"/>
                </a:ext>
              </a:extLst>
            </p:cNvPr>
            <p:cNvSpPr/>
            <p:nvPr/>
          </p:nvSpPr>
          <p:spPr>
            <a:xfrm>
              <a:off x="7393391"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49" name="Freeform: Shape 2248">
              <a:extLst>
                <a:ext uri="{FF2B5EF4-FFF2-40B4-BE49-F238E27FC236}">
                  <a16:creationId xmlns:a16="http://schemas.microsoft.com/office/drawing/2014/main" id="{D3C2E32B-0360-0A85-63AC-83D5BBFA9E70}"/>
                </a:ext>
              </a:extLst>
            </p:cNvPr>
            <p:cNvSpPr/>
            <p:nvPr/>
          </p:nvSpPr>
          <p:spPr>
            <a:xfrm>
              <a:off x="7507646"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50" name="Freeform: Shape 2249">
              <a:extLst>
                <a:ext uri="{FF2B5EF4-FFF2-40B4-BE49-F238E27FC236}">
                  <a16:creationId xmlns:a16="http://schemas.microsoft.com/office/drawing/2014/main" id="{0CF75B6C-ADFE-6A92-C9A1-74F1CAC42CC9}"/>
                </a:ext>
              </a:extLst>
            </p:cNvPr>
            <p:cNvSpPr/>
            <p:nvPr/>
          </p:nvSpPr>
          <p:spPr>
            <a:xfrm>
              <a:off x="7621902"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51" name="Freeform: Shape 2250">
              <a:extLst>
                <a:ext uri="{FF2B5EF4-FFF2-40B4-BE49-F238E27FC236}">
                  <a16:creationId xmlns:a16="http://schemas.microsoft.com/office/drawing/2014/main" id="{873345B9-E145-B221-B089-02F27EB32308}"/>
                </a:ext>
              </a:extLst>
            </p:cNvPr>
            <p:cNvSpPr/>
            <p:nvPr/>
          </p:nvSpPr>
          <p:spPr>
            <a:xfrm>
              <a:off x="7736158" y="251769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52" name="Freeform: Shape 2251">
              <a:extLst>
                <a:ext uri="{FF2B5EF4-FFF2-40B4-BE49-F238E27FC236}">
                  <a16:creationId xmlns:a16="http://schemas.microsoft.com/office/drawing/2014/main" id="{85A297AA-B9DD-3B5E-775B-80DF916F6BCD}"/>
                </a:ext>
              </a:extLst>
            </p:cNvPr>
            <p:cNvSpPr/>
            <p:nvPr/>
          </p:nvSpPr>
          <p:spPr>
            <a:xfrm>
              <a:off x="7850414"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53" name="Freeform: Shape 2252">
              <a:extLst>
                <a:ext uri="{FF2B5EF4-FFF2-40B4-BE49-F238E27FC236}">
                  <a16:creationId xmlns:a16="http://schemas.microsoft.com/office/drawing/2014/main" id="{D1833D65-70A9-897A-286D-E59B0A4F141A}"/>
                </a:ext>
              </a:extLst>
            </p:cNvPr>
            <p:cNvSpPr/>
            <p:nvPr/>
          </p:nvSpPr>
          <p:spPr>
            <a:xfrm>
              <a:off x="7964669"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54" name="Freeform: Shape 2253">
              <a:extLst>
                <a:ext uri="{FF2B5EF4-FFF2-40B4-BE49-F238E27FC236}">
                  <a16:creationId xmlns:a16="http://schemas.microsoft.com/office/drawing/2014/main" id="{317AB922-740A-45CC-4234-B6244F699BDF}"/>
                </a:ext>
              </a:extLst>
            </p:cNvPr>
            <p:cNvSpPr/>
            <p:nvPr/>
          </p:nvSpPr>
          <p:spPr>
            <a:xfrm>
              <a:off x="8078925" y="251769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55" name="Freeform: Shape 2254">
              <a:extLst>
                <a:ext uri="{FF2B5EF4-FFF2-40B4-BE49-F238E27FC236}">
                  <a16:creationId xmlns:a16="http://schemas.microsoft.com/office/drawing/2014/main" id="{80C27C63-D633-C753-D342-B784DA606B00}"/>
                </a:ext>
              </a:extLst>
            </p:cNvPr>
            <p:cNvSpPr/>
            <p:nvPr/>
          </p:nvSpPr>
          <p:spPr>
            <a:xfrm>
              <a:off x="8193181"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56" name="Freeform: Shape 2255">
              <a:extLst>
                <a:ext uri="{FF2B5EF4-FFF2-40B4-BE49-F238E27FC236}">
                  <a16:creationId xmlns:a16="http://schemas.microsoft.com/office/drawing/2014/main" id="{E1D78A5F-0972-E697-BA57-C646D6C08922}"/>
                </a:ext>
              </a:extLst>
            </p:cNvPr>
            <p:cNvSpPr/>
            <p:nvPr/>
          </p:nvSpPr>
          <p:spPr>
            <a:xfrm>
              <a:off x="8307437"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57" name="Freeform: Shape 2256">
              <a:extLst>
                <a:ext uri="{FF2B5EF4-FFF2-40B4-BE49-F238E27FC236}">
                  <a16:creationId xmlns:a16="http://schemas.microsoft.com/office/drawing/2014/main" id="{A799718C-1194-9C19-4B5B-CB6B73A46B71}"/>
                </a:ext>
              </a:extLst>
            </p:cNvPr>
            <p:cNvSpPr/>
            <p:nvPr/>
          </p:nvSpPr>
          <p:spPr>
            <a:xfrm>
              <a:off x="8421648"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58" name="Freeform: Shape 2257">
              <a:extLst>
                <a:ext uri="{FF2B5EF4-FFF2-40B4-BE49-F238E27FC236}">
                  <a16:creationId xmlns:a16="http://schemas.microsoft.com/office/drawing/2014/main" id="{0F68C0E5-70CE-72AF-466B-8266F509EC52}"/>
                </a:ext>
              </a:extLst>
            </p:cNvPr>
            <p:cNvSpPr/>
            <p:nvPr/>
          </p:nvSpPr>
          <p:spPr>
            <a:xfrm>
              <a:off x="8535904"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59" name="Freeform: Shape 2258">
              <a:extLst>
                <a:ext uri="{FF2B5EF4-FFF2-40B4-BE49-F238E27FC236}">
                  <a16:creationId xmlns:a16="http://schemas.microsoft.com/office/drawing/2014/main" id="{69CA481D-4FC0-84EF-44C7-86306CDF38B2}"/>
                </a:ext>
              </a:extLst>
            </p:cNvPr>
            <p:cNvSpPr/>
            <p:nvPr/>
          </p:nvSpPr>
          <p:spPr>
            <a:xfrm>
              <a:off x="8650160"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60" name="Freeform: Shape 2259">
              <a:extLst>
                <a:ext uri="{FF2B5EF4-FFF2-40B4-BE49-F238E27FC236}">
                  <a16:creationId xmlns:a16="http://schemas.microsoft.com/office/drawing/2014/main" id="{00902103-7019-6B55-0FF6-4F7C537C1240}"/>
                </a:ext>
              </a:extLst>
            </p:cNvPr>
            <p:cNvSpPr/>
            <p:nvPr/>
          </p:nvSpPr>
          <p:spPr>
            <a:xfrm>
              <a:off x="8764416"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61" name="Freeform: Shape 2260">
              <a:extLst>
                <a:ext uri="{FF2B5EF4-FFF2-40B4-BE49-F238E27FC236}">
                  <a16:creationId xmlns:a16="http://schemas.microsoft.com/office/drawing/2014/main" id="{D731B0FB-7AA2-B6A1-30B7-0BB02AF5CE92}"/>
                </a:ext>
              </a:extLst>
            </p:cNvPr>
            <p:cNvSpPr/>
            <p:nvPr/>
          </p:nvSpPr>
          <p:spPr>
            <a:xfrm>
              <a:off x="8878671" y="251769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62" name="Freeform: Shape 2261">
              <a:extLst>
                <a:ext uri="{FF2B5EF4-FFF2-40B4-BE49-F238E27FC236}">
                  <a16:creationId xmlns:a16="http://schemas.microsoft.com/office/drawing/2014/main" id="{0164D7CA-D890-3AC7-A759-FB496ED814A7}"/>
                </a:ext>
              </a:extLst>
            </p:cNvPr>
            <p:cNvSpPr/>
            <p:nvPr/>
          </p:nvSpPr>
          <p:spPr>
            <a:xfrm>
              <a:off x="8992927"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63" name="Freeform: Shape 2262">
              <a:extLst>
                <a:ext uri="{FF2B5EF4-FFF2-40B4-BE49-F238E27FC236}">
                  <a16:creationId xmlns:a16="http://schemas.microsoft.com/office/drawing/2014/main" id="{31BC9710-0E6A-96CF-3ED9-6B0C21A551B5}"/>
                </a:ext>
              </a:extLst>
            </p:cNvPr>
            <p:cNvSpPr/>
            <p:nvPr/>
          </p:nvSpPr>
          <p:spPr>
            <a:xfrm>
              <a:off x="9107183"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64" name="Freeform: Shape 2263">
              <a:extLst>
                <a:ext uri="{FF2B5EF4-FFF2-40B4-BE49-F238E27FC236}">
                  <a16:creationId xmlns:a16="http://schemas.microsoft.com/office/drawing/2014/main" id="{9C157155-A7EB-2553-09CC-9BD0252B7EAA}"/>
                </a:ext>
              </a:extLst>
            </p:cNvPr>
            <p:cNvSpPr/>
            <p:nvPr/>
          </p:nvSpPr>
          <p:spPr>
            <a:xfrm>
              <a:off x="9221439"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65" name="Freeform: Shape 2264">
              <a:extLst>
                <a:ext uri="{FF2B5EF4-FFF2-40B4-BE49-F238E27FC236}">
                  <a16:creationId xmlns:a16="http://schemas.microsoft.com/office/drawing/2014/main" id="{88B0FEEC-B3CE-7607-5CE0-C50FF9D2EA9F}"/>
                </a:ext>
              </a:extLst>
            </p:cNvPr>
            <p:cNvSpPr/>
            <p:nvPr/>
          </p:nvSpPr>
          <p:spPr>
            <a:xfrm>
              <a:off x="9335695" y="251769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66" name="Freeform: Shape 2265">
              <a:extLst>
                <a:ext uri="{FF2B5EF4-FFF2-40B4-BE49-F238E27FC236}">
                  <a16:creationId xmlns:a16="http://schemas.microsoft.com/office/drawing/2014/main" id="{CADA6510-120C-F6A6-3730-745BC3EFEAB5}"/>
                </a:ext>
              </a:extLst>
            </p:cNvPr>
            <p:cNvSpPr/>
            <p:nvPr/>
          </p:nvSpPr>
          <p:spPr>
            <a:xfrm>
              <a:off x="9449950"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67" name="Freeform: Shape 2266">
              <a:extLst>
                <a:ext uri="{FF2B5EF4-FFF2-40B4-BE49-F238E27FC236}">
                  <a16:creationId xmlns:a16="http://schemas.microsoft.com/office/drawing/2014/main" id="{DC32BC72-2E8C-EC11-7202-A7A2E289DDAE}"/>
                </a:ext>
              </a:extLst>
            </p:cNvPr>
            <p:cNvSpPr/>
            <p:nvPr/>
          </p:nvSpPr>
          <p:spPr>
            <a:xfrm>
              <a:off x="9564206"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68" name="Freeform: Shape 2267">
              <a:extLst>
                <a:ext uri="{FF2B5EF4-FFF2-40B4-BE49-F238E27FC236}">
                  <a16:creationId xmlns:a16="http://schemas.microsoft.com/office/drawing/2014/main" id="{EF091F80-939C-BBCA-B705-A5E03451E8A4}"/>
                </a:ext>
              </a:extLst>
            </p:cNvPr>
            <p:cNvSpPr/>
            <p:nvPr/>
          </p:nvSpPr>
          <p:spPr>
            <a:xfrm>
              <a:off x="9678418" y="251769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69" name="Freeform: Shape 2268">
              <a:extLst>
                <a:ext uri="{FF2B5EF4-FFF2-40B4-BE49-F238E27FC236}">
                  <a16:creationId xmlns:a16="http://schemas.microsoft.com/office/drawing/2014/main" id="{6BF280E5-172E-23D8-E852-E6A2935C8BCA}"/>
                </a:ext>
              </a:extLst>
            </p:cNvPr>
            <p:cNvSpPr/>
            <p:nvPr/>
          </p:nvSpPr>
          <p:spPr>
            <a:xfrm>
              <a:off x="9792674"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70" name="Freeform: Shape 2269">
              <a:extLst>
                <a:ext uri="{FF2B5EF4-FFF2-40B4-BE49-F238E27FC236}">
                  <a16:creationId xmlns:a16="http://schemas.microsoft.com/office/drawing/2014/main" id="{2EE2F46B-5507-1CC0-3334-909503B3D482}"/>
                </a:ext>
              </a:extLst>
            </p:cNvPr>
            <p:cNvSpPr/>
            <p:nvPr/>
          </p:nvSpPr>
          <p:spPr>
            <a:xfrm>
              <a:off x="9906929"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71" name="Freeform: Shape 2270">
              <a:extLst>
                <a:ext uri="{FF2B5EF4-FFF2-40B4-BE49-F238E27FC236}">
                  <a16:creationId xmlns:a16="http://schemas.microsoft.com/office/drawing/2014/main" id="{874D6019-113F-BC03-5502-9B1F356EFD95}"/>
                </a:ext>
              </a:extLst>
            </p:cNvPr>
            <p:cNvSpPr/>
            <p:nvPr/>
          </p:nvSpPr>
          <p:spPr>
            <a:xfrm>
              <a:off x="10021185"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72" name="Freeform: Shape 2271">
              <a:extLst>
                <a:ext uri="{FF2B5EF4-FFF2-40B4-BE49-F238E27FC236}">
                  <a16:creationId xmlns:a16="http://schemas.microsoft.com/office/drawing/2014/main" id="{03DB1C05-C7D6-C367-8E9F-1B530518C7E1}"/>
                </a:ext>
              </a:extLst>
            </p:cNvPr>
            <p:cNvSpPr/>
            <p:nvPr/>
          </p:nvSpPr>
          <p:spPr>
            <a:xfrm>
              <a:off x="10135441"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73" name="Freeform: Shape 2272">
              <a:extLst>
                <a:ext uri="{FF2B5EF4-FFF2-40B4-BE49-F238E27FC236}">
                  <a16:creationId xmlns:a16="http://schemas.microsoft.com/office/drawing/2014/main" id="{F579F964-9C61-5A3F-C857-76FFB5073FE5}"/>
                </a:ext>
              </a:extLst>
            </p:cNvPr>
            <p:cNvSpPr/>
            <p:nvPr/>
          </p:nvSpPr>
          <p:spPr>
            <a:xfrm>
              <a:off x="10249697"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74" name="Freeform: Shape 2273">
              <a:extLst>
                <a:ext uri="{FF2B5EF4-FFF2-40B4-BE49-F238E27FC236}">
                  <a16:creationId xmlns:a16="http://schemas.microsoft.com/office/drawing/2014/main" id="{5BBD867B-49C4-28AE-52FD-09FB54527340}"/>
                </a:ext>
              </a:extLst>
            </p:cNvPr>
            <p:cNvSpPr/>
            <p:nvPr/>
          </p:nvSpPr>
          <p:spPr>
            <a:xfrm>
              <a:off x="10363952"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75" name="Freeform: Shape 2274">
              <a:extLst>
                <a:ext uri="{FF2B5EF4-FFF2-40B4-BE49-F238E27FC236}">
                  <a16:creationId xmlns:a16="http://schemas.microsoft.com/office/drawing/2014/main" id="{7B873D92-CE74-2710-59EA-3FDF3DF7BCD6}"/>
                </a:ext>
              </a:extLst>
            </p:cNvPr>
            <p:cNvSpPr/>
            <p:nvPr/>
          </p:nvSpPr>
          <p:spPr>
            <a:xfrm>
              <a:off x="10478208" y="251769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76" name="Freeform: Shape 2275">
              <a:extLst>
                <a:ext uri="{FF2B5EF4-FFF2-40B4-BE49-F238E27FC236}">
                  <a16:creationId xmlns:a16="http://schemas.microsoft.com/office/drawing/2014/main" id="{1CE94886-B17E-0080-15F8-623458413144}"/>
                </a:ext>
              </a:extLst>
            </p:cNvPr>
            <p:cNvSpPr/>
            <p:nvPr/>
          </p:nvSpPr>
          <p:spPr>
            <a:xfrm>
              <a:off x="10592464"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77" name="Freeform: Shape 2276">
              <a:extLst>
                <a:ext uri="{FF2B5EF4-FFF2-40B4-BE49-F238E27FC236}">
                  <a16:creationId xmlns:a16="http://schemas.microsoft.com/office/drawing/2014/main" id="{45C845B5-EEA6-F385-C7C4-D5A12FD4A044}"/>
                </a:ext>
              </a:extLst>
            </p:cNvPr>
            <p:cNvSpPr/>
            <p:nvPr/>
          </p:nvSpPr>
          <p:spPr>
            <a:xfrm>
              <a:off x="10706720"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78" name="Freeform: Shape 2277">
              <a:extLst>
                <a:ext uri="{FF2B5EF4-FFF2-40B4-BE49-F238E27FC236}">
                  <a16:creationId xmlns:a16="http://schemas.microsoft.com/office/drawing/2014/main" id="{B3FF47D8-5E79-0113-D4C2-6F7275ED1F2B}"/>
                </a:ext>
              </a:extLst>
            </p:cNvPr>
            <p:cNvSpPr/>
            <p:nvPr/>
          </p:nvSpPr>
          <p:spPr>
            <a:xfrm>
              <a:off x="10820976" y="2517695"/>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79" name="Freeform: Shape 2278">
              <a:extLst>
                <a:ext uri="{FF2B5EF4-FFF2-40B4-BE49-F238E27FC236}">
                  <a16:creationId xmlns:a16="http://schemas.microsoft.com/office/drawing/2014/main" id="{C5027AA4-662F-7FCA-18EE-F126E537AB37}"/>
                </a:ext>
              </a:extLst>
            </p:cNvPr>
            <p:cNvSpPr/>
            <p:nvPr/>
          </p:nvSpPr>
          <p:spPr>
            <a:xfrm>
              <a:off x="10935231"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80" name="Freeform: Shape 2279">
              <a:extLst>
                <a:ext uri="{FF2B5EF4-FFF2-40B4-BE49-F238E27FC236}">
                  <a16:creationId xmlns:a16="http://schemas.microsoft.com/office/drawing/2014/main" id="{4D0AAF4E-6F44-1AAA-083D-2111F6A0C962}"/>
                </a:ext>
              </a:extLst>
            </p:cNvPr>
            <p:cNvSpPr/>
            <p:nvPr/>
          </p:nvSpPr>
          <p:spPr>
            <a:xfrm>
              <a:off x="11049443"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81" name="Freeform: Shape 2280">
              <a:extLst>
                <a:ext uri="{FF2B5EF4-FFF2-40B4-BE49-F238E27FC236}">
                  <a16:creationId xmlns:a16="http://schemas.microsoft.com/office/drawing/2014/main" id="{1940FFAF-9384-76FD-4787-E9C464E8E506}"/>
                </a:ext>
              </a:extLst>
            </p:cNvPr>
            <p:cNvSpPr/>
            <p:nvPr/>
          </p:nvSpPr>
          <p:spPr>
            <a:xfrm>
              <a:off x="11163699" y="2517695"/>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82" name="Freeform: Shape 2281">
              <a:extLst>
                <a:ext uri="{FF2B5EF4-FFF2-40B4-BE49-F238E27FC236}">
                  <a16:creationId xmlns:a16="http://schemas.microsoft.com/office/drawing/2014/main" id="{1256CA18-8BFC-BB12-FA06-5F449F2A93F5}"/>
                </a:ext>
              </a:extLst>
            </p:cNvPr>
            <p:cNvSpPr/>
            <p:nvPr/>
          </p:nvSpPr>
          <p:spPr>
            <a:xfrm>
              <a:off x="11277955"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83" name="Freeform: Shape 2282">
              <a:extLst>
                <a:ext uri="{FF2B5EF4-FFF2-40B4-BE49-F238E27FC236}">
                  <a16:creationId xmlns:a16="http://schemas.microsoft.com/office/drawing/2014/main" id="{D564850C-C166-2A5E-11EF-758E9662F4C4}"/>
                </a:ext>
              </a:extLst>
            </p:cNvPr>
            <p:cNvSpPr/>
            <p:nvPr/>
          </p:nvSpPr>
          <p:spPr>
            <a:xfrm>
              <a:off x="11392210"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84" name="Freeform: Shape 2283">
              <a:extLst>
                <a:ext uri="{FF2B5EF4-FFF2-40B4-BE49-F238E27FC236}">
                  <a16:creationId xmlns:a16="http://schemas.microsoft.com/office/drawing/2014/main" id="{0D2F884E-D409-2064-A561-9F80136FCBD9}"/>
                </a:ext>
              </a:extLst>
            </p:cNvPr>
            <p:cNvSpPr/>
            <p:nvPr/>
          </p:nvSpPr>
          <p:spPr>
            <a:xfrm>
              <a:off x="11506466" y="2517695"/>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85" name="Freeform: Shape 2284">
              <a:extLst>
                <a:ext uri="{FF2B5EF4-FFF2-40B4-BE49-F238E27FC236}">
                  <a16:creationId xmlns:a16="http://schemas.microsoft.com/office/drawing/2014/main" id="{73E018B0-161A-64CA-1057-DFA4D11926EB}"/>
                </a:ext>
              </a:extLst>
            </p:cNvPr>
            <p:cNvSpPr/>
            <p:nvPr/>
          </p:nvSpPr>
          <p:spPr>
            <a:xfrm>
              <a:off x="11620722"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86" name="Freeform: Shape 2285">
              <a:extLst>
                <a:ext uri="{FF2B5EF4-FFF2-40B4-BE49-F238E27FC236}">
                  <a16:creationId xmlns:a16="http://schemas.microsoft.com/office/drawing/2014/main" id="{0B59C3D7-E7CD-2D78-0008-45F3B7BCE15C}"/>
                </a:ext>
              </a:extLst>
            </p:cNvPr>
            <p:cNvSpPr/>
            <p:nvPr/>
          </p:nvSpPr>
          <p:spPr>
            <a:xfrm>
              <a:off x="11734978"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87" name="Freeform: Shape 2286">
              <a:extLst>
                <a:ext uri="{FF2B5EF4-FFF2-40B4-BE49-F238E27FC236}">
                  <a16:creationId xmlns:a16="http://schemas.microsoft.com/office/drawing/2014/main" id="{66466265-54BC-EF48-8DCD-328FB0DE74B2}"/>
                </a:ext>
              </a:extLst>
            </p:cNvPr>
            <p:cNvSpPr/>
            <p:nvPr/>
          </p:nvSpPr>
          <p:spPr>
            <a:xfrm>
              <a:off x="11849233"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88" name="Freeform: Shape 2287">
              <a:extLst>
                <a:ext uri="{FF2B5EF4-FFF2-40B4-BE49-F238E27FC236}">
                  <a16:creationId xmlns:a16="http://schemas.microsoft.com/office/drawing/2014/main" id="{D9D70F76-96D5-617D-3548-8B8E4637A308}"/>
                </a:ext>
              </a:extLst>
            </p:cNvPr>
            <p:cNvSpPr/>
            <p:nvPr/>
          </p:nvSpPr>
          <p:spPr>
            <a:xfrm>
              <a:off x="11963489" y="251769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89" name="Freeform: Shape 2288">
              <a:extLst>
                <a:ext uri="{FF2B5EF4-FFF2-40B4-BE49-F238E27FC236}">
                  <a16:creationId xmlns:a16="http://schemas.microsoft.com/office/drawing/2014/main" id="{F56C09F4-2CA0-76D7-2E55-D68CADD63617}"/>
                </a:ext>
              </a:extLst>
            </p:cNvPr>
            <p:cNvSpPr/>
            <p:nvPr/>
          </p:nvSpPr>
          <p:spPr>
            <a:xfrm>
              <a:off x="12077745" y="2517695"/>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90" name="Freeform: Shape 2289">
              <a:extLst>
                <a:ext uri="{FF2B5EF4-FFF2-40B4-BE49-F238E27FC236}">
                  <a16:creationId xmlns:a16="http://schemas.microsoft.com/office/drawing/2014/main" id="{9E7E2882-2072-848A-2740-AC892B5CD061}"/>
                </a:ext>
              </a:extLst>
            </p:cNvPr>
            <p:cNvSpPr/>
            <p:nvPr/>
          </p:nvSpPr>
          <p:spPr>
            <a:xfrm>
              <a:off x="7279135" y="263195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91" name="Freeform: Shape 2290">
              <a:extLst>
                <a:ext uri="{FF2B5EF4-FFF2-40B4-BE49-F238E27FC236}">
                  <a16:creationId xmlns:a16="http://schemas.microsoft.com/office/drawing/2014/main" id="{4BC7151B-E201-047A-7C9B-193421DD453A}"/>
                </a:ext>
              </a:extLst>
            </p:cNvPr>
            <p:cNvSpPr/>
            <p:nvPr/>
          </p:nvSpPr>
          <p:spPr>
            <a:xfrm>
              <a:off x="7393391"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92" name="Freeform: Shape 2291">
              <a:extLst>
                <a:ext uri="{FF2B5EF4-FFF2-40B4-BE49-F238E27FC236}">
                  <a16:creationId xmlns:a16="http://schemas.microsoft.com/office/drawing/2014/main" id="{4F582ECE-991F-1AA4-D365-8A5C3C408AD8}"/>
                </a:ext>
              </a:extLst>
            </p:cNvPr>
            <p:cNvSpPr/>
            <p:nvPr/>
          </p:nvSpPr>
          <p:spPr>
            <a:xfrm>
              <a:off x="7507646"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93" name="Freeform: Shape 2292">
              <a:extLst>
                <a:ext uri="{FF2B5EF4-FFF2-40B4-BE49-F238E27FC236}">
                  <a16:creationId xmlns:a16="http://schemas.microsoft.com/office/drawing/2014/main" id="{0196B0E0-FF63-59C9-FEB1-7D86C42180E6}"/>
                </a:ext>
              </a:extLst>
            </p:cNvPr>
            <p:cNvSpPr/>
            <p:nvPr/>
          </p:nvSpPr>
          <p:spPr>
            <a:xfrm>
              <a:off x="7621902"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94" name="Freeform: Shape 2293">
              <a:extLst>
                <a:ext uri="{FF2B5EF4-FFF2-40B4-BE49-F238E27FC236}">
                  <a16:creationId xmlns:a16="http://schemas.microsoft.com/office/drawing/2014/main" id="{78BD9C39-DD5C-8919-803C-D4C5BD17D140}"/>
                </a:ext>
              </a:extLst>
            </p:cNvPr>
            <p:cNvSpPr/>
            <p:nvPr/>
          </p:nvSpPr>
          <p:spPr>
            <a:xfrm>
              <a:off x="7736158" y="263195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95" name="Freeform: Shape 2294">
              <a:extLst>
                <a:ext uri="{FF2B5EF4-FFF2-40B4-BE49-F238E27FC236}">
                  <a16:creationId xmlns:a16="http://schemas.microsoft.com/office/drawing/2014/main" id="{31C0BEB6-4593-EC62-6A12-0089868FEF54}"/>
                </a:ext>
              </a:extLst>
            </p:cNvPr>
            <p:cNvSpPr/>
            <p:nvPr/>
          </p:nvSpPr>
          <p:spPr>
            <a:xfrm>
              <a:off x="7850414"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96" name="Freeform: Shape 2295">
              <a:extLst>
                <a:ext uri="{FF2B5EF4-FFF2-40B4-BE49-F238E27FC236}">
                  <a16:creationId xmlns:a16="http://schemas.microsoft.com/office/drawing/2014/main" id="{703F85A5-2B37-4EFB-8F98-B35AFCF16674}"/>
                </a:ext>
              </a:extLst>
            </p:cNvPr>
            <p:cNvSpPr/>
            <p:nvPr/>
          </p:nvSpPr>
          <p:spPr>
            <a:xfrm>
              <a:off x="7964669"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97" name="Freeform: Shape 2296">
              <a:extLst>
                <a:ext uri="{FF2B5EF4-FFF2-40B4-BE49-F238E27FC236}">
                  <a16:creationId xmlns:a16="http://schemas.microsoft.com/office/drawing/2014/main" id="{EA8927BB-091F-940F-C771-340C53328B95}"/>
                </a:ext>
              </a:extLst>
            </p:cNvPr>
            <p:cNvSpPr/>
            <p:nvPr/>
          </p:nvSpPr>
          <p:spPr>
            <a:xfrm>
              <a:off x="8078925" y="263195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98" name="Freeform: Shape 2297">
              <a:extLst>
                <a:ext uri="{FF2B5EF4-FFF2-40B4-BE49-F238E27FC236}">
                  <a16:creationId xmlns:a16="http://schemas.microsoft.com/office/drawing/2014/main" id="{BABC6307-5DFE-4BE0-A41D-76CD00C8C249}"/>
                </a:ext>
              </a:extLst>
            </p:cNvPr>
            <p:cNvSpPr/>
            <p:nvPr/>
          </p:nvSpPr>
          <p:spPr>
            <a:xfrm>
              <a:off x="8193181"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299" name="Freeform: Shape 2298">
              <a:extLst>
                <a:ext uri="{FF2B5EF4-FFF2-40B4-BE49-F238E27FC236}">
                  <a16:creationId xmlns:a16="http://schemas.microsoft.com/office/drawing/2014/main" id="{57401BF7-E6D2-DEB9-2D92-68052B2A3952}"/>
                </a:ext>
              </a:extLst>
            </p:cNvPr>
            <p:cNvSpPr/>
            <p:nvPr/>
          </p:nvSpPr>
          <p:spPr>
            <a:xfrm>
              <a:off x="8307437"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00" name="Freeform: Shape 2299">
              <a:extLst>
                <a:ext uri="{FF2B5EF4-FFF2-40B4-BE49-F238E27FC236}">
                  <a16:creationId xmlns:a16="http://schemas.microsoft.com/office/drawing/2014/main" id="{51E50005-CE83-D954-B51B-D0E95695E385}"/>
                </a:ext>
              </a:extLst>
            </p:cNvPr>
            <p:cNvSpPr/>
            <p:nvPr/>
          </p:nvSpPr>
          <p:spPr>
            <a:xfrm>
              <a:off x="8421648"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01" name="Freeform: Shape 2300">
              <a:extLst>
                <a:ext uri="{FF2B5EF4-FFF2-40B4-BE49-F238E27FC236}">
                  <a16:creationId xmlns:a16="http://schemas.microsoft.com/office/drawing/2014/main" id="{E74A9FDD-9C99-8B24-B0EC-457652844CE5}"/>
                </a:ext>
              </a:extLst>
            </p:cNvPr>
            <p:cNvSpPr/>
            <p:nvPr/>
          </p:nvSpPr>
          <p:spPr>
            <a:xfrm>
              <a:off x="8535904"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02" name="Freeform: Shape 2301">
              <a:extLst>
                <a:ext uri="{FF2B5EF4-FFF2-40B4-BE49-F238E27FC236}">
                  <a16:creationId xmlns:a16="http://schemas.microsoft.com/office/drawing/2014/main" id="{8B972DFC-14C4-3C58-E093-120981667C3A}"/>
                </a:ext>
              </a:extLst>
            </p:cNvPr>
            <p:cNvSpPr/>
            <p:nvPr/>
          </p:nvSpPr>
          <p:spPr>
            <a:xfrm>
              <a:off x="8650160"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03" name="Freeform: Shape 2302">
              <a:extLst>
                <a:ext uri="{FF2B5EF4-FFF2-40B4-BE49-F238E27FC236}">
                  <a16:creationId xmlns:a16="http://schemas.microsoft.com/office/drawing/2014/main" id="{F628793F-9D96-A124-1609-5927A212FBD1}"/>
                </a:ext>
              </a:extLst>
            </p:cNvPr>
            <p:cNvSpPr/>
            <p:nvPr/>
          </p:nvSpPr>
          <p:spPr>
            <a:xfrm>
              <a:off x="8764416"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04" name="Freeform: Shape 2303">
              <a:extLst>
                <a:ext uri="{FF2B5EF4-FFF2-40B4-BE49-F238E27FC236}">
                  <a16:creationId xmlns:a16="http://schemas.microsoft.com/office/drawing/2014/main" id="{82B7B18E-98AE-9D68-4375-DBCFF84020C8}"/>
                </a:ext>
              </a:extLst>
            </p:cNvPr>
            <p:cNvSpPr/>
            <p:nvPr/>
          </p:nvSpPr>
          <p:spPr>
            <a:xfrm>
              <a:off x="8878671" y="263195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05" name="Freeform: Shape 2304">
              <a:extLst>
                <a:ext uri="{FF2B5EF4-FFF2-40B4-BE49-F238E27FC236}">
                  <a16:creationId xmlns:a16="http://schemas.microsoft.com/office/drawing/2014/main" id="{66501C63-D07D-F9DA-2FBD-B895A5F26EE4}"/>
                </a:ext>
              </a:extLst>
            </p:cNvPr>
            <p:cNvSpPr/>
            <p:nvPr/>
          </p:nvSpPr>
          <p:spPr>
            <a:xfrm>
              <a:off x="8992927"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06" name="Freeform: Shape 2305">
              <a:extLst>
                <a:ext uri="{FF2B5EF4-FFF2-40B4-BE49-F238E27FC236}">
                  <a16:creationId xmlns:a16="http://schemas.microsoft.com/office/drawing/2014/main" id="{E268AFCE-0D7C-BE34-85EB-659EC2AE3D63}"/>
                </a:ext>
              </a:extLst>
            </p:cNvPr>
            <p:cNvSpPr/>
            <p:nvPr/>
          </p:nvSpPr>
          <p:spPr>
            <a:xfrm>
              <a:off x="9107183"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07" name="Freeform: Shape 2306">
              <a:extLst>
                <a:ext uri="{FF2B5EF4-FFF2-40B4-BE49-F238E27FC236}">
                  <a16:creationId xmlns:a16="http://schemas.microsoft.com/office/drawing/2014/main" id="{E51D78BA-B422-C288-08AD-FD9EE26AC5AA}"/>
                </a:ext>
              </a:extLst>
            </p:cNvPr>
            <p:cNvSpPr/>
            <p:nvPr/>
          </p:nvSpPr>
          <p:spPr>
            <a:xfrm>
              <a:off x="9221439"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08" name="Freeform: Shape 2307">
              <a:extLst>
                <a:ext uri="{FF2B5EF4-FFF2-40B4-BE49-F238E27FC236}">
                  <a16:creationId xmlns:a16="http://schemas.microsoft.com/office/drawing/2014/main" id="{E5BADE63-D3CB-386F-A955-D33F7DBD05DD}"/>
                </a:ext>
              </a:extLst>
            </p:cNvPr>
            <p:cNvSpPr/>
            <p:nvPr/>
          </p:nvSpPr>
          <p:spPr>
            <a:xfrm>
              <a:off x="9335695" y="263195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09" name="Freeform: Shape 2308">
              <a:extLst>
                <a:ext uri="{FF2B5EF4-FFF2-40B4-BE49-F238E27FC236}">
                  <a16:creationId xmlns:a16="http://schemas.microsoft.com/office/drawing/2014/main" id="{3325D95F-A3E1-72B4-AC35-D4E60F5A286D}"/>
                </a:ext>
              </a:extLst>
            </p:cNvPr>
            <p:cNvSpPr/>
            <p:nvPr/>
          </p:nvSpPr>
          <p:spPr>
            <a:xfrm>
              <a:off x="9449950"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10" name="Freeform: Shape 2309">
              <a:extLst>
                <a:ext uri="{FF2B5EF4-FFF2-40B4-BE49-F238E27FC236}">
                  <a16:creationId xmlns:a16="http://schemas.microsoft.com/office/drawing/2014/main" id="{F7F60485-4417-B5F2-EC7E-91345A0AA9A6}"/>
                </a:ext>
              </a:extLst>
            </p:cNvPr>
            <p:cNvSpPr/>
            <p:nvPr/>
          </p:nvSpPr>
          <p:spPr>
            <a:xfrm>
              <a:off x="9564206"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11" name="Freeform: Shape 2310">
              <a:extLst>
                <a:ext uri="{FF2B5EF4-FFF2-40B4-BE49-F238E27FC236}">
                  <a16:creationId xmlns:a16="http://schemas.microsoft.com/office/drawing/2014/main" id="{71400971-9059-EBB7-0F4F-E56406EB090A}"/>
                </a:ext>
              </a:extLst>
            </p:cNvPr>
            <p:cNvSpPr/>
            <p:nvPr/>
          </p:nvSpPr>
          <p:spPr>
            <a:xfrm>
              <a:off x="9678418" y="263195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12" name="Freeform: Shape 2311">
              <a:extLst>
                <a:ext uri="{FF2B5EF4-FFF2-40B4-BE49-F238E27FC236}">
                  <a16:creationId xmlns:a16="http://schemas.microsoft.com/office/drawing/2014/main" id="{7E8E7267-A88E-416E-A89E-4E2F130AA001}"/>
                </a:ext>
              </a:extLst>
            </p:cNvPr>
            <p:cNvSpPr/>
            <p:nvPr/>
          </p:nvSpPr>
          <p:spPr>
            <a:xfrm>
              <a:off x="9792674"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13" name="Freeform: Shape 2312">
              <a:extLst>
                <a:ext uri="{FF2B5EF4-FFF2-40B4-BE49-F238E27FC236}">
                  <a16:creationId xmlns:a16="http://schemas.microsoft.com/office/drawing/2014/main" id="{A2CD1711-BEE9-F6E1-CFB8-9AA194715C54}"/>
                </a:ext>
              </a:extLst>
            </p:cNvPr>
            <p:cNvSpPr/>
            <p:nvPr/>
          </p:nvSpPr>
          <p:spPr>
            <a:xfrm>
              <a:off x="9906929"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14" name="Freeform: Shape 2313">
              <a:extLst>
                <a:ext uri="{FF2B5EF4-FFF2-40B4-BE49-F238E27FC236}">
                  <a16:creationId xmlns:a16="http://schemas.microsoft.com/office/drawing/2014/main" id="{ACFC5A45-9CDC-0C4E-E789-F11FFAF6232F}"/>
                </a:ext>
              </a:extLst>
            </p:cNvPr>
            <p:cNvSpPr/>
            <p:nvPr/>
          </p:nvSpPr>
          <p:spPr>
            <a:xfrm>
              <a:off x="10021185"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15" name="Freeform: Shape 2314">
              <a:extLst>
                <a:ext uri="{FF2B5EF4-FFF2-40B4-BE49-F238E27FC236}">
                  <a16:creationId xmlns:a16="http://schemas.microsoft.com/office/drawing/2014/main" id="{75F5BDE6-0B69-1557-C8C2-3E6280C25C50}"/>
                </a:ext>
              </a:extLst>
            </p:cNvPr>
            <p:cNvSpPr/>
            <p:nvPr/>
          </p:nvSpPr>
          <p:spPr>
            <a:xfrm>
              <a:off x="10135441"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16" name="Freeform: Shape 2315">
              <a:extLst>
                <a:ext uri="{FF2B5EF4-FFF2-40B4-BE49-F238E27FC236}">
                  <a16:creationId xmlns:a16="http://schemas.microsoft.com/office/drawing/2014/main" id="{4215281F-5832-F39E-2D45-C9174B2E34F3}"/>
                </a:ext>
              </a:extLst>
            </p:cNvPr>
            <p:cNvSpPr/>
            <p:nvPr/>
          </p:nvSpPr>
          <p:spPr>
            <a:xfrm>
              <a:off x="10249697"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17" name="Freeform: Shape 2316">
              <a:extLst>
                <a:ext uri="{FF2B5EF4-FFF2-40B4-BE49-F238E27FC236}">
                  <a16:creationId xmlns:a16="http://schemas.microsoft.com/office/drawing/2014/main" id="{02743CD5-EF2E-84E7-EAD8-E031D596F486}"/>
                </a:ext>
              </a:extLst>
            </p:cNvPr>
            <p:cNvSpPr/>
            <p:nvPr/>
          </p:nvSpPr>
          <p:spPr>
            <a:xfrm>
              <a:off x="10363952"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18" name="Freeform: Shape 2317">
              <a:extLst>
                <a:ext uri="{FF2B5EF4-FFF2-40B4-BE49-F238E27FC236}">
                  <a16:creationId xmlns:a16="http://schemas.microsoft.com/office/drawing/2014/main" id="{4EC9E133-3950-9BF5-D415-0B9C5C4C675B}"/>
                </a:ext>
              </a:extLst>
            </p:cNvPr>
            <p:cNvSpPr/>
            <p:nvPr/>
          </p:nvSpPr>
          <p:spPr>
            <a:xfrm>
              <a:off x="10478208" y="263195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19" name="Freeform: Shape 2318">
              <a:extLst>
                <a:ext uri="{FF2B5EF4-FFF2-40B4-BE49-F238E27FC236}">
                  <a16:creationId xmlns:a16="http://schemas.microsoft.com/office/drawing/2014/main" id="{ACD84704-2687-B6DE-197A-CDD80B5F9FFE}"/>
                </a:ext>
              </a:extLst>
            </p:cNvPr>
            <p:cNvSpPr/>
            <p:nvPr/>
          </p:nvSpPr>
          <p:spPr>
            <a:xfrm>
              <a:off x="10592464"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20" name="Freeform: Shape 2319">
              <a:extLst>
                <a:ext uri="{FF2B5EF4-FFF2-40B4-BE49-F238E27FC236}">
                  <a16:creationId xmlns:a16="http://schemas.microsoft.com/office/drawing/2014/main" id="{6862A251-99ED-F0FD-AE6E-F8D73C74A0D4}"/>
                </a:ext>
              </a:extLst>
            </p:cNvPr>
            <p:cNvSpPr/>
            <p:nvPr/>
          </p:nvSpPr>
          <p:spPr>
            <a:xfrm>
              <a:off x="10706720"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21" name="Freeform: Shape 2320">
              <a:extLst>
                <a:ext uri="{FF2B5EF4-FFF2-40B4-BE49-F238E27FC236}">
                  <a16:creationId xmlns:a16="http://schemas.microsoft.com/office/drawing/2014/main" id="{7B86755F-EC23-2C37-E452-8EFEFBCE81B0}"/>
                </a:ext>
              </a:extLst>
            </p:cNvPr>
            <p:cNvSpPr/>
            <p:nvPr/>
          </p:nvSpPr>
          <p:spPr>
            <a:xfrm>
              <a:off x="10820976" y="2631950"/>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22" name="Freeform: Shape 2321">
              <a:extLst>
                <a:ext uri="{FF2B5EF4-FFF2-40B4-BE49-F238E27FC236}">
                  <a16:creationId xmlns:a16="http://schemas.microsoft.com/office/drawing/2014/main" id="{68A944B8-9D27-97A0-E0E9-F0BC3D502C05}"/>
                </a:ext>
              </a:extLst>
            </p:cNvPr>
            <p:cNvSpPr/>
            <p:nvPr/>
          </p:nvSpPr>
          <p:spPr>
            <a:xfrm>
              <a:off x="10935231"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23" name="Freeform: Shape 2322">
              <a:extLst>
                <a:ext uri="{FF2B5EF4-FFF2-40B4-BE49-F238E27FC236}">
                  <a16:creationId xmlns:a16="http://schemas.microsoft.com/office/drawing/2014/main" id="{6089A84D-D297-9572-DDC1-80530E3FEC65}"/>
                </a:ext>
              </a:extLst>
            </p:cNvPr>
            <p:cNvSpPr/>
            <p:nvPr/>
          </p:nvSpPr>
          <p:spPr>
            <a:xfrm>
              <a:off x="11049443"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24" name="Freeform: Shape 2323">
              <a:extLst>
                <a:ext uri="{FF2B5EF4-FFF2-40B4-BE49-F238E27FC236}">
                  <a16:creationId xmlns:a16="http://schemas.microsoft.com/office/drawing/2014/main" id="{E691E876-E4BB-E4CC-EA0D-6479A6797198}"/>
                </a:ext>
              </a:extLst>
            </p:cNvPr>
            <p:cNvSpPr/>
            <p:nvPr/>
          </p:nvSpPr>
          <p:spPr>
            <a:xfrm>
              <a:off x="11163699" y="2631950"/>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25" name="Freeform: Shape 2324">
              <a:extLst>
                <a:ext uri="{FF2B5EF4-FFF2-40B4-BE49-F238E27FC236}">
                  <a16:creationId xmlns:a16="http://schemas.microsoft.com/office/drawing/2014/main" id="{F64746DC-9931-ECAF-CC92-F3F197A8204D}"/>
                </a:ext>
              </a:extLst>
            </p:cNvPr>
            <p:cNvSpPr/>
            <p:nvPr/>
          </p:nvSpPr>
          <p:spPr>
            <a:xfrm>
              <a:off x="11277955"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26" name="Freeform: Shape 2325">
              <a:extLst>
                <a:ext uri="{FF2B5EF4-FFF2-40B4-BE49-F238E27FC236}">
                  <a16:creationId xmlns:a16="http://schemas.microsoft.com/office/drawing/2014/main" id="{9337EE2F-3F2C-845D-BE1E-4C1ACE8B1A70}"/>
                </a:ext>
              </a:extLst>
            </p:cNvPr>
            <p:cNvSpPr/>
            <p:nvPr/>
          </p:nvSpPr>
          <p:spPr>
            <a:xfrm>
              <a:off x="11392210"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27" name="Freeform: Shape 2326">
              <a:extLst>
                <a:ext uri="{FF2B5EF4-FFF2-40B4-BE49-F238E27FC236}">
                  <a16:creationId xmlns:a16="http://schemas.microsoft.com/office/drawing/2014/main" id="{7A42D89D-F35E-99B1-ACB2-3688036C26F1}"/>
                </a:ext>
              </a:extLst>
            </p:cNvPr>
            <p:cNvSpPr/>
            <p:nvPr/>
          </p:nvSpPr>
          <p:spPr>
            <a:xfrm>
              <a:off x="11506466" y="2631950"/>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28" name="Freeform: Shape 2327">
              <a:extLst>
                <a:ext uri="{FF2B5EF4-FFF2-40B4-BE49-F238E27FC236}">
                  <a16:creationId xmlns:a16="http://schemas.microsoft.com/office/drawing/2014/main" id="{799F7715-73F8-1F47-BA57-80113062AF40}"/>
                </a:ext>
              </a:extLst>
            </p:cNvPr>
            <p:cNvSpPr/>
            <p:nvPr/>
          </p:nvSpPr>
          <p:spPr>
            <a:xfrm>
              <a:off x="11620722"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29" name="Freeform: Shape 2328">
              <a:extLst>
                <a:ext uri="{FF2B5EF4-FFF2-40B4-BE49-F238E27FC236}">
                  <a16:creationId xmlns:a16="http://schemas.microsoft.com/office/drawing/2014/main" id="{4586FB09-6053-ABAB-46BD-2FCDAD5D9569}"/>
                </a:ext>
              </a:extLst>
            </p:cNvPr>
            <p:cNvSpPr/>
            <p:nvPr/>
          </p:nvSpPr>
          <p:spPr>
            <a:xfrm>
              <a:off x="11734978"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30" name="Freeform: Shape 2329">
              <a:extLst>
                <a:ext uri="{FF2B5EF4-FFF2-40B4-BE49-F238E27FC236}">
                  <a16:creationId xmlns:a16="http://schemas.microsoft.com/office/drawing/2014/main" id="{587BB846-B029-67C6-3EDE-DD6F6C104A6A}"/>
                </a:ext>
              </a:extLst>
            </p:cNvPr>
            <p:cNvSpPr/>
            <p:nvPr/>
          </p:nvSpPr>
          <p:spPr>
            <a:xfrm>
              <a:off x="11849233"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31" name="Freeform: Shape 2330">
              <a:extLst>
                <a:ext uri="{FF2B5EF4-FFF2-40B4-BE49-F238E27FC236}">
                  <a16:creationId xmlns:a16="http://schemas.microsoft.com/office/drawing/2014/main" id="{B98770D1-73A7-BE60-A530-5C2738B440A1}"/>
                </a:ext>
              </a:extLst>
            </p:cNvPr>
            <p:cNvSpPr/>
            <p:nvPr/>
          </p:nvSpPr>
          <p:spPr>
            <a:xfrm>
              <a:off x="11963489" y="263195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32" name="Freeform: Shape 2331">
              <a:extLst>
                <a:ext uri="{FF2B5EF4-FFF2-40B4-BE49-F238E27FC236}">
                  <a16:creationId xmlns:a16="http://schemas.microsoft.com/office/drawing/2014/main" id="{BFC7BF19-B6A4-2A3B-23A8-14004F006CBC}"/>
                </a:ext>
              </a:extLst>
            </p:cNvPr>
            <p:cNvSpPr/>
            <p:nvPr/>
          </p:nvSpPr>
          <p:spPr>
            <a:xfrm>
              <a:off x="12077745" y="2631950"/>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33" name="Freeform: Shape 2332">
              <a:extLst>
                <a:ext uri="{FF2B5EF4-FFF2-40B4-BE49-F238E27FC236}">
                  <a16:creationId xmlns:a16="http://schemas.microsoft.com/office/drawing/2014/main" id="{4C9B0463-91C6-23B5-0839-1AB1856BD6F8}"/>
                </a:ext>
              </a:extLst>
            </p:cNvPr>
            <p:cNvSpPr/>
            <p:nvPr/>
          </p:nvSpPr>
          <p:spPr>
            <a:xfrm>
              <a:off x="7279135" y="274620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34" name="Freeform: Shape 2333">
              <a:extLst>
                <a:ext uri="{FF2B5EF4-FFF2-40B4-BE49-F238E27FC236}">
                  <a16:creationId xmlns:a16="http://schemas.microsoft.com/office/drawing/2014/main" id="{80FCC9D7-B576-9E34-7E06-A81EA8CA892D}"/>
                </a:ext>
              </a:extLst>
            </p:cNvPr>
            <p:cNvSpPr/>
            <p:nvPr/>
          </p:nvSpPr>
          <p:spPr>
            <a:xfrm>
              <a:off x="7393391"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35" name="Freeform: Shape 2334">
              <a:extLst>
                <a:ext uri="{FF2B5EF4-FFF2-40B4-BE49-F238E27FC236}">
                  <a16:creationId xmlns:a16="http://schemas.microsoft.com/office/drawing/2014/main" id="{DEDB6AEF-C300-F605-A362-CCBD5F4DDC83}"/>
                </a:ext>
              </a:extLst>
            </p:cNvPr>
            <p:cNvSpPr/>
            <p:nvPr/>
          </p:nvSpPr>
          <p:spPr>
            <a:xfrm>
              <a:off x="7507646"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36" name="Freeform: Shape 2335">
              <a:extLst>
                <a:ext uri="{FF2B5EF4-FFF2-40B4-BE49-F238E27FC236}">
                  <a16:creationId xmlns:a16="http://schemas.microsoft.com/office/drawing/2014/main" id="{17C9F3B8-6A91-6FE2-9BAF-1F8CFFD1BC8B}"/>
                </a:ext>
              </a:extLst>
            </p:cNvPr>
            <p:cNvSpPr/>
            <p:nvPr/>
          </p:nvSpPr>
          <p:spPr>
            <a:xfrm>
              <a:off x="7621902"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37" name="Freeform: Shape 2336">
              <a:extLst>
                <a:ext uri="{FF2B5EF4-FFF2-40B4-BE49-F238E27FC236}">
                  <a16:creationId xmlns:a16="http://schemas.microsoft.com/office/drawing/2014/main" id="{EDEA64CB-9DDF-BD8B-B08E-257AD9A3E7E9}"/>
                </a:ext>
              </a:extLst>
            </p:cNvPr>
            <p:cNvSpPr/>
            <p:nvPr/>
          </p:nvSpPr>
          <p:spPr>
            <a:xfrm>
              <a:off x="7736158" y="274620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38" name="Freeform: Shape 2337">
              <a:extLst>
                <a:ext uri="{FF2B5EF4-FFF2-40B4-BE49-F238E27FC236}">
                  <a16:creationId xmlns:a16="http://schemas.microsoft.com/office/drawing/2014/main" id="{11926D88-5BC7-51A1-933E-B72BA774E42C}"/>
                </a:ext>
              </a:extLst>
            </p:cNvPr>
            <p:cNvSpPr/>
            <p:nvPr/>
          </p:nvSpPr>
          <p:spPr>
            <a:xfrm>
              <a:off x="7850414"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39" name="Freeform: Shape 2338">
              <a:extLst>
                <a:ext uri="{FF2B5EF4-FFF2-40B4-BE49-F238E27FC236}">
                  <a16:creationId xmlns:a16="http://schemas.microsoft.com/office/drawing/2014/main" id="{3CD94F9F-B15D-90AC-BBDB-D76B8E814057}"/>
                </a:ext>
              </a:extLst>
            </p:cNvPr>
            <p:cNvSpPr/>
            <p:nvPr/>
          </p:nvSpPr>
          <p:spPr>
            <a:xfrm>
              <a:off x="7964669"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40" name="Freeform: Shape 2339">
              <a:extLst>
                <a:ext uri="{FF2B5EF4-FFF2-40B4-BE49-F238E27FC236}">
                  <a16:creationId xmlns:a16="http://schemas.microsoft.com/office/drawing/2014/main" id="{D94D6272-4048-E872-DAAE-C59DCE87F379}"/>
                </a:ext>
              </a:extLst>
            </p:cNvPr>
            <p:cNvSpPr/>
            <p:nvPr/>
          </p:nvSpPr>
          <p:spPr>
            <a:xfrm>
              <a:off x="8078925" y="274620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41" name="Freeform: Shape 2340">
              <a:extLst>
                <a:ext uri="{FF2B5EF4-FFF2-40B4-BE49-F238E27FC236}">
                  <a16:creationId xmlns:a16="http://schemas.microsoft.com/office/drawing/2014/main" id="{29BE58A4-F2D4-4CDB-8DAC-556F00416749}"/>
                </a:ext>
              </a:extLst>
            </p:cNvPr>
            <p:cNvSpPr/>
            <p:nvPr/>
          </p:nvSpPr>
          <p:spPr>
            <a:xfrm>
              <a:off x="8193181"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42" name="Freeform: Shape 2341">
              <a:extLst>
                <a:ext uri="{FF2B5EF4-FFF2-40B4-BE49-F238E27FC236}">
                  <a16:creationId xmlns:a16="http://schemas.microsoft.com/office/drawing/2014/main" id="{40BBCD83-FBB2-CC81-952B-5F0B8E057836}"/>
                </a:ext>
              </a:extLst>
            </p:cNvPr>
            <p:cNvSpPr/>
            <p:nvPr/>
          </p:nvSpPr>
          <p:spPr>
            <a:xfrm>
              <a:off x="8307437"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43" name="Freeform: Shape 2342">
              <a:extLst>
                <a:ext uri="{FF2B5EF4-FFF2-40B4-BE49-F238E27FC236}">
                  <a16:creationId xmlns:a16="http://schemas.microsoft.com/office/drawing/2014/main" id="{385FB544-BD67-FACB-3654-BAD6020F470D}"/>
                </a:ext>
              </a:extLst>
            </p:cNvPr>
            <p:cNvSpPr/>
            <p:nvPr/>
          </p:nvSpPr>
          <p:spPr>
            <a:xfrm>
              <a:off x="8421648"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44" name="Freeform: Shape 2343">
              <a:extLst>
                <a:ext uri="{FF2B5EF4-FFF2-40B4-BE49-F238E27FC236}">
                  <a16:creationId xmlns:a16="http://schemas.microsoft.com/office/drawing/2014/main" id="{5F5C1C24-4AFD-8D69-C8A3-B008838FAB3B}"/>
                </a:ext>
              </a:extLst>
            </p:cNvPr>
            <p:cNvSpPr/>
            <p:nvPr/>
          </p:nvSpPr>
          <p:spPr>
            <a:xfrm>
              <a:off x="8535904"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45" name="Freeform: Shape 2344">
              <a:extLst>
                <a:ext uri="{FF2B5EF4-FFF2-40B4-BE49-F238E27FC236}">
                  <a16:creationId xmlns:a16="http://schemas.microsoft.com/office/drawing/2014/main" id="{B93E6FBB-0C4E-EEAE-7883-14463B2D3120}"/>
                </a:ext>
              </a:extLst>
            </p:cNvPr>
            <p:cNvSpPr/>
            <p:nvPr/>
          </p:nvSpPr>
          <p:spPr>
            <a:xfrm>
              <a:off x="8650160"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46" name="Freeform: Shape 2345">
              <a:extLst>
                <a:ext uri="{FF2B5EF4-FFF2-40B4-BE49-F238E27FC236}">
                  <a16:creationId xmlns:a16="http://schemas.microsoft.com/office/drawing/2014/main" id="{B1A9D140-3363-1B49-0D11-D3C265257100}"/>
                </a:ext>
              </a:extLst>
            </p:cNvPr>
            <p:cNvSpPr/>
            <p:nvPr/>
          </p:nvSpPr>
          <p:spPr>
            <a:xfrm>
              <a:off x="8764416"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47" name="Freeform: Shape 2346">
              <a:extLst>
                <a:ext uri="{FF2B5EF4-FFF2-40B4-BE49-F238E27FC236}">
                  <a16:creationId xmlns:a16="http://schemas.microsoft.com/office/drawing/2014/main" id="{D25B1EC0-D44A-21A8-A2A8-7733B1005C52}"/>
                </a:ext>
              </a:extLst>
            </p:cNvPr>
            <p:cNvSpPr/>
            <p:nvPr/>
          </p:nvSpPr>
          <p:spPr>
            <a:xfrm>
              <a:off x="8878671" y="274620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48" name="Freeform: Shape 2347">
              <a:extLst>
                <a:ext uri="{FF2B5EF4-FFF2-40B4-BE49-F238E27FC236}">
                  <a16:creationId xmlns:a16="http://schemas.microsoft.com/office/drawing/2014/main" id="{97360DC4-91AE-06CB-18AB-AEA9587CD057}"/>
                </a:ext>
              </a:extLst>
            </p:cNvPr>
            <p:cNvSpPr/>
            <p:nvPr/>
          </p:nvSpPr>
          <p:spPr>
            <a:xfrm>
              <a:off x="8992927"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49" name="Freeform: Shape 2348">
              <a:extLst>
                <a:ext uri="{FF2B5EF4-FFF2-40B4-BE49-F238E27FC236}">
                  <a16:creationId xmlns:a16="http://schemas.microsoft.com/office/drawing/2014/main" id="{5AB55441-F09D-B96B-2ADC-9E38DBD0C757}"/>
                </a:ext>
              </a:extLst>
            </p:cNvPr>
            <p:cNvSpPr/>
            <p:nvPr/>
          </p:nvSpPr>
          <p:spPr>
            <a:xfrm>
              <a:off x="9107183"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50" name="Freeform: Shape 2349">
              <a:extLst>
                <a:ext uri="{FF2B5EF4-FFF2-40B4-BE49-F238E27FC236}">
                  <a16:creationId xmlns:a16="http://schemas.microsoft.com/office/drawing/2014/main" id="{761B5D11-258A-2759-6FD4-C7761952C375}"/>
                </a:ext>
              </a:extLst>
            </p:cNvPr>
            <p:cNvSpPr/>
            <p:nvPr/>
          </p:nvSpPr>
          <p:spPr>
            <a:xfrm>
              <a:off x="9221439"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51" name="Freeform: Shape 2350">
              <a:extLst>
                <a:ext uri="{FF2B5EF4-FFF2-40B4-BE49-F238E27FC236}">
                  <a16:creationId xmlns:a16="http://schemas.microsoft.com/office/drawing/2014/main" id="{F548F694-A606-6F22-5C68-F8114207994E}"/>
                </a:ext>
              </a:extLst>
            </p:cNvPr>
            <p:cNvSpPr/>
            <p:nvPr/>
          </p:nvSpPr>
          <p:spPr>
            <a:xfrm>
              <a:off x="9335695" y="274620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52" name="Freeform: Shape 2351">
              <a:extLst>
                <a:ext uri="{FF2B5EF4-FFF2-40B4-BE49-F238E27FC236}">
                  <a16:creationId xmlns:a16="http://schemas.microsoft.com/office/drawing/2014/main" id="{94A9B6D7-39BF-7C80-5CCB-7DB01568306F}"/>
                </a:ext>
              </a:extLst>
            </p:cNvPr>
            <p:cNvSpPr/>
            <p:nvPr/>
          </p:nvSpPr>
          <p:spPr>
            <a:xfrm>
              <a:off x="9449950"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53" name="Freeform: Shape 2352">
              <a:extLst>
                <a:ext uri="{FF2B5EF4-FFF2-40B4-BE49-F238E27FC236}">
                  <a16:creationId xmlns:a16="http://schemas.microsoft.com/office/drawing/2014/main" id="{2F0BF08E-BC7A-8ED5-1561-56F3A14E0AF3}"/>
                </a:ext>
              </a:extLst>
            </p:cNvPr>
            <p:cNvSpPr/>
            <p:nvPr/>
          </p:nvSpPr>
          <p:spPr>
            <a:xfrm>
              <a:off x="9564206"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54" name="Freeform: Shape 2353">
              <a:extLst>
                <a:ext uri="{FF2B5EF4-FFF2-40B4-BE49-F238E27FC236}">
                  <a16:creationId xmlns:a16="http://schemas.microsoft.com/office/drawing/2014/main" id="{F81AD333-DF8D-FFEB-3B14-248EFA3D0923}"/>
                </a:ext>
              </a:extLst>
            </p:cNvPr>
            <p:cNvSpPr/>
            <p:nvPr/>
          </p:nvSpPr>
          <p:spPr>
            <a:xfrm>
              <a:off x="9678418" y="274620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55" name="Freeform: Shape 2354">
              <a:extLst>
                <a:ext uri="{FF2B5EF4-FFF2-40B4-BE49-F238E27FC236}">
                  <a16:creationId xmlns:a16="http://schemas.microsoft.com/office/drawing/2014/main" id="{77810F78-57A5-FF42-C14E-08361FEAF696}"/>
                </a:ext>
              </a:extLst>
            </p:cNvPr>
            <p:cNvSpPr/>
            <p:nvPr/>
          </p:nvSpPr>
          <p:spPr>
            <a:xfrm>
              <a:off x="9792674"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56" name="Freeform: Shape 2355">
              <a:extLst>
                <a:ext uri="{FF2B5EF4-FFF2-40B4-BE49-F238E27FC236}">
                  <a16:creationId xmlns:a16="http://schemas.microsoft.com/office/drawing/2014/main" id="{0A6CFE29-C9A9-09B1-6DFC-FD7AB3A335E1}"/>
                </a:ext>
              </a:extLst>
            </p:cNvPr>
            <p:cNvSpPr/>
            <p:nvPr/>
          </p:nvSpPr>
          <p:spPr>
            <a:xfrm>
              <a:off x="9906929"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57" name="Freeform: Shape 2356">
              <a:extLst>
                <a:ext uri="{FF2B5EF4-FFF2-40B4-BE49-F238E27FC236}">
                  <a16:creationId xmlns:a16="http://schemas.microsoft.com/office/drawing/2014/main" id="{DE2AC955-650F-4D66-EC3C-7F5142D8E539}"/>
                </a:ext>
              </a:extLst>
            </p:cNvPr>
            <p:cNvSpPr/>
            <p:nvPr/>
          </p:nvSpPr>
          <p:spPr>
            <a:xfrm>
              <a:off x="10021185"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58" name="Freeform: Shape 2357">
              <a:extLst>
                <a:ext uri="{FF2B5EF4-FFF2-40B4-BE49-F238E27FC236}">
                  <a16:creationId xmlns:a16="http://schemas.microsoft.com/office/drawing/2014/main" id="{C1EB2548-3121-0B24-B9D8-54F83BDA7BD3}"/>
                </a:ext>
              </a:extLst>
            </p:cNvPr>
            <p:cNvSpPr/>
            <p:nvPr/>
          </p:nvSpPr>
          <p:spPr>
            <a:xfrm>
              <a:off x="10135441"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59" name="Freeform: Shape 2358">
              <a:extLst>
                <a:ext uri="{FF2B5EF4-FFF2-40B4-BE49-F238E27FC236}">
                  <a16:creationId xmlns:a16="http://schemas.microsoft.com/office/drawing/2014/main" id="{95A839D8-6ECC-D557-5B01-0ECFE7957CA0}"/>
                </a:ext>
              </a:extLst>
            </p:cNvPr>
            <p:cNvSpPr/>
            <p:nvPr/>
          </p:nvSpPr>
          <p:spPr>
            <a:xfrm>
              <a:off x="10249697"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60" name="Freeform: Shape 2359">
              <a:extLst>
                <a:ext uri="{FF2B5EF4-FFF2-40B4-BE49-F238E27FC236}">
                  <a16:creationId xmlns:a16="http://schemas.microsoft.com/office/drawing/2014/main" id="{56B82DFD-9135-1B7C-75BF-5F6DF97B1BF4}"/>
                </a:ext>
              </a:extLst>
            </p:cNvPr>
            <p:cNvSpPr/>
            <p:nvPr/>
          </p:nvSpPr>
          <p:spPr>
            <a:xfrm>
              <a:off x="10363952"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61" name="Freeform: Shape 2360">
              <a:extLst>
                <a:ext uri="{FF2B5EF4-FFF2-40B4-BE49-F238E27FC236}">
                  <a16:creationId xmlns:a16="http://schemas.microsoft.com/office/drawing/2014/main" id="{6CA3ECEE-B965-00D6-5DF7-3D692998DC93}"/>
                </a:ext>
              </a:extLst>
            </p:cNvPr>
            <p:cNvSpPr/>
            <p:nvPr/>
          </p:nvSpPr>
          <p:spPr>
            <a:xfrm>
              <a:off x="10478208" y="274620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62" name="Freeform: Shape 2361">
              <a:extLst>
                <a:ext uri="{FF2B5EF4-FFF2-40B4-BE49-F238E27FC236}">
                  <a16:creationId xmlns:a16="http://schemas.microsoft.com/office/drawing/2014/main" id="{8B4478CF-2F5A-4838-DB67-3BB63240C1B4}"/>
                </a:ext>
              </a:extLst>
            </p:cNvPr>
            <p:cNvSpPr/>
            <p:nvPr/>
          </p:nvSpPr>
          <p:spPr>
            <a:xfrm>
              <a:off x="10592464"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63" name="Freeform: Shape 2362">
              <a:extLst>
                <a:ext uri="{FF2B5EF4-FFF2-40B4-BE49-F238E27FC236}">
                  <a16:creationId xmlns:a16="http://schemas.microsoft.com/office/drawing/2014/main" id="{479A9E22-4128-707C-058B-285188B46E71}"/>
                </a:ext>
              </a:extLst>
            </p:cNvPr>
            <p:cNvSpPr/>
            <p:nvPr/>
          </p:nvSpPr>
          <p:spPr>
            <a:xfrm>
              <a:off x="10706720"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64" name="Freeform: Shape 2363">
              <a:extLst>
                <a:ext uri="{FF2B5EF4-FFF2-40B4-BE49-F238E27FC236}">
                  <a16:creationId xmlns:a16="http://schemas.microsoft.com/office/drawing/2014/main" id="{A7F6DC41-ED83-C27F-2FBE-1471D0EE093D}"/>
                </a:ext>
              </a:extLst>
            </p:cNvPr>
            <p:cNvSpPr/>
            <p:nvPr/>
          </p:nvSpPr>
          <p:spPr>
            <a:xfrm>
              <a:off x="10820976" y="2746206"/>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65" name="Freeform: Shape 2364">
              <a:extLst>
                <a:ext uri="{FF2B5EF4-FFF2-40B4-BE49-F238E27FC236}">
                  <a16:creationId xmlns:a16="http://schemas.microsoft.com/office/drawing/2014/main" id="{06B43423-5850-D7DF-C3A4-EA99A349EB0E}"/>
                </a:ext>
              </a:extLst>
            </p:cNvPr>
            <p:cNvSpPr/>
            <p:nvPr/>
          </p:nvSpPr>
          <p:spPr>
            <a:xfrm>
              <a:off x="10935231"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66" name="Freeform: Shape 2365">
              <a:extLst>
                <a:ext uri="{FF2B5EF4-FFF2-40B4-BE49-F238E27FC236}">
                  <a16:creationId xmlns:a16="http://schemas.microsoft.com/office/drawing/2014/main" id="{CBA9C87D-BD67-5F19-22F5-F7DC2E977EC2}"/>
                </a:ext>
              </a:extLst>
            </p:cNvPr>
            <p:cNvSpPr/>
            <p:nvPr/>
          </p:nvSpPr>
          <p:spPr>
            <a:xfrm>
              <a:off x="11049443"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67" name="Freeform: Shape 2366">
              <a:extLst>
                <a:ext uri="{FF2B5EF4-FFF2-40B4-BE49-F238E27FC236}">
                  <a16:creationId xmlns:a16="http://schemas.microsoft.com/office/drawing/2014/main" id="{A6DF3C16-5A88-F4ED-A760-529E8E524EC4}"/>
                </a:ext>
              </a:extLst>
            </p:cNvPr>
            <p:cNvSpPr/>
            <p:nvPr/>
          </p:nvSpPr>
          <p:spPr>
            <a:xfrm>
              <a:off x="11163699" y="2746206"/>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68" name="Freeform: Shape 2367">
              <a:extLst>
                <a:ext uri="{FF2B5EF4-FFF2-40B4-BE49-F238E27FC236}">
                  <a16:creationId xmlns:a16="http://schemas.microsoft.com/office/drawing/2014/main" id="{4A3B2561-7CBD-D797-5E9F-5BDE5AD322AA}"/>
                </a:ext>
              </a:extLst>
            </p:cNvPr>
            <p:cNvSpPr/>
            <p:nvPr/>
          </p:nvSpPr>
          <p:spPr>
            <a:xfrm>
              <a:off x="11277955"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69" name="Freeform: Shape 2368">
              <a:extLst>
                <a:ext uri="{FF2B5EF4-FFF2-40B4-BE49-F238E27FC236}">
                  <a16:creationId xmlns:a16="http://schemas.microsoft.com/office/drawing/2014/main" id="{0A638C94-7799-891D-F890-7AECCE31320E}"/>
                </a:ext>
              </a:extLst>
            </p:cNvPr>
            <p:cNvSpPr/>
            <p:nvPr/>
          </p:nvSpPr>
          <p:spPr>
            <a:xfrm>
              <a:off x="11392210"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70" name="Freeform: Shape 2369">
              <a:extLst>
                <a:ext uri="{FF2B5EF4-FFF2-40B4-BE49-F238E27FC236}">
                  <a16:creationId xmlns:a16="http://schemas.microsoft.com/office/drawing/2014/main" id="{F774BD82-09B4-CB66-A2E3-6E92C81C9A33}"/>
                </a:ext>
              </a:extLst>
            </p:cNvPr>
            <p:cNvSpPr/>
            <p:nvPr/>
          </p:nvSpPr>
          <p:spPr>
            <a:xfrm>
              <a:off x="11506466" y="2746206"/>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71" name="Freeform: Shape 2370">
              <a:extLst>
                <a:ext uri="{FF2B5EF4-FFF2-40B4-BE49-F238E27FC236}">
                  <a16:creationId xmlns:a16="http://schemas.microsoft.com/office/drawing/2014/main" id="{1674BB91-4FFF-8123-BF92-E26388F4C85B}"/>
                </a:ext>
              </a:extLst>
            </p:cNvPr>
            <p:cNvSpPr/>
            <p:nvPr/>
          </p:nvSpPr>
          <p:spPr>
            <a:xfrm>
              <a:off x="11620722"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72" name="Freeform: Shape 2371">
              <a:extLst>
                <a:ext uri="{FF2B5EF4-FFF2-40B4-BE49-F238E27FC236}">
                  <a16:creationId xmlns:a16="http://schemas.microsoft.com/office/drawing/2014/main" id="{8A269294-B6AB-214D-F469-1A053F14E2DD}"/>
                </a:ext>
              </a:extLst>
            </p:cNvPr>
            <p:cNvSpPr/>
            <p:nvPr/>
          </p:nvSpPr>
          <p:spPr>
            <a:xfrm>
              <a:off x="11734978"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73" name="Freeform: Shape 2372">
              <a:extLst>
                <a:ext uri="{FF2B5EF4-FFF2-40B4-BE49-F238E27FC236}">
                  <a16:creationId xmlns:a16="http://schemas.microsoft.com/office/drawing/2014/main" id="{A3C0FFA2-0562-9CF7-D887-F72FDD6C1096}"/>
                </a:ext>
              </a:extLst>
            </p:cNvPr>
            <p:cNvSpPr/>
            <p:nvPr/>
          </p:nvSpPr>
          <p:spPr>
            <a:xfrm>
              <a:off x="11849233"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74" name="Freeform: Shape 2373">
              <a:extLst>
                <a:ext uri="{FF2B5EF4-FFF2-40B4-BE49-F238E27FC236}">
                  <a16:creationId xmlns:a16="http://schemas.microsoft.com/office/drawing/2014/main" id="{86653703-3044-BF09-B8BD-A79EDF5609B4}"/>
                </a:ext>
              </a:extLst>
            </p:cNvPr>
            <p:cNvSpPr/>
            <p:nvPr/>
          </p:nvSpPr>
          <p:spPr>
            <a:xfrm>
              <a:off x="11963489" y="274620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75" name="Freeform: Shape 2374">
              <a:extLst>
                <a:ext uri="{FF2B5EF4-FFF2-40B4-BE49-F238E27FC236}">
                  <a16:creationId xmlns:a16="http://schemas.microsoft.com/office/drawing/2014/main" id="{E1E03241-E80A-F523-0360-9FE7898063D8}"/>
                </a:ext>
              </a:extLst>
            </p:cNvPr>
            <p:cNvSpPr/>
            <p:nvPr/>
          </p:nvSpPr>
          <p:spPr>
            <a:xfrm>
              <a:off x="12077745" y="2746206"/>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76" name="Freeform: Shape 2375">
              <a:extLst>
                <a:ext uri="{FF2B5EF4-FFF2-40B4-BE49-F238E27FC236}">
                  <a16:creationId xmlns:a16="http://schemas.microsoft.com/office/drawing/2014/main" id="{E7C69DFB-B3FE-4AB2-2A15-3957EC964224}"/>
                </a:ext>
              </a:extLst>
            </p:cNvPr>
            <p:cNvSpPr/>
            <p:nvPr/>
          </p:nvSpPr>
          <p:spPr>
            <a:xfrm>
              <a:off x="7279135" y="286046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77" name="Freeform: Shape 2376">
              <a:extLst>
                <a:ext uri="{FF2B5EF4-FFF2-40B4-BE49-F238E27FC236}">
                  <a16:creationId xmlns:a16="http://schemas.microsoft.com/office/drawing/2014/main" id="{68724D20-905D-967A-54CD-D803DCB1216D}"/>
                </a:ext>
              </a:extLst>
            </p:cNvPr>
            <p:cNvSpPr/>
            <p:nvPr/>
          </p:nvSpPr>
          <p:spPr>
            <a:xfrm>
              <a:off x="7393391"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78" name="Freeform: Shape 2377">
              <a:extLst>
                <a:ext uri="{FF2B5EF4-FFF2-40B4-BE49-F238E27FC236}">
                  <a16:creationId xmlns:a16="http://schemas.microsoft.com/office/drawing/2014/main" id="{86FF1B6A-2DDE-DB1B-DB35-364AE9872FE5}"/>
                </a:ext>
              </a:extLst>
            </p:cNvPr>
            <p:cNvSpPr/>
            <p:nvPr/>
          </p:nvSpPr>
          <p:spPr>
            <a:xfrm>
              <a:off x="7507646"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79" name="Freeform: Shape 2378">
              <a:extLst>
                <a:ext uri="{FF2B5EF4-FFF2-40B4-BE49-F238E27FC236}">
                  <a16:creationId xmlns:a16="http://schemas.microsoft.com/office/drawing/2014/main" id="{BAB54068-B4D0-0DD5-F3CA-A185004D6E00}"/>
                </a:ext>
              </a:extLst>
            </p:cNvPr>
            <p:cNvSpPr/>
            <p:nvPr/>
          </p:nvSpPr>
          <p:spPr>
            <a:xfrm>
              <a:off x="7621902"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80" name="Freeform: Shape 2379">
              <a:extLst>
                <a:ext uri="{FF2B5EF4-FFF2-40B4-BE49-F238E27FC236}">
                  <a16:creationId xmlns:a16="http://schemas.microsoft.com/office/drawing/2014/main" id="{16D26A8C-25A9-92D1-3F98-F05BDC1E4C92}"/>
                </a:ext>
              </a:extLst>
            </p:cNvPr>
            <p:cNvSpPr/>
            <p:nvPr/>
          </p:nvSpPr>
          <p:spPr>
            <a:xfrm>
              <a:off x="7736158" y="286046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81" name="Freeform: Shape 2380">
              <a:extLst>
                <a:ext uri="{FF2B5EF4-FFF2-40B4-BE49-F238E27FC236}">
                  <a16:creationId xmlns:a16="http://schemas.microsoft.com/office/drawing/2014/main" id="{AA71A5F7-0674-ADE2-625B-91B9DE23538D}"/>
                </a:ext>
              </a:extLst>
            </p:cNvPr>
            <p:cNvSpPr/>
            <p:nvPr/>
          </p:nvSpPr>
          <p:spPr>
            <a:xfrm>
              <a:off x="7850414"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82" name="Freeform: Shape 2381">
              <a:extLst>
                <a:ext uri="{FF2B5EF4-FFF2-40B4-BE49-F238E27FC236}">
                  <a16:creationId xmlns:a16="http://schemas.microsoft.com/office/drawing/2014/main" id="{9D747BC9-ED2E-5753-5066-355470E1359F}"/>
                </a:ext>
              </a:extLst>
            </p:cNvPr>
            <p:cNvSpPr/>
            <p:nvPr/>
          </p:nvSpPr>
          <p:spPr>
            <a:xfrm>
              <a:off x="7964669"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83" name="Freeform: Shape 2382">
              <a:extLst>
                <a:ext uri="{FF2B5EF4-FFF2-40B4-BE49-F238E27FC236}">
                  <a16:creationId xmlns:a16="http://schemas.microsoft.com/office/drawing/2014/main" id="{75204168-5F49-771F-5728-88B5BD5BC227}"/>
                </a:ext>
              </a:extLst>
            </p:cNvPr>
            <p:cNvSpPr/>
            <p:nvPr/>
          </p:nvSpPr>
          <p:spPr>
            <a:xfrm>
              <a:off x="8078925" y="286046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84" name="Freeform: Shape 2383">
              <a:extLst>
                <a:ext uri="{FF2B5EF4-FFF2-40B4-BE49-F238E27FC236}">
                  <a16:creationId xmlns:a16="http://schemas.microsoft.com/office/drawing/2014/main" id="{7D47F8FA-FCFC-BDDD-6E7C-04FB1689D4C4}"/>
                </a:ext>
              </a:extLst>
            </p:cNvPr>
            <p:cNvSpPr/>
            <p:nvPr/>
          </p:nvSpPr>
          <p:spPr>
            <a:xfrm>
              <a:off x="8193181"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85" name="Freeform: Shape 2384">
              <a:extLst>
                <a:ext uri="{FF2B5EF4-FFF2-40B4-BE49-F238E27FC236}">
                  <a16:creationId xmlns:a16="http://schemas.microsoft.com/office/drawing/2014/main" id="{802B99A0-8A3D-FF7C-FE77-FC0D31AD9CBA}"/>
                </a:ext>
              </a:extLst>
            </p:cNvPr>
            <p:cNvSpPr/>
            <p:nvPr/>
          </p:nvSpPr>
          <p:spPr>
            <a:xfrm>
              <a:off x="8307437"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86" name="Freeform: Shape 2385">
              <a:extLst>
                <a:ext uri="{FF2B5EF4-FFF2-40B4-BE49-F238E27FC236}">
                  <a16:creationId xmlns:a16="http://schemas.microsoft.com/office/drawing/2014/main" id="{CA15C222-F38F-DB44-AB07-904E6D614DD3}"/>
                </a:ext>
              </a:extLst>
            </p:cNvPr>
            <p:cNvSpPr/>
            <p:nvPr/>
          </p:nvSpPr>
          <p:spPr>
            <a:xfrm>
              <a:off x="8421648"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87" name="Freeform: Shape 2386">
              <a:extLst>
                <a:ext uri="{FF2B5EF4-FFF2-40B4-BE49-F238E27FC236}">
                  <a16:creationId xmlns:a16="http://schemas.microsoft.com/office/drawing/2014/main" id="{FE0A1337-7B25-36FC-7EAA-AB73A0F299BF}"/>
                </a:ext>
              </a:extLst>
            </p:cNvPr>
            <p:cNvSpPr/>
            <p:nvPr/>
          </p:nvSpPr>
          <p:spPr>
            <a:xfrm>
              <a:off x="8535904"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88" name="Freeform: Shape 2387">
              <a:extLst>
                <a:ext uri="{FF2B5EF4-FFF2-40B4-BE49-F238E27FC236}">
                  <a16:creationId xmlns:a16="http://schemas.microsoft.com/office/drawing/2014/main" id="{8480948C-A147-490D-9F3C-68B2930D7BBF}"/>
                </a:ext>
              </a:extLst>
            </p:cNvPr>
            <p:cNvSpPr/>
            <p:nvPr/>
          </p:nvSpPr>
          <p:spPr>
            <a:xfrm>
              <a:off x="8650160"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89" name="Freeform: Shape 2388">
              <a:extLst>
                <a:ext uri="{FF2B5EF4-FFF2-40B4-BE49-F238E27FC236}">
                  <a16:creationId xmlns:a16="http://schemas.microsoft.com/office/drawing/2014/main" id="{E8E3EA64-84AC-A19B-1B67-6C2B1133460F}"/>
                </a:ext>
              </a:extLst>
            </p:cNvPr>
            <p:cNvSpPr/>
            <p:nvPr/>
          </p:nvSpPr>
          <p:spPr>
            <a:xfrm>
              <a:off x="8764416"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90" name="Freeform: Shape 2389">
              <a:extLst>
                <a:ext uri="{FF2B5EF4-FFF2-40B4-BE49-F238E27FC236}">
                  <a16:creationId xmlns:a16="http://schemas.microsoft.com/office/drawing/2014/main" id="{C3FA8D35-AF0D-5396-C28C-8D45B59F4759}"/>
                </a:ext>
              </a:extLst>
            </p:cNvPr>
            <p:cNvSpPr/>
            <p:nvPr/>
          </p:nvSpPr>
          <p:spPr>
            <a:xfrm>
              <a:off x="8878671" y="286046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91" name="Freeform: Shape 2390">
              <a:extLst>
                <a:ext uri="{FF2B5EF4-FFF2-40B4-BE49-F238E27FC236}">
                  <a16:creationId xmlns:a16="http://schemas.microsoft.com/office/drawing/2014/main" id="{78A3837A-4408-D136-F9FD-CACD9B135E82}"/>
                </a:ext>
              </a:extLst>
            </p:cNvPr>
            <p:cNvSpPr/>
            <p:nvPr/>
          </p:nvSpPr>
          <p:spPr>
            <a:xfrm>
              <a:off x="8992927"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92" name="Freeform: Shape 2391">
              <a:extLst>
                <a:ext uri="{FF2B5EF4-FFF2-40B4-BE49-F238E27FC236}">
                  <a16:creationId xmlns:a16="http://schemas.microsoft.com/office/drawing/2014/main" id="{137D8E21-4B4B-D33B-48B0-F23D9CD0A1B9}"/>
                </a:ext>
              </a:extLst>
            </p:cNvPr>
            <p:cNvSpPr/>
            <p:nvPr/>
          </p:nvSpPr>
          <p:spPr>
            <a:xfrm>
              <a:off x="9107183"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93" name="Freeform: Shape 2392">
              <a:extLst>
                <a:ext uri="{FF2B5EF4-FFF2-40B4-BE49-F238E27FC236}">
                  <a16:creationId xmlns:a16="http://schemas.microsoft.com/office/drawing/2014/main" id="{D5D4A594-D7E2-30D8-9AA0-AC5621B161A4}"/>
                </a:ext>
              </a:extLst>
            </p:cNvPr>
            <p:cNvSpPr/>
            <p:nvPr/>
          </p:nvSpPr>
          <p:spPr>
            <a:xfrm>
              <a:off x="9221439"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94" name="Freeform: Shape 2393">
              <a:extLst>
                <a:ext uri="{FF2B5EF4-FFF2-40B4-BE49-F238E27FC236}">
                  <a16:creationId xmlns:a16="http://schemas.microsoft.com/office/drawing/2014/main" id="{38EFAF05-66D0-F159-3450-DD3DA3167D25}"/>
                </a:ext>
              </a:extLst>
            </p:cNvPr>
            <p:cNvSpPr/>
            <p:nvPr/>
          </p:nvSpPr>
          <p:spPr>
            <a:xfrm>
              <a:off x="9335695" y="286046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95" name="Freeform: Shape 2394">
              <a:extLst>
                <a:ext uri="{FF2B5EF4-FFF2-40B4-BE49-F238E27FC236}">
                  <a16:creationId xmlns:a16="http://schemas.microsoft.com/office/drawing/2014/main" id="{A8F00C81-88F0-3AA5-4DCD-CC7EFD47319C}"/>
                </a:ext>
              </a:extLst>
            </p:cNvPr>
            <p:cNvSpPr/>
            <p:nvPr/>
          </p:nvSpPr>
          <p:spPr>
            <a:xfrm>
              <a:off x="9449950"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96" name="Freeform: Shape 2395">
              <a:extLst>
                <a:ext uri="{FF2B5EF4-FFF2-40B4-BE49-F238E27FC236}">
                  <a16:creationId xmlns:a16="http://schemas.microsoft.com/office/drawing/2014/main" id="{DE7E678D-EDB1-70D7-6DCF-F7F2B936CBD8}"/>
                </a:ext>
              </a:extLst>
            </p:cNvPr>
            <p:cNvSpPr/>
            <p:nvPr/>
          </p:nvSpPr>
          <p:spPr>
            <a:xfrm>
              <a:off x="9564206"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97" name="Freeform: Shape 2396">
              <a:extLst>
                <a:ext uri="{FF2B5EF4-FFF2-40B4-BE49-F238E27FC236}">
                  <a16:creationId xmlns:a16="http://schemas.microsoft.com/office/drawing/2014/main" id="{47D68D46-4D2D-0C44-7C35-1BA42BBAED1B}"/>
                </a:ext>
              </a:extLst>
            </p:cNvPr>
            <p:cNvSpPr/>
            <p:nvPr/>
          </p:nvSpPr>
          <p:spPr>
            <a:xfrm>
              <a:off x="9678418" y="286046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98" name="Freeform: Shape 2397">
              <a:extLst>
                <a:ext uri="{FF2B5EF4-FFF2-40B4-BE49-F238E27FC236}">
                  <a16:creationId xmlns:a16="http://schemas.microsoft.com/office/drawing/2014/main" id="{0CE41E6F-5147-8241-6228-0E218EA41B4E}"/>
                </a:ext>
              </a:extLst>
            </p:cNvPr>
            <p:cNvSpPr/>
            <p:nvPr/>
          </p:nvSpPr>
          <p:spPr>
            <a:xfrm>
              <a:off x="9792674"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399" name="Freeform: Shape 2398">
              <a:extLst>
                <a:ext uri="{FF2B5EF4-FFF2-40B4-BE49-F238E27FC236}">
                  <a16:creationId xmlns:a16="http://schemas.microsoft.com/office/drawing/2014/main" id="{5BFC4CEF-7DE5-E82A-9487-7C61992756A5}"/>
                </a:ext>
              </a:extLst>
            </p:cNvPr>
            <p:cNvSpPr/>
            <p:nvPr/>
          </p:nvSpPr>
          <p:spPr>
            <a:xfrm>
              <a:off x="9906929"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00" name="Freeform: Shape 2399">
              <a:extLst>
                <a:ext uri="{FF2B5EF4-FFF2-40B4-BE49-F238E27FC236}">
                  <a16:creationId xmlns:a16="http://schemas.microsoft.com/office/drawing/2014/main" id="{E452C8AA-9126-739C-1E0E-30079BB03E86}"/>
                </a:ext>
              </a:extLst>
            </p:cNvPr>
            <p:cNvSpPr/>
            <p:nvPr/>
          </p:nvSpPr>
          <p:spPr>
            <a:xfrm>
              <a:off x="10021185"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01" name="Freeform: Shape 2400">
              <a:extLst>
                <a:ext uri="{FF2B5EF4-FFF2-40B4-BE49-F238E27FC236}">
                  <a16:creationId xmlns:a16="http://schemas.microsoft.com/office/drawing/2014/main" id="{9FDC6DF2-6EF2-D083-50BB-F5BDEC29860D}"/>
                </a:ext>
              </a:extLst>
            </p:cNvPr>
            <p:cNvSpPr/>
            <p:nvPr/>
          </p:nvSpPr>
          <p:spPr>
            <a:xfrm>
              <a:off x="10135441"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02" name="Freeform: Shape 2401">
              <a:extLst>
                <a:ext uri="{FF2B5EF4-FFF2-40B4-BE49-F238E27FC236}">
                  <a16:creationId xmlns:a16="http://schemas.microsoft.com/office/drawing/2014/main" id="{A6EF7FE6-A2EC-121A-9213-7030CB258EC8}"/>
                </a:ext>
              </a:extLst>
            </p:cNvPr>
            <p:cNvSpPr/>
            <p:nvPr/>
          </p:nvSpPr>
          <p:spPr>
            <a:xfrm>
              <a:off x="10249697"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03" name="Freeform: Shape 2402">
              <a:extLst>
                <a:ext uri="{FF2B5EF4-FFF2-40B4-BE49-F238E27FC236}">
                  <a16:creationId xmlns:a16="http://schemas.microsoft.com/office/drawing/2014/main" id="{674B7DAA-6073-497B-61E4-397FA2D9F699}"/>
                </a:ext>
              </a:extLst>
            </p:cNvPr>
            <p:cNvSpPr/>
            <p:nvPr/>
          </p:nvSpPr>
          <p:spPr>
            <a:xfrm>
              <a:off x="10363952"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04" name="Freeform: Shape 2403">
              <a:extLst>
                <a:ext uri="{FF2B5EF4-FFF2-40B4-BE49-F238E27FC236}">
                  <a16:creationId xmlns:a16="http://schemas.microsoft.com/office/drawing/2014/main" id="{09B23030-F090-CC03-E7DA-741908E60395}"/>
                </a:ext>
              </a:extLst>
            </p:cNvPr>
            <p:cNvSpPr/>
            <p:nvPr/>
          </p:nvSpPr>
          <p:spPr>
            <a:xfrm>
              <a:off x="10478208" y="286046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05" name="Freeform: Shape 2404">
              <a:extLst>
                <a:ext uri="{FF2B5EF4-FFF2-40B4-BE49-F238E27FC236}">
                  <a16:creationId xmlns:a16="http://schemas.microsoft.com/office/drawing/2014/main" id="{68295A7F-8963-8599-1EE6-A6F6F82E025A}"/>
                </a:ext>
              </a:extLst>
            </p:cNvPr>
            <p:cNvSpPr/>
            <p:nvPr/>
          </p:nvSpPr>
          <p:spPr>
            <a:xfrm>
              <a:off x="10592464"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06" name="Freeform: Shape 2405">
              <a:extLst>
                <a:ext uri="{FF2B5EF4-FFF2-40B4-BE49-F238E27FC236}">
                  <a16:creationId xmlns:a16="http://schemas.microsoft.com/office/drawing/2014/main" id="{9D556048-D8CC-B283-E2A0-37E30AB9F125}"/>
                </a:ext>
              </a:extLst>
            </p:cNvPr>
            <p:cNvSpPr/>
            <p:nvPr/>
          </p:nvSpPr>
          <p:spPr>
            <a:xfrm>
              <a:off x="10706720"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07" name="Freeform: Shape 2406">
              <a:extLst>
                <a:ext uri="{FF2B5EF4-FFF2-40B4-BE49-F238E27FC236}">
                  <a16:creationId xmlns:a16="http://schemas.microsoft.com/office/drawing/2014/main" id="{834D35E9-5586-FBA8-D08D-3B721442EAA7}"/>
                </a:ext>
              </a:extLst>
            </p:cNvPr>
            <p:cNvSpPr/>
            <p:nvPr/>
          </p:nvSpPr>
          <p:spPr>
            <a:xfrm>
              <a:off x="10820976" y="2860462"/>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08" name="Freeform: Shape 2407">
              <a:extLst>
                <a:ext uri="{FF2B5EF4-FFF2-40B4-BE49-F238E27FC236}">
                  <a16:creationId xmlns:a16="http://schemas.microsoft.com/office/drawing/2014/main" id="{ED5A3B13-B585-3B52-60C2-568AC154FC3F}"/>
                </a:ext>
              </a:extLst>
            </p:cNvPr>
            <p:cNvSpPr/>
            <p:nvPr/>
          </p:nvSpPr>
          <p:spPr>
            <a:xfrm>
              <a:off x="10935231"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09" name="Freeform: Shape 2408">
              <a:extLst>
                <a:ext uri="{FF2B5EF4-FFF2-40B4-BE49-F238E27FC236}">
                  <a16:creationId xmlns:a16="http://schemas.microsoft.com/office/drawing/2014/main" id="{F03E1CAD-A1B6-5CB6-C35E-22F10245889F}"/>
                </a:ext>
              </a:extLst>
            </p:cNvPr>
            <p:cNvSpPr/>
            <p:nvPr/>
          </p:nvSpPr>
          <p:spPr>
            <a:xfrm>
              <a:off x="11049443"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10" name="Freeform: Shape 2409">
              <a:extLst>
                <a:ext uri="{FF2B5EF4-FFF2-40B4-BE49-F238E27FC236}">
                  <a16:creationId xmlns:a16="http://schemas.microsoft.com/office/drawing/2014/main" id="{19EDBDAB-486B-D856-19B3-76D3BE0F8058}"/>
                </a:ext>
              </a:extLst>
            </p:cNvPr>
            <p:cNvSpPr/>
            <p:nvPr/>
          </p:nvSpPr>
          <p:spPr>
            <a:xfrm>
              <a:off x="11163699" y="2860462"/>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11" name="Freeform: Shape 2410">
              <a:extLst>
                <a:ext uri="{FF2B5EF4-FFF2-40B4-BE49-F238E27FC236}">
                  <a16:creationId xmlns:a16="http://schemas.microsoft.com/office/drawing/2014/main" id="{3ADA3B5B-0DB3-F750-7D75-9485F7BD7AD2}"/>
                </a:ext>
              </a:extLst>
            </p:cNvPr>
            <p:cNvSpPr/>
            <p:nvPr/>
          </p:nvSpPr>
          <p:spPr>
            <a:xfrm>
              <a:off x="11277955"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12" name="Freeform: Shape 2411">
              <a:extLst>
                <a:ext uri="{FF2B5EF4-FFF2-40B4-BE49-F238E27FC236}">
                  <a16:creationId xmlns:a16="http://schemas.microsoft.com/office/drawing/2014/main" id="{1DA76726-5297-5F4F-4C36-ACF8F32A62C4}"/>
                </a:ext>
              </a:extLst>
            </p:cNvPr>
            <p:cNvSpPr/>
            <p:nvPr/>
          </p:nvSpPr>
          <p:spPr>
            <a:xfrm>
              <a:off x="11392210"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13" name="Freeform: Shape 2412">
              <a:extLst>
                <a:ext uri="{FF2B5EF4-FFF2-40B4-BE49-F238E27FC236}">
                  <a16:creationId xmlns:a16="http://schemas.microsoft.com/office/drawing/2014/main" id="{81B37F86-A1A9-D8C9-DBC4-36B5276497D8}"/>
                </a:ext>
              </a:extLst>
            </p:cNvPr>
            <p:cNvSpPr/>
            <p:nvPr/>
          </p:nvSpPr>
          <p:spPr>
            <a:xfrm>
              <a:off x="11506466" y="2860462"/>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14" name="Freeform: Shape 2413">
              <a:extLst>
                <a:ext uri="{FF2B5EF4-FFF2-40B4-BE49-F238E27FC236}">
                  <a16:creationId xmlns:a16="http://schemas.microsoft.com/office/drawing/2014/main" id="{2FC518CA-3FD5-5B41-A389-A4914E4EF3A4}"/>
                </a:ext>
              </a:extLst>
            </p:cNvPr>
            <p:cNvSpPr/>
            <p:nvPr/>
          </p:nvSpPr>
          <p:spPr>
            <a:xfrm>
              <a:off x="11620722"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15" name="Freeform: Shape 2414">
              <a:extLst>
                <a:ext uri="{FF2B5EF4-FFF2-40B4-BE49-F238E27FC236}">
                  <a16:creationId xmlns:a16="http://schemas.microsoft.com/office/drawing/2014/main" id="{4FA28BF8-6224-CD99-958D-6C462C8B1FFC}"/>
                </a:ext>
              </a:extLst>
            </p:cNvPr>
            <p:cNvSpPr/>
            <p:nvPr/>
          </p:nvSpPr>
          <p:spPr>
            <a:xfrm>
              <a:off x="11734978"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16" name="Freeform: Shape 2415">
              <a:extLst>
                <a:ext uri="{FF2B5EF4-FFF2-40B4-BE49-F238E27FC236}">
                  <a16:creationId xmlns:a16="http://schemas.microsoft.com/office/drawing/2014/main" id="{AB556E3B-40D4-121A-49F0-9C74A0C932EE}"/>
                </a:ext>
              </a:extLst>
            </p:cNvPr>
            <p:cNvSpPr/>
            <p:nvPr/>
          </p:nvSpPr>
          <p:spPr>
            <a:xfrm>
              <a:off x="11849233"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17" name="Freeform: Shape 2416">
              <a:extLst>
                <a:ext uri="{FF2B5EF4-FFF2-40B4-BE49-F238E27FC236}">
                  <a16:creationId xmlns:a16="http://schemas.microsoft.com/office/drawing/2014/main" id="{3E7045C1-2F3E-4594-571B-ED860B1711B4}"/>
                </a:ext>
              </a:extLst>
            </p:cNvPr>
            <p:cNvSpPr/>
            <p:nvPr/>
          </p:nvSpPr>
          <p:spPr>
            <a:xfrm>
              <a:off x="11963489" y="286046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18" name="Freeform: Shape 2417">
              <a:extLst>
                <a:ext uri="{FF2B5EF4-FFF2-40B4-BE49-F238E27FC236}">
                  <a16:creationId xmlns:a16="http://schemas.microsoft.com/office/drawing/2014/main" id="{5BA8C96E-02A6-C287-0117-74EF14FCA067}"/>
                </a:ext>
              </a:extLst>
            </p:cNvPr>
            <p:cNvSpPr/>
            <p:nvPr/>
          </p:nvSpPr>
          <p:spPr>
            <a:xfrm>
              <a:off x="12077745" y="2860462"/>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19" name="Freeform: Shape 2418">
              <a:extLst>
                <a:ext uri="{FF2B5EF4-FFF2-40B4-BE49-F238E27FC236}">
                  <a16:creationId xmlns:a16="http://schemas.microsoft.com/office/drawing/2014/main" id="{2EFA2599-39BE-B9C5-028D-2D031D8ED948}"/>
                </a:ext>
              </a:extLst>
            </p:cNvPr>
            <p:cNvSpPr/>
            <p:nvPr/>
          </p:nvSpPr>
          <p:spPr>
            <a:xfrm>
              <a:off x="7279135" y="297467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20" name="Freeform: Shape 2419">
              <a:extLst>
                <a:ext uri="{FF2B5EF4-FFF2-40B4-BE49-F238E27FC236}">
                  <a16:creationId xmlns:a16="http://schemas.microsoft.com/office/drawing/2014/main" id="{BA1D00D7-4073-2080-E56C-F7C6BF7BB1AA}"/>
                </a:ext>
              </a:extLst>
            </p:cNvPr>
            <p:cNvSpPr/>
            <p:nvPr/>
          </p:nvSpPr>
          <p:spPr>
            <a:xfrm>
              <a:off x="7393391"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21" name="Freeform: Shape 2420">
              <a:extLst>
                <a:ext uri="{FF2B5EF4-FFF2-40B4-BE49-F238E27FC236}">
                  <a16:creationId xmlns:a16="http://schemas.microsoft.com/office/drawing/2014/main" id="{6AC42137-4F4C-E0AA-2824-DDD1BBFF50AB}"/>
                </a:ext>
              </a:extLst>
            </p:cNvPr>
            <p:cNvSpPr/>
            <p:nvPr/>
          </p:nvSpPr>
          <p:spPr>
            <a:xfrm>
              <a:off x="7507646"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22" name="Freeform: Shape 2421">
              <a:extLst>
                <a:ext uri="{FF2B5EF4-FFF2-40B4-BE49-F238E27FC236}">
                  <a16:creationId xmlns:a16="http://schemas.microsoft.com/office/drawing/2014/main" id="{0C5CEBFF-DE3A-C043-AB45-B42FC1BA1228}"/>
                </a:ext>
              </a:extLst>
            </p:cNvPr>
            <p:cNvSpPr/>
            <p:nvPr/>
          </p:nvSpPr>
          <p:spPr>
            <a:xfrm>
              <a:off x="7621902"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23" name="Freeform: Shape 2422">
              <a:extLst>
                <a:ext uri="{FF2B5EF4-FFF2-40B4-BE49-F238E27FC236}">
                  <a16:creationId xmlns:a16="http://schemas.microsoft.com/office/drawing/2014/main" id="{011130E6-5414-6B4C-03B5-D23971184EEE}"/>
                </a:ext>
              </a:extLst>
            </p:cNvPr>
            <p:cNvSpPr/>
            <p:nvPr/>
          </p:nvSpPr>
          <p:spPr>
            <a:xfrm>
              <a:off x="7736158" y="297467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24" name="Freeform: Shape 2423">
              <a:extLst>
                <a:ext uri="{FF2B5EF4-FFF2-40B4-BE49-F238E27FC236}">
                  <a16:creationId xmlns:a16="http://schemas.microsoft.com/office/drawing/2014/main" id="{4FDE5DCF-5299-987C-7289-892752D0D27B}"/>
                </a:ext>
              </a:extLst>
            </p:cNvPr>
            <p:cNvSpPr/>
            <p:nvPr/>
          </p:nvSpPr>
          <p:spPr>
            <a:xfrm>
              <a:off x="7850414"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25" name="Freeform: Shape 2424">
              <a:extLst>
                <a:ext uri="{FF2B5EF4-FFF2-40B4-BE49-F238E27FC236}">
                  <a16:creationId xmlns:a16="http://schemas.microsoft.com/office/drawing/2014/main" id="{13AD1654-F218-B815-C959-22D5FE139CD5}"/>
                </a:ext>
              </a:extLst>
            </p:cNvPr>
            <p:cNvSpPr/>
            <p:nvPr/>
          </p:nvSpPr>
          <p:spPr>
            <a:xfrm>
              <a:off x="7964669"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26" name="Freeform: Shape 2425">
              <a:extLst>
                <a:ext uri="{FF2B5EF4-FFF2-40B4-BE49-F238E27FC236}">
                  <a16:creationId xmlns:a16="http://schemas.microsoft.com/office/drawing/2014/main" id="{C355EBA7-15E3-D666-E349-F52C04ABAC78}"/>
                </a:ext>
              </a:extLst>
            </p:cNvPr>
            <p:cNvSpPr/>
            <p:nvPr/>
          </p:nvSpPr>
          <p:spPr>
            <a:xfrm>
              <a:off x="8078925" y="297467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27" name="Freeform: Shape 2426">
              <a:extLst>
                <a:ext uri="{FF2B5EF4-FFF2-40B4-BE49-F238E27FC236}">
                  <a16:creationId xmlns:a16="http://schemas.microsoft.com/office/drawing/2014/main" id="{A59CC2A4-F913-C2A5-90EA-EACB540E2D30}"/>
                </a:ext>
              </a:extLst>
            </p:cNvPr>
            <p:cNvSpPr/>
            <p:nvPr/>
          </p:nvSpPr>
          <p:spPr>
            <a:xfrm>
              <a:off x="8193181"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28" name="Freeform: Shape 2427">
              <a:extLst>
                <a:ext uri="{FF2B5EF4-FFF2-40B4-BE49-F238E27FC236}">
                  <a16:creationId xmlns:a16="http://schemas.microsoft.com/office/drawing/2014/main" id="{1771CD1F-1232-7C17-6ED9-60D41D1AD348}"/>
                </a:ext>
              </a:extLst>
            </p:cNvPr>
            <p:cNvSpPr/>
            <p:nvPr/>
          </p:nvSpPr>
          <p:spPr>
            <a:xfrm>
              <a:off x="8307437"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29" name="Freeform: Shape 2428">
              <a:extLst>
                <a:ext uri="{FF2B5EF4-FFF2-40B4-BE49-F238E27FC236}">
                  <a16:creationId xmlns:a16="http://schemas.microsoft.com/office/drawing/2014/main" id="{79B9649D-B29B-EDCC-AF4F-A35501DEF9EB}"/>
                </a:ext>
              </a:extLst>
            </p:cNvPr>
            <p:cNvSpPr/>
            <p:nvPr/>
          </p:nvSpPr>
          <p:spPr>
            <a:xfrm>
              <a:off x="8421648"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30" name="Freeform: Shape 2429">
              <a:extLst>
                <a:ext uri="{FF2B5EF4-FFF2-40B4-BE49-F238E27FC236}">
                  <a16:creationId xmlns:a16="http://schemas.microsoft.com/office/drawing/2014/main" id="{AABD83C5-010A-45B2-C3AA-C72206535D47}"/>
                </a:ext>
              </a:extLst>
            </p:cNvPr>
            <p:cNvSpPr/>
            <p:nvPr/>
          </p:nvSpPr>
          <p:spPr>
            <a:xfrm>
              <a:off x="8535904"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31" name="Freeform: Shape 2430">
              <a:extLst>
                <a:ext uri="{FF2B5EF4-FFF2-40B4-BE49-F238E27FC236}">
                  <a16:creationId xmlns:a16="http://schemas.microsoft.com/office/drawing/2014/main" id="{5873ACC8-8030-ED78-1227-99B85AC266AB}"/>
                </a:ext>
              </a:extLst>
            </p:cNvPr>
            <p:cNvSpPr/>
            <p:nvPr/>
          </p:nvSpPr>
          <p:spPr>
            <a:xfrm>
              <a:off x="8650160"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32" name="Freeform: Shape 2431">
              <a:extLst>
                <a:ext uri="{FF2B5EF4-FFF2-40B4-BE49-F238E27FC236}">
                  <a16:creationId xmlns:a16="http://schemas.microsoft.com/office/drawing/2014/main" id="{B73C41F7-A7D5-1CFC-BE8D-30A69E62482B}"/>
                </a:ext>
              </a:extLst>
            </p:cNvPr>
            <p:cNvSpPr/>
            <p:nvPr/>
          </p:nvSpPr>
          <p:spPr>
            <a:xfrm>
              <a:off x="8764416"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33" name="Freeform: Shape 2432">
              <a:extLst>
                <a:ext uri="{FF2B5EF4-FFF2-40B4-BE49-F238E27FC236}">
                  <a16:creationId xmlns:a16="http://schemas.microsoft.com/office/drawing/2014/main" id="{DF82F14B-533E-F3F4-BB2E-5796F3BDF2D9}"/>
                </a:ext>
              </a:extLst>
            </p:cNvPr>
            <p:cNvSpPr/>
            <p:nvPr/>
          </p:nvSpPr>
          <p:spPr>
            <a:xfrm>
              <a:off x="8878671" y="297467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34" name="Freeform: Shape 2433">
              <a:extLst>
                <a:ext uri="{FF2B5EF4-FFF2-40B4-BE49-F238E27FC236}">
                  <a16:creationId xmlns:a16="http://schemas.microsoft.com/office/drawing/2014/main" id="{EF4104BC-05B4-2DD1-0099-03F468A95FDA}"/>
                </a:ext>
              </a:extLst>
            </p:cNvPr>
            <p:cNvSpPr/>
            <p:nvPr/>
          </p:nvSpPr>
          <p:spPr>
            <a:xfrm>
              <a:off x="8992927"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35" name="Freeform: Shape 2434">
              <a:extLst>
                <a:ext uri="{FF2B5EF4-FFF2-40B4-BE49-F238E27FC236}">
                  <a16:creationId xmlns:a16="http://schemas.microsoft.com/office/drawing/2014/main" id="{F177BBF1-199E-0D90-41A4-5823D8C203AE}"/>
                </a:ext>
              </a:extLst>
            </p:cNvPr>
            <p:cNvSpPr/>
            <p:nvPr/>
          </p:nvSpPr>
          <p:spPr>
            <a:xfrm>
              <a:off x="9107183"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36" name="Freeform: Shape 2435">
              <a:extLst>
                <a:ext uri="{FF2B5EF4-FFF2-40B4-BE49-F238E27FC236}">
                  <a16:creationId xmlns:a16="http://schemas.microsoft.com/office/drawing/2014/main" id="{C5981A3A-FE29-1A17-04A8-71DFADDF093E}"/>
                </a:ext>
              </a:extLst>
            </p:cNvPr>
            <p:cNvSpPr/>
            <p:nvPr/>
          </p:nvSpPr>
          <p:spPr>
            <a:xfrm>
              <a:off x="9221439"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37" name="Freeform: Shape 2436">
              <a:extLst>
                <a:ext uri="{FF2B5EF4-FFF2-40B4-BE49-F238E27FC236}">
                  <a16:creationId xmlns:a16="http://schemas.microsoft.com/office/drawing/2014/main" id="{CCAB8C14-05DC-00B8-D830-3018784F7F94}"/>
                </a:ext>
              </a:extLst>
            </p:cNvPr>
            <p:cNvSpPr/>
            <p:nvPr/>
          </p:nvSpPr>
          <p:spPr>
            <a:xfrm>
              <a:off x="9335695" y="297467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38" name="Freeform: Shape 2437">
              <a:extLst>
                <a:ext uri="{FF2B5EF4-FFF2-40B4-BE49-F238E27FC236}">
                  <a16:creationId xmlns:a16="http://schemas.microsoft.com/office/drawing/2014/main" id="{CC5A1770-E7AF-D13B-52B7-61EF32B97911}"/>
                </a:ext>
              </a:extLst>
            </p:cNvPr>
            <p:cNvSpPr/>
            <p:nvPr/>
          </p:nvSpPr>
          <p:spPr>
            <a:xfrm>
              <a:off x="9449950"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39" name="Freeform: Shape 2438">
              <a:extLst>
                <a:ext uri="{FF2B5EF4-FFF2-40B4-BE49-F238E27FC236}">
                  <a16:creationId xmlns:a16="http://schemas.microsoft.com/office/drawing/2014/main" id="{4CE75324-5C15-9525-9B8A-4D5FB97A3F3C}"/>
                </a:ext>
              </a:extLst>
            </p:cNvPr>
            <p:cNvSpPr/>
            <p:nvPr/>
          </p:nvSpPr>
          <p:spPr>
            <a:xfrm>
              <a:off x="9564206"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40" name="Freeform: Shape 2439">
              <a:extLst>
                <a:ext uri="{FF2B5EF4-FFF2-40B4-BE49-F238E27FC236}">
                  <a16:creationId xmlns:a16="http://schemas.microsoft.com/office/drawing/2014/main" id="{240B1865-15BD-91BD-CB24-90E511011E2D}"/>
                </a:ext>
              </a:extLst>
            </p:cNvPr>
            <p:cNvSpPr/>
            <p:nvPr/>
          </p:nvSpPr>
          <p:spPr>
            <a:xfrm>
              <a:off x="9678418" y="297467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41" name="Freeform: Shape 2440">
              <a:extLst>
                <a:ext uri="{FF2B5EF4-FFF2-40B4-BE49-F238E27FC236}">
                  <a16:creationId xmlns:a16="http://schemas.microsoft.com/office/drawing/2014/main" id="{4813893A-AFDD-7338-9FEA-49608C25631E}"/>
                </a:ext>
              </a:extLst>
            </p:cNvPr>
            <p:cNvSpPr/>
            <p:nvPr/>
          </p:nvSpPr>
          <p:spPr>
            <a:xfrm>
              <a:off x="9792674"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42" name="Freeform: Shape 2441">
              <a:extLst>
                <a:ext uri="{FF2B5EF4-FFF2-40B4-BE49-F238E27FC236}">
                  <a16:creationId xmlns:a16="http://schemas.microsoft.com/office/drawing/2014/main" id="{083FDBB1-671B-DCDF-8D4E-9218D3155D56}"/>
                </a:ext>
              </a:extLst>
            </p:cNvPr>
            <p:cNvSpPr/>
            <p:nvPr/>
          </p:nvSpPr>
          <p:spPr>
            <a:xfrm>
              <a:off x="9906929"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43" name="Freeform: Shape 2442">
              <a:extLst>
                <a:ext uri="{FF2B5EF4-FFF2-40B4-BE49-F238E27FC236}">
                  <a16:creationId xmlns:a16="http://schemas.microsoft.com/office/drawing/2014/main" id="{2C31F27B-AECE-E1BC-0D88-47FD80C9CD23}"/>
                </a:ext>
              </a:extLst>
            </p:cNvPr>
            <p:cNvSpPr/>
            <p:nvPr/>
          </p:nvSpPr>
          <p:spPr>
            <a:xfrm>
              <a:off x="10021185"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44" name="Freeform: Shape 2443">
              <a:extLst>
                <a:ext uri="{FF2B5EF4-FFF2-40B4-BE49-F238E27FC236}">
                  <a16:creationId xmlns:a16="http://schemas.microsoft.com/office/drawing/2014/main" id="{6E5B87FA-FCF9-A639-98CD-5B22A3334A2A}"/>
                </a:ext>
              </a:extLst>
            </p:cNvPr>
            <p:cNvSpPr/>
            <p:nvPr/>
          </p:nvSpPr>
          <p:spPr>
            <a:xfrm>
              <a:off x="10135441"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45" name="Freeform: Shape 2444">
              <a:extLst>
                <a:ext uri="{FF2B5EF4-FFF2-40B4-BE49-F238E27FC236}">
                  <a16:creationId xmlns:a16="http://schemas.microsoft.com/office/drawing/2014/main" id="{E4440817-A442-C06F-A5BD-5863F9AD1016}"/>
                </a:ext>
              </a:extLst>
            </p:cNvPr>
            <p:cNvSpPr/>
            <p:nvPr/>
          </p:nvSpPr>
          <p:spPr>
            <a:xfrm>
              <a:off x="10249697"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46" name="Freeform: Shape 2445">
              <a:extLst>
                <a:ext uri="{FF2B5EF4-FFF2-40B4-BE49-F238E27FC236}">
                  <a16:creationId xmlns:a16="http://schemas.microsoft.com/office/drawing/2014/main" id="{30A5B184-6589-35FB-309B-CF9EE2237DC7}"/>
                </a:ext>
              </a:extLst>
            </p:cNvPr>
            <p:cNvSpPr/>
            <p:nvPr/>
          </p:nvSpPr>
          <p:spPr>
            <a:xfrm>
              <a:off x="10363952"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47" name="Freeform: Shape 2446">
              <a:extLst>
                <a:ext uri="{FF2B5EF4-FFF2-40B4-BE49-F238E27FC236}">
                  <a16:creationId xmlns:a16="http://schemas.microsoft.com/office/drawing/2014/main" id="{AEAF550F-F167-64ED-1EBA-4CCF8DF82AC5}"/>
                </a:ext>
              </a:extLst>
            </p:cNvPr>
            <p:cNvSpPr/>
            <p:nvPr/>
          </p:nvSpPr>
          <p:spPr>
            <a:xfrm>
              <a:off x="10478208" y="297467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48" name="Freeform: Shape 2447">
              <a:extLst>
                <a:ext uri="{FF2B5EF4-FFF2-40B4-BE49-F238E27FC236}">
                  <a16:creationId xmlns:a16="http://schemas.microsoft.com/office/drawing/2014/main" id="{F94F6661-9760-2967-7108-51314150B776}"/>
                </a:ext>
              </a:extLst>
            </p:cNvPr>
            <p:cNvSpPr/>
            <p:nvPr/>
          </p:nvSpPr>
          <p:spPr>
            <a:xfrm>
              <a:off x="10592464"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49" name="Freeform: Shape 2448">
              <a:extLst>
                <a:ext uri="{FF2B5EF4-FFF2-40B4-BE49-F238E27FC236}">
                  <a16:creationId xmlns:a16="http://schemas.microsoft.com/office/drawing/2014/main" id="{47B38084-76B2-35D8-5FC7-F7B436AA3FF5}"/>
                </a:ext>
              </a:extLst>
            </p:cNvPr>
            <p:cNvSpPr/>
            <p:nvPr/>
          </p:nvSpPr>
          <p:spPr>
            <a:xfrm>
              <a:off x="10706720"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50" name="Freeform: Shape 2449">
              <a:extLst>
                <a:ext uri="{FF2B5EF4-FFF2-40B4-BE49-F238E27FC236}">
                  <a16:creationId xmlns:a16="http://schemas.microsoft.com/office/drawing/2014/main" id="{E6068F09-0F44-E4D0-F905-BA84A1D97D65}"/>
                </a:ext>
              </a:extLst>
            </p:cNvPr>
            <p:cNvSpPr/>
            <p:nvPr/>
          </p:nvSpPr>
          <p:spPr>
            <a:xfrm>
              <a:off x="10820976" y="2974674"/>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51" name="Freeform: Shape 2450">
              <a:extLst>
                <a:ext uri="{FF2B5EF4-FFF2-40B4-BE49-F238E27FC236}">
                  <a16:creationId xmlns:a16="http://schemas.microsoft.com/office/drawing/2014/main" id="{3FE512C9-917F-4554-3D5A-8DF05ABC32E3}"/>
                </a:ext>
              </a:extLst>
            </p:cNvPr>
            <p:cNvSpPr/>
            <p:nvPr/>
          </p:nvSpPr>
          <p:spPr>
            <a:xfrm>
              <a:off x="10935231"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52" name="Freeform: Shape 2451">
              <a:extLst>
                <a:ext uri="{FF2B5EF4-FFF2-40B4-BE49-F238E27FC236}">
                  <a16:creationId xmlns:a16="http://schemas.microsoft.com/office/drawing/2014/main" id="{9EB3509A-D7BB-6650-1A5D-7376FD5C4F94}"/>
                </a:ext>
              </a:extLst>
            </p:cNvPr>
            <p:cNvSpPr/>
            <p:nvPr/>
          </p:nvSpPr>
          <p:spPr>
            <a:xfrm>
              <a:off x="11049443"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53" name="Freeform: Shape 2452">
              <a:extLst>
                <a:ext uri="{FF2B5EF4-FFF2-40B4-BE49-F238E27FC236}">
                  <a16:creationId xmlns:a16="http://schemas.microsoft.com/office/drawing/2014/main" id="{C8F3742B-078F-33F8-5880-ED10E78AE569}"/>
                </a:ext>
              </a:extLst>
            </p:cNvPr>
            <p:cNvSpPr/>
            <p:nvPr/>
          </p:nvSpPr>
          <p:spPr>
            <a:xfrm>
              <a:off x="11163699" y="2974674"/>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54" name="Freeform: Shape 2453">
              <a:extLst>
                <a:ext uri="{FF2B5EF4-FFF2-40B4-BE49-F238E27FC236}">
                  <a16:creationId xmlns:a16="http://schemas.microsoft.com/office/drawing/2014/main" id="{004291B3-5463-C1CA-4DBA-19AF571845C8}"/>
                </a:ext>
              </a:extLst>
            </p:cNvPr>
            <p:cNvSpPr/>
            <p:nvPr/>
          </p:nvSpPr>
          <p:spPr>
            <a:xfrm>
              <a:off x="11277955"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55" name="Freeform: Shape 2454">
              <a:extLst>
                <a:ext uri="{FF2B5EF4-FFF2-40B4-BE49-F238E27FC236}">
                  <a16:creationId xmlns:a16="http://schemas.microsoft.com/office/drawing/2014/main" id="{4B5426CB-DBC4-08E5-777D-7AAF512D4E9A}"/>
                </a:ext>
              </a:extLst>
            </p:cNvPr>
            <p:cNvSpPr/>
            <p:nvPr/>
          </p:nvSpPr>
          <p:spPr>
            <a:xfrm>
              <a:off x="11392210"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56" name="Freeform: Shape 2455">
              <a:extLst>
                <a:ext uri="{FF2B5EF4-FFF2-40B4-BE49-F238E27FC236}">
                  <a16:creationId xmlns:a16="http://schemas.microsoft.com/office/drawing/2014/main" id="{1DF421D9-6C1D-5549-D354-C424933FA256}"/>
                </a:ext>
              </a:extLst>
            </p:cNvPr>
            <p:cNvSpPr/>
            <p:nvPr/>
          </p:nvSpPr>
          <p:spPr>
            <a:xfrm>
              <a:off x="11506466" y="2974674"/>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57" name="Freeform: Shape 2456">
              <a:extLst>
                <a:ext uri="{FF2B5EF4-FFF2-40B4-BE49-F238E27FC236}">
                  <a16:creationId xmlns:a16="http://schemas.microsoft.com/office/drawing/2014/main" id="{323B4DED-8643-EA3B-DDEF-1DA10C134EA6}"/>
                </a:ext>
              </a:extLst>
            </p:cNvPr>
            <p:cNvSpPr/>
            <p:nvPr/>
          </p:nvSpPr>
          <p:spPr>
            <a:xfrm>
              <a:off x="11620722"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58" name="Freeform: Shape 2457">
              <a:extLst>
                <a:ext uri="{FF2B5EF4-FFF2-40B4-BE49-F238E27FC236}">
                  <a16:creationId xmlns:a16="http://schemas.microsoft.com/office/drawing/2014/main" id="{CDABB41C-770D-3F31-1AA7-00E4A7EB7D1E}"/>
                </a:ext>
              </a:extLst>
            </p:cNvPr>
            <p:cNvSpPr/>
            <p:nvPr/>
          </p:nvSpPr>
          <p:spPr>
            <a:xfrm>
              <a:off x="11734978"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59" name="Freeform: Shape 2458">
              <a:extLst>
                <a:ext uri="{FF2B5EF4-FFF2-40B4-BE49-F238E27FC236}">
                  <a16:creationId xmlns:a16="http://schemas.microsoft.com/office/drawing/2014/main" id="{A9667E12-2394-AF40-EE41-0DBB0DE3BD3C}"/>
                </a:ext>
              </a:extLst>
            </p:cNvPr>
            <p:cNvSpPr/>
            <p:nvPr/>
          </p:nvSpPr>
          <p:spPr>
            <a:xfrm>
              <a:off x="11849233"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60" name="Freeform: Shape 2459">
              <a:extLst>
                <a:ext uri="{FF2B5EF4-FFF2-40B4-BE49-F238E27FC236}">
                  <a16:creationId xmlns:a16="http://schemas.microsoft.com/office/drawing/2014/main" id="{B0E76EFE-938B-0960-41E1-91B123472723}"/>
                </a:ext>
              </a:extLst>
            </p:cNvPr>
            <p:cNvSpPr/>
            <p:nvPr/>
          </p:nvSpPr>
          <p:spPr>
            <a:xfrm>
              <a:off x="11963489" y="297467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61" name="Freeform: Shape 2460">
              <a:extLst>
                <a:ext uri="{FF2B5EF4-FFF2-40B4-BE49-F238E27FC236}">
                  <a16:creationId xmlns:a16="http://schemas.microsoft.com/office/drawing/2014/main" id="{77E49894-2993-D356-668D-98EE86E9B166}"/>
                </a:ext>
              </a:extLst>
            </p:cNvPr>
            <p:cNvSpPr/>
            <p:nvPr/>
          </p:nvSpPr>
          <p:spPr>
            <a:xfrm>
              <a:off x="12077745" y="2974674"/>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62" name="Freeform: Shape 2461">
              <a:extLst>
                <a:ext uri="{FF2B5EF4-FFF2-40B4-BE49-F238E27FC236}">
                  <a16:creationId xmlns:a16="http://schemas.microsoft.com/office/drawing/2014/main" id="{4FC4C20E-EE17-5C5B-83B6-06520D728391}"/>
                </a:ext>
              </a:extLst>
            </p:cNvPr>
            <p:cNvSpPr/>
            <p:nvPr/>
          </p:nvSpPr>
          <p:spPr>
            <a:xfrm>
              <a:off x="7279135" y="308892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63" name="Freeform: Shape 2462">
              <a:extLst>
                <a:ext uri="{FF2B5EF4-FFF2-40B4-BE49-F238E27FC236}">
                  <a16:creationId xmlns:a16="http://schemas.microsoft.com/office/drawing/2014/main" id="{93109E76-3A3E-8531-10D6-92BA313163C8}"/>
                </a:ext>
              </a:extLst>
            </p:cNvPr>
            <p:cNvSpPr/>
            <p:nvPr/>
          </p:nvSpPr>
          <p:spPr>
            <a:xfrm>
              <a:off x="7393391"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64" name="Freeform: Shape 2463">
              <a:extLst>
                <a:ext uri="{FF2B5EF4-FFF2-40B4-BE49-F238E27FC236}">
                  <a16:creationId xmlns:a16="http://schemas.microsoft.com/office/drawing/2014/main" id="{8389ED33-E5BB-8D3B-BD93-C0B6D7BEBB9C}"/>
                </a:ext>
              </a:extLst>
            </p:cNvPr>
            <p:cNvSpPr/>
            <p:nvPr/>
          </p:nvSpPr>
          <p:spPr>
            <a:xfrm>
              <a:off x="7507646"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65" name="Freeform: Shape 2464">
              <a:extLst>
                <a:ext uri="{FF2B5EF4-FFF2-40B4-BE49-F238E27FC236}">
                  <a16:creationId xmlns:a16="http://schemas.microsoft.com/office/drawing/2014/main" id="{87897D07-879C-DFCB-F3A0-344106D6B2E6}"/>
                </a:ext>
              </a:extLst>
            </p:cNvPr>
            <p:cNvSpPr/>
            <p:nvPr/>
          </p:nvSpPr>
          <p:spPr>
            <a:xfrm>
              <a:off x="7621902"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66" name="Freeform: Shape 2465">
              <a:extLst>
                <a:ext uri="{FF2B5EF4-FFF2-40B4-BE49-F238E27FC236}">
                  <a16:creationId xmlns:a16="http://schemas.microsoft.com/office/drawing/2014/main" id="{D812F2D0-C0DF-0AF4-6C18-B215EA49174F}"/>
                </a:ext>
              </a:extLst>
            </p:cNvPr>
            <p:cNvSpPr/>
            <p:nvPr/>
          </p:nvSpPr>
          <p:spPr>
            <a:xfrm>
              <a:off x="7736158" y="308892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67" name="Freeform: Shape 2466">
              <a:extLst>
                <a:ext uri="{FF2B5EF4-FFF2-40B4-BE49-F238E27FC236}">
                  <a16:creationId xmlns:a16="http://schemas.microsoft.com/office/drawing/2014/main" id="{4BE62DB0-0849-6F6C-7EF4-6AA497ADF3BE}"/>
                </a:ext>
              </a:extLst>
            </p:cNvPr>
            <p:cNvSpPr/>
            <p:nvPr/>
          </p:nvSpPr>
          <p:spPr>
            <a:xfrm>
              <a:off x="7850414"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68" name="Freeform: Shape 2467">
              <a:extLst>
                <a:ext uri="{FF2B5EF4-FFF2-40B4-BE49-F238E27FC236}">
                  <a16:creationId xmlns:a16="http://schemas.microsoft.com/office/drawing/2014/main" id="{06F6265C-076F-263A-611C-1063BCA4EB68}"/>
                </a:ext>
              </a:extLst>
            </p:cNvPr>
            <p:cNvSpPr/>
            <p:nvPr/>
          </p:nvSpPr>
          <p:spPr>
            <a:xfrm>
              <a:off x="7964669"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69" name="Freeform: Shape 2468">
              <a:extLst>
                <a:ext uri="{FF2B5EF4-FFF2-40B4-BE49-F238E27FC236}">
                  <a16:creationId xmlns:a16="http://schemas.microsoft.com/office/drawing/2014/main" id="{B73A5B68-0A8D-6746-7E68-F8E6EA86CF2D}"/>
                </a:ext>
              </a:extLst>
            </p:cNvPr>
            <p:cNvSpPr/>
            <p:nvPr/>
          </p:nvSpPr>
          <p:spPr>
            <a:xfrm>
              <a:off x="8078925" y="308892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70" name="Freeform: Shape 2469">
              <a:extLst>
                <a:ext uri="{FF2B5EF4-FFF2-40B4-BE49-F238E27FC236}">
                  <a16:creationId xmlns:a16="http://schemas.microsoft.com/office/drawing/2014/main" id="{2E7F5A97-C804-003A-8304-7482189F933D}"/>
                </a:ext>
              </a:extLst>
            </p:cNvPr>
            <p:cNvSpPr/>
            <p:nvPr/>
          </p:nvSpPr>
          <p:spPr>
            <a:xfrm>
              <a:off x="8193181"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71" name="Freeform: Shape 2470">
              <a:extLst>
                <a:ext uri="{FF2B5EF4-FFF2-40B4-BE49-F238E27FC236}">
                  <a16:creationId xmlns:a16="http://schemas.microsoft.com/office/drawing/2014/main" id="{CF88803E-0278-0545-FA19-64D0D47A0371}"/>
                </a:ext>
              </a:extLst>
            </p:cNvPr>
            <p:cNvSpPr/>
            <p:nvPr/>
          </p:nvSpPr>
          <p:spPr>
            <a:xfrm>
              <a:off x="8307437"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72" name="Freeform: Shape 2471">
              <a:extLst>
                <a:ext uri="{FF2B5EF4-FFF2-40B4-BE49-F238E27FC236}">
                  <a16:creationId xmlns:a16="http://schemas.microsoft.com/office/drawing/2014/main" id="{9C4C2AB0-FA8B-BC99-EF23-6B491B8BA11C}"/>
                </a:ext>
              </a:extLst>
            </p:cNvPr>
            <p:cNvSpPr/>
            <p:nvPr/>
          </p:nvSpPr>
          <p:spPr>
            <a:xfrm>
              <a:off x="8421648"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73" name="Freeform: Shape 2472">
              <a:extLst>
                <a:ext uri="{FF2B5EF4-FFF2-40B4-BE49-F238E27FC236}">
                  <a16:creationId xmlns:a16="http://schemas.microsoft.com/office/drawing/2014/main" id="{27E64469-81BE-AD99-1152-CB5C7908A3A3}"/>
                </a:ext>
              </a:extLst>
            </p:cNvPr>
            <p:cNvSpPr/>
            <p:nvPr/>
          </p:nvSpPr>
          <p:spPr>
            <a:xfrm>
              <a:off x="8535904"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74" name="Freeform: Shape 2473">
              <a:extLst>
                <a:ext uri="{FF2B5EF4-FFF2-40B4-BE49-F238E27FC236}">
                  <a16:creationId xmlns:a16="http://schemas.microsoft.com/office/drawing/2014/main" id="{96235688-DC2C-EC5E-24BD-09222E98EB1C}"/>
                </a:ext>
              </a:extLst>
            </p:cNvPr>
            <p:cNvSpPr/>
            <p:nvPr/>
          </p:nvSpPr>
          <p:spPr>
            <a:xfrm>
              <a:off x="8650160"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75" name="Freeform: Shape 2474">
              <a:extLst>
                <a:ext uri="{FF2B5EF4-FFF2-40B4-BE49-F238E27FC236}">
                  <a16:creationId xmlns:a16="http://schemas.microsoft.com/office/drawing/2014/main" id="{3854D7B2-2B25-2B1D-0FBA-0C27BD75821D}"/>
                </a:ext>
              </a:extLst>
            </p:cNvPr>
            <p:cNvSpPr/>
            <p:nvPr/>
          </p:nvSpPr>
          <p:spPr>
            <a:xfrm>
              <a:off x="8764416"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76" name="Freeform: Shape 2475">
              <a:extLst>
                <a:ext uri="{FF2B5EF4-FFF2-40B4-BE49-F238E27FC236}">
                  <a16:creationId xmlns:a16="http://schemas.microsoft.com/office/drawing/2014/main" id="{BD5261A3-5020-C6B6-387C-E92CF28B21F6}"/>
                </a:ext>
              </a:extLst>
            </p:cNvPr>
            <p:cNvSpPr/>
            <p:nvPr/>
          </p:nvSpPr>
          <p:spPr>
            <a:xfrm>
              <a:off x="8878671" y="308892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77" name="Freeform: Shape 2476">
              <a:extLst>
                <a:ext uri="{FF2B5EF4-FFF2-40B4-BE49-F238E27FC236}">
                  <a16:creationId xmlns:a16="http://schemas.microsoft.com/office/drawing/2014/main" id="{9ACDCEF6-6712-5217-2AB8-5F168F3944A7}"/>
                </a:ext>
              </a:extLst>
            </p:cNvPr>
            <p:cNvSpPr/>
            <p:nvPr/>
          </p:nvSpPr>
          <p:spPr>
            <a:xfrm>
              <a:off x="8992927"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78" name="Freeform: Shape 2477">
              <a:extLst>
                <a:ext uri="{FF2B5EF4-FFF2-40B4-BE49-F238E27FC236}">
                  <a16:creationId xmlns:a16="http://schemas.microsoft.com/office/drawing/2014/main" id="{15168C60-E2A8-4BB2-F979-96951BB516F4}"/>
                </a:ext>
              </a:extLst>
            </p:cNvPr>
            <p:cNvSpPr/>
            <p:nvPr/>
          </p:nvSpPr>
          <p:spPr>
            <a:xfrm>
              <a:off x="9107183"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79" name="Freeform: Shape 2478">
              <a:extLst>
                <a:ext uri="{FF2B5EF4-FFF2-40B4-BE49-F238E27FC236}">
                  <a16:creationId xmlns:a16="http://schemas.microsoft.com/office/drawing/2014/main" id="{0F6E52C8-FEC5-2C14-6D28-88F7351A857A}"/>
                </a:ext>
              </a:extLst>
            </p:cNvPr>
            <p:cNvSpPr/>
            <p:nvPr/>
          </p:nvSpPr>
          <p:spPr>
            <a:xfrm>
              <a:off x="9221439"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80" name="Freeform: Shape 2479">
              <a:extLst>
                <a:ext uri="{FF2B5EF4-FFF2-40B4-BE49-F238E27FC236}">
                  <a16:creationId xmlns:a16="http://schemas.microsoft.com/office/drawing/2014/main" id="{1A9FBB58-3B3E-CF42-6EA1-40BA73D8B343}"/>
                </a:ext>
              </a:extLst>
            </p:cNvPr>
            <p:cNvSpPr/>
            <p:nvPr/>
          </p:nvSpPr>
          <p:spPr>
            <a:xfrm>
              <a:off x="9335695" y="308892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81" name="Freeform: Shape 2480">
              <a:extLst>
                <a:ext uri="{FF2B5EF4-FFF2-40B4-BE49-F238E27FC236}">
                  <a16:creationId xmlns:a16="http://schemas.microsoft.com/office/drawing/2014/main" id="{F9E610E7-2BE8-5826-CD0D-22168D08D1ED}"/>
                </a:ext>
              </a:extLst>
            </p:cNvPr>
            <p:cNvSpPr/>
            <p:nvPr/>
          </p:nvSpPr>
          <p:spPr>
            <a:xfrm>
              <a:off x="9449950"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82" name="Freeform: Shape 2481">
              <a:extLst>
                <a:ext uri="{FF2B5EF4-FFF2-40B4-BE49-F238E27FC236}">
                  <a16:creationId xmlns:a16="http://schemas.microsoft.com/office/drawing/2014/main" id="{514DE2C0-0994-6540-B6FC-BFBF09411403}"/>
                </a:ext>
              </a:extLst>
            </p:cNvPr>
            <p:cNvSpPr/>
            <p:nvPr/>
          </p:nvSpPr>
          <p:spPr>
            <a:xfrm>
              <a:off x="9564206"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83" name="Freeform: Shape 2482">
              <a:extLst>
                <a:ext uri="{FF2B5EF4-FFF2-40B4-BE49-F238E27FC236}">
                  <a16:creationId xmlns:a16="http://schemas.microsoft.com/office/drawing/2014/main" id="{6023A0BF-64D0-1349-E865-E6B2959DB154}"/>
                </a:ext>
              </a:extLst>
            </p:cNvPr>
            <p:cNvSpPr/>
            <p:nvPr/>
          </p:nvSpPr>
          <p:spPr>
            <a:xfrm>
              <a:off x="9678418" y="308892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84" name="Freeform: Shape 2483">
              <a:extLst>
                <a:ext uri="{FF2B5EF4-FFF2-40B4-BE49-F238E27FC236}">
                  <a16:creationId xmlns:a16="http://schemas.microsoft.com/office/drawing/2014/main" id="{2F23C42A-9ABC-5E8A-8E3B-B60100A58DF1}"/>
                </a:ext>
              </a:extLst>
            </p:cNvPr>
            <p:cNvSpPr/>
            <p:nvPr/>
          </p:nvSpPr>
          <p:spPr>
            <a:xfrm>
              <a:off x="9792674"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85" name="Freeform: Shape 2484">
              <a:extLst>
                <a:ext uri="{FF2B5EF4-FFF2-40B4-BE49-F238E27FC236}">
                  <a16:creationId xmlns:a16="http://schemas.microsoft.com/office/drawing/2014/main" id="{54B6A4D0-09D0-E7B5-AC1D-ED66B00157B1}"/>
                </a:ext>
              </a:extLst>
            </p:cNvPr>
            <p:cNvSpPr/>
            <p:nvPr/>
          </p:nvSpPr>
          <p:spPr>
            <a:xfrm>
              <a:off x="9906929"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86" name="Freeform: Shape 2485">
              <a:extLst>
                <a:ext uri="{FF2B5EF4-FFF2-40B4-BE49-F238E27FC236}">
                  <a16:creationId xmlns:a16="http://schemas.microsoft.com/office/drawing/2014/main" id="{D86A9F1A-5759-BFC3-C51A-4B067045E296}"/>
                </a:ext>
              </a:extLst>
            </p:cNvPr>
            <p:cNvSpPr/>
            <p:nvPr/>
          </p:nvSpPr>
          <p:spPr>
            <a:xfrm>
              <a:off x="10021185"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87" name="Freeform: Shape 2486">
              <a:extLst>
                <a:ext uri="{FF2B5EF4-FFF2-40B4-BE49-F238E27FC236}">
                  <a16:creationId xmlns:a16="http://schemas.microsoft.com/office/drawing/2014/main" id="{2D94EDC6-F053-D081-14E0-41E620A2DA93}"/>
                </a:ext>
              </a:extLst>
            </p:cNvPr>
            <p:cNvSpPr/>
            <p:nvPr/>
          </p:nvSpPr>
          <p:spPr>
            <a:xfrm>
              <a:off x="10135441"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88" name="Freeform: Shape 2487">
              <a:extLst>
                <a:ext uri="{FF2B5EF4-FFF2-40B4-BE49-F238E27FC236}">
                  <a16:creationId xmlns:a16="http://schemas.microsoft.com/office/drawing/2014/main" id="{3E72CAB1-6786-9BF0-5A4A-51BC76B4B45D}"/>
                </a:ext>
              </a:extLst>
            </p:cNvPr>
            <p:cNvSpPr/>
            <p:nvPr/>
          </p:nvSpPr>
          <p:spPr>
            <a:xfrm>
              <a:off x="10249697"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89" name="Freeform: Shape 2488">
              <a:extLst>
                <a:ext uri="{FF2B5EF4-FFF2-40B4-BE49-F238E27FC236}">
                  <a16:creationId xmlns:a16="http://schemas.microsoft.com/office/drawing/2014/main" id="{792B3F35-6F5E-B1E6-913E-84FAD6FA0975}"/>
                </a:ext>
              </a:extLst>
            </p:cNvPr>
            <p:cNvSpPr/>
            <p:nvPr/>
          </p:nvSpPr>
          <p:spPr>
            <a:xfrm>
              <a:off x="10363952"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90" name="Freeform: Shape 2489">
              <a:extLst>
                <a:ext uri="{FF2B5EF4-FFF2-40B4-BE49-F238E27FC236}">
                  <a16:creationId xmlns:a16="http://schemas.microsoft.com/office/drawing/2014/main" id="{B9E072B5-D4A3-1703-660E-E2644D29D0EE}"/>
                </a:ext>
              </a:extLst>
            </p:cNvPr>
            <p:cNvSpPr/>
            <p:nvPr/>
          </p:nvSpPr>
          <p:spPr>
            <a:xfrm>
              <a:off x="10478208" y="308892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91" name="Freeform: Shape 2490">
              <a:extLst>
                <a:ext uri="{FF2B5EF4-FFF2-40B4-BE49-F238E27FC236}">
                  <a16:creationId xmlns:a16="http://schemas.microsoft.com/office/drawing/2014/main" id="{0250A51E-2E9F-74F3-82DF-29ED61E83396}"/>
                </a:ext>
              </a:extLst>
            </p:cNvPr>
            <p:cNvSpPr/>
            <p:nvPr/>
          </p:nvSpPr>
          <p:spPr>
            <a:xfrm>
              <a:off x="10592464"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92" name="Freeform: Shape 2491">
              <a:extLst>
                <a:ext uri="{FF2B5EF4-FFF2-40B4-BE49-F238E27FC236}">
                  <a16:creationId xmlns:a16="http://schemas.microsoft.com/office/drawing/2014/main" id="{2B991922-126F-D37A-A33A-0FF94E5C0B4E}"/>
                </a:ext>
              </a:extLst>
            </p:cNvPr>
            <p:cNvSpPr/>
            <p:nvPr/>
          </p:nvSpPr>
          <p:spPr>
            <a:xfrm>
              <a:off x="10706720"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93" name="Freeform: Shape 2492">
              <a:extLst>
                <a:ext uri="{FF2B5EF4-FFF2-40B4-BE49-F238E27FC236}">
                  <a16:creationId xmlns:a16="http://schemas.microsoft.com/office/drawing/2014/main" id="{F54C1BB4-864E-38BC-0A92-023DA51D36DA}"/>
                </a:ext>
              </a:extLst>
            </p:cNvPr>
            <p:cNvSpPr/>
            <p:nvPr/>
          </p:nvSpPr>
          <p:spPr>
            <a:xfrm>
              <a:off x="10820976" y="3088929"/>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94" name="Freeform: Shape 2493">
              <a:extLst>
                <a:ext uri="{FF2B5EF4-FFF2-40B4-BE49-F238E27FC236}">
                  <a16:creationId xmlns:a16="http://schemas.microsoft.com/office/drawing/2014/main" id="{50C365D9-DF4D-6F6A-527D-564356F78C04}"/>
                </a:ext>
              </a:extLst>
            </p:cNvPr>
            <p:cNvSpPr/>
            <p:nvPr/>
          </p:nvSpPr>
          <p:spPr>
            <a:xfrm>
              <a:off x="10935231"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95" name="Freeform: Shape 2494">
              <a:extLst>
                <a:ext uri="{FF2B5EF4-FFF2-40B4-BE49-F238E27FC236}">
                  <a16:creationId xmlns:a16="http://schemas.microsoft.com/office/drawing/2014/main" id="{1D256E49-F5D2-6F3E-0F1C-526B9471937D}"/>
                </a:ext>
              </a:extLst>
            </p:cNvPr>
            <p:cNvSpPr/>
            <p:nvPr/>
          </p:nvSpPr>
          <p:spPr>
            <a:xfrm>
              <a:off x="11049443"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96" name="Freeform: Shape 2495">
              <a:extLst>
                <a:ext uri="{FF2B5EF4-FFF2-40B4-BE49-F238E27FC236}">
                  <a16:creationId xmlns:a16="http://schemas.microsoft.com/office/drawing/2014/main" id="{446BC9FF-3076-B02C-B6DB-23B1DE016458}"/>
                </a:ext>
              </a:extLst>
            </p:cNvPr>
            <p:cNvSpPr/>
            <p:nvPr/>
          </p:nvSpPr>
          <p:spPr>
            <a:xfrm>
              <a:off x="11163699" y="3088929"/>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97" name="Freeform: Shape 2496">
              <a:extLst>
                <a:ext uri="{FF2B5EF4-FFF2-40B4-BE49-F238E27FC236}">
                  <a16:creationId xmlns:a16="http://schemas.microsoft.com/office/drawing/2014/main" id="{F5BB393B-4044-1C5C-48C8-13AB1F38307B}"/>
                </a:ext>
              </a:extLst>
            </p:cNvPr>
            <p:cNvSpPr/>
            <p:nvPr/>
          </p:nvSpPr>
          <p:spPr>
            <a:xfrm>
              <a:off x="11277955"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98" name="Freeform: Shape 2497">
              <a:extLst>
                <a:ext uri="{FF2B5EF4-FFF2-40B4-BE49-F238E27FC236}">
                  <a16:creationId xmlns:a16="http://schemas.microsoft.com/office/drawing/2014/main" id="{7E742B1F-99AC-854D-E4D3-05B365909DD1}"/>
                </a:ext>
              </a:extLst>
            </p:cNvPr>
            <p:cNvSpPr/>
            <p:nvPr/>
          </p:nvSpPr>
          <p:spPr>
            <a:xfrm>
              <a:off x="11392210"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499" name="Freeform: Shape 2498">
              <a:extLst>
                <a:ext uri="{FF2B5EF4-FFF2-40B4-BE49-F238E27FC236}">
                  <a16:creationId xmlns:a16="http://schemas.microsoft.com/office/drawing/2014/main" id="{7EDE2DE8-1C02-0387-ABC3-87001AFA60B6}"/>
                </a:ext>
              </a:extLst>
            </p:cNvPr>
            <p:cNvSpPr/>
            <p:nvPr/>
          </p:nvSpPr>
          <p:spPr>
            <a:xfrm>
              <a:off x="11506466" y="3088929"/>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00" name="Freeform: Shape 2499">
              <a:extLst>
                <a:ext uri="{FF2B5EF4-FFF2-40B4-BE49-F238E27FC236}">
                  <a16:creationId xmlns:a16="http://schemas.microsoft.com/office/drawing/2014/main" id="{0E5AF26F-B663-B447-FBE9-63FACCB422BC}"/>
                </a:ext>
              </a:extLst>
            </p:cNvPr>
            <p:cNvSpPr/>
            <p:nvPr/>
          </p:nvSpPr>
          <p:spPr>
            <a:xfrm>
              <a:off x="11620722"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01" name="Freeform: Shape 2500">
              <a:extLst>
                <a:ext uri="{FF2B5EF4-FFF2-40B4-BE49-F238E27FC236}">
                  <a16:creationId xmlns:a16="http://schemas.microsoft.com/office/drawing/2014/main" id="{E1F58AE8-F903-14DA-BE52-BDCEE8F3BC3F}"/>
                </a:ext>
              </a:extLst>
            </p:cNvPr>
            <p:cNvSpPr/>
            <p:nvPr/>
          </p:nvSpPr>
          <p:spPr>
            <a:xfrm>
              <a:off x="11734978"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02" name="Freeform: Shape 2501">
              <a:extLst>
                <a:ext uri="{FF2B5EF4-FFF2-40B4-BE49-F238E27FC236}">
                  <a16:creationId xmlns:a16="http://schemas.microsoft.com/office/drawing/2014/main" id="{119ED2AD-70CC-390A-13B6-720E013CCAC6}"/>
                </a:ext>
              </a:extLst>
            </p:cNvPr>
            <p:cNvSpPr/>
            <p:nvPr/>
          </p:nvSpPr>
          <p:spPr>
            <a:xfrm>
              <a:off x="11849233"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03" name="Freeform: Shape 2502">
              <a:extLst>
                <a:ext uri="{FF2B5EF4-FFF2-40B4-BE49-F238E27FC236}">
                  <a16:creationId xmlns:a16="http://schemas.microsoft.com/office/drawing/2014/main" id="{3C4600E1-BA4B-5C2B-AE56-6B302B707303}"/>
                </a:ext>
              </a:extLst>
            </p:cNvPr>
            <p:cNvSpPr/>
            <p:nvPr/>
          </p:nvSpPr>
          <p:spPr>
            <a:xfrm>
              <a:off x="11963489" y="308892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04" name="Freeform: Shape 2503">
              <a:extLst>
                <a:ext uri="{FF2B5EF4-FFF2-40B4-BE49-F238E27FC236}">
                  <a16:creationId xmlns:a16="http://schemas.microsoft.com/office/drawing/2014/main" id="{2F25BD3E-FD23-48C0-8F0F-E60925D7DC55}"/>
                </a:ext>
              </a:extLst>
            </p:cNvPr>
            <p:cNvSpPr/>
            <p:nvPr/>
          </p:nvSpPr>
          <p:spPr>
            <a:xfrm>
              <a:off x="12077745" y="3088929"/>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05" name="Freeform: Shape 2504">
              <a:extLst>
                <a:ext uri="{FF2B5EF4-FFF2-40B4-BE49-F238E27FC236}">
                  <a16:creationId xmlns:a16="http://schemas.microsoft.com/office/drawing/2014/main" id="{2687AD35-54F6-AEB5-5F80-783D73F445DA}"/>
                </a:ext>
              </a:extLst>
            </p:cNvPr>
            <p:cNvSpPr/>
            <p:nvPr/>
          </p:nvSpPr>
          <p:spPr>
            <a:xfrm>
              <a:off x="7279135" y="320318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06" name="Freeform: Shape 2505">
              <a:extLst>
                <a:ext uri="{FF2B5EF4-FFF2-40B4-BE49-F238E27FC236}">
                  <a16:creationId xmlns:a16="http://schemas.microsoft.com/office/drawing/2014/main" id="{1A32882C-8A56-0755-A650-0B4896308D60}"/>
                </a:ext>
              </a:extLst>
            </p:cNvPr>
            <p:cNvSpPr/>
            <p:nvPr/>
          </p:nvSpPr>
          <p:spPr>
            <a:xfrm>
              <a:off x="7393391"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07" name="Freeform: Shape 2506">
              <a:extLst>
                <a:ext uri="{FF2B5EF4-FFF2-40B4-BE49-F238E27FC236}">
                  <a16:creationId xmlns:a16="http://schemas.microsoft.com/office/drawing/2014/main" id="{24A9FE3E-A1DE-1B18-F359-7BFBE92D0A0F}"/>
                </a:ext>
              </a:extLst>
            </p:cNvPr>
            <p:cNvSpPr/>
            <p:nvPr/>
          </p:nvSpPr>
          <p:spPr>
            <a:xfrm>
              <a:off x="7507646"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08" name="Freeform: Shape 2507">
              <a:extLst>
                <a:ext uri="{FF2B5EF4-FFF2-40B4-BE49-F238E27FC236}">
                  <a16:creationId xmlns:a16="http://schemas.microsoft.com/office/drawing/2014/main" id="{3F5CFCE8-FAE3-65AD-6444-7BE11C31F627}"/>
                </a:ext>
              </a:extLst>
            </p:cNvPr>
            <p:cNvSpPr/>
            <p:nvPr/>
          </p:nvSpPr>
          <p:spPr>
            <a:xfrm>
              <a:off x="7621902"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09" name="Freeform: Shape 2508">
              <a:extLst>
                <a:ext uri="{FF2B5EF4-FFF2-40B4-BE49-F238E27FC236}">
                  <a16:creationId xmlns:a16="http://schemas.microsoft.com/office/drawing/2014/main" id="{F9D89887-A8B2-DD61-64FC-167B54E0BBA0}"/>
                </a:ext>
              </a:extLst>
            </p:cNvPr>
            <p:cNvSpPr/>
            <p:nvPr/>
          </p:nvSpPr>
          <p:spPr>
            <a:xfrm>
              <a:off x="7736158" y="320318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10" name="Freeform: Shape 2509">
              <a:extLst>
                <a:ext uri="{FF2B5EF4-FFF2-40B4-BE49-F238E27FC236}">
                  <a16:creationId xmlns:a16="http://schemas.microsoft.com/office/drawing/2014/main" id="{4A1C9CCF-5658-90BC-784E-5EEFA9ED0EF6}"/>
                </a:ext>
              </a:extLst>
            </p:cNvPr>
            <p:cNvSpPr/>
            <p:nvPr/>
          </p:nvSpPr>
          <p:spPr>
            <a:xfrm>
              <a:off x="7850414"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11" name="Freeform: Shape 2510">
              <a:extLst>
                <a:ext uri="{FF2B5EF4-FFF2-40B4-BE49-F238E27FC236}">
                  <a16:creationId xmlns:a16="http://schemas.microsoft.com/office/drawing/2014/main" id="{96EE6C96-AA2A-5758-A7EE-6C02F93CBB5D}"/>
                </a:ext>
              </a:extLst>
            </p:cNvPr>
            <p:cNvSpPr/>
            <p:nvPr/>
          </p:nvSpPr>
          <p:spPr>
            <a:xfrm>
              <a:off x="7964669"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12" name="Freeform: Shape 2511">
              <a:extLst>
                <a:ext uri="{FF2B5EF4-FFF2-40B4-BE49-F238E27FC236}">
                  <a16:creationId xmlns:a16="http://schemas.microsoft.com/office/drawing/2014/main" id="{6068ADB3-23BF-29FD-C742-16187E1D99F9}"/>
                </a:ext>
              </a:extLst>
            </p:cNvPr>
            <p:cNvSpPr/>
            <p:nvPr/>
          </p:nvSpPr>
          <p:spPr>
            <a:xfrm>
              <a:off x="8078925" y="320318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13" name="Freeform: Shape 2512">
              <a:extLst>
                <a:ext uri="{FF2B5EF4-FFF2-40B4-BE49-F238E27FC236}">
                  <a16:creationId xmlns:a16="http://schemas.microsoft.com/office/drawing/2014/main" id="{8B9BCCD0-5CBA-C101-ED2A-61DD2D64EA0F}"/>
                </a:ext>
              </a:extLst>
            </p:cNvPr>
            <p:cNvSpPr/>
            <p:nvPr/>
          </p:nvSpPr>
          <p:spPr>
            <a:xfrm>
              <a:off x="8193181"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14" name="Freeform: Shape 2513">
              <a:extLst>
                <a:ext uri="{FF2B5EF4-FFF2-40B4-BE49-F238E27FC236}">
                  <a16:creationId xmlns:a16="http://schemas.microsoft.com/office/drawing/2014/main" id="{5E1DE280-1E15-A39B-26C0-90FEE508A26A}"/>
                </a:ext>
              </a:extLst>
            </p:cNvPr>
            <p:cNvSpPr/>
            <p:nvPr/>
          </p:nvSpPr>
          <p:spPr>
            <a:xfrm>
              <a:off x="8307437"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15" name="Freeform: Shape 2514">
              <a:extLst>
                <a:ext uri="{FF2B5EF4-FFF2-40B4-BE49-F238E27FC236}">
                  <a16:creationId xmlns:a16="http://schemas.microsoft.com/office/drawing/2014/main" id="{DE9104A6-D2F1-49DD-34DE-6882D97ACEF6}"/>
                </a:ext>
              </a:extLst>
            </p:cNvPr>
            <p:cNvSpPr/>
            <p:nvPr/>
          </p:nvSpPr>
          <p:spPr>
            <a:xfrm>
              <a:off x="8421648"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16" name="Freeform: Shape 2515">
              <a:extLst>
                <a:ext uri="{FF2B5EF4-FFF2-40B4-BE49-F238E27FC236}">
                  <a16:creationId xmlns:a16="http://schemas.microsoft.com/office/drawing/2014/main" id="{CC21D60A-05FC-03CD-FBA0-37F3E8D85729}"/>
                </a:ext>
              </a:extLst>
            </p:cNvPr>
            <p:cNvSpPr/>
            <p:nvPr/>
          </p:nvSpPr>
          <p:spPr>
            <a:xfrm>
              <a:off x="8535904"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17" name="Freeform: Shape 2516">
              <a:extLst>
                <a:ext uri="{FF2B5EF4-FFF2-40B4-BE49-F238E27FC236}">
                  <a16:creationId xmlns:a16="http://schemas.microsoft.com/office/drawing/2014/main" id="{405D9040-4DC2-88C8-51B2-62FD2914838C}"/>
                </a:ext>
              </a:extLst>
            </p:cNvPr>
            <p:cNvSpPr/>
            <p:nvPr/>
          </p:nvSpPr>
          <p:spPr>
            <a:xfrm>
              <a:off x="8650160"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18" name="Freeform: Shape 2517">
              <a:extLst>
                <a:ext uri="{FF2B5EF4-FFF2-40B4-BE49-F238E27FC236}">
                  <a16:creationId xmlns:a16="http://schemas.microsoft.com/office/drawing/2014/main" id="{41E36DD4-5739-4662-6E4F-21C15FE8862B}"/>
                </a:ext>
              </a:extLst>
            </p:cNvPr>
            <p:cNvSpPr/>
            <p:nvPr/>
          </p:nvSpPr>
          <p:spPr>
            <a:xfrm>
              <a:off x="8764416"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19" name="Freeform: Shape 2518">
              <a:extLst>
                <a:ext uri="{FF2B5EF4-FFF2-40B4-BE49-F238E27FC236}">
                  <a16:creationId xmlns:a16="http://schemas.microsoft.com/office/drawing/2014/main" id="{98E36180-475A-95F1-989C-080DD3394DD6}"/>
                </a:ext>
              </a:extLst>
            </p:cNvPr>
            <p:cNvSpPr/>
            <p:nvPr/>
          </p:nvSpPr>
          <p:spPr>
            <a:xfrm>
              <a:off x="8878671" y="320318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20" name="Freeform: Shape 2519">
              <a:extLst>
                <a:ext uri="{FF2B5EF4-FFF2-40B4-BE49-F238E27FC236}">
                  <a16:creationId xmlns:a16="http://schemas.microsoft.com/office/drawing/2014/main" id="{8162196C-D1D9-5DEB-0B93-65BECFCBF644}"/>
                </a:ext>
              </a:extLst>
            </p:cNvPr>
            <p:cNvSpPr/>
            <p:nvPr/>
          </p:nvSpPr>
          <p:spPr>
            <a:xfrm>
              <a:off x="8992927"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21" name="Freeform: Shape 2520">
              <a:extLst>
                <a:ext uri="{FF2B5EF4-FFF2-40B4-BE49-F238E27FC236}">
                  <a16:creationId xmlns:a16="http://schemas.microsoft.com/office/drawing/2014/main" id="{09754A75-1DEB-8782-5F32-A0966DF4C882}"/>
                </a:ext>
              </a:extLst>
            </p:cNvPr>
            <p:cNvSpPr/>
            <p:nvPr/>
          </p:nvSpPr>
          <p:spPr>
            <a:xfrm>
              <a:off x="9107183"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22" name="Freeform: Shape 2521">
              <a:extLst>
                <a:ext uri="{FF2B5EF4-FFF2-40B4-BE49-F238E27FC236}">
                  <a16:creationId xmlns:a16="http://schemas.microsoft.com/office/drawing/2014/main" id="{A9B3EF7A-51AA-5DB1-592F-AB2CAC9B56CE}"/>
                </a:ext>
              </a:extLst>
            </p:cNvPr>
            <p:cNvSpPr/>
            <p:nvPr/>
          </p:nvSpPr>
          <p:spPr>
            <a:xfrm>
              <a:off x="9221439"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23" name="Freeform: Shape 2522">
              <a:extLst>
                <a:ext uri="{FF2B5EF4-FFF2-40B4-BE49-F238E27FC236}">
                  <a16:creationId xmlns:a16="http://schemas.microsoft.com/office/drawing/2014/main" id="{7A3475BE-1AB5-14B3-3AD7-52971834EEE0}"/>
                </a:ext>
              </a:extLst>
            </p:cNvPr>
            <p:cNvSpPr/>
            <p:nvPr/>
          </p:nvSpPr>
          <p:spPr>
            <a:xfrm>
              <a:off x="9335695" y="320318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24" name="Freeform: Shape 2523">
              <a:extLst>
                <a:ext uri="{FF2B5EF4-FFF2-40B4-BE49-F238E27FC236}">
                  <a16:creationId xmlns:a16="http://schemas.microsoft.com/office/drawing/2014/main" id="{D00D1BB9-1AF9-183F-CC35-8CF9A9CC0FBF}"/>
                </a:ext>
              </a:extLst>
            </p:cNvPr>
            <p:cNvSpPr/>
            <p:nvPr/>
          </p:nvSpPr>
          <p:spPr>
            <a:xfrm>
              <a:off x="9449950"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25" name="Freeform: Shape 2524">
              <a:extLst>
                <a:ext uri="{FF2B5EF4-FFF2-40B4-BE49-F238E27FC236}">
                  <a16:creationId xmlns:a16="http://schemas.microsoft.com/office/drawing/2014/main" id="{279F9101-A3E2-91F4-BDBA-D293A9652366}"/>
                </a:ext>
              </a:extLst>
            </p:cNvPr>
            <p:cNvSpPr/>
            <p:nvPr/>
          </p:nvSpPr>
          <p:spPr>
            <a:xfrm>
              <a:off x="9564206"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26" name="Freeform: Shape 2525">
              <a:extLst>
                <a:ext uri="{FF2B5EF4-FFF2-40B4-BE49-F238E27FC236}">
                  <a16:creationId xmlns:a16="http://schemas.microsoft.com/office/drawing/2014/main" id="{C802CE6F-6DF6-5AC2-963B-164983C8970E}"/>
                </a:ext>
              </a:extLst>
            </p:cNvPr>
            <p:cNvSpPr/>
            <p:nvPr/>
          </p:nvSpPr>
          <p:spPr>
            <a:xfrm>
              <a:off x="9678418" y="320318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27" name="Freeform: Shape 2526">
              <a:extLst>
                <a:ext uri="{FF2B5EF4-FFF2-40B4-BE49-F238E27FC236}">
                  <a16:creationId xmlns:a16="http://schemas.microsoft.com/office/drawing/2014/main" id="{4143EFB8-E696-9D72-3324-E881C2896859}"/>
                </a:ext>
              </a:extLst>
            </p:cNvPr>
            <p:cNvSpPr/>
            <p:nvPr/>
          </p:nvSpPr>
          <p:spPr>
            <a:xfrm>
              <a:off x="9792674"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28" name="Freeform: Shape 2527">
              <a:extLst>
                <a:ext uri="{FF2B5EF4-FFF2-40B4-BE49-F238E27FC236}">
                  <a16:creationId xmlns:a16="http://schemas.microsoft.com/office/drawing/2014/main" id="{D3373E34-4C12-3B54-6DDB-484C7523B047}"/>
                </a:ext>
              </a:extLst>
            </p:cNvPr>
            <p:cNvSpPr/>
            <p:nvPr/>
          </p:nvSpPr>
          <p:spPr>
            <a:xfrm>
              <a:off x="9906929"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29" name="Freeform: Shape 2528">
              <a:extLst>
                <a:ext uri="{FF2B5EF4-FFF2-40B4-BE49-F238E27FC236}">
                  <a16:creationId xmlns:a16="http://schemas.microsoft.com/office/drawing/2014/main" id="{4C57EA90-2268-48CA-7FC9-498473260A11}"/>
                </a:ext>
              </a:extLst>
            </p:cNvPr>
            <p:cNvSpPr/>
            <p:nvPr/>
          </p:nvSpPr>
          <p:spPr>
            <a:xfrm>
              <a:off x="10021185"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30" name="Freeform: Shape 2529">
              <a:extLst>
                <a:ext uri="{FF2B5EF4-FFF2-40B4-BE49-F238E27FC236}">
                  <a16:creationId xmlns:a16="http://schemas.microsoft.com/office/drawing/2014/main" id="{126FB887-AAA4-70AC-E374-B7223E9410F0}"/>
                </a:ext>
              </a:extLst>
            </p:cNvPr>
            <p:cNvSpPr/>
            <p:nvPr/>
          </p:nvSpPr>
          <p:spPr>
            <a:xfrm>
              <a:off x="10135441"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31" name="Freeform: Shape 2530">
              <a:extLst>
                <a:ext uri="{FF2B5EF4-FFF2-40B4-BE49-F238E27FC236}">
                  <a16:creationId xmlns:a16="http://schemas.microsoft.com/office/drawing/2014/main" id="{51B9BDCB-DEF4-72A5-02BC-A1069C4286B1}"/>
                </a:ext>
              </a:extLst>
            </p:cNvPr>
            <p:cNvSpPr/>
            <p:nvPr/>
          </p:nvSpPr>
          <p:spPr>
            <a:xfrm>
              <a:off x="10249697"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32" name="Freeform: Shape 2531">
              <a:extLst>
                <a:ext uri="{FF2B5EF4-FFF2-40B4-BE49-F238E27FC236}">
                  <a16:creationId xmlns:a16="http://schemas.microsoft.com/office/drawing/2014/main" id="{F09B1E79-F817-856E-7147-AEFB4A094756}"/>
                </a:ext>
              </a:extLst>
            </p:cNvPr>
            <p:cNvSpPr/>
            <p:nvPr/>
          </p:nvSpPr>
          <p:spPr>
            <a:xfrm>
              <a:off x="10363952"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33" name="Freeform: Shape 2532">
              <a:extLst>
                <a:ext uri="{FF2B5EF4-FFF2-40B4-BE49-F238E27FC236}">
                  <a16:creationId xmlns:a16="http://schemas.microsoft.com/office/drawing/2014/main" id="{D2E123A5-9973-CCE0-2301-E4C1B2D0A9F2}"/>
                </a:ext>
              </a:extLst>
            </p:cNvPr>
            <p:cNvSpPr/>
            <p:nvPr/>
          </p:nvSpPr>
          <p:spPr>
            <a:xfrm>
              <a:off x="10478208" y="320318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34" name="Freeform: Shape 2533">
              <a:extLst>
                <a:ext uri="{FF2B5EF4-FFF2-40B4-BE49-F238E27FC236}">
                  <a16:creationId xmlns:a16="http://schemas.microsoft.com/office/drawing/2014/main" id="{405E0F4F-5AC3-30BC-5CD5-C403C393D407}"/>
                </a:ext>
              </a:extLst>
            </p:cNvPr>
            <p:cNvSpPr/>
            <p:nvPr/>
          </p:nvSpPr>
          <p:spPr>
            <a:xfrm>
              <a:off x="10592464"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35" name="Freeform: Shape 2534">
              <a:extLst>
                <a:ext uri="{FF2B5EF4-FFF2-40B4-BE49-F238E27FC236}">
                  <a16:creationId xmlns:a16="http://schemas.microsoft.com/office/drawing/2014/main" id="{E59A205F-C7ED-6A87-E45D-76C41E77905A}"/>
                </a:ext>
              </a:extLst>
            </p:cNvPr>
            <p:cNvSpPr/>
            <p:nvPr/>
          </p:nvSpPr>
          <p:spPr>
            <a:xfrm>
              <a:off x="10706720"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36" name="Freeform: Shape 2535">
              <a:extLst>
                <a:ext uri="{FF2B5EF4-FFF2-40B4-BE49-F238E27FC236}">
                  <a16:creationId xmlns:a16="http://schemas.microsoft.com/office/drawing/2014/main" id="{B307FFB1-A0B2-DC37-C84F-214D69A44145}"/>
                </a:ext>
              </a:extLst>
            </p:cNvPr>
            <p:cNvSpPr/>
            <p:nvPr/>
          </p:nvSpPr>
          <p:spPr>
            <a:xfrm>
              <a:off x="10820976" y="3203185"/>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37" name="Freeform: Shape 2536">
              <a:extLst>
                <a:ext uri="{FF2B5EF4-FFF2-40B4-BE49-F238E27FC236}">
                  <a16:creationId xmlns:a16="http://schemas.microsoft.com/office/drawing/2014/main" id="{F2963B44-9719-A149-B173-97E4059AF5A6}"/>
                </a:ext>
              </a:extLst>
            </p:cNvPr>
            <p:cNvSpPr/>
            <p:nvPr/>
          </p:nvSpPr>
          <p:spPr>
            <a:xfrm>
              <a:off x="10935231"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38" name="Freeform: Shape 2537">
              <a:extLst>
                <a:ext uri="{FF2B5EF4-FFF2-40B4-BE49-F238E27FC236}">
                  <a16:creationId xmlns:a16="http://schemas.microsoft.com/office/drawing/2014/main" id="{86E20230-9A84-DB80-C235-A9C4A4438A9F}"/>
                </a:ext>
              </a:extLst>
            </p:cNvPr>
            <p:cNvSpPr/>
            <p:nvPr/>
          </p:nvSpPr>
          <p:spPr>
            <a:xfrm>
              <a:off x="11049443"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39" name="Freeform: Shape 2538">
              <a:extLst>
                <a:ext uri="{FF2B5EF4-FFF2-40B4-BE49-F238E27FC236}">
                  <a16:creationId xmlns:a16="http://schemas.microsoft.com/office/drawing/2014/main" id="{4C728AB8-833B-C02E-3F49-E1E93EB31E9D}"/>
                </a:ext>
              </a:extLst>
            </p:cNvPr>
            <p:cNvSpPr/>
            <p:nvPr/>
          </p:nvSpPr>
          <p:spPr>
            <a:xfrm>
              <a:off x="11163699" y="3203185"/>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40" name="Freeform: Shape 2539">
              <a:extLst>
                <a:ext uri="{FF2B5EF4-FFF2-40B4-BE49-F238E27FC236}">
                  <a16:creationId xmlns:a16="http://schemas.microsoft.com/office/drawing/2014/main" id="{522E6E92-D995-2CCC-2E71-A390E7D3A414}"/>
                </a:ext>
              </a:extLst>
            </p:cNvPr>
            <p:cNvSpPr/>
            <p:nvPr/>
          </p:nvSpPr>
          <p:spPr>
            <a:xfrm>
              <a:off x="11277955"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41" name="Freeform: Shape 2540">
              <a:extLst>
                <a:ext uri="{FF2B5EF4-FFF2-40B4-BE49-F238E27FC236}">
                  <a16:creationId xmlns:a16="http://schemas.microsoft.com/office/drawing/2014/main" id="{14C13B61-B1D0-C688-09C9-D713C7DED454}"/>
                </a:ext>
              </a:extLst>
            </p:cNvPr>
            <p:cNvSpPr/>
            <p:nvPr/>
          </p:nvSpPr>
          <p:spPr>
            <a:xfrm>
              <a:off x="11392210"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42" name="Freeform: Shape 2541">
              <a:extLst>
                <a:ext uri="{FF2B5EF4-FFF2-40B4-BE49-F238E27FC236}">
                  <a16:creationId xmlns:a16="http://schemas.microsoft.com/office/drawing/2014/main" id="{B2287272-46E5-99C5-BE97-0396098AC37B}"/>
                </a:ext>
              </a:extLst>
            </p:cNvPr>
            <p:cNvSpPr/>
            <p:nvPr/>
          </p:nvSpPr>
          <p:spPr>
            <a:xfrm>
              <a:off x="11506466" y="3203185"/>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43" name="Freeform: Shape 2542">
              <a:extLst>
                <a:ext uri="{FF2B5EF4-FFF2-40B4-BE49-F238E27FC236}">
                  <a16:creationId xmlns:a16="http://schemas.microsoft.com/office/drawing/2014/main" id="{3E2991D5-7B96-DA91-337E-270104407B26}"/>
                </a:ext>
              </a:extLst>
            </p:cNvPr>
            <p:cNvSpPr/>
            <p:nvPr/>
          </p:nvSpPr>
          <p:spPr>
            <a:xfrm>
              <a:off x="11620722"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44" name="Freeform: Shape 2543">
              <a:extLst>
                <a:ext uri="{FF2B5EF4-FFF2-40B4-BE49-F238E27FC236}">
                  <a16:creationId xmlns:a16="http://schemas.microsoft.com/office/drawing/2014/main" id="{7A31C28B-7048-076E-CC17-160558D0470B}"/>
                </a:ext>
              </a:extLst>
            </p:cNvPr>
            <p:cNvSpPr/>
            <p:nvPr/>
          </p:nvSpPr>
          <p:spPr>
            <a:xfrm>
              <a:off x="11734978"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45" name="Freeform: Shape 2544">
              <a:extLst>
                <a:ext uri="{FF2B5EF4-FFF2-40B4-BE49-F238E27FC236}">
                  <a16:creationId xmlns:a16="http://schemas.microsoft.com/office/drawing/2014/main" id="{D6E823EF-09D0-DAC4-122B-6E25607802F5}"/>
                </a:ext>
              </a:extLst>
            </p:cNvPr>
            <p:cNvSpPr/>
            <p:nvPr/>
          </p:nvSpPr>
          <p:spPr>
            <a:xfrm>
              <a:off x="11849233"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46" name="Freeform: Shape 2545">
              <a:extLst>
                <a:ext uri="{FF2B5EF4-FFF2-40B4-BE49-F238E27FC236}">
                  <a16:creationId xmlns:a16="http://schemas.microsoft.com/office/drawing/2014/main" id="{723E8A5A-B55C-6642-6A14-7DD2F2311734}"/>
                </a:ext>
              </a:extLst>
            </p:cNvPr>
            <p:cNvSpPr/>
            <p:nvPr/>
          </p:nvSpPr>
          <p:spPr>
            <a:xfrm>
              <a:off x="11963489" y="320318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47" name="Freeform: Shape 2546">
              <a:extLst>
                <a:ext uri="{FF2B5EF4-FFF2-40B4-BE49-F238E27FC236}">
                  <a16:creationId xmlns:a16="http://schemas.microsoft.com/office/drawing/2014/main" id="{FE3E9452-A1C0-D841-B3AC-A919D7DD9DDC}"/>
                </a:ext>
              </a:extLst>
            </p:cNvPr>
            <p:cNvSpPr/>
            <p:nvPr/>
          </p:nvSpPr>
          <p:spPr>
            <a:xfrm>
              <a:off x="12077745" y="3203185"/>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48" name="Freeform: Shape 2547">
              <a:extLst>
                <a:ext uri="{FF2B5EF4-FFF2-40B4-BE49-F238E27FC236}">
                  <a16:creationId xmlns:a16="http://schemas.microsoft.com/office/drawing/2014/main" id="{9284B06A-4540-A7EB-A2F5-02D08B7A55FE}"/>
                </a:ext>
              </a:extLst>
            </p:cNvPr>
            <p:cNvSpPr/>
            <p:nvPr/>
          </p:nvSpPr>
          <p:spPr>
            <a:xfrm>
              <a:off x="7279135" y="331744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49" name="Freeform: Shape 2548">
              <a:extLst>
                <a:ext uri="{FF2B5EF4-FFF2-40B4-BE49-F238E27FC236}">
                  <a16:creationId xmlns:a16="http://schemas.microsoft.com/office/drawing/2014/main" id="{52DBAC79-705F-D93D-FCAF-7904246BC74E}"/>
                </a:ext>
              </a:extLst>
            </p:cNvPr>
            <p:cNvSpPr/>
            <p:nvPr/>
          </p:nvSpPr>
          <p:spPr>
            <a:xfrm>
              <a:off x="7393391"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50" name="Freeform: Shape 2549">
              <a:extLst>
                <a:ext uri="{FF2B5EF4-FFF2-40B4-BE49-F238E27FC236}">
                  <a16:creationId xmlns:a16="http://schemas.microsoft.com/office/drawing/2014/main" id="{52DDF0A4-3713-9922-55D4-67FC7CDE65E0}"/>
                </a:ext>
              </a:extLst>
            </p:cNvPr>
            <p:cNvSpPr/>
            <p:nvPr/>
          </p:nvSpPr>
          <p:spPr>
            <a:xfrm>
              <a:off x="7507646"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51" name="Freeform: Shape 2550">
              <a:extLst>
                <a:ext uri="{FF2B5EF4-FFF2-40B4-BE49-F238E27FC236}">
                  <a16:creationId xmlns:a16="http://schemas.microsoft.com/office/drawing/2014/main" id="{001C1EA4-8485-1244-2C91-9990EDB1E681}"/>
                </a:ext>
              </a:extLst>
            </p:cNvPr>
            <p:cNvSpPr/>
            <p:nvPr/>
          </p:nvSpPr>
          <p:spPr>
            <a:xfrm>
              <a:off x="7621902"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52" name="Freeform: Shape 2551">
              <a:extLst>
                <a:ext uri="{FF2B5EF4-FFF2-40B4-BE49-F238E27FC236}">
                  <a16:creationId xmlns:a16="http://schemas.microsoft.com/office/drawing/2014/main" id="{87B9EEAD-A08A-593C-144E-39144843C03D}"/>
                </a:ext>
              </a:extLst>
            </p:cNvPr>
            <p:cNvSpPr/>
            <p:nvPr/>
          </p:nvSpPr>
          <p:spPr>
            <a:xfrm>
              <a:off x="7736158" y="331744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53" name="Freeform: Shape 2552">
              <a:extLst>
                <a:ext uri="{FF2B5EF4-FFF2-40B4-BE49-F238E27FC236}">
                  <a16:creationId xmlns:a16="http://schemas.microsoft.com/office/drawing/2014/main" id="{A970B80E-898C-8FED-99AF-6A9FB69633DB}"/>
                </a:ext>
              </a:extLst>
            </p:cNvPr>
            <p:cNvSpPr/>
            <p:nvPr/>
          </p:nvSpPr>
          <p:spPr>
            <a:xfrm>
              <a:off x="7850414"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54" name="Freeform: Shape 2553">
              <a:extLst>
                <a:ext uri="{FF2B5EF4-FFF2-40B4-BE49-F238E27FC236}">
                  <a16:creationId xmlns:a16="http://schemas.microsoft.com/office/drawing/2014/main" id="{EFBBB617-2784-6912-C9E9-B68AE3693AD8}"/>
                </a:ext>
              </a:extLst>
            </p:cNvPr>
            <p:cNvSpPr/>
            <p:nvPr/>
          </p:nvSpPr>
          <p:spPr>
            <a:xfrm>
              <a:off x="7964669"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55" name="Freeform: Shape 2554">
              <a:extLst>
                <a:ext uri="{FF2B5EF4-FFF2-40B4-BE49-F238E27FC236}">
                  <a16:creationId xmlns:a16="http://schemas.microsoft.com/office/drawing/2014/main" id="{925D55BC-932C-5A61-7314-D3950F3F7A02}"/>
                </a:ext>
              </a:extLst>
            </p:cNvPr>
            <p:cNvSpPr/>
            <p:nvPr/>
          </p:nvSpPr>
          <p:spPr>
            <a:xfrm>
              <a:off x="8078925" y="331744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56" name="Freeform: Shape 2555">
              <a:extLst>
                <a:ext uri="{FF2B5EF4-FFF2-40B4-BE49-F238E27FC236}">
                  <a16:creationId xmlns:a16="http://schemas.microsoft.com/office/drawing/2014/main" id="{39E2B65D-1DBD-84D3-21B3-375AD66B0878}"/>
                </a:ext>
              </a:extLst>
            </p:cNvPr>
            <p:cNvSpPr/>
            <p:nvPr/>
          </p:nvSpPr>
          <p:spPr>
            <a:xfrm>
              <a:off x="8193181"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57" name="Freeform: Shape 2556">
              <a:extLst>
                <a:ext uri="{FF2B5EF4-FFF2-40B4-BE49-F238E27FC236}">
                  <a16:creationId xmlns:a16="http://schemas.microsoft.com/office/drawing/2014/main" id="{C9DFD2BE-23C3-EC04-F028-12117E2DFA22}"/>
                </a:ext>
              </a:extLst>
            </p:cNvPr>
            <p:cNvSpPr/>
            <p:nvPr/>
          </p:nvSpPr>
          <p:spPr>
            <a:xfrm>
              <a:off x="8307437"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58" name="Freeform: Shape 2557">
              <a:extLst>
                <a:ext uri="{FF2B5EF4-FFF2-40B4-BE49-F238E27FC236}">
                  <a16:creationId xmlns:a16="http://schemas.microsoft.com/office/drawing/2014/main" id="{B3801C2D-7FC3-C3A1-5DE5-2E570EF286CA}"/>
                </a:ext>
              </a:extLst>
            </p:cNvPr>
            <p:cNvSpPr/>
            <p:nvPr/>
          </p:nvSpPr>
          <p:spPr>
            <a:xfrm>
              <a:off x="8421648"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59" name="Freeform: Shape 2558">
              <a:extLst>
                <a:ext uri="{FF2B5EF4-FFF2-40B4-BE49-F238E27FC236}">
                  <a16:creationId xmlns:a16="http://schemas.microsoft.com/office/drawing/2014/main" id="{5F92716F-835E-CB56-92CF-D1170DA79BCB}"/>
                </a:ext>
              </a:extLst>
            </p:cNvPr>
            <p:cNvSpPr/>
            <p:nvPr/>
          </p:nvSpPr>
          <p:spPr>
            <a:xfrm>
              <a:off x="8535904"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60" name="Freeform: Shape 2559">
              <a:extLst>
                <a:ext uri="{FF2B5EF4-FFF2-40B4-BE49-F238E27FC236}">
                  <a16:creationId xmlns:a16="http://schemas.microsoft.com/office/drawing/2014/main" id="{BE64BB48-C0B2-B610-8B22-AF2ABF27FF74}"/>
                </a:ext>
              </a:extLst>
            </p:cNvPr>
            <p:cNvSpPr/>
            <p:nvPr/>
          </p:nvSpPr>
          <p:spPr>
            <a:xfrm>
              <a:off x="8650160"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61" name="Freeform: Shape 2560">
              <a:extLst>
                <a:ext uri="{FF2B5EF4-FFF2-40B4-BE49-F238E27FC236}">
                  <a16:creationId xmlns:a16="http://schemas.microsoft.com/office/drawing/2014/main" id="{2D9B4B79-4379-D669-04D3-3B0D83DD7118}"/>
                </a:ext>
              </a:extLst>
            </p:cNvPr>
            <p:cNvSpPr/>
            <p:nvPr/>
          </p:nvSpPr>
          <p:spPr>
            <a:xfrm>
              <a:off x="8764416"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62" name="Freeform: Shape 2561">
              <a:extLst>
                <a:ext uri="{FF2B5EF4-FFF2-40B4-BE49-F238E27FC236}">
                  <a16:creationId xmlns:a16="http://schemas.microsoft.com/office/drawing/2014/main" id="{13B29AFA-EFAE-0F82-EA1A-35738717AC2B}"/>
                </a:ext>
              </a:extLst>
            </p:cNvPr>
            <p:cNvSpPr/>
            <p:nvPr/>
          </p:nvSpPr>
          <p:spPr>
            <a:xfrm>
              <a:off x="8878671" y="331744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63" name="Freeform: Shape 2562">
              <a:extLst>
                <a:ext uri="{FF2B5EF4-FFF2-40B4-BE49-F238E27FC236}">
                  <a16:creationId xmlns:a16="http://schemas.microsoft.com/office/drawing/2014/main" id="{C0150F13-3317-B233-794F-53A67A8EB410}"/>
                </a:ext>
              </a:extLst>
            </p:cNvPr>
            <p:cNvSpPr/>
            <p:nvPr/>
          </p:nvSpPr>
          <p:spPr>
            <a:xfrm>
              <a:off x="8992927"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64" name="Freeform: Shape 2563">
              <a:extLst>
                <a:ext uri="{FF2B5EF4-FFF2-40B4-BE49-F238E27FC236}">
                  <a16:creationId xmlns:a16="http://schemas.microsoft.com/office/drawing/2014/main" id="{B2CE6FC6-ABD7-1A94-718B-68C03F3523D0}"/>
                </a:ext>
              </a:extLst>
            </p:cNvPr>
            <p:cNvSpPr/>
            <p:nvPr/>
          </p:nvSpPr>
          <p:spPr>
            <a:xfrm>
              <a:off x="9107183"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65" name="Freeform: Shape 2564">
              <a:extLst>
                <a:ext uri="{FF2B5EF4-FFF2-40B4-BE49-F238E27FC236}">
                  <a16:creationId xmlns:a16="http://schemas.microsoft.com/office/drawing/2014/main" id="{F75CF54E-C695-4512-19B9-D3B091701DE7}"/>
                </a:ext>
              </a:extLst>
            </p:cNvPr>
            <p:cNvSpPr/>
            <p:nvPr/>
          </p:nvSpPr>
          <p:spPr>
            <a:xfrm>
              <a:off x="9221439"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66" name="Freeform: Shape 2565">
              <a:extLst>
                <a:ext uri="{FF2B5EF4-FFF2-40B4-BE49-F238E27FC236}">
                  <a16:creationId xmlns:a16="http://schemas.microsoft.com/office/drawing/2014/main" id="{E56D17A3-690D-45B4-7C7E-2A2D8AFE10CD}"/>
                </a:ext>
              </a:extLst>
            </p:cNvPr>
            <p:cNvSpPr/>
            <p:nvPr/>
          </p:nvSpPr>
          <p:spPr>
            <a:xfrm>
              <a:off x="9335695" y="331744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67" name="Freeform: Shape 2566">
              <a:extLst>
                <a:ext uri="{FF2B5EF4-FFF2-40B4-BE49-F238E27FC236}">
                  <a16:creationId xmlns:a16="http://schemas.microsoft.com/office/drawing/2014/main" id="{3A594BE1-C872-2B72-BAAC-9BFC2814B0E2}"/>
                </a:ext>
              </a:extLst>
            </p:cNvPr>
            <p:cNvSpPr/>
            <p:nvPr/>
          </p:nvSpPr>
          <p:spPr>
            <a:xfrm>
              <a:off x="9449950"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68" name="Freeform: Shape 2567">
              <a:extLst>
                <a:ext uri="{FF2B5EF4-FFF2-40B4-BE49-F238E27FC236}">
                  <a16:creationId xmlns:a16="http://schemas.microsoft.com/office/drawing/2014/main" id="{ED3B8771-5EC4-5204-94BB-1B217A54F675}"/>
                </a:ext>
              </a:extLst>
            </p:cNvPr>
            <p:cNvSpPr/>
            <p:nvPr/>
          </p:nvSpPr>
          <p:spPr>
            <a:xfrm>
              <a:off x="9564206"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69" name="Freeform: Shape 2568">
              <a:extLst>
                <a:ext uri="{FF2B5EF4-FFF2-40B4-BE49-F238E27FC236}">
                  <a16:creationId xmlns:a16="http://schemas.microsoft.com/office/drawing/2014/main" id="{05DB6F65-E5D7-AD6B-EE85-45781871F2E9}"/>
                </a:ext>
              </a:extLst>
            </p:cNvPr>
            <p:cNvSpPr/>
            <p:nvPr/>
          </p:nvSpPr>
          <p:spPr>
            <a:xfrm>
              <a:off x="9678418" y="331744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70" name="Freeform: Shape 2569">
              <a:extLst>
                <a:ext uri="{FF2B5EF4-FFF2-40B4-BE49-F238E27FC236}">
                  <a16:creationId xmlns:a16="http://schemas.microsoft.com/office/drawing/2014/main" id="{4940E92B-F2DB-F675-698A-2468DEE4163B}"/>
                </a:ext>
              </a:extLst>
            </p:cNvPr>
            <p:cNvSpPr/>
            <p:nvPr/>
          </p:nvSpPr>
          <p:spPr>
            <a:xfrm>
              <a:off x="9792674"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71" name="Freeform: Shape 2570">
              <a:extLst>
                <a:ext uri="{FF2B5EF4-FFF2-40B4-BE49-F238E27FC236}">
                  <a16:creationId xmlns:a16="http://schemas.microsoft.com/office/drawing/2014/main" id="{6963AC84-522F-3C08-07E2-8CF288ADD247}"/>
                </a:ext>
              </a:extLst>
            </p:cNvPr>
            <p:cNvSpPr/>
            <p:nvPr/>
          </p:nvSpPr>
          <p:spPr>
            <a:xfrm>
              <a:off x="9906929"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72" name="Freeform: Shape 2571">
              <a:extLst>
                <a:ext uri="{FF2B5EF4-FFF2-40B4-BE49-F238E27FC236}">
                  <a16:creationId xmlns:a16="http://schemas.microsoft.com/office/drawing/2014/main" id="{8CA85C73-3044-F655-2561-C5585AC97355}"/>
                </a:ext>
              </a:extLst>
            </p:cNvPr>
            <p:cNvSpPr/>
            <p:nvPr/>
          </p:nvSpPr>
          <p:spPr>
            <a:xfrm>
              <a:off x="10021185"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73" name="Freeform: Shape 2572">
              <a:extLst>
                <a:ext uri="{FF2B5EF4-FFF2-40B4-BE49-F238E27FC236}">
                  <a16:creationId xmlns:a16="http://schemas.microsoft.com/office/drawing/2014/main" id="{744075A9-6879-423F-3CBF-EA51A8503ACD}"/>
                </a:ext>
              </a:extLst>
            </p:cNvPr>
            <p:cNvSpPr/>
            <p:nvPr/>
          </p:nvSpPr>
          <p:spPr>
            <a:xfrm>
              <a:off x="10135441"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74" name="Freeform: Shape 2573">
              <a:extLst>
                <a:ext uri="{FF2B5EF4-FFF2-40B4-BE49-F238E27FC236}">
                  <a16:creationId xmlns:a16="http://schemas.microsoft.com/office/drawing/2014/main" id="{932ABA38-7965-0D7A-E326-959B24DBE039}"/>
                </a:ext>
              </a:extLst>
            </p:cNvPr>
            <p:cNvSpPr/>
            <p:nvPr/>
          </p:nvSpPr>
          <p:spPr>
            <a:xfrm>
              <a:off x="10249697"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75" name="Freeform: Shape 2574">
              <a:extLst>
                <a:ext uri="{FF2B5EF4-FFF2-40B4-BE49-F238E27FC236}">
                  <a16:creationId xmlns:a16="http://schemas.microsoft.com/office/drawing/2014/main" id="{B8AF1FFB-9C47-FB23-7193-183D6CB5FE8C}"/>
                </a:ext>
              </a:extLst>
            </p:cNvPr>
            <p:cNvSpPr/>
            <p:nvPr/>
          </p:nvSpPr>
          <p:spPr>
            <a:xfrm>
              <a:off x="10363952"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76" name="Freeform: Shape 2575">
              <a:extLst>
                <a:ext uri="{FF2B5EF4-FFF2-40B4-BE49-F238E27FC236}">
                  <a16:creationId xmlns:a16="http://schemas.microsoft.com/office/drawing/2014/main" id="{78A07371-4A7B-8807-A9C9-A6507E38DB0F}"/>
                </a:ext>
              </a:extLst>
            </p:cNvPr>
            <p:cNvSpPr/>
            <p:nvPr/>
          </p:nvSpPr>
          <p:spPr>
            <a:xfrm>
              <a:off x="10478208" y="331744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77" name="Freeform: Shape 2576">
              <a:extLst>
                <a:ext uri="{FF2B5EF4-FFF2-40B4-BE49-F238E27FC236}">
                  <a16:creationId xmlns:a16="http://schemas.microsoft.com/office/drawing/2014/main" id="{740DC783-DA42-8EFB-8175-C86D10170E28}"/>
                </a:ext>
              </a:extLst>
            </p:cNvPr>
            <p:cNvSpPr/>
            <p:nvPr/>
          </p:nvSpPr>
          <p:spPr>
            <a:xfrm>
              <a:off x="10592464"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78" name="Freeform: Shape 2577">
              <a:extLst>
                <a:ext uri="{FF2B5EF4-FFF2-40B4-BE49-F238E27FC236}">
                  <a16:creationId xmlns:a16="http://schemas.microsoft.com/office/drawing/2014/main" id="{82B67857-3837-8773-23FF-1EB5D1BD107F}"/>
                </a:ext>
              </a:extLst>
            </p:cNvPr>
            <p:cNvSpPr/>
            <p:nvPr/>
          </p:nvSpPr>
          <p:spPr>
            <a:xfrm>
              <a:off x="10706720"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79" name="Freeform: Shape 2578">
              <a:extLst>
                <a:ext uri="{FF2B5EF4-FFF2-40B4-BE49-F238E27FC236}">
                  <a16:creationId xmlns:a16="http://schemas.microsoft.com/office/drawing/2014/main" id="{C7DF8F5B-421E-38B7-348D-90A87E75B77C}"/>
                </a:ext>
              </a:extLst>
            </p:cNvPr>
            <p:cNvSpPr/>
            <p:nvPr/>
          </p:nvSpPr>
          <p:spPr>
            <a:xfrm>
              <a:off x="10820976" y="3317441"/>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80" name="Freeform: Shape 2579">
              <a:extLst>
                <a:ext uri="{FF2B5EF4-FFF2-40B4-BE49-F238E27FC236}">
                  <a16:creationId xmlns:a16="http://schemas.microsoft.com/office/drawing/2014/main" id="{C8F944C1-A629-1CF3-227B-1A1A7C98AA41}"/>
                </a:ext>
              </a:extLst>
            </p:cNvPr>
            <p:cNvSpPr/>
            <p:nvPr/>
          </p:nvSpPr>
          <p:spPr>
            <a:xfrm>
              <a:off x="10935231"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81" name="Freeform: Shape 2580">
              <a:extLst>
                <a:ext uri="{FF2B5EF4-FFF2-40B4-BE49-F238E27FC236}">
                  <a16:creationId xmlns:a16="http://schemas.microsoft.com/office/drawing/2014/main" id="{53E5A4C8-950E-CD19-74B1-71CE2C3E23E8}"/>
                </a:ext>
              </a:extLst>
            </p:cNvPr>
            <p:cNvSpPr/>
            <p:nvPr/>
          </p:nvSpPr>
          <p:spPr>
            <a:xfrm>
              <a:off x="11049443"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82" name="Freeform: Shape 2581">
              <a:extLst>
                <a:ext uri="{FF2B5EF4-FFF2-40B4-BE49-F238E27FC236}">
                  <a16:creationId xmlns:a16="http://schemas.microsoft.com/office/drawing/2014/main" id="{349AFD48-450B-E430-B5DE-E096FE5796ED}"/>
                </a:ext>
              </a:extLst>
            </p:cNvPr>
            <p:cNvSpPr/>
            <p:nvPr/>
          </p:nvSpPr>
          <p:spPr>
            <a:xfrm>
              <a:off x="11163699" y="3317441"/>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83" name="Freeform: Shape 2582">
              <a:extLst>
                <a:ext uri="{FF2B5EF4-FFF2-40B4-BE49-F238E27FC236}">
                  <a16:creationId xmlns:a16="http://schemas.microsoft.com/office/drawing/2014/main" id="{6E17EE55-096F-1430-6B80-868D0DCE3D79}"/>
                </a:ext>
              </a:extLst>
            </p:cNvPr>
            <p:cNvSpPr/>
            <p:nvPr/>
          </p:nvSpPr>
          <p:spPr>
            <a:xfrm>
              <a:off x="11277955"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84" name="Freeform: Shape 2583">
              <a:extLst>
                <a:ext uri="{FF2B5EF4-FFF2-40B4-BE49-F238E27FC236}">
                  <a16:creationId xmlns:a16="http://schemas.microsoft.com/office/drawing/2014/main" id="{07CF23C5-3DBD-A422-FBE4-6AC4B6D97611}"/>
                </a:ext>
              </a:extLst>
            </p:cNvPr>
            <p:cNvSpPr/>
            <p:nvPr/>
          </p:nvSpPr>
          <p:spPr>
            <a:xfrm>
              <a:off x="11392210"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85" name="Freeform: Shape 2584">
              <a:extLst>
                <a:ext uri="{FF2B5EF4-FFF2-40B4-BE49-F238E27FC236}">
                  <a16:creationId xmlns:a16="http://schemas.microsoft.com/office/drawing/2014/main" id="{69C94412-C577-70E6-0793-53BD027F1284}"/>
                </a:ext>
              </a:extLst>
            </p:cNvPr>
            <p:cNvSpPr/>
            <p:nvPr/>
          </p:nvSpPr>
          <p:spPr>
            <a:xfrm>
              <a:off x="11506466" y="3317441"/>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86" name="Freeform: Shape 2585">
              <a:extLst>
                <a:ext uri="{FF2B5EF4-FFF2-40B4-BE49-F238E27FC236}">
                  <a16:creationId xmlns:a16="http://schemas.microsoft.com/office/drawing/2014/main" id="{7FED6B5F-7D35-1BD5-9221-C53223A12BB6}"/>
                </a:ext>
              </a:extLst>
            </p:cNvPr>
            <p:cNvSpPr/>
            <p:nvPr/>
          </p:nvSpPr>
          <p:spPr>
            <a:xfrm>
              <a:off x="11620722"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87" name="Freeform: Shape 2586">
              <a:extLst>
                <a:ext uri="{FF2B5EF4-FFF2-40B4-BE49-F238E27FC236}">
                  <a16:creationId xmlns:a16="http://schemas.microsoft.com/office/drawing/2014/main" id="{710D8CB9-B502-7DF9-5CB4-17718D3D0325}"/>
                </a:ext>
              </a:extLst>
            </p:cNvPr>
            <p:cNvSpPr/>
            <p:nvPr/>
          </p:nvSpPr>
          <p:spPr>
            <a:xfrm>
              <a:off x="11734978"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88" name="Freeform: Shape 2587">
              <a:extLst>
                <a:ext uri="{FF2B5EF4-FFF2-40B4-BE49-F238E27FC236}">
                  <a16:creationId xmlns:a16="http://schemas.microsoft.com/office/drawing/2014/main" id="{1515EA35-E370-FC28-84B4-02B8BF6F5029}"/>
                </a:ext>
              </a:extLst>
            </p:cNvPr>
            <p:cNvSpPr/>
            <p:nvPr/>
          </p:nvSpPr>
          <p:spPr>
            <a:xfrm>
              <a:off x="11849233"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89" name="Freeform: Shape 2588">
              <a:extLst>
                <a:ext uri="{FF2B5EF4-FFF2-40B4-BE49-F238E27FC236}">
                  <a16:creationId xmlns:a16="http://schemas.microsoft.com/office/drawing/2014/main" id="{4B7D4F67-D944-D67F-53D7-2F071EAE35EA}"/>
                </a:ext>
              </a:extLst>
            </p:cNvPr>
            <p:cNvSpPr/>
            <p:nvPr/>
          </p:nvSpPr>
          <p:spPr>
            <a:xfrm>
              <a:off x="11963489" y="331744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90" name="Freeform: Shape 2589">
              <a:extLst>
                <a:ext uri="{FF2B5EF4-FFF2-40B4-BE49-F238E27FC236}">
                  <a16:creationId xmlns:a16="http://schemas.microsoft.com/office/drawing/2014/main" id="{B375EFFE-1DC8-01DC-3DFB-188733333416}"/>
                </a:ext>
              </a:extLst>
            </p:cNvPr>
            <p:cNvSpPr/>
            <p:nvPr/>
          </p:nvSpPr>
          <p:spPr>
            <a:xfrm>
              <a:off x="12077745" y="3317441"/>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93" name="Freeform: Shape 2592">
              <a:extLst>
                <a:ext uri="{FF2B5EF4-FFF2-40B4-BE49-F238E27FC236}">
                  <a16:creationId xmlns:a16="http://schemas.microsoft.com/office/drawing/2014/main" id="{6C1F067C-AD15-2B6F-EA69-3D6E7B346D30}"/>
                </a:ext>
              </a:extLst>
            </p:cNvPr>
            <p:cNvSpPr/>
            <p:nvPr/>
          </p:nvSpPr>
          <p:spPr>
            <a:xfrm>
              <a:off x="2366578"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94" name="Freeform: Shape 2593">
              <a:extLst>
                <a:ext uri="{FF2B5EF4-FFF2-40B4-BE49-F238E27FC236}">
                  <a16:creationId xmlns:a16="http://schemas.microsoft.com/office/drawing/2014/main" id="{E91DBED7-0D0C-3106-722E-5D792247A648}"/>
                </a:ext>
              </a:extLst>
            </p:cNvPr>
            <p:cNvSpPr/>
            <p:nvPr/>
          </p:nvSpPr>
          <p:spPr>
            <a:xfrm>
              <a:off x="2480790"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95" name="Freeform: Shape 2594">
              <a:extLst>
                <a:ext uri="{FF2B5EF4-FFF2-40B4-BE49-F238E27FC236}">
                  <a16:creationId xmlns:a16="http://schemas.microsoft.com/office/drawing/2014/main" id="{D187248E-05CD-4827-7F2C-FD7B8BDD5BF3}"/>
                </a:ext>
              </a:extLst>
            </p:cNvPr>
            <p:cNvSpPr/>
            <p:nvPr/>
          </p:nvSpPr>
          <p:spPr>
            <a:xfrm>
              <a:off x="2595046"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96" name="Freeform: Shape 2595">
              <a:extLst>
                <a:ext uri="{FF2B5EF4-FFF2-40B4-BE49-F238E27FC236}">
                  <a16:creationId xmlns:a16="http://schemas.microsoft.com/office/drawing/2014/main" id="{CEDE588A-C2A8-6215-2047-EBD831871B73}"/>
                </a:ext>
              </a:extLst>
            </p:cNvPr>
            <p:cNvSpPr/>
            <p:nvPr/>
          </p:nvSpPr>
          <p:spPr>
            <a:xfrm>
              <a:off x="2709301"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97" name="Freeform: Shape 2596">
              <a:extLst>
                <a:ext uri="{FF2B5EF4-FFF2-40B4-BE49-F238E27FC236}">
                  <a16:creationId xmlns:a16="http://schemas.microsoft.com/office/drawing/2014/main" id="{C4F77DF8-11F7-5362-C97A-7708509BECD1}"/>
                </a:ext>
              </a:extLst>
            </p:cNvPr>
            <p:cNvSpPr/>
            <p:nvPr/>
          </p:nvSpPr>
          <p:spPr>
            <a:xfrm>
              <a:off x="2823557"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98" name="Freeform: Shape 2597">
              <a:extLst>
                <a:ext uri="{FF2B5EF4-FFF2-40B4-BE49-F238E27FC236}">
                  <a16:creationId xmlns:a16="http://schemas.microsoft.com/office/drawing/2014/main" id="{4D092E19-6F68-31E5-68F6-35136787A9BD}"/>
                </a:ext>
              </a:extLst>
            </p:cNvPr>
            <p:cNvSpPr/>
            <p:nvPr/>
          </p:nvSpPr>
          <p:spPr>
            <a:xfrm>
              <a:off x="2937813"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599" name="Freeform: Shape 2598">
              <a:extLst>
                <a:ext uri="{FF2B5EF4-FFF2-40B4-BE49-F238E27FC236}">
                  <a16:creationId xmlns:a16="http://schemas.microsoft.com/office/drawing/2014/main" id="{910DEF29-C119-EA6C-EAD8-D7E368AD8CD5}"/>
                </a:ext>
              </a:extLst>
            </p:cNvPr>
            <p:cNvSpPr/>
            <p:nvPr/>
          </p:nvSpPr>
          <p:spPr>
            <a:xfrm>
              <a:off x="3052069"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00" name="Freeform: Shape 2599">
              <a:extLst>
                <a:ext uri="{FF2B5EF4-FFF2-40B4-BE49-F238E27FC236}">
                  <a16:creationId xmlns:a16="http://schemas.microsoft.com/office/drawing/2014/main" id="{4A32AA35-653F-E8B5-4B0A-38ACDDD189CF}"/>
                </a:ext>
              </a:extLst>
            </p:cNvPr>
            <p:cNvSpPr/>
            <p:nvPr/>
          </p:nvSpPr>
          <p:spPr>
            <a:xfrm>
              <a:off x="3166325"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01" name="Freeform: Shape 2600">
              <a:extLst>
                <a:ext uri="{FF2B5EF4-FFF2-40B4-BE49-F238E27FC236}">
                  <a16:creationId xmlns:a16="http://schemas.microsoft.com/office/drawing/2014/main" id="{3FFD9A2D-57A5-4D5C-A5AE-E51A7C9F5326}"/>
                </a:ext>
              </a:extLst>
            </p:cNvPr>
            <p:cNvSpPr/>
            <p:nvPr/>
          </p:nvSpPr>
          <p:spPr>
            <a:xfrm>
              <a:off x="3280580"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02" name="Freeform: Shape 2601">
              <a:extLst>
                <a:ext uri="{FF2B5EF4-FFF2-40B4-BE49-F238E27FC236}">
                  <a16:creationId xmlns:a16="http://schemas.microsoft.com/office/drawing/2014/main" id="{085650C5-A3EB-B2DD-4871-248196A75D77}"/>
                </a:ext>
              </a:extLst>
            </p:cNvPr>
            <p:cNvSpPr/>
            <p:nvPr/>
          </p:nvSpPr>
          <p:spPr>
            <a:xfrm>
              <a:off x="3394836"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03" name="Freeform: Shape 2602">
              <a:extLst>
                <a:ext uri="{FF2B5EF4-FFF2-40B4-BE49-F238E27FC236}">
                  <a16:creationId xmlns:a16="http://schemas.microsoft.com/office/drawing/2014/main" id="{771C5C8D-B16C-EA68-9188-1E765085FC42}"/>
                </a:ext>
              </a:extLst>
            </p:cNvPr>
            <p:cNvSpPr/>
            <p:nvPr/>
          </p:nvSpPr>
          <p:spPr>
            <a:xfrm>
              <a:off x="3509092"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04" name="Freeform: Shape 2603">
              <a:extLst>
                <a:ext uri="{FF2B5EF4-FFF2-40B4-BE49-F238E27FC236}">
                  <a16:creationId xmlns:a16="http://schemas.microsoft.com/office/drawing/2014/main" id="{0717FE5F-7E0A-A445-A041-695CE92677E6}"/>
                </a:ext>
              </a:extLst>
            </p:cNvPr>
            <p:cNvSpPr/>
            <p:nvPr/>
          </p:nvSpPr>
          <p:spPr>
            <a:xfrm>
              <a:off x="3623348"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05" name="Freeform: Shape 2604">
              <a:extLst>
                <a:ext uri="{FF2B5EF4-FFF2-40B4-BE49-F238E27FC236}">
                  <a16:creationId xmlns:a16="http://schemas.microsoft.com/office/drawing/2014/main" id="{9EE60BED-733B-D967-905E-AF65B6265D8F}"/>
                </a:ext>
              </a:extLst>
            </p:cNvPr>
            <p:cNvSpPr/>
            <p:nvPr/>
          </p:nvSpPr>
          <p:spPr>
            <a:xfrm>
              <a:off x="3737603"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06" name="Freeform: Shape 2605">
              <a:extLst>
                <a:ext uri="{FF2B5EF4-FFF2-40B4-BE49-F238E27FC236}">
                  <a16:creationId xmlns:a16="http://schemas.microsoft.com/office/drawing/2014/main" id="{A70E2A83-DC64-D1A5-25EC-799DD0C20D77}"/>
                </a:ext>
              </a:extLst>
            </p:cNvPr>
            <p:cNvSpPr/>
            <p:nvPr/>
          </p:nvSpPr>
          <p:spPr>
            <a:xfrm>
              <a:off x="3851815"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07" name="Freeform: Shape 2606">
              <a:extLst>
                <a:ext uri="{FF2B5EF4-FFF2-40B4-BE49-F238E27FC236}">
                  <a16:creationId xmlns:a16="http://schemas.microsoft.com/office/drawing/2014/main" id="{1F2D30CD-775A-D557-3227-86CD8ECF8D47}"/>
                </a:ext>
              </a:extLst>
            </p:cNvPr>
            <p:cNvSpPr/>
            <p:nvPr/>
          </p:nvSpPr>
          <p:spPr>
            <a:xfrm>
              <a:off x="3966071"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08" name="Freeform: Shape 2607">
              <a:extLst>
                <a:ext uri="{FF2B5EF4-FFF2-40B4-BE49-F238E27FC236}">
                  <a16:creationId xmlns:a16="http://schemas.microsoft.com/office/drawing/2014/main" id="{A414D9E0-4A32-E530-E9EB-DC4A9369683D}"/>
                </a:ext>
              </a:extLst>
            </p:cNvPr>
            <p:cNvSpPr/>
            <p:nvPr/>
          </p:nvSpPr>
          <p:spPr>
            <a:xfrm>
              <a:off x="4080327"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09" name="Freeform: Shape 2608">
              <a:extLst>
                <a:ext uri="{FF2B5EF4-FFF2-40B4-BE49-F238E27FC236}">
                  <a16:creationId xmlns:a16="http://schemas.microsoft.com/office/drawing/2014/main" id="{293D791D-D2CC-1B36-9FCE-47D439B28DA3}"/>
                </a:ext>
              </a:extLst>
            </p:cNvPr>
            <p:cNvSpPr/>
            <p:nvPr/>
          </p:nvSpPr>
          <p:spPr>
            <a:xfrm>
              <a:off x="4194582"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10" name="Freeform: Shape 2609">
              <a:extLst>
                <a:ext uri="{FF2B5EF4-FFF2-40B4-BE49-F238E27FC236}">
                  <a16:creationId xmlns:a16="http://schemas.microsoft.com/office/drawing/2014/main" id="{BCEAB6F6-16D1-D27B-80F1-E88539E99970}"/>
                </a:ext>
              </a:extLst>
            </p:cNvPr>
            <p:cNvSpPr/>
            <p:nvPr/>
          </p:nvSpPr>
          <p:spPr>
            <a:xfrm>
              <a:off x="4308838"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11" name="Freeform: Shape 2610">
              <a:extLst>
                <a:ext uri="{FF2B5EF4-FFF2-40B4-BE49-F238E27FC236}">
                  <a16:creationId xmlns:a16="http://schemas.microsoft.com/office/drawing/2014/main" id="{2E0C74A7-0961-49F1-8CE8-C0EFC02ED440}"/>
                </a:ext>
              </a:extLst>
            </p:cNvPr>
            <p:cNvSpPr/>
            <p:nvPr/>
          </p:nvSpPr>
          <p:spPr>
            <a:xfrm>
              <a:off x="4423094"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12" name="Freeform: Shape 2611">
              <a:extLst>
                <a:ext uri="{FF2B5EF4-FFF2-40B4-BE49-F238E27FC236}">
                  <a16:creationId xmlns:a16="http://schemas.microsoft.com/office/drawing/2014/main" id="{49BC1141-8D4B-4BEF-72FC-40C7178ED2FE}"/>
                </a:ext>
              </a:extLst>
            </p:cNvPr>
            <p:cNvSpPr/>
            <p:nvPr/>
          </p:nvSpPr>
          <p:spPr>
            <a:xfrm>
              <a:off x="4537350"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13" name="Freeform: Shape 2612">
              <a:extLst>
                <a:ext uri="{FF2B5EF4-FFF2-40B4-BE49-F238E27FC236}">
                  <a16:creationId xmlns:a16="http://schemas.microsoft.com/office/drawing/2014/main" id="{97FFC0F2-A243-AC2C-AA80-8672642421A4}"/>
                </a:ext>
              </a:extLst>
            </p:cNvPr>
            <p:cNvSpPr/>
            <p:nvPr/>
          </p:nvSpPr>
          <p:spPr>
            <a:xfrm>
              <a:off x="4651605"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14" name="Freeform: Shape 2613">
              <a:extLst>
                <a:ext uri="{FF2B5EF4-FFF2-40B4-BE49-F238E27FC236}">
                  <a16:creationId xmlns:a16="http://schemas.microsoft.com/office/drawing/2014/main" id="{DD5CC28C-BDAE-AF1A-ED79-B5C7CC1F9BD6}"/>
                </a:ext>
              </a:extLst>
            </p:cNvPr>
            <p:cNvSpPr/>
            <p:nvPr/>
          </p:nvSpPr>
          <p:spPr>
            <a:xfrm>
              <a:off x="4765861"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15" name="Freeform: Shape 2614">
              <a:extLst>
                <a:ext uri="{FF2B5EF4-FFF2-40B4-BE49-F238E27FC236}">
                  <a16:creationId xmlns:a16="http://schemas.microsoft.com/office/drawing/2014/main" id="{C7CA867E-F5EF-A9DE-8D41-8E6154181FD2}"/>
                </a:ext>
              </a:extLst>
            </p:cNvPr>
            <p:cNvSpPr/>
            <p:nvPr/>
          </p:nvSpPr>
          <p:spPr>
            <a:xfrm>
              <a:off x="4880117"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16" name="Freeform: Shape 2615">
              <a:extLst>
                <a:ext uri="{FF2B5EF4-FFF2-40B4-BE49-F238E27FC236}">
                  <a16:creationId xmlns:a16="http://schemas.microsoft.com/office/drawing/2014/main" id="{F4167724-37C7-B494-F4AF-7752B30983A9}"/>
                </a:ext>
              </a:extLst>
            </p:cNvPr>
            <p:cNvSpPr/>
            <p:nvPr/>
          </p:nvSpPr>
          <p:spPr>
            <a:xfrm>
              <a:off x="4994373"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17" name="Freeform: Shape 2616">
              <a:extLst>
                <a:ext uri="{FF2B5EF4-FFF2-40B4-BE49-F238E27FC236}">
                  <a16:creationId xmlns:a16="http://schemas.microsoft.com/office/drawing/2014/main" id="{42A748CE-152D-6CAA-6E00-8A2145448281}"/>
                </a:ext>
              </a:extLst>
            </p:cNvPr>
            <p:cNvSpPr/>
            <p:nvPr/>
          </p:nvSpPr>
          <p:spPr>
            <a:xfrm>
              <a:off x="5108629"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18" name="Freeform: Shape 2617">
              <a:extLst>
                <a:ext uri="{FF2B5EF4-FFF2-40B4-BE49-F238E27FC236}">
                  <a16:creationId xmlns:a16="http://schemas.microsoft.com/office/drawing/2014/main" id="{801BBE70-4D4D-4D26-A865-2CF5ADA90F0E}"/>
                </a:ext>
              </a:extLst>
            </p:cNvPr>
            <p:cNvSpPr/>
            <p:nvPr/>
          </p:nvSpPr>
          <p:spPr>
            <a:xfrm>
              <a:off x="5222840"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19" name="Freeform: Shape 2618">
              <a:extLst>
                <a:ext uri="{FF2B5EF4-FFF2-40B4-BE49-F238E27FC236}">
                  <a16:creationId xmlns:a16="http://schemas.microsoft.com/office/drawing/2014/main" id="{42E13AA1-0A46-5763-36D5-0288F447896D}"/>
                </a:ext>
              </a:extLst>
            </p:cNvPr>
            <p:cNvSpPr/>
            <p:nvPr/>
          </p:nvSpPr>
          <p:spPr>
            <a:xfrm>
              <a:off x="5337096"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20" name="Freeform: Shape 2619">
              <a:extLst>
                <a:ext uri="{FF2B5EF4-FFF2-40B4-BE49-F238E27FC236}">
                  <a16:creationId xmlns:a16="http://schemas.microsoft.com/office/drawing/2014/main" id="{6119F2F3-A03B-48AF-98B2-AB37423C7333}"/>
                </a:ext>
              </a:extLst>
            </p:cNvPr>
            <p:cNvSpPr/>
            <p:nvPr/>
          </p:nvSpPr>
          <p:spPr>
            <a:xfrm>
              <a:off x="5451352"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21" name="Freeform: Shape 2620">
              <a:extLst>
                <a:ext uri="{FF2B5EF4-FFF2-40B4-BE49-F238E27FC236}">
                  <a16:creationId xmlns:a16="http://schemas.microsoft.com/office/drawing/2014/main" id="{9892F8EA-2536-DCBD-8018-B9963E959698}"/>
                </a:ext>
              </a:extLst>
            </p:cNvPr>
            <p:cNvSpPr/>
            <p:nvPr/>
          </p:nvSpPr>
          <p:spPr>
            <a:xfrm>
              <a:off x="5565608"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22" name="Freeform: Shape 2621">
              <a:extLst>
                <a:ext uri="{FF2B5EF4-FFF2-40B4-BE49-F238E27FC236}">
                  <a16:creationId xmlns:a16="http://schemas.microsoft.com/office/drawing/2014/main" id="{CD2BB2CB-8449-AC90-6121-ED1C78218E5F}"/>
                </a:ext>
              </a:extLst>
            </p:cNvPr>
            <p:cNvSpPr/>
            <p:nvPr/>
          </p:nvSpPr>
          <p:spPr>
            <a:xfrm>
              <a:off x="5679863"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23" name="Freeform: Shape 2622">
              <a:extLst>
                <a:ext uri="{FF2B5EF4-FFF2-40B4-BE49-F238E27FC236}">
                  <a16:creationId xmlns:a16="http://schemas.microsoft.com/office/drawing/2014/main" id="{5CCF409C-28F1-868C-812E-C77215967F5B}"/>
                </a:ext>
              </a:extLst>
            </p:cNvPr>
            <p:cNvSpPr/>
            <p:nvPr/>
          </p:nvSpPr>
          <p:spPr>
            <a:xfrm>
              <a:off x="5794119"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24" name="Freeform: Shape 2623">
              <a:extLst>
                <a:ext uri="{FF2B5EF4-FFF2-40B4-BE49-F238E27FC236}">
                  <a16:creationId xmlns:a16="http://schemas.microsoft.com/office/drawing/2014/main" id="{5FA93784-5D74-54A4-44DB-0A66A4A194C2}"/>
                </a:ext>
              </a:extLst>
            </p:cNvPr>
            <p:cNvSpPr/>
            <p:nvPr/>
          </p:nvSpPr>
          <p:spPr>
            <a:xfrm>
              <a:off x="5908375"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25" name="Freeform: Shape 2624">
              <a:extLst>
                <a:ext uri="{FF2B5EF4-FFF2-40B4-BE49-F238E27FC236}">
                  <a16:creationId xmlns:a16="http://schemas.microsoft.com/office/drawing/2014/main" id="{60B3C5C1-B29A-775C-C2C5-15F563FF8260}"/>
                </a:ext>
              </a:extLst>
            </p:cNvPr>
            <p:cNvSpPr/>
            <p:nvPr/>
          </p:nvSpPr>
          <p:spPr>
            <a:xfrm>
              <a:off x="6022631"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26" name="Freeform: Shape 2625">
              <a:extLst>
                <a:ext uri="{FF2B5EF4-FFF2-40B4-BE49-F238E27FC236}">
                  <a16:creationId xmlns:a16="http://schemas.microsoft.com/office/drawing/2014/main" id="{310E2D69-BA6A-89E0-810E-AD0446236A5A}"/>
                </a:ext>
              </a:extLst>
            </p:cNvPr>
            <p:cNvSpPr/>
            <p:nvPr/>
          </p:nvSpPr>
          <p:spPr>
            <a:xfrm>
              <a:off x="6136886"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27" name="Freeform: Shape 2626">
              <a:extLst>
                <a:ext uri="{FF2B5EF4-FFF2-40B4-BE49-F238E27FC236}">
                  <a16:creationId xmlns:a16="http://schemas.microsoft.com/office/drawing/2014/main" id="{E7174EE0-8779-C775-7B4C-E1E2E53BD32B}"/>
                </a:ext>
              </a:extLst>
            </p:cNvPr>
            <p:cNvSpPr/>
            <p:nvPr/>
          </p:nvSpPr>
          <p:spPr>
            <a:xfrm>
              <a:off x="6251142"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28" name="Freeform: Shape 2627">
              <a:extLst>
                <a:ext uri="{FF2B5EF4-FFF2-40B4-BE49-F238E27FC236}">
                  <a16:creationId xmlns:a16="http://schemas.microsoft.com/office/drawing/2014/main" id="{4A24C6F9-95B1-0B27-070F-698CBB9F7BE0}"/>
                </a:ext>
              </a:extLst>
            </p:cNvPr>
            <p:cNvSpPr/>
            <p:nvPr/>
          </p:nvSpPr>
          <p:spPr>
            <a:xfrm>
              <a:off x="6365398"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29" name="Freeform: Shape 2628">
              <a:extLst>
                <a:ext uri="{FF2B5EF4-FFF2-40B4-BE49-F238E27FC236}">
                  <a16:creationId xmlns:a16="http://schemas.microsoft.com/office/drawing/2014/main" id="{B21FCE4E-E8E9-9574-E65F-A0CFB11173D8}"/>
                </a:ext>
              </a:extLst>
            </p:cNvPr>
            <p:cNvSpPr/>
            <p:nvPr/>
          </p:nvSpPr>
          <p:spPr>
            <a:xfrm>
              <a:off x="6479610"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30" name="Freeform: Shape 2629">
              <a:extLst>
                <a:ext uri="{FF2B5EF4-FFF2-40B4-BE49-F238E27FC236}">
                  <a16:creationId xmlns:a16="http://schemas.microsoft.com/office/drawing/2014/main" id="{5D7AC450-63FD-DD41-0FB8-FEC84BA4630F}"/>
                </a:ext>
              </a:extLst>
            </p:cNvPr>
            <p:cNvSpPr/>
            <p:nvPr/>
          </p:nvSpPr>
          <p:spPr>
            <a:xfrm>
              <a:off x="6593865"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31" name="Freeform: Shape 2630">
              <a:extLst>
                <a:ext uri="{FF2B5EF4-FFF2-40B4-BE49-F238E27FC236}">
                  <a16:creationId xmlns:a16="http://schemas.microsoft.com/office/drawing/2014/main" id="{EE4B59B5-3DC1-FA6D-B7C2-6683893F15F7}"/>
                </a:ext>
              </a:extLst>
            </p:cNvPr>
            <p:cNvSpPr/>
            <p:nvPr/>
          </p:nvSpPr>
          <p:spPr>
            <a:xfrm>
              <a:off x="6708121" y="343169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32" name="Freeform: Shape 2631">
              <a:extLst>
                <a:ext uri="{FF2B5EF4-FFF2-40B4-BE49-F238E27FC236}">
                  <a16:creationId xmlns:a16="http://schemas.microsoft.com/office/drawing/2014/main" id="{CA5E602C-63C5-D835-73B6-C46066452987}"/>
                </a:ext>
              </a:extLst>
            </p:cNvPr>
            <p:cNvSpPr/>
            <p:nvPr/>
          </p:nvSpPr>
          <p:spPr>
            <a:xfrm>
              <a:off x="6822377"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33" name="Freeform: Shape 2632">
              <a:extLst>
                <a:ext uri="{FF2B5EF4-FFF2-40B4-BE49-F238E27FC236}">
                  <a16:creationId xmlns:a16="http://schemas.microsoft.com/office/drawing/2014/main" id="{2E8830C3-D77E-14E0-9EFD-434E7BBA62F6}"/>
                </a:ext>
              </a:extLst>
            </p:cNvPr>
            <p:cNvSpPr/>
            <p:nvPr/>
          </p:nvSpPr>
          <p:spPr>
            <a:xfrm>
              <a:off x="6936633"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34" name="Freeform: Shape 2633">
              <a:extLst>
                <a:ext uri="{FF2B5EF4-FFF2-40B4-BE49-F238E27FC236}">
                  <a16:creationId xmlns:a16="http://schemas.microsoft.com/office/drawing/2014/main" id="{5680AFA5-8CD2-58FD-F830-143180B66312}"/>
                </a:ext>
              </a:extLst>
            </p:cNvPr>
            <p:cNvSpPr/>
            <p:nvPr/>
          </p:nvSpPr>
          <p:spPr>
            <a:xfrm>
              <a:off x="7050888" y="343169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35" name="Freeform: Shape 2634">
              <a:extLst>
                <a:ext uri="{FF2B5EF4-FFF2-40B4-BE49-F238E27FC236}">
                  <a16:creationId xmlns:a16="http://schemas.microsoft.com/office/drawing/2014/main" id="{B86FAF1C-E759-0674-6AEF-C20BF44CB414}"/>
                </a:ext>
              </a:extLst>
            </p:cNvPr>
            <p:cNvSpPr/>
            <p:nvPr/>
          </p:nvSpPr>
          <p:spPr>
            <a:xfrm>
              <a:off x="7165144"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36" name="Freeform: Shape 2635">
              <a:extLst>
                <a:ext uri="{FF2B5EF4-FFF2-40B4-BE49-F238E27FC236}">
                  <a16:creationId xmlns:a16="http://schemas.microsoft.com/office/drawing/2014/main" id="{A9EBD2EB-9736-1A77-2515-A0BE3DDFDC81}"/>
                </a:ext>
              </a:extLst>
            </p:cNvPr>
            <p:cNvSpPr/>
            <p:nvPr/>
          </p:nvSpPr>
          <p:spPr>
            <a:xfrm>
              <a:off x="2366578"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37" name="Freeform: Shape 2636">
              <a:extLst>
                <a:ext uri="{FF2B5EF4-FFF2-40B4-BE49-F238E27FC236}">
                  <a16:creationId xmlns:a16="http://schemas.microsoft.com/office/drawing/2014/main" id="{9C9C393F-0042-B665-1367-7E6F01A45CB1}"/>
                </a:ext>
              </a:extLst>
            </p:cNvPr>
            <p:cNvSpPr/>
            <p:nvPr/>
          </p:nvSpPr>
          <p:spPr>
            <a:xfrm>
              <a:off x="2480790"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38" name="Freeform: Shape 2637">
              <a:extLst>
                <a:ext uri="{FF2B5EF4-FFF2-40B4-BE49-F238E27FC236}">
                  <a16:creationId xmlns:a16="http://schemas.microsoft.com/office/drawing/2014/main" id="{ABF92A5C-66CD-972B-159D-8B8F2B2169D4}"/>
                </a:ext>
              </a:extLst>
            </p:cNvPr>
            <p:cNvSpPr/>
            <p:nvPr/>
          </p:nvSpPr>
          <p:spPr>
            <a:xfrm>
              <a:off x="2595046"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39" name="Freeform: Shape 2638">
              <a:extLst>
                <a:ext uri="{FF2B5EF4-FFF2-40B4-BE49-F238E27FC236}">
                  <a16:creationId xmlns:a16="http://schemas.microsoft.com/office/drawing/2014/main" id="{04EDDCAF-BAD1-074C-5C7A-51491D1197E6}"/>
                </a:ext>
              </a:extLst>
            </p:cNvPr>
            <p:cNvSpPr/>
            <p:nvPr/>
          </p:nvSpPr>
          <p:spPr>
            <a:xfrm>
              <a:off x="2709301"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40" name="Freeform: Shape 2639">
              <a:extLst>
                <a:ext uri="{FF2B5EF4-FFF2-40B4-BE49-F238E27FC236}">
                  <a16:creationId xmlns:a16="http://schemas.microsoft.com/office/drawing/2014/main" id="{3A35212F-B56F-127B-6A7C-05B363EF0CF4}"/>
                </a:ext>
              </a:extLst>
            </p:cNvPr>
            <p:cNvSpPr/>
            <p:nvPr/>
          </p:nvSpPr>
          <p:spPr>
            <a:xfrm>
              <a:off x="2823557"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41" name="Freeform: Shape 2640">
              <a:extLst>
                <a:ext uri="{FF2B5EF4-FFF2-40B4-BE49-F238E27FC236}">
                  <a16:creationId xmlns:a16="http://schemas.microsoft.com/office/drawing/2014/main" id="{BF44FE84-DF12-7296-1884-AB0D3DD132B6}"/>
                </a:ext>
              </a:extLst>
            </p:cNvPr>
            <p:cNvSpPr/>
            <p:nvPr/>
          </p:nvSpPr>
          <p:spPr>
            <a:xfrm>
              <a:off x="2937813"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42" name="Freeform: Shape 2641">
              <a:extLst>
                <a:ext uri="{FF2B5EF4-FFF2-40B4-BE49-F238E27FC236}">
                  <a16:creationId xmlns:a16="http://schemas.microsoft.com/office/drawing/2014/main" id="{562465B7-C0EC-F873-26BE-129425FC12E5}"/>
                </a:ext>
              </a:extLst>
            </p:cNvPr>
            <p:cNvSpPr/>
            <p:nvPr/>
          </p:nvSpPr>
          <p:spPr>
            <a:xfrm>
              <a:off x="3052069"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43" name="Freeform: Shape 2642">
              <a:extLst>
                <a:ext uri="{FF2B5EF4-FFF2-40B4-BE49-F238E27FC236}">
                  <a16:creationId xmlns:a16="http://schemas.microsoft.com/office/drawing/2014/main" id="{56A1A72D-4EDD-730B-5B56-24AB315C116F}"/>
                </a:ext>
              </a:extLst>
            </p:cNvPr>
            <p:cNvSpPr/>
            <p:nvPr/>
          </p:nvSpPr>
          <p:spPr>
            <a:xfrm>
              <a:off x="3166325"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44" name="Freeform: Shape 2643">
              <a:extLst>
                <a:ext uri="{FF2B5EF4-FFF2-40B4-BE49-F238E27FC236}">
                  <a16:creationId xmlns:a16="http://schemas.microsoft.com/office/drawing/2014/main" id="{DF7BC85F-7402-DFCD-DB28-51E4CB2348BB}"/>
                </a:ext>
              </a:extLst>
            </p:cNvPr>
            <p:cNvSpPr/>
            <p:nvPr/>
          </p:nvSpPr>
          <p:spPr>
            <a:xfrm>
              <a:off x="3280580"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45" name="Freeform: Shape 2644">
              <a:extLst>
                <a:ext uri="{FF2B5EF4-FFF2-40B4-BE49-F238E27FC236}">
                  <a16:creationId xmlns:a16="http://schemas.microsoft.com/office/drawing/2014/main" id="{BAF6A0F8-0468-027E-8E23-F33432F96BE4}"/>
                </a:ext>
              </a:extLst>
            </p:cNvPr>
            <p:cNvSpPr/>
            <p:nvPr/>
          </p:nvSpPr>
          <p:spPr>
            <a:xfrm>
              <a:off x="3394836"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46" name="Freeform: Shape 2645">
              <a:extLst>
                <a:ext uri="{FF2B5EF4-FFF2-40B4-BE49-F238E27FC236}">
                  <a16:creationId xmlns:a16="http://schemas.microsoft.com/office/drawing/2014/main" id="{087A2C1C-ADA8-26F4-B31A-AE4FFF109C4F}"/>
                </a:ext>
              </a:extLst>
            </p:cNvPr>
            <p:cNvSpPr/>
            <p:nvPr/>
          </p:nvSpPr>
          <p:spPr>
            <a:xfrm>
              <a:off x="3509092"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47" name="Freeform: Shape 2646">
              <a:extLst>
                <a:ext uri="{FF2B5EF4-FFF2-40B4-BE49-F238E27FC236}">
                  <a16:creationId xmlns:a16="http://schemas.microsoft.com/office/drawing/2014/main" id="{FA5D91EE-B47D-B0E5-886C-E22464C7438C}"/>
                </a:ext>
              </a:extLst>
            </p:cNvPr>
            <p:cNvSpPr/>
            <p:nvPr/>
          </p:nvSpPr>
          <p:spPr>
            <a:xfrm>
              <a:off x="3623348"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48" name="Freeform: Shape 2647">
              <a:extLst>
                <a:ext uri="{FF2B5EF4-FFF2-40B4-BE49-F238E27FC236}">
                  <a16:creationId xmlns:a16="http://schemas.microsoft.com/office/drawing/2014/main" id="{CA20BFB5-05AC-D3E4-43AC-F73C44906B50}"/>
                </a:ext>
              </a:extLst>
            </p:cNvPr>
            <p:cNvSpPr/>
            <p:nvPr/>
          </p:nvSpPr>
          <p:spPr>
            <a:xfrm>
              <a:off x="3737603"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49" name="Freeform: Shape 2648">
              <a:extLst>
                <a:ext uri="{FF2B5EF4-FFF2-40B4-BE49-F238E27FC236}">
                  <a16:creationId xmlns:a16="http://schemas.microsoft.com/office/drawing/2014/main" id="{4D7A22EC-9831-9AD5-54F7-237838B0BB41}"/>
                </a:ext>
              </a:extLst>
            </p:cNvPr>
            <p:cNvSpPr/>
            <p:nvPr/>
          </p:nvSpPr>
          <p:spPr>
            <a:xfrm>
              <a:off x="3851815"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50" name="Freeform: Shape 2649">
              <a:extLst>
                <a:ext uri="{FF2B5EF4-FFF2-40B4-BE49-F238E27FC236}">
                  <a16:creationId xmlns:a16="http://schemas.microsoft.com/office/drawing/2014/main" id="{87885E35-F1F6-CC88-ACD1-E9BE13A82C91}"/>
                </a:ext>
              </a:extLst>
            </p:cNvPr>
            <p:cNvSpPr/>
            <p:nvPr/>
          </p:nvSpPr>
          <p:spPr>
            <a:xfrm>
              <a:off x="3966071"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51" name="Freeform: Shape 2650">
              <a:extLst>
                <a:ext uri="{FF2B5EF4-FFF2-40B4-BE49-F238E27FC236}">
                  <a16:creationId xmlns:a16="http://schemas.microsoft.com/office/drawing/2014/main" id="{A171126A-7EF1-11AB-DA5D-8A8F5827D014}"/>
                </a:ext>
              </a:extLst>
            </p:cNvPr>
            <p:cNvSpPr/>
            <p:nvPr/>
          </p:nvSpPr>
          <p:spPr>
            <a:xfrm>
              <a:off x="4080327"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52" name="Freeform: Shape 2651">
              <a:extLst>
                <a:ext uri="{FF2B5EF4-FFF2-40B4-BE49-F238E27FC236}">
                  <a16:creationId xmlns:a16="http://schemas.microsoft.com/office/drawing/2014/main" id="{127BA0CF-ED1A-61AC-4C13-4BCDB69A9391}"/>
                </a:ext>
              </a:extLst>
            </p:cNvPr>
            <p:cNvSpPr/>
            <p:nvPr/>
          </p:nvSpPr>
          <p:spPr>
            <a:xfrm>
              <a:off x="4194582"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53" name="Freeform: Shape 2652">
              <a:extLst>
                <a:ext uri="{FF2B5EF4-FFF2-40B4-BE49-F238E27FC236}">
                  <a16:creationId xmlns:a16="http://schemas.microsoft.com/office/drawing/2014/main" id="{DD92579A-D0C7-59CC-E73D-BDE2C7160DE3}"/>
                </a:ext>
              </a:extLst>
            </p:cNvPr>
            <p:cNvSpPr/>
            <p:nvPr/>
          </p:nvSpPr>
          <p:spPr>
            <a:xfrm>
              <a:off x="4308838"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54" name="Freeform: Shape 2653">
              <a:extLst>
                <a:ext uri="{FF2B5EF4-FFF2-40B4-BE49-F238E27FC236}">
                  <a16:creationId xmlns:a16="http://schemas.microsoft.com/office/drawing/2014/main" id="{0C0EC53E-C8DE-747A-2C4F-7363D6B06EDF}"/>
                </a:ext>
              </a:extLst>
            </p:cNvPr>
            <p:cNvSpPr/>
            <p:nvPr/>
          </p:nvSpPr>
          <p:spPr>
            <a:xfrm>
              <a:off x="4423094"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55" name="Freeform: Shape 2654">
              <a:extLst>
                <a:ext uri="{FF2B5EF4-FFF2-40B4-BE49-F238E27FC236}">
                  <a16:creationId xmlns:a16="http://schemas.microsoft.com/office/drawing/2014/main" id="{20C91C42-A4A9-AFA6-9B14-A30B844B8423}"/>
                </a:ext>
              </a:extLst>
            </p:cNvPr>
            <p:cNvSpPr/>
            <p:nvPr/>
          </p:nvSpPr>
          <p:spPr>
            <a:xfrm>
              <a:off x="4537350"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56" name="Freeform: Shape 2655">
              <a:extLst>
                <a:ext uri="{FF2B5EF4-FFF2-40B4-BE49-F238E27FC236}">
                  <a16:creationId xmlns:a16="http://schemas.microsoft.com/office/drawing/2014/main" id="{9F4AAC49-5095-6DF4-31C7-90DDF7A4DD3B}"/>
                </a:ext>
              </a:extLst>
            </p:cNvPr>
            <p:cNvSpPr/>
            <p:nvPr/>
          </p:nvSpPr>
          <p:spPr>
            <a:xfrm>
              <a:off x="4651605"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57" name="Freeform: Shape 2656">
              <a:extLst>
                <a:ext uri="{FF2B5EF4-FFF2-40B4-BE49-F238E27FC236}">
                  <a16:creationId xmlns:a16="http://schemas.microsoft.com/office/drawing/2014/main" id="{E52DF5B3-FEDA-48D0-BF5E-AD7EA8E7FF80}"/>
                </a:ext>
              </a:extLst>
            </p:cNvPr>
            <p:cNvSpPr/>
            <p:nvPr/>
          </p:nvSpPr>
          <p:spPr>
            <a:xfrm>
              <a:off x="4765861"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58" name="Freeform: Shape 2657">
              <a:extLst>
                <a:ext uri="{FF2B5EF4-FFF2-40B4-BE49-F238E27FC236}">
                  <a16:creationId xmlns:a16="http://schemas.microsoft.com/office/drawing/2014/main" id="{4565198F-BAFF-C218-0779-48841FA08B57}"/>
                </a:ext>
              </a:extLst>
            </p:cNvPr>
            <p:cNvSpPr/>
            <p:nvPr/>
          </p:nvSpPr>
          <p:spPr>
            <a:xfrm>
              <a:off x="4880117"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59" name="Freeform: Shape 2658">
              <a:extLst>
                <a:ext uri="{FF2B5EF4-FFF2-40B4-BE49-F238E27FC236}">
                  <a16:creationId xmlns:a16="http://schemas.microsoft.com/office/drawing/2014/main" id="{5003C74E-28D3-67AC-33BC-BD260C014E7D}"/>
                </a:ext>
              </a:extLst>
            </p:cNvPr>
            <p:cNvSpPr/>
            <p:nvPr/>
          </p:nvSpPr>
          <p:spPr>
            <a:xfrm>
              <a:off x="4994373"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60" name="Freeform: Shape 2659">
              <a:extLst>
                <a:ext uri="{FF2B5EF4-FFF2-40B4-BE49-F238E27FC236}">
                  <a16:creationId xmlns:a16="http://schemas.microsoft.com/office/drawing/2014/main" id="{D16B02B1-126A-EEFE-C9B4-2BF4F1DA13A8}"/>
                </a:ext>
              </a:extLst>
            </p:cNvPr>
            <p:cNvSpPr/>
            <p:nvPr/>
          </p:nvSpPr>
          <p:spPr>
            <a:xfrm>
              <a:off x="5108629"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61" name="Freeform: Shape 2660">
              <a:extLst>
                <a:ext uri="{FF2B5EF4-FFF2-40B4-BE49-F238E27FC236}">
                  <a16:creationId xmlns:a16="http://schemas.microsoft.com/office/drawing/2014/main" id="{6647DC6C-3589-9303-8383-E642639278D5}"/>
                </a:ext>
              </a:extLst>
            </p:cNvPr>
            <p:cNvSpPr/>
            <p:nvPr/>
          </p:nvSpPr>
          <p:spPr>
            <a:xfrm>
              <a:off x="5222840"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62" name="Freeform: Shape 2661">
              <a:extLst>
                <a:ext uri="{FF2B5EF4-FFF2-40B4-BE49-F238E27FC236}">
                  <a16:creationId xmlns:a16="http://schemas.microsoft.com/office/drawing/2014/main" id="{652D5888-923A-9502-FE0F-B321E09F47D1}"/>
                </a:ext>
              </a:extLst>
            </p:cNvPr>
            <p:cNvSpPr/>
            <p:nvPr/>
          </p:nvSpPr>
          <p:spPr>
            <a:xfrm>
              <a:off x="5337096"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63" name="Freeform: Shape 2662">
              <a:extLst>
                <a:ext uri="{FF2B5EF4-FFF2-40B4-BE49-F238E27FC236}">
                  <a16:creationId xmlns:a16="http://schemas.microsoft.com/office/drawing/2014/main" id="{948A7E36-F059-FF7A-224E-A4FB7C69A2C6}"/>
                </a:ext>
              </a:extLst>
            </p:cNvPr>
            <p:cNvSpPr/>
            <p:nvPr/>
          </p:nvSpPr>
          <p:spPr>
            <a:xfrm>
              <a:off x="5451352"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64" name="Freeform: Shape 2663">
              <a:extLst>
                <a:ext uri="{FF2B5EF4-FFF2-40B4-BE49-F238E27FC236}">
                  <a16:creationId xmlns:a16="http://schemas.microsoft.com/office/drawing/2014/main" id="{1913D8A3-8D40-1F96-09F1-AABA28D80439}"/>
                </a:ext>
              </a:extLst>
            </p:cNvPr>
            <p:cNvSpPr/>
            <p:nvPr/>
          </p:nvSpPr>
          <p:spPr>
            <a:xfrm>
              <a:off x="5565608"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65" name="Freeform: Shape 2664">
              <a:extLst>
                <a:ext uri="{FF2B5EF4-FFF2-40B4-BE49-F238E27FC236}">
                  <a16:creationId xmlns:a16="http://schemas.microsoft.com/office/drawing/2014/main" id="{300F7F09-ED37-A147-2119-B5F8D0ABD727}"/>
                </a:ext>
              </a:extLst>
            </p:cNvPr>
            <p:cNvSpPr/>
            <p:nvPr/>
          </p:nvSpPr>
          <p:spPr>
            <a:xfrm>
              <a:off x="5679863"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66" name="Freeform: Shape 2665">
              <a:extLst>
                <a:ext uri="{FF2B5EF4-FFF2-40B4-BE49-F238E27FC236}">
                  <a16:creationId xmlns:a16="http://schemas.microsoft.com/office/drawing/2014/main" id="{B43A8ED7-A170-05D3-80E8-23FBEF04DEFA}"/>
                </a:ext>
              </a:extLst>
            </p:cNvPr>
            <p:cNvSpPr/>
            <p:nvPr/>
          </p:nvSpPr>
          <p:spPr>
            <a:xfrm>
              <a:off x="5794119"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67" name="Freeform: Shape 2666">
              <a:extLst>
                <a:ext uri="{FF2B5EF4-FFF2-40B4-BE49-F238E27FC236}">
                  <a16:creationId xmlns:a16="http://schemas.microsoft.com/office/drawing/2014/main" id="{59763A53-1AB6-F686-3732-0F71CE11F456}"/>
                </a:ext>
              </a:extLst>
            </p:cNvPr>
            <p:cNvSpPr/>
            <p:nvPr/>
          </p:nvSpPr>
          <p:spPr>
            <a:xfrm>
              <a:off x="5908375"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68" name="Freeform: Shape 2667">
              <a:extLst>
                <a:ext uri="{FF2B5EF4-FFF2-40B4-BE49-F238E27FC236}">
                  <a16:creationId xmlns:a16="http://schemas.microsoft.com/office/drawing/2014/main" id="{90097704-114B-AB84-087A-E6DB6C30AB7A}"/>
                </a:ext>
              </a:extLst>
            </p:cNvPr>
            <p:cNvSpPr/>
            <p:nvPr/>
          </p:nvSpPr>
          <p:spPr>
            <a:xfrm>
              <a:off x="6022631"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69" name="Freeform: Shape 2668">
              <a:extLst>
                <a:ext uri="{FF2B5EF4-FFF2-40B4-BE49-F238E27FC236}">
                  <a16:creationId xmlns:a16="http://schemas.microsoft.com/office/drawing/2014/main" id="{F4BC17A5-06B4-FB19-C9AF-FE2E33CAA2A3}"/>
                </a:ext>
              </a:extLst>
            </p:cNvPr>
            <p:cNvSpPr/>
            <p:nvPr/>
          </p:nvSpPr>
          <p:spPr>
            <a:xfrm>
              <a:off x="6136886"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70" name="Freeform: Shape 2669">
              <a:extLst>
                <a:ext uri="{FF2B5EF4-FFF2-40B4-BE49-F238E27FC236}">
                  <a16:creationId xmlns:a16="http://schemas.microsoft.com/office/drawing/2014/main" id="{996ABCD4-B50B-7809-7155-B7279A9D4D5D}"/>
                </a:ext>
              </a:extLst>
            </p:cNvPr>
            <p:cNvSpPr/>
            <p:nvPr/>
          </p:nvSpPr>
          <p:spPr>
            <a:xfrm>
              <a:off x="6251142"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71" name="Freeform: Shape 2670">
              <a:extLst>
                <a:ext uri="{FF2B5EF4-FFF2-40B4-BE49-F238E27FC236}">
                  <a16:creationId xmlns:a16="http://schemas.microsoft.com/office/drawing/2014/main" id="{1A513896-F819-BD2A-3CA5-68440B606653}"/>
                </a:ext>
              </a:extLst>
            </p:cNvPr>
            <p:cNvSpPr/>
            <p:nvPr/>
          </p:nvSpPr>
          <p:spPr>
            <a:xfrm>
              <a:off x="6365398"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72" name="Freeform: Shape 2671">
              <a:extLst>
                <a:ext uri="{FF2B5EF4-FFF2-40B4-BE49-F238E27FC236}">
                  <a16:creationId xmlns:a16="http://schemas.microsoft.com/office/drawing/2014/main" id="{998D44AC-4CFE-5A8C-5BBD-CE977F705B8F}"/>
                </a:ext>
              </a:extLst>
            </p:cNvPr>
            <p:cNvSpPr/>
            <p:nvPr/>
          </p:nvSpPr>
          <p:spPr>
            <a:xfrm>
              <a:off x="6479610"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73" name="Freeform: Shape 2672">
              <a:extLst>
                <a:ext uri="{FF2B5EF4-FFF2-40B4-BE49-F238E27FC236}">
                  <a16:creationId xmlns:a16="http://schemas.microsoft.com/office/drawing/2014/main" id="{062CCCEA-BB2E-3A4E-CCAD-B281EECBB020}"/>
                </a:ext>
              </a:extLst>
            </p:cNvPr>
            <p:cNvSpPr/>
            <p:nvPr/>
          </p:nvSpPr>
          <p:spPr>
            <a:xfrm>
              <a:off x="6593865"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74" name="Freeform: Shape 2673">
              <a:extLst>
                <a:ext uri="{FF2B5EF4-FFF2-40B4-BE49-F238E27FC236}">
                  <a16:creationId xmlns:a16="http://schemas.microsoft.com/office/drawing/2014/main" id="{516AD06B-C65F-D844-189D-35B418B5D3F5}"/>
                </a:ext>
              </a:extLst>
            </p:cNvPr>
            <p:cNvSpPr/>
            <p:nvPr/>
          </p:nvSpPr>
          <p:spPr>
            <a:xfrm>
              <a:off x="6708121" y="354595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75" name="Freeform: Shape 2674">
              <a:extLst>
                <a:ext uri="{FF2B5EF4-FFF2-40B4-BE49-F238E27FC236}">
                  <a16:creationId xmlns:a16="http://schemas.microsoft.com/office/drawing/2014/main" id="{381A9F18-AE0E-65C8-0522-43B536561BD1}"/>
                </a:ext>
              </a:extLst>
            </p:cNvPr>
            <p:cNvSpPr/>
            <p:nvPr/>
          </p:nvSpPr>
          <p:spPr>
            <a:xfrm>
              <a:off x="6822377"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76" name="Freeform: Shape 2675">
              <a:extLst>
                <a:ext uri="{FF2B5EF4-FFF2-40B4-BE49-F238E27FC236}">
                  <a16:creationId xmlns:a16="http://schemas.microsoft.com/office/drawing/2014/main" id="{FCFF5BA9-4A52-7D98-A7B0-D0CFF56C2CE5}"/>
                </a:ext>
              </a:extLst>
            </p:cNvPr>
            <p:cNvSpPr/>
            <p:nvPr/>
          </p:nvSpPr>
          <p:spPr>
            <a:xfrm>
              <a:off x="6936633"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77" name="Freeform: Shape 2676">
              <a:extLst>
                <a:ext uri="{FF2B5EF4-FFF2-40B4-BE49-F238E27FC236}">
                  <a16:creationId xmlns:a16="http://schemas.microsoft.com/office/drawing/2014/main" id="{58DA19A8-BD38-6C6A-3590-E64FF387F3D4}"/>
                </a:ext>
              </a:extLst>
            </p:cNvPr>
            <p:cNvSpPr/>
            <p:nvPr/>
          </p:nvSpPr>
          <p:spPr>
            <a:xfrm>
              <a:off x="7050888" y="354595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78" name="Freeform: Shape 2677">
              <a:extLst>
                <a:ext uri="{FF2B5EF4-FFF2-40B4-BE49-F238E27FC236}">
                  <a16:creationId xmlns:a16="http://schemas.microsoft.com/office/drawing/2014/main" id="{B54DD920-4211-A0D8-8D14-F91CED82AAA3}"/>
                </a:ext>
              </a:extLst>
            </p:cNvPr>
            <p:cNvSpPr/>
            <p:nvPr/>
          </p:nvSpPr>
          <p:spPr>
            <a:xfrm>
              <a:off x="7165144"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79" name="Freeform: Shape 2678">
              <a:extLst>
                <a:ext uri="{FF2B5EF4-FFF2-40B4-BE49-F238E27FC236}">
                  <a16:creationId xmlns:a16="http://schemas.microsoft.com/office/drawing/2014/main" id="{DC7826C8-0674-98D8-DE7F-60DFAFFA4CAE}"/>
                </a:ext>
              </a:extLst>
            </p:cNvPr>
            <p:cNvSpPr/>
            <p:nvPr/>
          </p:nvSpPr>
          <p:spPr>
            <a:xfrm>
              <a:off x="2366578"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80" name="Freeform: Shape 2679">
              <a:extLst>
                <a:ext uri="{FF2B5EF4-FFF2-40B4-BE49-F238E27FC236}">
                  <a16:creationId xmlns:a16="http://schemas.microsoft.com/office/drawing/2014/main" id="{A3E08701-9E45-D4EA-EC75-612208329019}"/>
                </a:ext>
              </a:extLst>
            </p:cNvPr>
            <p:cNvSpPr/>
            <p:nvPr/>
          </p:nvSpPr>
          <p:spPr>
            <a:xfrm>
              <a:off x="2480790"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81" name="Freeform: Shape 2680">
              <a:extLst>
                <a:ext uri="{FF2B5EF4-FFF2-40B4-BE49-F238E27FC236}">
                  <a16:creationId xmlns:a16="http://schemas.microsoft.com/office/drawing/2014/main" id="{75B31F98-24D0-9CDC-E9B9-7DC06E52AE77}"/>
                </a:ext>
              </a:extLst>
            </p:cNvPr>
            <p:cNvSpPr/>
            <p:nvPr/>
          </p:nvSpPr>
          <p:spPr>
            <a:xfrm>
              <a:off x="2595046"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82" name="Freeform: Shape 2681">
              <a:extLst>
                <a:ext uri="{FF2B5EF4-FFF2-40B4-BE49-F238E27FC236}">
                  <a16:creationId xmlns:a16="http://schemas.microsoft.com/office/drawing/2014/main" id="{AC8ADC2B-D28E-E1F3-C505-81BCB65623DB}"/>
                </a:ext>
              </a:extLst>
            </p:cNvPr>
            <p:cNvSpPr/>
            <p:nvPr/>
          </p:nvSpPr>
          <p:spPr>
            <a:xfrm>
              <a:off x="2709301"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83" name="Freeform: Shape 2682">
              <a:extLst>
                <a:ext uri="{FF2B5EF4-FFF2-40B4-BE49-F238E27FC236}">
                  <a16:creationId xmlns:a16="http://schemas.microsoft.com/office/drawing/2014/main" id="{FB41B492-D57C-8E24-0C7F-8BCD8205E514}"/>
                </a:ext>
              </a:extLst>
            </p:cNvPr>
            <p:cNvSpPr/>
            <p:nvPr/>
          </p:nvSpPr>
          <p:spPr>
            <a:xfrm>
              <a:off x="2823557"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84" name="Freeform: Shape 2683">
              <a:extLst>
                <a:ext uri="{FF2B5EF4-FFF2-40B4-BE49-F238E27FC236}">
                  <a16:creationId xmlns:a16="http://schemas.microsoft.com/office/drawing/2014/main" id="{9FA35925-DFED-619A-575A-AE5F69F2A599}"/>
                </a:ext>
              </a:extLst>
            </p:cNvPr>
            <p:cNvSpPr/>
            <p:nvPr/>
          </p:nvSpPr>
          <p:spPr>
            <a:xfrm>
              <a:off x="2937813"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85" name="Freeform: Shape 2684">
              <a:extLst>
                <a:ext uri="{FF2B5EF4-FFF2-40B4-BE49-F238E27FC236}">
                  <a16:creationId xmlns:a16="http://schemas.microsoft.com/office/drawing/2014/main" id="{41C8A506-683C-5DBF-3788-88BF3168664E}"/>
                </a:ext>
              </a:extLst>
            </p:cNvPr>
            <p:cNvSpPr/>
            <p:nvPr/>
          </p:nvSpPr>
          <p:spPr>
            <a:xfrm>
              <a:off x="3052069"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86" name="Freeform: Shape 2685">
              <a:extLst>
                <a:ext uri="{FF2B5EF4-FFF2-40B4-BE49-F238E27FC236}">
                  <a16:creationId xmlns:a16="http://schemas.microsoft.com/office/drawing/2014/main" id="{C2895F62-E1C3-A7B5-A19C-9D6A2C41A490}"/>
                </a:ext>
              </a:extLst>
            </p:cNvPr>
            <p:cNvSpPr/>
            <p:nvPr/>
          </p:nvSpPr>
          <p:spPr>
            <a:xfrm>
              <a:off x="3166325"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87" name="Freeform: Shape 2686">
              <a:extLst>
                <a:ext uri="{FF2B5EF4-FFF2-40B4-BE49-F238E27FC236}">
                  <a16:creationId xmlns:a16="http://schemas.microsoft.com/office/drawing/2014/main" id="{B362004F-268D-34B4-B3AE-8013769435CA}"/>
                </a:ext>
              </a:extLst>
            </p:cNvPr>
            <p:cNvSpPr/>
            <p:nvPr/>
          </p:nvSpPr>
          <p:spPr>
            <a:xfrm>
              <a:off x="3280580"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88" name="Freeform: Shape 2687">
              <a:extLst>
                <a:ext uri="{FF2B5EF4-FFF2-40B4-BE49-F238E27FC236}">
                  <a16:creationId xmlns:a16="http://schemas.microsoft.com/office/drawing/2014/main" id="{01AE2CAB-A47B-208A-1218-2AECFF5C6892}"/>
                </a:ext>
              </a:extLst>
            </p:cNvPr>
            <p:cNvSpPr/>
            <p:nvPr/>
          </p:nvSpPr>
          <p:spPr>
            <a:xfrm>
              <a:off x="3394836"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89" name="Freeform: Shape 2688">
              <a:extLst>
                <a:ext uri="{FF2B5EF4-FFF2-40B4-BE49-F238E27FC236}">
                  <a16:creationId xmlns:a16="http://schemas.microsoft.com/office/drawing/2014/main" id="{5F04824E-4BA7-AED8-D179-D5CF56A727C6}"/>
                </a:ext>
              </a:extLst>
            </p:cNvPr>
            <p:cNvSpPr/>
            <p:nvPr/>
          </p:nvSpPr>
          <p:spPr>
            <a:xfrm>
              <a:off x="3509092"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90" name="Freeform: Shape 2689">
              <a:extLst>
                <a:ext uri="{FF2B5EF4-FFF2-40B4-BE49-F238E27FC236}">
                  <a16:creationId xmlns:a16="http://schemas.microsoft.com/office/drawing/2014/main" id="{47EEA6E4-39F7-FB70-B805-F3662C13B9B8}"/>
                </a:ext>
              </a:extLst>
            </p:cNvPr>
            <p:cNvSpPr/>
            <p:nvPr/>
          </p:nvSpPr>
          <p:spPr>
            <a:xfrm>
              <a:off x="3623348"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91" name="Freeform: Shape 2690">
              <a:extLst>
                <a:ext uri="{FF2B5EF4-FFF2-40B4-BE49-F238E27FC236}">
                  <a16:creationId xmlns:a16="http://schemas.microsoft.com/office/drawing/2014/main" id="{9FAD3A1C-3D1E-EA76-ACCE-4A1DBC48992B}"/>
                </a:ext>
              </a:extLst>
            </p:cNvPr>
            <p:cNvSpPr/>
            <p:nvPr/>
          </p:nvSpPr>
          <p:spPr>
            <a:xfrm>
              <a:off x="3737603"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92" name="Freeform: Shape 2691">
              <a:extLst>
                <a:ext uri="{FF2B5EF4-FFF2-40B4-BE49-F238E27FC236}">
                  <a16:creationId xmlns:a16="http://schemas.microsoft.com/office/drawing/2014/main" id="{B56C8451-82EE-6F98-78C7-473DF3D53880}"/>
                </a:ext>
              </a:extLst>
            </p:cNvPr>
            <p:cNvSpPr/>
            <p:nvPr/>
          </p:nvSpPr>
          <p:spPr>
            <a:xfrm>
              <a:off x="3851815"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93" name="Freeform: Shape 2692">
              <a:extLst>
                <a:ext uri="{FF2B5EF4-FFF2-40B4-BE49-F238E27FC236}">
                  <a16:creationId xmlns:a16="http://schemas.microsoft.com/office/drawing/2014/main" id="{5CD31D35-732B-B4A5-C701-7BFFC9A2BBB3}"/>
                </a:ext>
              </a:extLst>
            </p:cNvPr>
            <p:cNvSpPr/>
            <p:nvPr/>
          </p:nvSpPr>
          <p:spPr>
            <a:xfrm>
              <a:off x="3966071"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94" name="Freeform: Shape 2693">
              <a:extLst>
                <a:ext uri="{FF2B5EF4-FFF2-40B4-BE49-F238E27FC236}">
                  <a16:creationId xmlns:a16="http://schemas.microsoft.com/office/drawing/2014/main" id="{1E1DA1B8-6E17-5491-8EC8-0BF777A80D84}"/>
                </a:ext>
              </a:extLst>
            </p:cNvPr>
            <p:cNvSpPr/>
            <p:nvPr/>
          </p:nvSpPr>
          <p:spPr>
            <a:xfrm>
              <a:off x="4080327"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95" name="Freeform: Shape 2694">
              <a:extLst>
                <a:ext uri="{FF2B5EF4-FFF2-40B4-BE49-F238E27FC236}">
                  <a16:creationId xmlns:a16="http://schemas.microsoft.com/office/drawing/2014/main" id="{B59C4D82-D2F4-8EA5-CB63-A3B209B4912E}"/>
                </a:ext>
              </a:extLst>
            </p:cNvPr>
            <p:cNvSpPr/>
            <p:nvPr/>
          </p:nvSpPr>
          <p:spPr>
            <a:xfrm>
              <a:off x="4194582"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96" name="Freeform: Shape 2695">
              <a:extLst>
                <a:ext uri="{FF2B5EF4-FFF2-40B4-BE49-F238E27FC236}">
                  <a16:creationId xmlns:a16="http://schemas.microsoft.com/office/drawing/2014/main" id="{BE2DD337-CCDE-CEF2-457E-5B199766DE00}"/>
                </a:ext>
              </a:extLst>
            </p:cNvPr>
            <p:cNvSpPr/>
            <p:nvPr/>
          </p:nvSpPr>
          <p:spPr>
            <a:xfrm>
              <a:off x="4308838"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97" name="Freeform: Shape 2696">
              <a:extLst>
                <a:ext uri="{FF2B5EF4-FFF2-40B4-BE49-F238E27FC236}">
                  <a16:creationId xmlns:a16="http://schemas.microsoft.com/office/drawing/2014/main" id="{C9629948-0FC8-1889-93E3-35A8C38B962C}"/>
                </a:ext>
              </a:extLst>
            </p:cNvPr>
            <p:cNvSpPr/>
            <p:nvPr/>
          </p:nvSpPr>
          <p:spPr>
            <a:xfrm>
              <a:off x="4423094"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98" name="Freeform: Shape 2697">
              <a:extLst>
                <a:ext uri="{FF2B5EF4-FFF2-40B4-BE49-F238E27FC236}">
                  <a16:creationId xmlns:a16="http://schemas.microsoft.com/office/drawing/2014/main" id="{7C1571E7-8D04-EC80-30E2-2F574CE0CF04}"/>
                </a:ext>
              </a:extLst>
            </p:cNvPr>
            <p:cNvSpPr/>
            <p:nvPr/>
          </p:nvSpPr>
          <p:spPr>
            <a:xfrm>
              <a:off x="4537350"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699" name="Freeform: Shape 2698">
              <a:extLst>
                <a:ext uri="{FF2B5EF4-FFF2-40B4-BE49-F238E27FC236}">
                  <a16:creationId xmlns:a16="http://schemas.microsoft.com/office/drawing/2014/main" id="{9B2C0087-5D1B-DC01-F08A-77B6542F9B99}"/>
                </a:ext>
              </a:extLst>
            </p:cNvPr>
            <p:cNvSpPr/>
            <p:nvPr/>
          </p:nvSpPr>
          <p:spPr>
            <a:xfrm>
              <a:off x="4651605"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00" name="Freeform: Shape 2699">
              <a:extLst>
                <a:ext uri="{FF2B5EF4-FFF2-40B4-BE49-F238E27FC236}">
                  <a16:creationId xmlns:a16="http://schemas.microsoft.com/office/drawing/2014/main" id="{BAFF1BF0-A137-5986-81A7-48864C828017}"/>
                </a:ext>
              </a:extLst>
            </p:cNvPr>
            <p:cNvSpPr/>
            <p:nvPr/>
          </p:nvSpPr>
          <p:spPr>
            <a:xfrm>
              <a:off x="4765861"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01" name="Freeform: Shape 2700">
              <a:extLst>
                <a:ext uri="{FF2B5EF4-FFF2-40B4-BE49-F238E27FC236}">
                  <a16:creationId xmlns:a16="http://schemas.microsoft.com/office/drawing/2014/main" id="{9FE9EDF9-FC24-D490-8297-177D537820B3}"/>
                </a:ext>
              </a:extLst>
            </p:cNvPr>
            <p:cNvSpPr/>
            <p:nvPr/>
          </p:nvSpPr>
          <p:spPr>
            <a:xfrm>
              <a:off x="4880117"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02" name="Freeform: Shape 2701">
              <a:extLst>
                <a:ext uri="{FF2B5EF4-FFF2-40B4-BE49-F238E27FC236}">
                  <a16:creationId xmlns:a16="http://schemas.microsoft.com/office/drawing/2014/main" id="{35770B26-08DD-40D9-EB23-00EF7EA2BE9F}"/>
                </a:ext>
              </a:extLst>
            </p:cNvPr>
            <p:cNvSpPr/>
            <p:nvPr/>
          </p:nvSpPr>
          <p:spPr>
            <a:xfrm>
              <a:off x="4994373"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03" name="Freeform: Shape 2702">
              <a:extLst>
                <a:ext uri="{FF2B5EF4-FFF2-40B4-BE49-F238E27FC236}">
                  <a16:creationId xmlns:a16="http://schemas.microsoft.com/office/drawing/2014/main" id="{52170F46-547B-E5AC-7968-1797C021EE80}"/>
                </a:ext>
              </a:extLst>
            </p:cNvPr>
            <p:cNvSpPr/>
            <p:nvPr/>
          </p:nvSpPr>
          <p:spPr>
            <a:xfrm>
              <a:off x="5108629"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04" name="Freeform: Shape 2703">
              <a:extLst>
                <a:ext uri="{FF2B5EF4-FFF2-40B4-BE49-F238E27FC236}">
                  <a16:creationId xmlns:a16="http://schemas.microsoft.com/office/drawing/2014/main" id="{00922C91-5C90-CC11-DE7D-09B1C76F54BC}"/>
                </a:ext>
              </a:extLst>
            </p:cNvPr>
            <p:cNvSpPr/>
            <p:nvPr/>
          </p:nvSpPr>
          <p:spPr>
            <a:xfrm>
              <a:off x="5222840"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05" name="Freeform: Shape 2704">
              <a:extLst>
                <a:ext uri="{FF2B5EF4-FFF2-40B4-BE49-F238E27FC236}">
                  <a16:creationId xmlns:a16="http://schemas.microsoft.com/office/drawing/2014/main" id="{725C4279-7099-4C1A-D68D-DB2974B8644E}"/>
                </a:ext>
              </a:extLst>
            </p:cNvPr>
            <p:cNvSpPr/>
            <p:nvPr/>
          </p:nvSpPr>
          <p:spPr>
            <a:xfrm>
              <a:off x="5337096"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06" name="Freeform: Shape 2705">
              <a:extLst>
                <a:ext uri="{FF2B5EF4-FFF2-40B4-BE49-F238E27FC236}">
                  <a16:creationId xmlns:a16="http://schemas.microsoft.com/office/drawing/2014/main" id="{E1AB23E8-5146-C64E-914F-401212D4B261}"/>
                </a:ext>
              </a:extLst>
            </p:cNvPr>
            <p:cNvSpPr/>
            <p:nvPr/>
          </p:nvSpPr>
          <p:spPr>
            <a:xfrm>
              <a:off x="5451352"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07" name="Freeform: Shape 2706">
              <a:extLst>
                <a:ext uri="{FF2B5EF4-FFF2-40B4-BE49-F238E27FC236}">
                  <a16:creationId xmlns:a16="http://schemas.microsoft.com/office/drawing/2014/main" id="{C3B6D456-3755-5724-9333-CE4D627E91CD}"/>
                </a:ext>
              </a:extLst>
            </p:cNvPr>
            <p:cNvSpPr/>
            <p:nvPr/>
          </p:nvSpPr>
          <p:spPr>
            <a:xfrm>
              <a:off x="5565608"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08" name="Freeform: Shape 2707">
              <a:extLst>
                <a:ext uri="{FF2B5EF4-FFF2-40B4-BE49-F238E27FC236}">
                  <a16:creationId xmlns:a16="http://schemas.microsoft.com/office/drawing/2014/main" id="{1318EB01-9726-BAAB-3AAC-76EC6D814F09}"/>
                </a:ext>
              </a:extLst>
            </p:cNvPr>
            <p:cNvSpPr/>
            <p:nvPr/>
          </p:nvSpPr>
          <p:spPr>
            <a:xfrm>
              <a:off x="5679863"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09" name="Freeform: Shape 2708">
              <a:extLst>
                <a:ext uri="{FF2B5EF4-FFF2-40B4-BE49-F238E27FC236}">
                  <a16:creationId xmlns:a16="http://schemas.microsoft.com/office/drawing/2014/main" id="{4128AD2C-4866-DAA7-01AE-1AAA1E1B5316}"/>
                </a:ext>
              </a:extLst>
            </p:cNvPr>
            <p:cNvSpPr/>
            <p:nvPr/>
          </p:nvSpPr>
          <p:spPr>
            <a:xfrm>
              <a:off x="5794119"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10" name="Freeform: Shape 2709">
              <a:extLst>
                <a:ext uri="{FF2B5EF4-FFF2-40B4-BE49-F238E27FC236}">
                  <a16:creationId xmlns:a16="http://schemas.microsoft.com/office/drawing/2014/main" id="{C05856EE-D0FC-A6D7-6E6D-A45DE33715D6}"/>
                </a:ext>
              </a:extLst>
            </p:cNvPr>
            <p:cNvSpPr/>
            <p:nvPr/>
          </p:nvSpPr>
          <p:spPr>
            <a:xfrm>
              <a:off x="5908375"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11" name="Freeform: Shape 2710">
              <a:extLst>
                <a:ext uri="{FF2B5EF4-FFF2-40B4-BE49-F238E27FC236}">
                  <a16:creationId xmlns:a16="http://schemas.microsoft.com/office/drawing/2014/main" id="{81D26D1E-076F-73AB-8CA0-6A806159DC25}"/>
                </a:ext>
              </a:extLst>
            </p:cNvPr>
            <p:cNvSpPr/>
            <p:nvPr/>
          </p:nvSpPr>
          <p:spPr>
            <a:xfrm>
              <a:off x="6022631"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12" name="Freeform: Shape 2711">
              <a:extLst>
                <a:ext uri="{FF2B5EF4-FFF2-40B4-BE49-F238E27FC236}">
                  <a16:creationId xmlns:a16="http://schemas.microsoft.com/office/drawing/2014/main" id="{62982AE0-ABDB-702E-C477-1618A54A5A35}"/>
                </a:ext>
              </a:extLst>
            </p:cNvPr>
            <p:cNvSpPr/>
            <p:nvPr/>
          </p:nvSpPr>
          <p:spPr>
            <a:xfrm>
              <a:off x="6136886"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13" name="Freeform: Shape 2712">
              <a:extLst>
                <a:ext uri="{FF2B5EF4-FFF2-40B4-BE49-F238E27FC236}">
                  <a16:creationId xmlns:a16="http://schemas.microsoft.com/office/drawing/2014/main" id="{67DFBD5C-C300-9748-634F-2D97FB24D524}"/>
                </a:ext>
              </a:extLst>
            </p:cNvPr>
            <p:cNvSpPr/>
            <p:nvPr/>
          </p:nvSpPr>
          <p:spPr>
            <a:xfrm>
              <a:off x="6251142"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14" name="Freeform: Shape 2713">
              <a:extLst>
                <a:ext uri="{FF2B5EF4-FFF2-40B4-BE49-F238E27FC236}">
                  <a16:creationId xmlns:a16="http://schemas.microsoft.com/office/drawing/2014/main" id="{98DD8AB8-58B0-5F15-8836-38706736487B}"/>
                </a:ext>
              </a:extLst>
            </p:cNvPr>
            <p:cNvSpPr/>
            <p:nvPr/>
          </p:nvSpPr>
          <p:spPr>
            <a:xfrm>
              <a:off x="6365398"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15" name="Freeform: Shape 2714">
              <a:extLst>
                <a:ext uri="{FF2B5EF4-FFF2-40B4-BE49-F238E27FC236}">
                  <a16:creationId xmlns:a16="http://schemas.microsoft.com/office/drawing/2014/main" id="{25F205FE-BDB2-45BB-1617-4FF9EA7A7EF3}"/>
                </a:ext>
              </a:extLst>
            </p:cNvPr>
            <p:cNvSpPr/>
            <p:nvPr/>
          </p:nvSpPr>
          <p:spPr>
            <a:xfrm>
              <a:off x="6479610"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16" name="Freeform: Shape 2715">
              <a:extLst>
                <a:ext uri="{FF2B5EF4-FFF2-40B4-BE49-F238E27FC236}">
                  <a16:creationId xmlns:a16="http://schemas.microsoft.com/office/drawing/2014/main" id="{29B3F7A8-476F-F00F-5767-0612A264792D}"/>
                </a:ext>
              </a:extLst>
            </p:cNvPr>
            <p:cNvSpPr/>
            <p:nvPr/>
          </p:nvSpPr>
          <p:spPr>
            <a:xfrm>
              <a:off x="6593865"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17" name="Freeform: Shape 2716">
              <a:extLst>
                <a:ext uri="{FF2B5EF4-FFF2-40B4-BE49-F238E27FC236}">
                  <a16:creationId xmlns:a16="http://schemas.microsoft.com/office/drawing/2014/main" id="{34599B19-10DD-81C9-83C1-D02EEBA37E0D}"/>
                </a:ext>
              </a:extLst>
            </p:cNvPr>
            <p:cNvSpPr/>
            <p:nvPr/>
          </p:nvSpPr>
          <p:spPr>
            <a:xfrm>
              <a:off x="6708121" y="366020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18" name="Freeform: Shape 2717">
              <a:extLst>
                <a:ext uri="{FF2B5EF4-FFF2-40B4-BE49-F238E27FC236}">
                  <a16:creationId xmlns:a16="http://schemas.microsoft.com/office/drawing/2014/main" id="{60480A3D-C88E-BA29-F5D4-53728ED7B58B}"/>
                </a:ext>
              </a:extLst>
            </p:cNvPr>
            <p:cNvSpPr/>
            <p:nvPr/>
          </p:nvSpPr>
          <p:spPr>
            <a:xfrm>
              <a:off x="6822377"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19" name="Freeform: Shape 2718">
              <a:extLst>
                <a:ext uri="{FF2B5EF4-FFF2-40B4-BE49-F238E27FC236}">
                  <a16:creationId xmlns:a16="http://schemas.microsoft.com/office/drawing/2014/main" id="{CBEB95E6-A3DF-7C66-E62B-632E89EA681B}"/>
                </a:ext>
              </a:extLst>
            </p:cNvPr>
            <p:cNvSpPr/>
            <p:nvPr/>
          </p:nvSpPr>
          <p:spPr>
            <a:xfrm>
              <a:off x="6936633"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20" name="Freeform: Shape 2719">
              <a:extLst>
                <a:ext uri="{FF2B5EF4-FFF2-40B4-BE49-F238E27FC236}">
                  <a16:creationId xmlns:a16="http://schemas.microsoft.com/office/drawing/2014/main" id="{D9E1C174-0238-7222-4774-5911E18C7F50}"/>
                </a:ext>
              </a:extLst>
            </p:cNvPr>
            <p:cNvSpPr/>
            <p:nvPr/>
          </p:nvSpPr>
          <p:spPr>
            <a:xfrm>
              <a:off x="7050888" y="366020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21" name="Freeform: Shape 2720">
              <a:extLst>
                <a:ext uri="{FF2B5EF4-FFF2-40B4-BE49-F238E27FC236}">
                  <a16:creationId xmlns:a16="http://schemas.microsoft.com/office/drawing/2014/main" id="{5900DE19-9A1E-35DA-1A49-73585163384B}"/>
                </a:ext>
              </a:extLst>
            </p:cNvPr>
            <p:cNvSpPr/>
            <p:nvPr/>
          </p:nvSpPr>
          <p:spPr>
            <a:xfrm>
              <a:off x="7165144"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22" name="Freeform: Shape 2721">
              <a:extLst>
                <a:ext uri="{FF2B5EF4-FFF2-40B4-BE49-F238E27FC236}">
                  <a16:creationId xmlns:a16="http://schemas.microsoft.com/office/drawing/2014/main" id="{036E4792-F0E1-4948-82CE-5B7B0596E99A}"/>
                </a:ext>
              </a:extLst>
            </p:cNvPr>
            <p:cNvSpPr/>
            <p:nvPr/>
          </p:nvSpPr>
          <p:spPr>
            <a:xfrm>
              <a:off x="2366578"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23" name="Freeform: Shape 2722">
              <a:extLst>
                <a:ext uri="{FF2B5EF4-FFF2-40B4-BE49-F238E27FC236}">
                  <a16:creationId xmlns:a16="http://schemas.microsoft.com/office/drawing/2014/main" id="{83620263-7964-43E3-E065-FFFFE1D87831}"/>
                </a:ext>
              </a:extLst>
            </p:cNvPr>
            <p:cNvSpPr/>
            <p:nvPr/>
          </p:nvSpPr>
          <p:spPr>
            <a:xfrm>
              <a:off x="2480790"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24" name="Freeform: Shape 2723">
              <a:extLst>
                <a:ext uri="{FF2B5EF4-FFF2-40B4-BE49-F238E27FC236}">
                  <a16:creationId xmlns:a16="http://schemas.microsoft.com/office/drawing/2014/main" id="{98F16263-23A5-0B29-628B-80BE60220D4F}"/>
                </a:ext>
              </a:extLst>
            </p:cNvPr>
            <p:cNvSpPr/>
            <p:nvPr/>
          </p:nvSpPr>
          <p:spPr>
            <a:xfrm>
              <a:off x="2595046"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25" name="Freeform: Shape 2724">
              <a:extLst>
                <a:ext uri="{FF2B5EF4-FFF2-40B4-BE49-F238E27FC236}">
                  <a16:creationId xmlns:a16="http://schemas.microsoft.com/office/drawing/2014/main" id="{396008C4-A482-2F45-B3E4-005E89254E6C}"/>
                </a:ext>
              </a:extLst>
            </p:cNvPr>
            <p:cNvSpPr/>
            <p:nvPr/>
          </p:nvSpPr>
          <p:spPr>
            <a:xfrm>
              <a:off x="2709301"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26" name="Freeform: Shape 2725">
              <a:extLst>
                <a:ext uri="{FF2B5EF4-FFF2-40B4-BE49-F238E27FC236}">
                  <a16:creationId xmlns:a16="http://schemas.microsoft.com/office/drawing/2014/main" id="{2ED366BB-857F-5003-C72C-40F131B3D8DE}"/>
                </a:ext>
              </a:extLst>
            </p:cNvPr>
            <p:cNvSpPr/>
            <p:nvPr/>
          </p:nvSpPr>
          <p:spPr>
            <a:xfrm>
              <a:off x="2823557"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27" name="Freeform: Shape 2726">
              <a:extLst>
                <a:ext uri="{FF2B5EF4-FFF2-40B4-BE49-F238E27FC236}">
                  <a16:creationId xmlns:a16="http://schemas.microsoft.com/office/drawing/2014/main" id="{545975E8-C14E-245A-9213-9086FBD2572F}"/>
                </a:ext>
              </a:extLst>
            </p:cNvPr>
            <p:cNvSpPr/>
            <p:nvPr/>
          </p:nvSpPr>
          <p:spPr>
            <a:xfrm>
              <a:off x="2937813"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28" name="Freeform: Shape 2727">
              <a:extLst>
                <a:ext uri="{FF2B5EF4-FFF2-40B4-BE49-F238E27FC236}">
                  <a16:creationId xmlns:a16="http://schemas.microsoft.com/office/drawing/2014/main" id="{42AD3339-8EEB-F957-B704-6AEFDDCB154D}"/>
                </a:ext>
              </a:extLst>
            </p:cNvPr>
            <p:cNvSpPr/>
            <p:nvPr/>
          </p:nvSpPr>
          <p:spPr>
            <a:xfrm>
              <a:off x="3052069"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29" name="Freeform: Shape 2728">
              <a:extLst>
                <a:ext uri="{FF2B5EF4-FFF2-40B4-BE49-F238E27FC236}">
                  <a16:creationId xmlns:a16="http://schemas.microsoft.com/office/drawing/2014/main" id="{AF60A591-4D67-0673-6011-466A1E5DED70}"/>
                </a:ext>
              </a:extLst>
            </p:cNvPr>
            <p:cNvSpPr/>
            <p:nvPr/>
          </p:nvSpPr>
          <p:spPr>
            <a:xfrm>
              <a:off x="3166325"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30" name="Freeform: Shape 2729">
              <a:extLst>
                <a:ext uri="{FF2B5EF4-FFF2-40B4-BE49-F238E27FC236}">
                  <a16:creationId xmlns:a16="http://schemas.microsoft.com/office/drawing/2014/main" id="{349250FD-87E7-E09C-F073-0766776F0FC3}"/>
                </a:ext>
              </a:extLst>
            </p:cNvPr>
            <p:cNvSpPr/>
            <p:nvPr/>
          </p:nvSpPr>
          <p:spPr>
            <a:xfrm>
              <a:off x="3280580"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31" name="Freeform: Shape 2730">
              <a:extLst>
                <a:ext uri="{FF2B5EF4-FFF2-40B4-BE49-F238E27FC236}">
                  <a16:creationId xmlns:a16="http://schemas.microsoft.com/office/drawing/2014/main" id="{EE366C10-1B20-5395-CD42-251E73E6CD06}"/>
                </a:ext>
              </a:extLst>
            </p:cNvPr>
            <p:cNvSpPr/>
            <p:nvPr/>
          </p:nvSpPr>
          <p:spPr>
            <a:xfrm>
              <a:off x="3394836"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32" name="Freeform: Shape 2731">
              <a:extLst>
                <a:ext uri="{FF2B5EF4-FFF2-40B4-BE49-F238E27FC236}">
                  <a16:creationId xmlns:a16="http://schemas.microsoft.com/office/drawing/2014/main" id="{82BDFC2D-AF52-E011-CCF3-00261DBB7BFE}"/>
                </a:ext>
              </a:extLst>
            </p:cNvPr>
            <p:cNvSpPr/>
            <p:nvPr/>
          </p:nvSpPr>
          <p:spPr>
            <a:xfrm>
              <a:off x="3509092"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33" name="Freeform: Shape 2732">
              <a:extLst>
                <a:ext uri="{FF2B5EF4-FFF2-40B4-BE49-F238E27FC236}">
                  <a16:creationId xmlns:a16="http://schemas.microsoft.com/office/drawing/2014/main" id="{075A08B8-89FC-D3F0-96E2-FFEECC50867F}"/>
                </a:ext>
              </a:extLst>
            </p:cNvPr>
            <p:cNvSpPr/>
            <p:nvPr/>
          </p:nvSpPr>
          <p:spPr>
            <a:xfrm>
              <a:off x="3623348"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34" name="Freeform: Shape 2733">
              <a:extLst>
                <a:ext uri="{FF2B5EF4-FFF2-40B4-BE49-F238E27FC236}">
                  <a16:creationId xmlns:a16="http://schemas.microsoft.com/office/drawing/2014/main" id="{0C9DACE0-FEA0-9E61-4D34-F8D669E691CD}"/>
                </a:ext>
              </a:extLst>
            </p:cNvPr>
            <p:cNvSpPr/>
            <p:nvPr/>
          </p:nvSpPr>
          <p:spPr>
            <a:xfrm>
              <a:off x="3737603"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35" name="Freeform: Shape 2734">
              <a:extLst>
                <a:ext uri="{FF2B5EF4-FFF2-40B4-BE49-F238E27FC236}">
                  <a16:creationId xmlns:a16="http://schemas.microsoft.com/office/drawing/2014/main" id="{024F404D-A66F-EB6C-C36D-2BCED10EBBDC}"/>
                </a:ext>
              </a:extLst>
            </p:cNvPr>
            <p:cNvSpPr/>
            <p:nvPr/>
          </p:nvSpPr>
          <p:spPr>
            <a:xfrm>
              <a:off x="3851815"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36" name="Freeform: Shape 2735">
              <a:extLst>
                <a:ext uri="{FF2B5EF4-FFF2-40B4-BE49-F238E27FC236}">
                  <a16:creationId xmlns:a16="http://schemas.microsoft.com/office/drawing/2014/main" id="{1BD052AE-9C1D-CC20-26D9-F29D2493083B}"/>
                </a:ext>
              </a:extLst>
            </p:cNvPr>
            <p:cNvSpPr/>
            <p:nvPr/>
          </p:nvSpPr>
          <p:spPr>
            <a:xfrm>
              <a:off x="3966071"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37" name="Freeform: Shape 2736">
              <a:extLst>
                <a:ext uri="{FF2B5EF4-FFF2-40B4-BE49-F238E27FC236}">
                  <a16:creationId xmlns:a16="http://schemas.microsoft.com/office/drawing/2014/main" id="{6E63CAF8-11C0-497E-AF11-718011AD7E2C}"/>
                </a:ext>
              </a:extLst>
            </p:cNvPr>
            <p:cNvSpPr/>
            <p:nvPr/>
          </p:nvSpPr>
          <p:spPr>
            <a:xfrm>
              <a:off x="4080327"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38" name="Freeform: Shape 2737">
              <a:extLst>
                <a:ext uri="{FF2B5EF4-FFF2-40B4-BE49-F238E27FC236}">
                  <a16:creationId xmlns:a16="http://schemas.microsoft.com/office/drawing/2014/main" id="{3C745EC3-F273-ECD8-2906-8D973EDC7E5E}"/>
                </a:ext>
              </a:extLst>
            </p:cNvPr>
            <p:cNvSpPr/>
            <p:nvPr/>
          </p:nvSpPr>
          <p:spPr>
            <a:xfrm>
              <a:off x="4194582"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39" name="Freeform: Shape 2738">
              <a:extLst>
                <a:ext uri="{FF2B5EF4-FFF2-40B4-BE49-F238E27FC236}">
                  <a16:creationId xmlns:a16="http://schemas.microsoft.com/office/drawing/2014/main" id="{E71F233E-DABD-B5BA-9F3A-ECF4AD478E95}"/>
                </a:ext>
              </a:extLst>
            </p:cNvPr>
            <p:cNvSpPr/>
            <p:nvPr/>
          </p:nvSpPr>
          <p:spPr>
            <a:xfrm>
              <a:off x="4308838"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40" name="Freeform: Shape 2739">
              <a:extLst>
                <a:ext uri="{FF2B5EF4-FFF2-40B4-BE49-F238E27FC236}">
                  <a16:creationId xmlns:a16="http://schemas.microsoft.com/office/drawing/2014/main" id="{B3AB0DF0-3E5F-631E-15CF-8D1EF4DC9618}"/>
                </a:ext>
              </a:extLst>
            </p:cNvPr>
            <p:cNvSpPr/>
            <p:nvPr/>
          </p:nvSpPr>
          <p:spPr>
            <a:xfrm>
              <a:off x="4423094"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41" name="Freeform: Shape 2740">
              <a:extLst>
                <a:ext uri="{FF2B5EF4-FFF2-40B4-BE49-F238E27FC236}">
                  <a16:creationId xmlns:a16="http://schemas.microsoft.com/office/drawing/2014/main" id="{1A477111-47BF-564C-9271-A4A83B37F7BC}"/>
                </a:ext>
              </a:extLst>
            </p:cNvPr>
            <p:cNvSpPr/>
            <p:nvPr/>
          </p:nvSpPr>
          <p:spPr>
            <a:xfrm>
              <a:off x="4537350"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42" name="Freeform: Shape 2741">
              <a:extLst>
                <a:ext uri="{FF2B5EF4-FFF2-40B4-BE49-F238E27FC236}">
                  <a16:creationId xmlns:a16="http://schemas.microsoft.com/office/drawing/2014/main" id="{A6E22B69-6FE8-57F3-3FB0-C3B888D6A290}"/>
                </a:ext>
              </a:extLst>
            </p:cNvPr>
            <p:cNvSpPr/>
            <p:nvPr/>
          </p:nvSpPr>
          <p:spPr>
            <a:xfrm>
              <a:off x="4651605"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43" name="Freeform: Shape 2742">
              <a:extLst>
                <a:ext uri="{FF2B5EF4-FFF2-40B4-BE49-F238E27FC236}">
                  <a16:creationId xmlns:a16="http://schemas.microsoft.com/office/drawing/2014/main" id="{D4F19C05-6631-3B79-C1C5-8353095A86AD}"/>
                </a:ext>
              </a:extLst>
            </p:cNvPr>
            <p:cNvSpPr/>
            <p:nvPr/>
          </p:nvSpPr>
          <p:spPr>
            <a:xfrm>
              <a:off x="4765861"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44" name="Freeform: Shape 2743">
              <a:extLst>
                <a:ext uri="{FF2B5EF4-FFF2-40B4-BE49-F238E27FC236}">
                  <a16:creationId xmlns:a16="http://schemas.microsoft.com/office/drawing/2014/main" id="{9B1974EF-B031-3406-640A-2488C956976E}"/>
                </a:ext>
              </a:extLst>
            </p:cNvPr>
            <p:cNvSpPr/>
            <p:nvPr/>
          </p:nvSpPr>
          <p:spPr>
            <a:xfrm>
              <a:off x="4880117"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45" name="Freeform: Shape 2744">
              <a:extLst>
                <a:ext uri="{FF2B5EF4-FFF2-40B4-BE49-F238E27FC236}">
                  <a16:creationId xmlns:a16="http://schemas.microsoft.com/office/drawing/2014/main" id="{274B1A11-FC45-70A1-1557-FC6AEA026907}"/>
                </a:ext>
              </a:extLst>
            </p:cNvPr>
            <p:cNvSpPr/>
            <p:nvPr/>
          </p:nvSpPr>
          <p:spPr>
            <a:xfrm>
              <a:off x="4994373"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46" name="Freeform: Shape 2745">
              <a:extLst>
                <a:ext uri="{FF2B5EF4-FFF2-40B4-BE49-F238E27FC236}">
                  <a16:creationId xmlns:a16="http://schemas.microsoft.com/office/drawing/2014/main" id="{248CD553-9E75-6DE1-FB12-B4316CF90D26}"/>
                </a:ext>
              </a:extLst>
            </p:cNvPr>
            <p:cNvSpPr/>
            <p:nvPr/>
          </p:nvSpPr>
          <p:spPr>
            <a:xfrm>
              <a:off x="5108629"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47" name="Freeform: Shape 2746">
              <a:extLst>
                <a:ext uri="{FF2B5EF4-FFF2-40B4-BE49-F238E27FC236}">
                  <a16:creationId xmlns:a16="http://schemas.microsoft.com/office/drawing/2014/main" id="{CCECE350-903D-86CD-D936-3732197720A8}"/>
                </a:ext>
              </a:extLst>
            </p:cNvPr>
            <p:cNvSpPr/>
            <p:nvPr/>
          </p:nvSpPr>
          <p:spPr>
            <a:xfrm>
              <a:off x="5222840"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48" name="Freeform: Shape 2747">
              <a:extLst>
                <a:ext uri="{FF2B5EF4-FFF2-40B4-BE49-F238E27FC236}">
                  <a16:creationId xmlns:a16="http://schemas.microsoft.com/office/drawing/2014/main" id="{4E719C03-90E5-BCF7-F3BE-702E50070F8B}"/>
                </a:ext>
              </a:extLst>
            </p:cNvPr>
            <p:cNvSpPr/>
            <p:nvPr/>
          </p:nvSpPr>
          <p:spPr>
            <a:xfrm>
              <a:off x="5337096"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49" name="Freeform: Shape 2748">
              <a:extLst>
                <a:ext uri="{FF2B5EF4-FFF2-40B4-BE49-F238E27FC236}">
                  <a16:creationId xmlns:a16="http://schemas.microsoft.com/office/drawing/2014/main" id="{D2FEB9F7-CDAA-61B9-D932-8DCA52380FAD}"/>
                </a:ext>
              </a:extLst>
            </p:cNvPr>
            <p:cNvSpPr/>
            <p:nvPr/>
          </p:nvSpPr>
          <p:spPr>
            <a:xfrm>
              <a:off x="5451352"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50" name="Freeform: Shape 2749">
              <a:extLst>
                <a:ext uri="{FF2B5EF4-FFF2-40B4-BE49-F238E27FC236}">
                  <a16:creationId xmlns:a16="http://schemas.microsoft.com/office/drawing/2014/main" id="{2E15F4C7-BA06-0CFA-912A-28EEA8A0C16D}"/>
                </a:ext>
              </a:extLst>
            </p:cNvPr>
            <p:cNvSpPr/>
            <p:nvPr/>
          </p:nvSpPr>
          <p:spPr>
            <a:xfrm>
              <a:off x="5565608"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51" name="Freeform: Shape 2750">
              <a:extLst>
                <a:ext uri="{FF2B5EF4-FFF2-40B4-BE49-F238E27FC236}">
                  <a16:creationId xmlns:a16="http://schemas.microsoft.com/office/drawing/2014/main" id="{6913E457-A4FE-DD5E-CD97-4FE9815CD723}"/>
                </a:ext>
              </a:extLst>
            </p:cNvPr>
            <p:cNvSpPr/>
            <p:nvPr/>
          </p:nvSpPr>
          <p:spPr>
            <a:xfrm>
              <a:off x="5679863"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52" name="Freeform: Shape 2751">
              <a:extLst>
                <a:ext uri="{FF2B5EF4-FFF2-40B4-BE49-F238E27FC236}">
                  <a16:creationId xmlns:a16="http://schemas.microsoft.com/office/drawing/2014/main" id="{8D84A219-23BA-E0F0-10E2-9837642E0CF1}"/>
                </a:ext>
              </a:extLst>
            </p:cNvPr>
            <p:cNvSpPr/>
            <p:nvPr/>
          </p:nvSpPr>
          <p:spPr>
            <a:xfrm>
              <a:off x="5794119"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53" name="Freeform: Shape 2752">
              <a:extLst>
                <a:ext uri="{FF2B5EF4-FFF2-40B4-BE49-F238E27FC236}">
                  <a16:creationId xmlns:a16="http://schemas.microsoft.com/office/drawing/2014/main" id="{CC83E749-1463-6201-A903-D2F31053F831}"/>
                </a:ext>
              </a:extLst>
            </p:cNvPr>
            <p:cNvSpPr/>
            <p:nvPr/>
          </p:nvSpPr>
          <p:spPr>
            <a:xfrm>
              <a:off x="5908375"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54" name="Freeform: Shape 2753">
              <a:extLst>
                <a:ext uri="{FF2B5EF4-FFF2-40B4-BE49-F238E27FC236}">
                  <a16:creationId xmlns:a16="http://schemas.microsoft.com/office/drawing/2014/main" id="{9E6DF6C2-2314-0CA5-3D2E-6C0F8985B01E}"/>
                </a:ext>
              </a:extLst>
            </p:cNvPr>
            <p:cNvSpPr/>
            <p:nvPr/>
          </p:nvSpPr>
          <p:spPr>
            <a:xfrm>
              <a:off x="6022631"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55" name="Freeform: Shape 2754">
              <a:extLst>
                <a:ext uri="{FF2B5EF4-FFF2-40B4-BE49-F238E27FC236}">
                  <a16:creationId xmlns:a16="http://schemas.microsoft.com/office/drawing/2014/main" id="{DC2DA679-E57C-431B-ABC6-ABEBACE9F791}"/>
                </a:ext>
              </a:extLst>
            </p:cNvPr>
            <p:cNvSpPr/>
            <p:nvPr/>
          </p:nvSpPr>
          <p:spPr>
            <a:xfrm>
              <a:off x="6136886"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56" name="Freeform: Shape 2755">
              <a:extLst>
                <a:ext uri="{FF2B5EF4-FFF2-40B4-BE49-F238E27FC236}">
                  <a16:creationId xmlns:a16="http://schemas.microsoft.com/office/drawing/2014/main" id="{598E064F-433D-D1D9-3913-C1F58EC9850B}"/>
                </a:ext>
              </a:extLst>
            </p:cNvPr>
            <p:cNvSpPr/>
            <p:nvPr/>
          </p:nvSpPr>
          <p:spPr>
            <a:xfrm>
              <a:off x="6251142"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57" name="Freeform: Shape 2756">
              <a:extLst>
                <a:ext uri="{FF2B5EF4-FFF2-40B4-BE49-F238E27FC236}">
                  <a16:creationId xmlns:a16="http://schemas.microsoft.com/office/drawing/2014/main" id="{91604E8B-CDD3-1860-27A0-243C4A771059}"/>
                </a:ext>
              </a:extLst>
            </p:cNvPr>
            <p:cNvSpPr/>
            <p:nvPr/>
          </p:nvSpPr>
          <p:spPr>
            <a:xfrm>
              <a:off x="6365398"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58" name="Freeform: Shape 2757">
              <a:extLst>
                <a:ext uri="{FF2B5EF4-FFF2-40B4-BE49-F238E27FC236}">
                  <a16:creationId xmlns:a16="http://schemas.microsoft.com/office/drawing/2014/main" id="{F1070A45-3E60-E3D1-A12F-00F23FA7DB08}"/>
                </a:ext>
              </a:extLst>
            </p:cNvPr>
            <p:cNvSpPr/>
            <p:nvPr/>
          </p:nvSpPr>
          <p:spPr>
            <a:xfrm>
              <a:off x="6479610"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59" name="Freeform: Shape 2758">
              <a:extLst>
                <a:ext uri="{FF2B5EF4-FFF2-40B4-BE49-F238E27FC236}">
                  <a16:creationId xmlns:a16="http://schemas.microsoft.com/office/drawing/2014/main" id="{5D996F92-B1B0-DBBB-D348-262FD7FEFF1F}"/>
                </a:ext>
              </a:extLst>
            </p:cNvPr>
            <p:cNvSpPr/>
            <p:nvPr/>
          </p:nvSpPr>
          <p:spPr>
            <a:xfrm>
              <a:off x="6593865"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60" name="Freeform: Shape 2759">
              <a:extLst>
                <a:ext uri="{FF2B5EF4-FFF2-40B4-BE49-F238E27FC236}">
                  <a16:creationId xmlns:a16="http://schemas.microsoft.com/office/drawing/2014/main" id="{9D425D09-E146-81F5-74B4-BBD7FBE8D83C}"/>
                </a:ext>
              </a:extLst>
            </p:cNvPr>
            <p:cNvSpPr/>
            <p:nvPr/>
          </p:nvSpPr>
          <p:spPr>
            <a:xfrm>
              <a:off x="6708121" y="377446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61" name="Freeform: Shape 2760">
              <a:extLst>
                <a:ext uri="{FF2B5EF4-FFF2-40B4-BE49-F238E27FC236}">
                  <a16:creationId xmlns:a16="http://schemas.microsoft.com/office/drawing/2014/main" id="{A4C8ECE0-F7FB-0714-62D0-6B20D56BA28D}"/>
                </a:ext>
              </a:extLst>
            </p:cNvPr>
            <p:cNvSpPr/>
            <p:nvPr/>
          </p:nvSpPr>
          <p:spPr>
            <a:xfrm>
              <a:off x="6822377"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62" name="Freeform: Shape 2761">
              <a:extLst>
                <a:ext uri="{FF2B5EF4-FFF2-40B4-BE49-F238E27FC236}">
                  <a16:creationId xmlns:a16="http://schemas.microsoft.com/office/drawing/2014/main" id="{F440B22A-B16A-105A-2030-38BE7E9284C7}"/>
                </a:ext>
              </a:extLst>
            </p:cNvPr>
            <p:cNvSpPr/>
            <p:nvPr/>
          </p:nvSpPr>
          <p:spPr>
            <a:xfrm>
              <a:off x="6936633"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63" name="Freeform: Shape 2762">
              <a:extLst>
                <a:ext uri="{FF2B5EF4-FFF2-40B4-BE49-F238E27FC236}">
                  <a16:creationId xmlns:a16="http://schemas.microsoft.com/office/drawing/2014/main" id="{511CEEF5-DCA3-F049-7D5E-B97F8ADD47DD}"/>
                </a:ext>
              </a:extLst>
            </p:cNvPr>
            <p:cNvSpPr/>
            <p:nvPr/>
          </p:nvSpPr>
          <p:spPr>
            <a:xfrm>
              <a:off x="7050888" y="377446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64" name="Freeform: Shape 2763">
              <a:extLst>
                <a:ext uri="{FF2B5EF4-FFF2-40B4-BE49-F238E27FC236}">
                  <a16:creationId xmlns:a16="http://schemas.microsoft.com/office/drawing/2014/main" id="{B0ADE1B2-DFCD-D91F-293A-54461FA01F7E}"/>
                </a:ext>
              </a:extLst>
            </p:cNvPr>
            <p:cNvSpPr/>
            <p:nvPr/>
          </p:nvSpPr>
          <p:spPr>
            <a:xfrm>
              <a:off x="7165144"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65" name="Freeform: Shape 2764">
              <a:extLst>
                <a:ext uri="{FF2B5EF4-FFF2-40B4-BE49-F238E27FC236}">
                  <a16:creationId xmlns:a16="http://schemas.microsoft.com/office/drawing/2014/main" id="{55A6BE2A-09C3-33B8-6DD9-28C00AD3E382}"/>
                </a:ext>
              </a:extLst>
            </p:cNvPr>
            <p:cNvSpPr/>
            <p:nvPr/>
          </p:nvSpPr>
          <p:spPr>
            <a:xfrm>
              <a:off x="2366578"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66" name="Freeform: Shape 2765">
              <a:extLst>
                <a:ext uri="{FF2B5EF4-FFF2-40B4-BE49-F238E27FC236}">
                  <a16:creationId xmlns:a16="http://schemas.microsoft.com/office/drawing/2014/main" id="{A43320B7-16B3-1FC9-4E10-D5DCB9EAF4BC}"/>
                </a:ext>
              </a:extLst>
            </p:cNvPr>
            <p:cNvSpPr/>
            <p:nvPr/>
          </p:nvSpPr>
          <p:spPr>
            <a:xfrm>
              <a:off x="2480790"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67" name="Freeform: Shape 2766">
              <a:extLst>
                <a:ext uri="{FF2B5EF4-FFF2-40B4-BE49-F238E27FC236}">
                  <a16:creationId xmlns:a16="http://schemas.microsoft.com/office/drawing/2014/main" id="{42C5157B-DD4D-35F3-326A-5ECD3C4803E5}"/>
                </a:ext>
              </a:extLst>
            </p:cNvPr>
            <p:cNvSpPr/>
            <p:nvPr/>
          </p:nvSpPr>
          <p:spPr>
            <a:xfrm>
              <a:off x="2595046"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68" name="Freeform: Shape 2767">
              <a:extLst>
                <a:ext uri="{FF2B5EF4-FFF2-40B4-BE49-F238E27FC236}">
                  <a16:creationId xmlns:a16="http://schemas.microsoft.com/office/drawing/2014/main" id="{DDF92D8D-2804-C358-DBD0-0208212D85F1}"/>
                </a:ext>
              </a:extLst>
            </p:cNvPr>
            <p:cNvSpPr/>
            <p:nvPr/>
          </p:nvSpPr>
          <p:spPr>
            <a:xfrm>
              <a:off x="2709301"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69" name="Freeform: Shape 2768">
              <a:extLst>
                <a:ext uri="{FF2B5EF4-FFF2-40B4-BE49-F238E27FC236}">
                  <a16:creationId xmlns:a16="http://schemas.microsoft.com/office/drawing/2014/main" id="{589A63A8-706D-6FCA-62A2-F6274D34602C}"/>
                </a:ext>
              </a:extLst>
            </p:cNvPr>
            <p:cNvSpPr/>
            <p:nvPr/>
          </p:nvSpPr>
          <p:spPr>
            <a:xfrm>
              <a:off x="2823557"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70" name="Freeform: Shape 2769">
              <a:extLst>
                <a:ext uri="{FF2B5EF4-FFF2-40B4-BE49-F238E27FC236}">
                  <a16:creationId xmlns:a16="http://schemas.microsoft.com/office/drawing/2014/main" id="{08830364-D11B-3B66-6739-AB550498F142}"/>
                </a:ext>
              </a:extLst>
            </p:cNvPr>
            <p:cNvSpPr/>
            <p:nvPr/>
          </p:nvSpPr>
          <p:spPr>
            <a:xfrm>
              <a:off x="2937813"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71" name="Freeform: Shape 2770">
              <a:extLst>
                <a:ext uri="{FF2B5EF4-FFF2-40B4-BE49-F238E27FC236}">
                  <a16:creationId xmlns:a16="http://schemas.microsoft.com/office/drawing/2014/main" id="{9C98D603-F352-52CB-0F8E-3A294E1FD778}"/>
                </a:ext>
              </a:extLst>
            </p:cNvPr>
            <p:cNvSpPr/>
            <p:nvPr/>
          </p:nvSpPr>
          <p:spPr>
            <a:xfrm>
              <a:off x="3052069"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72" name="Freeform: Shape 2771">
              <a:extLst>
                <a:ext uri="{FF2B5EF4-FFF2-40B4-BE49-F238E27FC236}">
                  <a16:creationId xmlns:a16="http://schemas.microsoft.com/office/drawing/2014/main" id="{264A6971-F94D-499C-8A85-66EDCFC91575}"/>
                </a:ext>
              </a:extLst>
            </p:cNvPr>
            <p:cNvSpPr/>
            <p:nvPr/>
          </p:nvSpPr>
          <p:spPr>
            <a:xfrm>
              <a:off x="3166325"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73" name="Freeform: Shape 2772">
              <a:extLst>
                <a:ext uri="{FF2B5EF4-FFF2-40B4-BE49-F238E27FC236}">
                  <a16:creationId xmlns:a16="http://schemas.microsoft.com/office/drawing/2014/main" id="{679EBA1F-F524-043E-B286-0D7F8FF0B52A}"/>
                </a:ext>
              </a:extLst>
            </p:cNvPr>
            <p:cNvSpPr/>
            <p:nvPr/>
          </p:nvSpPr>
          <p:spPr>
            <a:xfrm>
              <a:off x="3280580"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74" name="Freeform: Shape 2773">
              <a:extLst>
                <a:ext uri="{FF2B5EF4-FFF2-40B4-BE49-F238E27FC236}">
                  <a16:creationId xmlns:a16="http://schemas.microsoft.com/office/drawing/2014/main" id="{1BE1AC95-886B-787D-03AC-61D49217D312}"/>
                </a:ext>
              </a:extLst>
            </p:cNvPr>
            <p:cNvSpPr/>
            <p:nvPr/>
          </p:nvSpPr>
          <p:spPr>
            <a:xfrm>
              <a:off x="3394836"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75" name="Freeform: Shape 2774">
              <a:extLst>
                <a:ext uri="{FF2B5EF4-FFF2-40B4-BE49-F238E27FC236}">
                  <a16:creationId xmlns:a16="http://schemas.microsoft.com/office/drawing/2014/main" id="{16F53B50-AAF1-8AB6-093B-8AC1604741FF}"/>
                </a:ext>
              </a:extLst>
            </p:cNvPr>
            <p:cNvSpPr/>
            <p:nvPr/>
          </p:nvSpPr>
          <p:spPr>
            <a:xfrm>
              <a:off x="3509092"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76" name="Freeform: Shape 2775">
              <a:extLst>
                <a:ext uri="{FF2B5EF4-FFF2-40B4-BE49-F238E27FC236}">
                  <a16:creationId xmlns:a16="http://schemas.microsoft.com/office/drawing/2014/main" id="{B3B3344C-19E9-B769-69B9-9B7487840E27}"/>
                </a:ext>
              </a:extLst>
            </p:cNvPr>
            <p:cNvSpPr/>
            <p:nvPr/>
          </p:nvSpPr>
          <p:spPr>
            <a:xfrm>
              <a:off x="3623348"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77" name="Freeform: Shape 2776">
              <a:extLst>
                <a:ext uri="{FF2B5EF4-FFF2-40B4-BE49-F238E27FC236}">
                  <a16:creationId xmlns:a16="http://schemas.microsoft.com/office/drawing/2014/main" id="{D6D20BC4-0342-EEE5-9072-D2CC26769DBD}"/>
                </a:ext>
              </a:extLst>
            </p:cNvPr>
            <p:cNvSpPr/>
            <p:nvPr/>
          </p:nvSpPr>
          <p:spPr>
            <a:xfrm>
              <a:off x="3737603"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78" name="Freeform: Shape 2777">
              <a:extLst>
                <a:ext uri="{FF2B5EF4-FFF2-40B4-BE49-F238E27FC236}">
                  <a16:creationId xmlns:a16="http://schemas.microsoft.com/office/drawing/2014/main" id="{89E29988-F6E6-1139-0995-C30F150B31D7}"/>
                </a:ext>
              </a:extLst>
            </p:cNvPr>
            <p:cNvSpPr/>
            <p:nvPr/>
          </p:nvSpPr>
          <p:spPr>
            <a:xfrm>
              <a:off x="3851815"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79" name="Freeform: Shape 2778">
              <a:extLst>
                <a:ext uri="{FF2B5EF4-FFF2-40B4-BE49-F238E27FC236}">
                  <a16:creationId xmlns:a16="http://schemas.microsoft.com/office/drawing/2014/main" id="{A46C0FFD-545D-6DBD-5892-A38A0D721B95}"/>
                </a:ext>
              </a:extLst>
            </p:cNvPr>
            <p:cNvSpPr/>
            <p:nvPr/>
          </p:nvSpPr>
          <p:spPr>
            <a:xfrm>
              <a:off x="3966071"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80" name="Freeform: Shape 2779">
              <a:extLst>
                <a:ext uri="{FF2B5EF4-FFF2-40B4-BE49-F238E27FC236}">
                  <a16:creationId xmlns:a16="http://schemas.microsoft.com/office/drawing/2014/main" id="{8E03121B-FF07-33F4-9963-6FC122F480F7}"/>
                </a:ext>
              </a:extLst>
            </p:cNvPr>
            <p:cNvSpPr/>
            <p:nvPr/>
          </p:nvSpPr>
          <p:spPr>
            <a:xfrm>
              <a:off x="4080327"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81" name="Freeform: Shape 2780">
              <a:extLst>
                <a:ext uri="{FF2B5EF4-FFF2-40B4-BE49-F238E27FC236}">
                  <a16:creationId xmlns:a16="http://schemas.microsoft.com/office/drawing/2014/main" id="{41D3EF2E-CAD1-92B4-BDB0-FA72F99D14D1}"/>
                </a:ext>
              </a:extLst>
            </p:cNvPr>
            <p:cNvSpPr/>
            <p:nvPr/>
          </p:nvSpPr>
          <p:spPr>
            <a:xfrm>
              <a:off x="4194582"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82" name="Freeform: Shape 2781">
              <a:extLst>
                <a:ext uri="{FF2B5EF4-FFF2-40B4-BE49-F238E27FC236}">
                  <a16:creationId xmlns:a16="http://schemas.microsoft.com/office/drawing/2014/main" id="{FCF8503E-EA8F-3FB2-C073-43FCEE5AA286}"/>
                </a:ext>
              </a:extLst>
            </p:cNvPr>
            <p:cNvSpPr/>
            <p:nvPr/>
          </p:nvSpPr>
          <p:spPr>
            <a:xfrm>
              <a:off x="4308838"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83" name="Freeform: Shape 2782">
              <a:extLst>
                <a:ext uri="{FF2B5EF4-FFF2-40B4-BE49-F238E27FC236}">
                  <a16:creationId xmlns:a16="http://schemas.microsoft.com/office/drawing/2014/main" id="{0D8B27CC-593A-1A69-A65B-F3F911AE5D67}"/>
                </a:ext>
              </a:extLst>
            </p:cNvPr>
            <p:cNvSpPr/>
            <p:nvPr/>
          </p:nvSpPr>
          <p:spPr>
            <a:xfrm>
              <a:off x="4423094"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84" name="Freeform: Shape 2783">
              <a:extLst>
                <a:ext uri="{FF2B5EF4-FFF2-40B4-BE49-F238E27FC236}">
                  <a16:creationId xmlns:a16="http://schemas.microsoft.com/office/drawing/2014/main" id="{BAD0EF9E-9E01-4005-C0D9-5EE5777A9446}"/>
                </a:ext>
              </a:extLst>
            </p:cNvPr>
            <p:cNvSpPr/>
            <p:nvPr/>
          </p:nvSpPr>
          <p:spPr>
            <a:xfrm>
              <a:off x="4537350"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85" name="Freeform: Shape 2784">
              <a:extLst>
                <a:ext uri="{FF2B5EF4-FFF2-40B4-BE49-F238E27FC236}">
                  <a16:creationId xmlns:a16="http://schemas.microsoft.com/office/drawing/2014/main" id="{AF953D04-245F-B3FC-11BB-A8F37AB99951}"/>
                </a:ext>
              </a:extLst>
            </p:cNvPr>
            <p:cNvSpPr/>
            <p:nvPr/>
          </p:nvSpPr>
          <p:spPr>
            <a:xfrm>
              <a:off x="4651605"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86" name="Freeform: Shape 2785">
              <a:extLst>
                <a:ext uri="{FF2B5EF4-FFF2-40B4-BE49-F238E27FC236}">
                  <a16:creationId xmlns:a16="http://schemas.microsoft.com/office/drawing/2014/main" id="{9E12BB0A-B0FE-D8FD-2A89-272B34AC27E4}"/>
                </a:ext>
              </a:extLst>
            </p:cNvPr>
            <p:cNvSpPr/>
            <p:nvPr/>
          </p:nvSpPr>
          <p:spPr>
            <a:xfrm>
              <a:off x="4765861"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87" name="Freeform: Shape 2786">
              <a:extLst>
                <a:ext uri="{FF2B5EF4-FFF2-40B4-BE49-F238E27FC236}">
                  <a16:creationId xmlns:a16="http://schemas.microsoft.com/office/drawing/2014/main" id="{72D75D64-6308-4095-46F0-98136C20C25F}"/>
                </a:ext>
              </a:extLst>
            </p:cNvPr>
            <p:cNvSpPr/>
            <p:nvPr/>
          </p:nvSpPr>
          <p:spPr>
            <a:xfrm>
              <a:off x="4880117"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88" name="Freeform: Shape 2787">
              <a:extLst>
                <a:ext uri="{FF2B5EF4-FFF2-40B4-BE49-F238E27FC236}">
                  <a16:creationId xmlns:a16="http://schemas.microsoft.com/office/drawing/2014/main" id="{4935C685-21E0-2E01-FADD-0ECC8FBEDB04}"/>
                </a:ext>
              </a:extLst>
            </p:cNvPr>
            <p:cNvSpPr/>
            <p:nvPr/>
          </p:nvSpPr>
          <p:spPr>
            <a:xfrm>
              <a:off x="4994373"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89" name="Freeform: Shape 2788">
              <a:extLst>
                <a:ext uri="{FF2B5EF4-FFF2-40B4-BE49-F238E27FC236}">
                  <a16:creationId xmlns:a16="http://schemas.microsoft.com/office/drawing/2014/main" id="{1C466AD7-5775-557B-D010-E59EAAB58264}"/>
                </a:ext>
              </a:extLst>
            </p:cNvPr>
            <p:cNvSpPr/>
            <p:nvPr/>
          </p:nvSpPr>
          <p:spPr>
            <a:xfrm>
              <a:off x="5108629"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90" name="Freeform: Shape 2789">
              <a:extLst>
                <a:ext uri="{FF2B5EF4-FFF2-40B4-BE49-F238E27FC236}">
                  <a16:creationId xmlns:a16="http://schemas.microsoft.com/office/drawing/2014/main" id="{A436D7B7-74C3-6F37-3191-5093101BCB7C}"/>
                </a:ext>
              </a:extLst>
            </p:cNvPr>
            <p:cNvSpPr/>
            <p:nvPr/>
          </p:nvSpPr>
          <p:spPr>
            <a:xfrm>
              <a:off x="5222840"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91" name="Freeform: Shape 2790">
              <a:extLst>
                <a:ext uri="{FF2B5EF4-FFF2-40B4-BE49-F238E27FC236}">
                  <a16:creationId xmlns:a16="http://schemas.microsoft.com/office/drawing/2014/main" id="{F4A826DC-AA47-8F29-C2C0-E9A941973A8D}"/>
                </a:ext>
              </a:extLst>
            </p:cNvPr>
            <p:cNvSpPr/>
            <p:nvPr/>
          </p:nvSpPr>
          <p:spPr>
            <a:xfrm>
              <a:off x="5337096"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92" name="Freeform: Shape 2791">
              <a:extLst>
                <a:ext uri="{FF2B5EF4-FFF2-40B4-BE49-F238E27FC236}">
                  <a16:creationId xmlns:a16="http://schemas.microsoft.com/office/drawing/2014/main" id="{70F25258-F3F2-6B9F-DECF-0E840208B73E}"/>
                </a:ext>
              </a:extLst>
            </p:cNvPr>
            <p:cNvSpPr/>
            <p:nvPr/>
          </p:nvSpPr>
          <p:spPr>
            <a:xfrm>
              <a:off x="5451352"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93" name="Freeform: Shape 2792">
              <a:extLst>
                <a:ext uri="{FF2B5EF4-FFF2-40B4-BE49-F238E27FC236}">
                  <a16:creationId xmlns:a16="http://schemas.microsoft.com/office/drawing/2014/main" id="{892E31BF-D51A-DB4D-543D-E5157C0A9D7E}"/>
                </a:ext>
              </a:extLst>
            </p:cNvPr>
            <p:cNvSpPr/>
            <p:nvPr/>
          </p:nvSpPr>
          <p:spPr>
            <a:xfrm>
              <a:off x="5565608"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94" name="Freeform: Shape 2793">
              <a:extLst>
                <a:ext uri="{FF2B5EF4-FFF2-40B4-BE49-F238E27FC236}">
                  <a16:creationId xmlns:a16="http://schemas.microsoft.com/office/drawing/2014/main" id="{27A14D50-4954-AC2C-094A-826E2E6B2544}"/>
                </a:ext>
              </a:extLst>
            </p:cNvPr>
            <p:cNvSpPr/>
            <p:nvPr/>
          </p:nvSpPr>
          <p:spPr>
            <a:xfrm>
              <a:off x="5679863"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95" name="Freeform: Shape 2794">
              <a:extLst>
                <a:ext uri="{FF2B5EF4-FFF2-40B4-BE49-F238E27FC236}">
                  <a16:creationId xmlns:a16="http://schemas.microsoft.com/office/drawing/2014/main" id="{CA7BE8A0-343F-74D8-8500-7E230E48AD1B}"/>
                </a:ext>
              </a:extLst>
            </p:cNvPr>
            <p:cNvSpPr/>
            <p:nvPr/>
          </p:nvSpPr>
          <p:spPr>
            <a:xfrm>
              <a:off x="5794119"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96" name="Freeform: Shape 2795">
              <a:extLst>
                <a:ext uri="{FF2B5EF4-FFF2-40B4-BE49-F238E27FC236}">
                  <a16:creationId xmlns:a16="http://schemas.microsoft.com/office/drawing/2014/main" id="{DDA1F7FF-FFEF-818A-9A6C-60E008FD1BE0}"/>
                </a:ext>
              </a:extLst>
            </p:cNvPr>
            <p:cNvSpPr/>
            <p:nvPr/>
          </p:nvSpPr>
          <p:spPr>
            <a:xfrm>
              <a:off x="5908375"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97" name="Freeform: Shape 2796">
              <a:extLst>
                <a:ext uri="{FF2B5EF4-FFF2-40B4-BE49-F238E27FC236}">
                  <a16:creationId xmlns:a16="http://schemas.microsoft.com/office/drawing/2014/main" id="{EB4D5498-595F-36F0-CC24-87818F38FE2D}"/>
                </a:ext>
              </a:extLst>
            </p:cNvPr>
            <p:cNvSpPr/>
            <p:nvPr/>
          </p:nvSpPr>
          <p:spPr>
            <a:xfrm>
              <a:off x="6022631"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98" name="Freeform: Shape 2797">
              <a:extLst>
                <a:ext uri="{FF2B5EF4-FFF2-40B4-BE49-F238E27FC236}">
                  <a16:creationId xmlns:a16="http://schemas.microsoft.com/office/drawing/2014/main" id="{FD21D429-A70D-D3B7-9ABF-A63472613EBF}"/>
                </a:ext>
              </a:extLst>
            </p:cNvPr>
            <p:cNvSpPr/>
            <p:nvPr/>
          </p:nvSpPr>
          <p:spPr>
            <a:xfrm>
              <a:off x="6136886"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799" name="Freeform: Shape 2798">
              <a:extLst>
                <a:ext uri="{FF2B5EF4-FFF2-40B4-BE49-F238E27FC236}">
                  <a16:creationId xmlns:a16="http://schemas.microsoft.com/office/drawing/2014/main" id="{D9DA1A07-1B91-7136-8109-DBB42D6B0F20}"/>
                </a:ext>
              </a:extLst>
            </p:cNvPr>
            <p:cNvSpPr/>
            <p:nvPr/>
          </p:nvSpPr>
          <p:spPr>
            <a:xfrm>
              <a:off x="6251142"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00" name="Freeform: Shape 2799">
              <a:extLst>
                <a:ext uri="{FF2B5EF4-FFF2-40B4-BE49-F238E27FC236}">
                  <a16:creationId xmlns:a16="http://schemas.microsoft.com/office/drawing/2014/main" id="{4B956CFA-1FE0-C67D-CC2C-717EF5B4F60E}"/>
                </a:ext>
              </a:extLst>
            </p:cNvPr>
            <p:cNvSpPr/>
            <p:nvPr/>
          </p:nvSpPr>
          <p:spPr>
            <a:xfrm>
              <a:off x="6365398"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01" name="Freeform: Shape 2800">
              <a:extLst>
                <a:ext uri="{FF2B5EF4-FFF2-40B4-BE49-F238E27FC236}">
                  <a16:creationId xmlns:a16="http://schemas.microsoft.com/office/drawing/2014/main" id="{8E9D652E-03BF-754B-ECCD-A6BAB960748B}"/>
                </a:ext>
              </a:extLst>
            </p:cNvPr>
            <p:cNvSpPr/>
            <p:nvPr/>
          </p:nvSpPr>
          <p:spPr>
            <a:xfrm>
              <a:off x="6479610"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02" name="Freeform: Shape 2801">
              <a:extLst>
                <a:ext uri="{FF2B5EF4-FFF2-40B4-BE49-F238E27FC236}">
                  <a16:creationId xmlns:a16="http://schemas.microsoft.com/office/drawing/2014/main" id="{6A1145BD-DF83-B192-5B7E-AB56EC8B11BA}"/>
                </a:ext>
              </a:extLst>
            </p:cNvPr>
            <p:cNvSpPr/>
            <p:nvPr/>
          </p:nvSpPr>
          <p:spPr>
            <a:xfrm>
              <a:off x="6593865"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03" name="Freeform: Shape 2802">
              <a:extLst>
                <a:ext uri="{FF2B5EF4-FFF2-40B4-BE49-F238E27FC236}">
                  <a16:creationId xmlns:a16="http://schemas.microsoft.com/office/drawing/2014/main" id="{D26910A3-87BE-A27D-4034-5D0BAEEE21D1}"/>
                </a:ext>
              </a:extLst>
            </p:cNvPr>
            <p:cNvSpPr/>
            <p:nvPr/>
          </p:nvSpPr>
          <p:spPr>
            <a:xfrm>
              <a:off x="6708121" y="388872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04" name="Freeform: Shape 2803">
              <a:extLst>
                <a:ext uri="{FF2B5EF4-FFF2-40B4-BE49-F238E27FC236}">
                  <a16:creationId xmlns:a16="http://schemas.microsoft.com/office/drawing/2014/main" id="{2C2C7A24-1D94-4F6E-4546-2DEEE6A6CF40}"/>
                </a:ext>
              </a:extLst>
            </p:cNvPr>
            <p:cNvSpPr/>
            <p:nvPr/>
          </p:nvSpPr>
          <p:spPr>
            <a:xfrm>
              <a:off x="6822377"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05" name="Freeform: Shape 2804">
              <a:extLst>
                <a:ext uri="{FF2B5EF4-FFF2-40B4-BE49-F238E27FC236}">
                  <a16:creationId xmlns:a16="http://schemas.microsoft.com/office/drawing/2014/main" id="{64019C58-74A8-B377-6E0B-243E2EF5245C}"/>
                </a:ext>
              </a:extLst>
            </p:cNvPr>
            <p:cNvSpPr/>
            <p:nvPr/>
          </p:nvSpPr>
          <p:spPr>
            <a:xfrm>
              <a:off x="6936633"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06" name="Freeform: Shape 2805">
              <a:extLst>
                <a:ext uri="{FF2B5EF4-FFF2-40B4-BE49-F238E27FC236}">
                  <a16:creationId xmlns:a16="http://schemas.microsoft.com/office/drawing/2014/main" id="{8C523AB2-7FDA-1E15-6FE0-83318C776FAD}"/>
                </a:ext>
              </a:extLst>
            </p:cNvPr>
            <p:cNvSpPr/>
            <p:nvPr/>
          </p:nvSpPr>
          <p:spPr>
            <a:xfrm>
              <a:off x="7050888" y="388872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07" name="Freeform: Shape 2806">
              <a:extLst>
                <a:ext uri="{FF2B5EF4-FFF2-40B4-BE49-F238E27FC236}">
                  <a16:creationId xmlns:a16="http://schemas.microsoft.com/office/drawing/2014/main" id="{B0B78561-78EE-F4AF-D5C2-51BB27020069}"/>
                </a:ext>
              </a:extLst>
            </p:cNvPr>
            <p:cNvSpPr/>
            <p:nvPr/>
          </p:nvSpPr>
          <p:spPr>
            <a:xfrm>
              <a:off x="7165144"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08" name="Freeform: Shape 2807">
              <a:extLst>
                <a:ext uri="{FF2B5EF4-FFF2-40B4-BE49-F238E27FC236}">
                  <a16:creationId xmlns:a16="http://schemas.microsoft.com/office/drawing/2014/main" id="{D0D2036C-AAA6-3B4C-0AFD-466630AA3775}"/>
                </a:ext>
              </a:extLst>
            </p:cNvPr>
            <p:cNvSpPr/>
            <p:nvPr/>
          </p:nvSpPr>
          <p:spPr>
            <a:xfrm>
              <a:off x="2366578"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09" name="Freeform: Shape 2808">
              <a:extLst>
                <a:ext uri="{FF2B5EF4-FFF2-40B4-BE49-F238E27FC236}">
                  <a16:creationId xmlns:a16="http://schemas.microsoft.com/office/drawing/2014/main" id="{516A145B-5240-4891-9669-0A65652FEE5A}"/>
                </a:ext>
              </a:extLst>
            </p:cNvPr>
            <p:cNvSpPr/>
            <p:nvPr/>
          </p:nvSpPr>
          <p:spPr>
            <a:xfrm>
              <a:off x="2480790"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10" name="Freeform: Shape 2809">
              <a:extLst>
                <a:ext uri="{FF2B5EF4-FFF2-40B4-BE49-F238E27FC236}">
                  <a16:creationId xmlns:a16="http://schemas.microsoft.com/office/drawing/2014/main" id="{5286C86E-F996-DC79-1998-70759D38A8C1}"/>
                </a:ext>
              </a:extLst>
            </p:cNvPr>
            <p:cNvSpPr/>
            <p:nvPr/>
          </p:nvSpPr>
          <p:spPr>
            <a:xfrm>
              <a:off x="2595046"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11" name="Freeform: Shape 2810">
              <a:extLst>
                <a:ext uri="{FF2B5EF4-FFF2-40B4-BE49-F238E27FC236}">
                  <a16:creationId xmlns:a16="http://schemas.microsoft.com/office/drawing/2014/main" id="{B237BD3A-323A-7621-326B-E1AB3394B60C}"/>
                </a:ext>
              </a:extLst>
            </p:cNvPr>
            <p:cNvSpPr/>
            <p:nvPr/>
          </p:nvSpPr>
          <p:spPr>
            <a:xfrm>
              <a:off x="2709301"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12" name="Freeform: Shape 2811">
              <a:extLst>
                <a:ext uri="{FF2B5EF4-FFF2-40B4-BE49-F238E27FC236}">
                  <a16:creationId xmlns:a16="http://schemas.microsoft.com/office/drawing/2014/main" id="{0E01ECB1-57CA-10EE-079F-1D0A461050BD}"/>
                </a:ext>
              </a:extLst>
            </p:cNvPr>
            <p:cNvSpPr/>
            <p:nvPr/>
          </p:nvSpPr>
          <p:spPr>
            <a:xfrm>
              <a:off x="2823557"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13" name="Freeform: Shape 2812">
              <a:extLst>
                <a:ext uri="{FF2B5EF4-FFF2-40B4-BE49-F238E27FC236}">
                  <a16:creationId xmlns:a16="http://schemas.microsoft.com/office/drawing/2014/main" id="{8AAC476B-D19C-89D2-9935-7A739EDBEBF5}"/>
                </a:ext>
              </a:extLst>
            </p:cNvPr>
            <p:cNvSpPr/>
            <p:nvPr/>
          </p:nvSpPr>
          <p:spPr>
            <a:xfrm>
              <a:off x="2937813"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14" name="Freeform: Shape 2813">
              <a:extLst>
                <a:ext uri="{FF2B5EF4-FFF2-40B4-BE49-F238E27FC236}">
                  <a16:creationId xmlns:a16="http://schemas.microsoft.com/office/drawing/2014/main" id="{C3A5FD47-0FE8-B106-0506-E222145B463B}"/>
                </a:ext>
              </a:extLst>
            </p:cNvPr>
            <p:cNvSpPr/>
            <p:nvPr/>
          </p:nvSpPr>
          <p:spPr>
            <a:xfrm>
              <a:off x="3052069"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15" name="Freeform: Shape 2814">
              <a:extLst>
                <a:ext uri="{FF2B5EF4-FFF2-40B4-BE49-F238E27FC236}">
                  <a16:creationId xmlns:a16="http://schemas.microsoft.com/office/drawing/2014/main" id="{C38657EB-1380-5DE6-20CA-380015357B0C}"/>
                </a:ext>
              </a:extLst>
            </p:cNvPr>
            <p:cNvSpPr/>
            <p:nvPr/>
          </p:nvSpPr>
          <p:spPr>
            <a:xfrm>
              <a:off x="3166325"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16" name="Freeform: Shape 2815">
              <a:extLst>
                <a:ext uri="{FF2B5EF4-FFF2-40B4-BE49-F238E27FC236}">
                  <a16:creationId xmlns:a16="http://schemas.microsoft.com/office/drawing/2014/main" id="{6B2CA2D1-9E27-FA0F-8420-9CA5E1CE6F01}"/>
                </a:ext>
              </a:extLst>
            </p:cNvPr>
            <p:cNvSpPr/>
            <p:nvPr/>
          </p:nvSpPr>
          <p:spPr>
            <a:xfrm>
              <a:off x="3280580"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17" name="Freeform: Shape 2816">
              <a:extLst>
                <a:ext uri="{FF2B5EF4-FFF2-40B4-BE49-F238E27FC236}">
                  <a16:creationId xmlns:a16="http://schemas.microsoft.com/office/drawing/2014/main" id="{0D1F2037-1F3B-5F98-D317-94019803968C}"/>
                </a:ext>
              </a:extLst>
            </p:cNvPr>
            <p:cNvSpPr/>
            <p:nvPr/>
          </p:nvSpPr>
          <p:spPr>
            <a:xfrm>
              <a:off x="3394836"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18" name="Freeform: Shape 2817">
              <a:extLst>
                <a:ext uri="{FF2B5EF4-FFF2-40B4-BE49-F238E27FC236}">
                  <a16:creationId xmlns:a16="http://schemas.microsoft.com/office/drawing/2014/main" id="{759FFBBA-BD3C-F506-CBAD-4A6337B8434C}"/>
                </a:ext>
              </a:extLst>
            </p:cNvPr>
            <p:cNvSpPr/>
            <p:nvPr/>
          </p:nvSpPr>
          <p:spPr>
            <a:xfrm>
              <a:off x="3509092"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19" name="Freeform: Shape 2818">
              <a:extLst>
                <a:ext uri="{FF2B5EF4-FFF2-40B4-BE49-F238E27FC236}">
                  <a16:creationId xmlns:a16="http://schemas.microsoft.com/office/drawing/2014/main" id="{289A929B-0756-41E7-D15B-DE3DE4BFC42C}"/>
                </a:ext>
              </a:extLst>
            </p:cNvPr>
            <p:cNvSpPr/>
            <p:nvPr/>
          </p:nvSpPr>
          <p:spPr>
            <a:xfrm>
              <a:off x="3623348"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20" name="Freeform: Shape 2819">
              <a:extLst>
                <a:ext uri="{FF2B5EF4-FFF2-40B4-BE49-F238E27FC236}">
                  <a16:creationId xmlns:a16="http://schemas.microsoft.com/office/drawing/2014/main" id="{2E5345A5-1D3E-4621-79EE-B8AB95477AE5}"/>
                </a:ext>
              </a:extLst>
            </p:cNvPr>
            <p:cNvSpPr/>
            <p:nvPr/>
          </p:nvSpPr>
          <p:spPr>
            <a:xfrm>
              <a:off x="3737603"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21" name="Freeform: Shape 2820">
              <a:extLst>
                <a:ext uri="{FF2B5EF4-FFF2-40B4-BE49-F238E27FC236}">
                  <a16:creationId xmlns:a16="http://schemas.microsoft.com/office/drawing/2014/main" id="{77109900-A026-CB2D-AFC9-2CCB8DCFDF44}"/>
                </a:ext>
              </a:extLst>
            </p:cNvPr>
            <p:cNvSpPr/>
            <p:nvPr/>
          </p:nvSpPr>
          <p:spPr>
            <a:xfrm>
              <a:off x="3851815"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22" name="Freeform: Shape 2821">
              <a:extLst>
                <a:ext uri="{FF2B5EF4-FFF2-40B4-BE49-F238E27FC236}">
                  <a16:creationId xmlns:a16="http://schemas.microsoft.com/office/drawing/2014/main" id="{2DF0ECFB-31C3-F281-CC0C-D6F876617110}"/>
                </a:ext>
              </a:extLst>
            </p:cNvPr>
            <p:cNvSpPr/>
            <p:nvPr/>
          </p:nvSpPr>
          <p:spPr>
            <a:xfrm>
              <a:off x="3966071"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23" name="Freeform: Shape 2822">
              <a:extLst>
                <a:ext uri="{FF2B5EF4-FFF2-40B4-BE49-F238E27FC236}">
                  <a16:creationId xmlns:a16="http://schemas.microsoft.com/office/drawing/2014/main" id="{DDEC8D3D-200F-21A4-396F-F80A91FC2D35}"/>
                </a:ext>
              </a:extLst>
            </p:cNvPr>
            <p:cNvSpPr/>
            <p:nvPr/>
          </p:nvSpPr>
          <p:spPr>
            <a:xfrm>
              <a:off x="4080327"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24" name="Freeform: Shape 2823">
              <a:extLst>
                <a:ext uri="{FF2B5EF4-FFF2-40B4-BE49-F238E27FC236}">
                  <a16:creationId xmlns:a16="http://schemas.microsoft.com/office/drawing/2014/main" id="{31EF0102-5A5B-6279-14C0-4B4BE04C6EED}"/>
                </a:ext>
              </a:extLst>
            </p:cNvPr>
            <p:cNvSpPr/>
            <p:nvPr/>
          </p:nvSpPr>
          <p:spPr>
            <a:xfrm>
              <a:off x="4194582"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25" name="Freeform: Shape 2824">
              <a:extLst>
                <a:ext uri="{FF2B5EF4-FFF2-40B4-BE49-F238E27FC236}">
                  <a16:creationId xmlns:a16="http://schemas.microsoft.com/office/drawing/2014/main" id="{18F565F3-984B-19EF-2479-55DA472F4505}"/>
                </a:ext>
              </a:extLst>
            </p:cNvPr>
            <p:cNvSpPr/>
            <p:nvPr/>
          </p:nvSpPr>
          <p:spPr>
            <a:xfrm>
              <a:off x="4308838"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26" name="Freeform: Shape 2825">
              <a:extLst>
                <a:ext uri="{FF2B5EF4-FFF2-40B4-BE49-F238E27FC236}">
                  <a16:creationId xmlns:a16="http://schemas.microsoft.com/office/drawing/2014/main" id="{9CFC191D-1384-409E-C522-0BFD81D73B1E}"/>
                </a:ext>
              </a:extLst>
            </p:cNvPr>
            <p:cNvSpPr/>
            <p:nvPr/>
          </p:nvSpPr>
          <p:spPr>
            <a:xfrm>
              <a:off x="4423094"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27" name="Freeform: Shape 2826">
              <a:extLst>
                <a:ext uri="{FF2B5EF4-FFF2-40B4-BE49-F238E27FC236}">
                  <a16:creationId xmlns:a16="http://schemas.microsoft.com/office/drawing/2014/main" id="{383F05CE-B292-2875-4216-09510F6D124F}"/>
                </a:ext>
              </a:extLst>
            </p:cNvPr>
            <p:cNvSpPr/>
            <p:nvPr/>
          </p:nvSpPr>
          <p:spPr>
            <a:xfrm>
              <a:off x="4537350"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28" name="Freeform: Shape 2827">
              <a:extLst>
                <a:ext uri="{FF2B5EF4-FFF2-40B4-BE49-F238E27FC236}">
                  <a16:creationId xmlns:a16="http://schemas.microsoft.com/office/drawing/2014/main" id="{3FB33A29-6BF1-70F9-FED8-8B561CF8D4E7}"/>
                </a:ext>
              </a:extLst>
            </p:cNvPr>
            <p:cNvSpPr/>
            <p:nvPr/>
          </p:nvSpPr>
          <p:spPr>
            <a:xfrm>
              <a:off x="4651605"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29" name="Freeform: Shape 2828">
              <a:extLst>
                <a:ext uri="{FF2B5EF4-FFF2-40B4-BE49-F238E27FC236}">
                  <a16:creationId xmlns:a16="http://schemas.microsoft.com/office/drawing/2014/main" id="{46E84F9E-D6C4-A907-F9DC-93B669627C97}"/>
                </a:ext>
              </a:extLst>
            </p:cNvPr>
            <p:cNvSpPr/>
            <p:nvPr/>
          </p:nvSpPr>
          <p:spPr>
            <a:xfrm>
              <a:off x="4765861"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30" name="Freeform: Shape 2829">
              <a:extLst>
                <a:ext uri="{FF2B5EF4-FFF2-40B4-BE49-F238E27FC236}">
                  <a16:creationId xmlns:a16="http://schemas.microsoft.com/office/drawing/2014/main" id="{BF32724E-5649-E6FC-D285-6A468C2F6374}"/>
                </a:ext>
              </a:extLst>
            </p:cNvPr>
            <p:cNvSpPr/>
            <p:nvPr/>
          </p:nvSpPr>
          <p:spPr>
            <a:xfrm>
              <a:off x="4880117"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31" name="Freeform: Shape 2830">
              <a:extLst>
                <a:ext uri="{FF2B5EF4-FFF2-40B4-BE49-F238E27FC236}">
                  <a16:creationId xmlns:a16="http://schemas.microsoft.com/office/drawing/2014/main" id="{2EB2DE84-4292-6073-C84A-0305D5BF203A}"/>
                </a:ext>
              </a:extLst>
            </p:cNvPr>
            <p:cNvSpPr/>
            <p:nvPr/>
          </p:nvSpPr>
          <p:spPr>
            <a:xfrm>
              <a:off x="4994373"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32" name="Freeform: Shape 2831">
              <a:extLst>
                <a:ext uri="{FF2B5EF4-FFF2-40B4-BE49-F238E27FC236}">
                  <a16:creationId xmlns:a16="http://schemas.microsoft.com/office/drawing/2014/main" id="{AFEF1E5B-EE17-3A90-9FE6-17A9427D4265}"/>
                </a:ext>
              </a:extLst>
            </p:cNvPr>
            <p:cNvSpPr/>
            <p:nvPr/>
          </p:nvSpPr>
          <p:spPr>
            <a:xfrm>
              <a:off x="5108629"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33" name="Freeform: Shape 2832">
              <a:extLst>
                <a:ext uri="{FF2B5EF4-FFF2-40B4-BE49-F238E27FC236}">
                  <a16:creationId xmlns:a16="http://schemas.microsoft.com/office/drawing/2014/main" id="{C192B003-6C52-DF7D-7358-FBBD602ABD50}"/>
                </a:ext>
              </a:extLst>
            </p:cNvPr>
            <p:cNvSpPr/>
            <p:nvPr/>
          </p:nvSpPr>
          <p:spPr>
            <a:xfrm>
              <a:off x="5222840"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34" name="Freeform: Shape 2833">
              <a:extLst>
                <a:ext uri="{FF2B5EF4-FFF2-40B4-BE49-F238E27FC236}">
                  <a16:creationId xmlns:a16="http://schemas.microsoft.com/office/drawing/2014/main" id="{550E4DB5-9F5B-60E0-C7EC-A817C43F872C}"/>
                </a:ext>
              </a:extLst>
            </p:cNvPr>
            <p:cNvSpPr/>
            <p:nvPr/>
          </p:nvSpPr>
          <p:spPr>
            <a:xfrm>
              <a:off x="5337096"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35" name="Freeform: Shape 2834">
              <a:extLst>
                <a:ext uri="{FF2B5EF4-FFF2-40B4-BE49-F238E27FC236}">
                  <a16:creationId xmlns:a16="http://schemas.microsoft.com/office/drawing/2014/main" id="{6072B6C9-E24D-C264-3B7B-D39D05377564}"/>
                </a:ext>
              </a:extLst>
            </p:cNvPr>
            <p:cNvSpPr/>
            <p:nvPr/>
          </p:nvSpPr>
          <p:spPr>
            <a:xfrm>
              <a:off x="5451352"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36" name="Freeform: Shape 2835">
              <a:extLst>
                <a:ext uri="{FF2B5EF4-FFF2-40B4-BE49-F238E27FC236}">
                  <a16:creationId xmlns:a16="http://schemas.microsoft.com/office/drawing/2014/main" id="{929EB507-EBE3-8FC3-67B8-C4DF38DCF0D9}"/>
                </a:ext>
              </a:extLst>
            </p:cNvPr>
            <p:cNvSpPr/>
            <p:nvPr/>
          </p:nvSpPr>
          <p:spPr>
            <a:xfrm>
              <a:off x="5565608"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37" name="Freeform: Shape 2836">
              <a:extLst>
                <a:ext uri="{FF2B5EF4-FFF2-40B4-BE49-F238E27FC236}">
                  <a16:creationId xmlns:a16="http://schemas.microsoft.com/office/drawing/2014/main" id="{7809736A-137C-2260-1194-23FC89D8F821}"/>
                </a:ext>
              </a:extLst>
            </p:cNvPr>
            <p:cNvSpPr/>
            <p:nvPr/>
          </p:nvSpPr>
          <p:spPr>
            <a:xfrm>
              <a:off x="5679863"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38" name="Freeform: Shape 2837">
              <a:extLst>
                <a:ext uri="{FF2B5EF4-FFF2-40B4-BE49-F238E27FC236}">
                  <a16:creationId xmlns:a16="http://schemas.microsoft.com/office/drawing/2014/main" id="{E02EEE12-DC31-3EAD-B3AE-ADC3C488C305}"/>
                </a:ext>
              </a:extLst>
            </p:cNvPr>
            <p:cNvSpPr/>
            <p:nvPr/>
          </p:nvSpPr>
          <p:spPr>
            <a:xfrm>
              <a:off x="5794119"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39" name="Freeform: Shape 2838">
              <a:extLst>
                <a:ext uri="{FF2B5EF4-FFF2-40B4-BE49-F238E27FC236}">
                  <a16:creationId xmlns:a16="http://schemas.microsoft.com/office/drawing/2014/main" id="{65636FA3-4B3D-CA40-D07D-195C0A022389}"/>
                </a:ext>
              </a:extLst>
            </p:cNvPr>
            <p:cNvSpPr/>
            <p:nvPr/>
          </p:nvSpPr>
          <p:spPr>
            <a:xfrm>
              <a:off x="5908375"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40" name="Freeform: Shape 2839">
              <a:extLst>
                <a:ext uri="{FF2B5EF4-FFF2-40B4-BE49-F238E27FC236}">
                  <a16:creationId xmlns:a16="http://schemas.microsoft.com/office/drawing/2014/main" id="{06F2DDDA-B695-4A7C-F5D2-A6E78EA8B589}"/>
                </a:ext>
              </a:extLst>
            </p:cNvPr>
            <p:cNvSpPr/>
            <p:nvPr/>
          </p:nvSpPr>
          <p:spPr>
            <a:xfrm>
              <a:off x="6022631"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41" name="Freeform: Shape 2840">
              <a:extLst>
                <a:ext uri="{FF2B5EF4-FFF2-40B4-BE49-F238E27FC236}">
                  <a16:creationId xmlns:a16="http://schemas.microsoft.com/office/drawing/2014/main" id="{1F679E59-A977-4446-EAE6-D08A24EA20C7}"/>
                </a:ext>
              </a:extLst>
            </p:cNvPr>
            <p:cNvSpPr/>
            <p:nvPr/>
          </p:nvSpPr>
          <p:spPr>
            <a:xfrm>
              <a:off x="6136886"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42" name="Freeform: Shape 2841">
              <a:extLst>
                <a:ext uri="{FF2B5EF4-FFF2-40B4-BE49-F238E27FC236}">
                  <a16:creationId xmlns:a16="http://schemas.microsoft.com/office/drawing/2014/main" id="{C8697B64-9690-2DA9-E2BE-E556E383BA60}"/>
                </a:ext>
              </a:extLst>
            </p:cNvPr>
            <p:cNvSpPr/>
            <p:nvPr/>
          </p:nvSpPr>
          <p:spPr>
            <a:xfrm>
              <a:off x="6251142"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43" name="Freeform: Shape 2842">
              <a:extLst>
                <a:ext uri="{FF2B5EF4-FFF2-40B4-BE49-F238E27FC236}">
                  <a16:creationId xmlns:a16="http://schemas.microsoft.com/office/drawing/2014/main" id="{0C3EC94E-D986-42A0-276D-6056FE894B12}"/>
                </a:ext>
              </a:extLst>
            </p:cNvPr>
            <p:cNvSpPr/>
            <p:nvPr/>
          </p:nvSpPr>
          <p:spPr>
            <a:xfrm>
              <a:off x="6365398"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44" name="Freeform: Shape 2843">
              <a:extLst>
                <a:ext uri="{FF2B5EF4-FFF2-40B4-BE49-F238E27FC236}">
                  <a16:creationId xmlns:a16="http://schemas.microsoft.com/office/drawing/2014/main" id="{E56F7B8D-7BEF-3BB6-4A38-49709B4BFFA4}"/>
                </a:ext>
              </a:extLst>
            </p:cNvPr>
            <p:cNvSpPr/>
            <p:nvPr/>
          </p:nvSpPr>
          <p:spPr>
            <a:xfrm>
              <a:off x="6479610"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45" name="Freeform: Shape 2844">
              <a:extLst>
                <a:ext uri="{FF2B5EF4-FFF2-40B4-BE49-F238E27FC236}">
                  <a16:creationId xmlns:a16="http://schemas.microsoft.com/office/drawing/2014/main" id="{7CEAAC5B-00A7-CB1B-3C68-ED2F6D22EE3C}"/>
                </a:ext>
              </a:extLst>
            </p:cNvPr>
            <p:cNvSpPr/>
            <p:nvPr/>
          </p:nvSpPr>
          <p:spPr>
            <a:xfrm>
              <a:off x="6593865"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46" name="Freeform: Shape 2845">
              <a:extLst>
                <a:ext uri="{FF2B5EF4-FFF2-40B4-BE49-F238E27FC236}">
                  <a16:creationId xmlns:a16="http://schemas.microsoft.com/office/drawing/2014/main" id="{5C9652DB-49F0-2868-C6FC-E29A1B9057D2}"/>
                </a:ext>
              </a:extLst>
            </p:cNvPr>
            <p:cNvSpPr/>
            <p:nvPr/>
          </p:nvSpPr>
          <p:spPr>
            <a:xfrm>
              <a:off x="6708121" y="400297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47" name="Freeform: Shape 2846">
              <a:extLst>
                <a:ext uri="{FF2B5EF4-FFF2-40B4-BE49-F238E27FC236}">
                  <a16:creationId xmlns:a16="http://schemas.microsoft.com/office/drawing/2014/main" id="{59E00B15-C62C-73D7-B164-3A323E7D1CD9}"/>
                </a:ext>
              </a:extLst>
            </p:cNvPr>
            <p:cNvSpPr/>
            <p:nvPr/>
          </p:nvSpPr>
          <p:spPr>
            <a:xfrm>
              <a:off x="6822377"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48" name="Freeform: Shape 2847">
              <a:extLst>
                <a:ext uri="{FF2B5EF4-FFF2-40B4-BE49-F238E27FC236}">
                  <a16:creationId xmlns:a16="http://schemas.microsoft.com/office/drawing/2014/main" id="{F6A1EF6E-CEA0-BA15-A8FB-74E10CF2CB32}"/>
                </a:ext>
              </a:extLst>
            </p:cNvPr>
            <p:cNvSpPr/>
            <p:nvPr/>
          </p:nvSpPr>
          <p:spPr>
            <a:xfrm>
              <a:off x="6936633"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49" name="Freeform: Shape 2848">
              <a:extLst>
                <a:ext uri="{FF2B5EF4-FFF2-40B4-BE49-F238E27FC236}">
                  <a16:creationId xmlns:a16="http://schemas.microsoft.com/office/drawing/2014/main" id="{10323DD6-B57F-511C-9C47-15366001602B}"/>
                </a:ext>
              </a:extLst>
            </p:cNvPr>
            <p:cNvSpPr/>
            <p:nvPr/>
          </p:nvSpPr>
          <p:spPr>
            <a:xfrm>
              <a:off x="7050888" y="400297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50" name="Freeform: Shape 2849">
              <a:extLst>
                <a:ext uri="{FF2B5EF4-FFF2-40B4-BE49-F238E27FC236}">
                  <a16:creationId xmlns:a16="http://schemas.microsoft.com/office/drawing/2014/main" id="{487E4F75-59D3-E31A-5C1B-BFAB8146DE61}"/>
                </a:ext>
              </a:extLst>
            </p:cNvPr>
            <p:cNvSpPr/>
            <p:nvPr/>
          </p:nvSpPr>
          <p:spPr>
            <a:xfrm>
              <a:off x="7165144"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51" name="Freeform: Shape 2850">
              <a:extLst>
                <a:ext uri="{FF2B5EF4-FFF2-40B4-BE49-F238E27FC236}">
                  <a16:creationId xmlns:a16="http://schemas.microsoft.com/office/drawing/2014/main" id="{618454DC-994D-F705-8C84-A23998CC8F1F}"/>
                </a:ext>
              </a:extLst>
            </p:cNvPr>
            <p:cNvSpPr/>
            <p:nvPr/>
          </p:nvSpPr>
          <p:spPr>
            <a:xfrm>
              <a:off x="2366578"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52" name="Freeform: Shape 2851">
              <a:extLst>
                <a:ext uri="{FF2B5EF4-FFF2-40B4-BE49-F238E27FC236}">
                  <a16:creationId xmlns:a16="http://schemas.microsoft.com/office/drawing/2014/main" id="{BEAA989A-D735-AB8F-588F-4488EBA13942}"/>
                </a:ext>
              </a:extLst>
            </p:cNvPr>
            <p:cNvSpPr/>
            <p:nvPr/>
          </p:nvSpPr>
          <p:spPr>
            <a:xfrm>
              <a:off x="2480790"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53" name="Freeform: Shape 2852">
              <a:extLst>
                <a:ext uri="{FF2B5EF4-FFF2-40B4-BE49-F238E27FC236}">
                  <a16:creationId xmlns:a16="http://schemas.microsoft.com/office/drawing/2014/main" id="{5321667F-FE03-2A79-7AD1-A7AD0095A51D}"/>
                </a:ext>
              </a:extLst>
            </p:cNvPr>
            <p:cNvSpPr/>
            <p:nvPr/>
          </p:nvSpPr>
          <p:spPr>
            <a:xfrm>
              <a:off x="2595046"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54" name="Freeform: Shape 2853">
              <a:extLst>
                <a:ext uri="{FF2B5EF4-FFF2-40B4-BE49-F238E27FC236}">
                  <a16:creationId xmlns:a16="http://schemas.microsoft.com/office/drawing/2014/main" id="{2DF798F7-CE80-96BE-C9A1-7EC8992AE6CC}"/>
                </a:ext>
              </a:extLst>
            </p:cNvPr>
            <p:cNvSpPr/>
            <p:nvPr/>
          </p:nvSpPr>
          <p:spPr>
            <a:xfrm>
              <a:off x="2709301"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55" name="Freeform: Shape 2854">
              <a:extLst>
                <a:ext uri="{FF2B5EF4-FFF2-40B4-BE49-F238E27FC236}">
                  <a16:creationId xmlns:a16="http://schemas.microsoft.com/office/drawing/2014/main" id="{A5B0CCA6-01C8-05E8-1A11-CF1B049A1E9E}"/>
                </a:ext>
              </a:extLst>
            </p:cNvPr>
            <p:cNvSpPr/>
            <p:nvPr/>
          </p:nvSpPr>
          <p:spPr>
            <a:xfrm>
              <a:off x="2823557"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56" name="Freeform: Shape 2855">
              <a:extLst>
                <a:ext uri="{FF2B5EF4-FFF2-40B4-BE49-F238E27FC236}">
                  <a16:creationId xmlns:a16="http://schemas.microsoft.com/office/drawing/2014/main" id="{9B8811D2-080C-EF6E-629F-ED770A48D644}"/>
                </a:ext>
              </a:extLst>
            </p:cNvPr>
            <p:cNvSpPr/>
            <p:nvPr/>
          </p:nvSpPr>
          <p:spPr>
            <a:xfrm>
              <a:off x="2937813"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57" name="Freeform: Shape 2856">
              <a:extLst>
                <a:ext uri="{FF2B5EF4-FFF2-40B4-BE49-F238E27FC236}">
                  <a16:creationId xmlns:a16="http://schemas.microsoft.com/office/drawing/2014/main" id="{36E7F474-3A88-8841-2686-3F45C94B6C82}"/>
                </a:ext>
              </a:extLst>
            </p:cNvPr>
            <p:cNvSpPr/>
            <p:nvPr/>
          </p:nvSpPr>
          <p:spPr>
            <a:xfrm>
              <a:off x="3052069"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58" name="Freeform: Shape 2857">
              <a:extLst>
                <a:ext uri="{FF2B5EF4-FFF2-40B4-BE49-F238E27FC236}">
                  <a16:creationId xmlns:a16="http://schemas.microsoft.com/office/drawing/2014/main" id="{FE8CFAB0-205E-95FC-8B30-A435976C2D5B}"/>
                </a:ext>
              </a:extLst>
            </p:cNvPr>
            <p:cNvSpPr/>
            <p:nvPr/>
          </p:nvSpPr>
          <p:spPr>
            <a:xfrm>
              <a:off x="3166325"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59" name="Freeform: Shape 2858">
              <a:extLst>
                <a:ext uri="{FF2B5EF4-FFF2-40B4-BE49-F238E27FC236}">
                  <a16:creationId xmlns:a16="http://schemas.microsoft.com/office/drawing/2014/main" id="{C9A36FB9-5488-E75D-867E-C961B46987BC}"/>
                </a:ext>
              </a:extLst>
            </p:cNvPr>
            <p:cNvSpPr/>
            <p:nvPr/>
          </p:nvSpPr>
          <p:spPr>
            <a:xfrm>
              <a:off x="3280580"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60" name="Freeform: Shape 2859">
              <a:extLst>
                <a:ext uri="{FF2B5EF4-FFF2-40B4-BE49-F238E27FC236}">
                  <a16:creationId xmlns:a16="http://schemas.microsoft.com/office/drawing/2014/main" id="{3718C9A1-0705-F3B0-8AC0-3AAD942AC1AD}"/>
                </a:ext>
              </a:extLst>
            </p:cNvPr>
            <p:cNvSpPr/>
            <p:nvPr/>
          </p:nvSpPr>
          <p:spPr>
            <a:xfrm>
              <a:off x="3394836"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61" name="Freeform: Shape 2860">
              <a:extLst>
                <a:ext uri="{FF2B5EF4-FFF2-40B4-BE49-F238E27FC236}">
                  <a16:creationId xmlns:a16="http://schemas.microsoft.com/office/drawing/2014/main" id="{EB7B2F34-A62A-62D0-26E9-48770DAD951F}"/>
                </a:ext>
              </a:extLst>
            </p:cNvPr>
            <p:cNvSpPr/>
            <p:nvPr/>
          </p:nvSpPr>
          <p:spPr>
            <a:xfrm>
              <a:off x="3509092"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62" name="Freeform: Shape 2861">
              <a:extLst>
                <a:ext uri="{FF2B5EF4-FFF2-40B4-BE49-F238E27FC236}">
                  <a16:creationId xmlns:a16="http://schemas.microsoft.com/office/drawing/2014/main" id="{42CA7DFD-5E68-F966-F1E9-01B4EF1F26F4}"/>
                </a:ext>
              </a:extLst>
            </p:cNvPr>
            <p:cNvSpPr/>
            <p:nvPr/>
          </p:nvSpPr>
          <p:spPr>
            <a:xfrm>
              <a:off x="3623348"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63" name="Freeform: Shape 2862">
              <a:extLst>
                <a:ext uri="{FF2B5EF4-FFF2-40B4-BE49-F238E27FC236}">
                  <a16:creationId xmlns:a16="http://schemas.microsoft.com/office/drawing/2014/main" id="{22F32AF0-4F38-C223-C1AD-154F8E757B20}"/>
                </a:ext>
              </a:extLst>
            </p:cNvPr>
            <p:cNvSpPr/>
            <p:nvPr/>
          </p:nvSpPr>
          <p:spPr>
            <a:xfrm>
              <a:off x="3737603"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64" name="Freeform: Shape 2863">
              <a:extLst>
                <a:ext uri="{FF2B5EF4-FFF2-40B4-BE49-F238E27FC236}">
                  <a16:creationId xmlns:a16="http://schemas.microsoft.com/office/drawing/2014/main" id="{9BDB26F1-7645-4490-D294-516A5437E90E}"/>
                </a:ext>
              </a:extLst>
            </p:cNvPr>
            <p:cNvSpPr/>
            <p:nvPr/>
          </p:nvSpPr>
          <p:spPr>
            <a:xfrm>
              <a:off x="3851815"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65" name="Freeform: Shape 2864">
              <a:extLst>
                <a:ext uri="{FF2B5EF4-FFF2-40B4-BE49-F238E27FC236}">
                  <a16:creationId xmlns:a16="http://schemas.microsoft.com/office/drawing/2014/main" id="{BAAD9E1E-22FE-3C97-C481-0A40070DB74A}"/>
                </a:ext>
              </a:extLst>
            </p:cNvPr>
            <p:cNvSpPr/>
            <p:nvPr/>
          </p:nvSpPr>
          <p:spPr>
            <a:xfrm>
              <a:off x="3966071"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66" name="Freeform: Shape 2865">
              <a:extLst>
                <a:ext uri="{FF2B5EF4-FFF2-40B4-BE49-F238E27FC236}">
                  <a16:creationId xmlns:a16="http://schemas.microsoft.com/office/drawing/2014/main" id="{D36D3F1B-07BE-6632-8446-7099F9699E91}"/>
                </a:ext>
              </a:extLst>
            </p:cNvPr>
            <p:cNvSpPr/>
            <p:nvPr/>
          </p:nvSpPr>
          <p:spPr>
            <a:xfrm>
              <a:off x="4080327"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67" name="Freeform: Shape 2866">
              <a:extLst>
                <a:ext uri="{FF2B5EF4-FFF2-40B4-BE49-F238E27FC236}">
                  <a16:creationId xmlns:a16="http://schemas.microsoft.com/office/drawing/2014/main" id="{7F65A3FE-7F14-945A-6643-44034AF57885}"/>
                </a:ext>
              </a:extLst>
            </p:cNvPr>
            <p:cNvSpPr/>
            <p:nvPr/>
          </p:nvSpPr>
          <p:spPr>
            <a:xfrm>
              <a:off x="4194582"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68" name="Freeform: Shape 2867">
              <a:extLst>
                <a:ext uri="{FF2B5EF4-FFF2-40B4-BE49-F238E27FC236}">
                  <a16:creationId xmlns:a16="http://schemas.microsoft.com/office/drawing/2014/main" id="{1B1497BF-A534-29CC-450B-7A663EA83883}"/>
                </a:ext>
              </a:extLst>
            </p:cNvPr>
            <p:cNvSpPr/>
            <p:nvPr/>
          </p:nvSpPr>
          <p:spPr>
            <a:xfrm>
              <a:off x="4308838"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69" name="Freeform: Shape 2868">
              <a:extLst>
                <a:ext uri="{FF2B5EF4-FFF2-40B4-BE49-F238E27FC236}">
                  <a16:creationId xmlns:a16="http://schemas.microsoft.com/office/drawing/2014/main" id="{2E725733-D1B4-1113-73FB-F123642E9AD3}"/>
                </a:ext>
              </a:extLst>
            </p:cNvPr>
            <p:cNvSpPr/>
            <p:nvPr/>
          </p:nvSpPr>
          <p:spPr>
            <a:xfrm>
              <a:off x="4423094"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70" name="Freeform: Shape 2869">
              <a:extLst>
                <a:ext uri="{FF2B5EF4-FFF2-40B4-BE49-F238E27FC236}">
                  <a16:creationId xmlns:a16="http://schemas.microsoft.com/office/drawing/2014/main" id="{76D8A204-C010-AC57-AED1-98D4FDA4B09C}"/>
                </a:ext>
              </a:extLst>
            </p:cNvPr>
            <p:cNvSpPr/>
            <p:nvPr/>
          </p:nvSpPr>
          <p:spPr>
            <a:xfrm>
              <a:off x="4537350"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71" name="Freeform: Shape 2870">
              <a:extLst>
                <a:ext uri="{FF2B5EF4-FFF2-40B4-BE49-F238E27FC236}">
                  <a16:creationId xmlns:a16="http://schemas.microsoft.com/office/drawing/2014/main" id="{5CB98228-90C6-A75C-8563-090043D47F81}"/>
                </a:ext>
              </a:extLst>
            </p:cNvPr>
            <p:cNvSpPr/>
            <p:nvPr/>
          </p:nvSpPr>
          <p:spPr>
            <a:xfrm>
              <a:off x="4651605"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72" name="Freeform: Shape 2871">
              <a:extLst>
                <a:ext uri="{FF2B5EF4-FFF2-40B4-BE49-F238E27FC236}">
                  <a16:creationId xmlns:a16="http://schemas.microsoft.com/office/drawing/2014/main" id="{06B738AE-1446-F03A-E25D-D30B8A62BD69}"/>
                </a:ext>
              </a:extLst>
            </p:cNvPr>
            <p:cNvSpPr/>
            <p:nvPr/>
          </p:nvSpPr>
          <p:spPr>
            <a:xfrm>
              <a:off x="4765861"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73" name="Freeform: Shape 2872">
              <a:extLst>
                <a:ext uri="{FF2B5EF4-FFF2-40B4-BE49-F238E27FC236}">
                  <a16:creationId xmlns:a16="http://schemas.microsoft.com/office/drawing/2014/main" id="{E31AF7FE-7B62-BC1C-ED70-7FCF8458A2F3}"/>
                </a:ext>
              </a:extLst>
            </p:cNvPr>
            <p:cNvSpPr/>
            <p:nvPr/>
          </p:nvSpPr>
          <p:spPr>
            <a:xfrm>
              <a:off x="4880117"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74" name="Freeform: Shape 2873">
              <a:extLst>
                <a:ext uri="{FF2B5EF4-FFF2-40B4-BE49-F238E27FC236}">
                  <a16:creationId xmlns:a16="http://schemas.microsoft.com/office/drawing/2014/main" id="{82EE50BD-17C9-4185-48BB-5818D1637AE9}"/>
                </a:ext>
              </a:extLst>
            </p:cNvPr>
            <p:cNvSpPr/>
            <p:nvPr/>
          </p:nvSpPr>
          <p:spPr>
            <a:xfrm>
              <a:off x="4994373"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75" name="Freeform: Shape 2874">
              <a:extLst>
                <a:ext uri="{FF2B5EF4-FFF2-40B4-BE49-F238E27FC236}">
                  <a16:creationId xmlns:a16="http://schemas.microsoft.com/office/drawing/2014/main" id="{5DAF887A-C440-BEAF-E56E-EEA788B42AFE}"/>
                </a:ext>
              </a:extLst>
            </p:cNvPr>
            <p:cNvSpPr/>
            <p:nvPr/>
          </p:nvSpPr>
          <p:spPr>
            <a:xfrm>
              <a:off x="5108629"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76" name="Freeform: Shape 2875">
              <a:extLst>
                <a:ext uri="{FF2B5EF4-FFF2-40B4-BE49-F238E27FC236}">
                  <a16:creationId xmlns:a16="http://schemas.microsoft.com/office/drawing/2014/main" id="{24C4A1AC-6E70-F76B-E915-BF9BFA6E8406}"/>
                </a:ext>
              </a:extLst>
            </p:cNvPr>
            <p:cNvSpPr/>
            <p:nvPr/>
          </p:nvSpPr>
          <p:spPr>
            <a:xfrm>
              <a:off x="5222840"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77" name="Freeform: Shape 2876">
              <a:extLst>
                <a:ext uri="{FF2B5EF4-FFF2-40B4-BE49-F238E27FC236}">
                  <a16:creationId xmlns:a16="http://schemas.microsoft.com/office/drawing/2014/main" id="{ED087985-4408-443C-FE69-B6D569184149}"/>
                </a:ext>
              </a:extLst>
            </p:cNvPr>
            <p:cNvSpPr/>
            <p:nvPr/>
          </p:nvSpPr>
          <p:spPr>
            <a:xfrm>
              <a:off x="5337096"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78" name="Freeform: Shape 2877">
              <a:extLst>
                <a:ext uri="{FF2B5EF4-FFF2-40B4-BE49-F238E27FC236}">
                  <a16:creationId xmlns:a16="http://schemas.microsoft.com/office/drawing/2014/main" id="{6C3FFFEA-0C7F-59A0-BBB1-3A32C75C5452}"/>
                </a:ext>
              </a:extLst>
            </p:cNvPr>
            <p:cNvSpPr/>
            <p:nvPr/>
          </p:nvSpPr>
          <p:spPr>
            <a:xfrm>
              <a:off x="5451352"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79" name="Freeform: Shape 2878">
              <a:extLst>
                <a:ext uri="{FF2B5EF4-FFF2-40B4-BE49-F238E27FC236}">
                  <a16:creationId xmlns:a16="http://schemas.microsoft.com/office/drawing/2014/main" id="{03AC991C-3CB1-5D87-8D99-770F05646EF5}"/>
                </a:ext>
              </a:extLst>
            </p:cNvPr>
            <p:cNvSpPr/>
            <p:nvPr/>
          </p:nvSpPr>
          <p:spPr>
            <a:xfrm>
              <a:off x="5565608"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80" name="Freeform: Shape 2879">
              <a:extLst>
                <a:ext uri="{FF2B5EF4-FFF2-40B4-BE49-F238E27FC236}">
                  <a16:creationId xmlns:a16="http://schemas.microsoft.com/office/drawing/2014/main" id="{877EA2E0-605E-CE8F-D656-699C19DF002C}"/>
                </a:ext>
              </a:extLst>
            </p:cNvPr>
            <p:cNvSpPr/>
            <p:nvPr/>
          </p:nvSpPr>
          <p:spPr>
            <a:xfrm>
              <a:off x="5679863"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81" name="Freeform: Shape 2880">
              <a:extLst>
                <a:ext uri="{FF2B5EF4-FFF2-40B4-BE49-F238E27FC236}">
                  <a16:creationId xmlns:a16="http://schemas.microsoft.com/office/drawing/2014/main" id="{FA273DEE-D209-7807-F0EF-A371C56BE3B0}"/>
                </a:ext>
              </a:extLst>
            </p:cNvPr>
            <p:cNvSpPr/>
            <p:nvPr/>
          </p:nvSpPr>
          <p:spPr>
            <a:xfrm>
              <a:off x="5794119"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82" name="Freeform: Shape 2881">
              <a:extLst>
                <a:ext uri="{FF2B5EF4-FFF2-40B4-BE49-F238E27FC236}">
                  <a16:creationId xmlns:a16="http://schemas.microsoft.com/office/drawing/2014/main" id="{AC8D545C-F502-58DA-71BD-06FF2D81D54A}"/>
                </a:ext>
              </a:extLst>
            </p:cNvPr>
            <p:cNvSpPr/>
            <p:nvPr/>
          </p:nvSpPr>
          <p:spPr>
            <a:xfrm>
              <a:off x="5908375"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83" name="Freeform: Shape 2882">
              <a:extLst>
                <a:ext uri="{FF2B5EF4-FFF2-40B4-BE49-F238E27FC236}">
                  <a16:creationId xmlns:a16="http://schemas.microsoft.com/office/drawing/2014/main" id="{06F500C2-939C-7FB4-065F-D169BDBB1C79}"/>
                </a:ext>
              </a:extLst>
            </p:cNvPr>
            <p:cNvSpPr/>
            <p:nvPr/>
          </p:nvSpPr>
          <p:spPr>
            <a:xfrm>
              <a:off x="6022631"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84" name="Freeform: Shape 2883">
              <a:extLst>
                <a:ext uri="{FF2B5EF4-FFF2-40B4-BE49-F238E27FC236}">
                  <a16:creationId xmlns:a16="http://schemas.microsoft.com/office/drawing/2014/main" id="{53F5A0A4-9D12-42FB-735E-10813D565DF8}"/>
                </a:ext>
              </a:extLst>
            </p:cNvPr>
            <p:cNvSpPr/>
            <p:nvPr/>
          </p:nvSpPr>
          <p:spPr>
            <a:xfrm>
              <a:off x="6136886"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85" name="Freeform: Shape 2884">
              <a:extLst>
                <a:ext uri="{FF2B5EF4-FFF2-40B4-BE49-F238E27FC236}">
                  <a16:creationId xmlns:a16="http://schemas.microsoft.com/office/drawing/2014/main" id="{B9815639-E39B-EE46-544F-953CA94A23C3}"/>
                </a:ext>
              </a:extLst>
            </p:cNvPr>
            <p:cNvSpPr/>
            <p:nvPr/>
          </p:nvSpPr>
          <p:spPr>
            <a:xfrm>
              <a:off x="6251142"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86" name="Freeform: Shape 2885">
              <a:extLst>
                <a:ext uri="{FF2B5EF4-FFF2-40B4-BE49-F238E27FC236}">
                  <a16:creationId xmlns:a16="http://schemas.microsoft.com/office/drawing/2014/main" id="{73B49B34-36EA-28B8-BF1F-8FE5885F6A63}"/>
                </a:ext>
              </a:extLst>
            </p:cNvPr>
            <p:cNvSpPr/>
            <p:nvPr/>
          </p:nvSpPr>
          <p:spPr>
            <a:xfrm>
              <a:off x="6365398"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87" name="Freeform: Shape 2886">
              <a:extLst>
                <a:ext uri="{FF2B5EF4-FFF2-40B4-BE49-F238E27FC236}">
                  <a16:creationId xmlns:a16="http://schemas.microsoft.com/office/drawing/2014/main" id="{9CDAA64D-9AD2-B84C-CC81-B834CACE25FF}"/>
                </a:ext>
              </a:extLst>
            </p:cNvPr>
            <p:cNvSpPr/>
            <p:nvPr/>
          </p:nvSpPr>
          <p:spPr>
            <a:xfrm>
              <a:off x="6479610"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88" name="Freeform: Shape 2887">
              <a:extLst>
                <a:ext uri="{FF2B5EF4-FFF2-40B4-BE49-F238E27FC236}">
                  <a16:creationId xmlns:a16="http://schemas.microsoft.com/office/drawing/2014/main" id="{88BB6A35-483A-A1E8-AE65-CCC6D2F55AA6}"/>
                </a:ext>
              </a:extLst>
            </p:cNvPr>
            <p:cNvSpPr/>
            <p:nvPr/>
          </p:nvSpPr>
          <p:spPr>
            <a:xfrm>
              <a:off x="6593865"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89" name="Freeform: Shape 2888">
              <a:extLst>
                <a:ext uri="{FF2B5EF4-FFF2-40B4-BE49-F238E27FC236}">
                  <a16:creationId xmlns:a16="http://schemas.microsoft.com/office/drawing/2014/main" id="{F0022147-9F81-A654-2C63-CDC480C7332C}"/>
                </a:ext>
              </a:extLst>
            </p:cNvPr>
            <p:cNvSpPr/>
            <p:nvPr/>
          </p:nvSpPr>
          <p:spPr>
            <a:xfrm>
              <a:off x="6708121" y="411723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90" name="Freeform: Shape 2889">
              <a:extLst>
                <a:ext uri="{FF2B5EF4-FFF2-40B4-BE49-F238E27FC236}">
                  <a16:creationId xmlns:a16="http://schemas.microsoft.com/office/drawing/2014/main" id="{2B91663A-D6F8-66FB-FD4F-A5AAA1029B2E}"/>
                </a:ext>
              </a:extLst>
            </p:cNvPr>
            <p:cNvSpPr/>
            <p:nvPr/>
          </p:nvSpPr>
          <p:spPr>
            <a:xfrm>
              <a:off x="6822377"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91" name="Freeform: Shape 2890">
              <a:extLst>
                <a:ext uri="{FF2B5EF4-FFF2-40B4-BE49-F238E27FC236}">
                  <a16:creationId xmlns:a16="http://schemas.microsoft.com/office/drawing/2014/main" id="{786FF5DF-1798-98EF-68D5-1E3CF2F0E0CD}"/>
                </a:ext>
              </a:extLst>
            </p:cNvPr>
            <p:cNvSpPr/>
            <p:nvPr/>
          </p:nvSpPr>
          <p:spPr>
            <a:xfrm>
              <a:off x="6936633"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92" name="Freeform: Shape 2891">
              <a:extLst>
                <a:ext uri="{FF2B5EF4-FFF2-40B4-BE49-F238E27FC236}">
                  <a16:creationId xmlns:a16="http://schemas.microsoft.com/office/drawing/2014/main" id="{A6D62C35-97D1-5F7B-4190-C7B16DF7A841}"/>
                </a:ext>
              </a:extLst>
            </p:cNvPr>
            <p:cNvSpPr/>
            <p:nvPr/>
          </p:nvSpPr>
          <p:spPr>
            <a:xfrm>
              <a:off x="7050888" y="411723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93" name="Freeform: Shape 2892">
              <a:extLst>
                <a:ext uri="{FF2B5EF4-FFF2-40B4-BE49-F238E27FC236}">
                  <a16:creationId xmlns:a16="http://schemas.microsoft.com/office/drawing/2014/main" id="{F2A8DF20-B823-5535-9FD9-D848E722BF64}"/>
                </a:ext>
              </a:extLst>
            </p:cNvPr>
            <p:cNvSpPr/>
            <p:nvPr/>
          </p:nvSpPr>
          <p:spPr>
            <a:xfrm>
              <a:off x="7165144"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94" name="Freeform: Shape 2893">
              <a:extLst>
                <a:ext uri="{FF2B5EF4-FFF2-40B4-BE49-F238E27FC236}">
                  <a16:creationId xmlns:a16="http://schemas.microsoft.com/office/drawing/2014/main" id="{B4DC9B14-ADFB-2000-F987-1D1699D7C63E}"/>
                </a:ext>
              </a:extLst>
            </p:cNvPr>
            <p:cNvSpPr/>
            <p:nvPr/>
          </p:nvSpPr>
          <p:spPr>
            <a:xfrm>
              <a:off x="2366578"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95" name="Freeform: Shape 2894">
              <a:extLst>
                <a:ext uri="{FF2B5EF4-FFF2-40B4-BE49-F238E27FC236}">
                  <a16:creationId xmlns:a16="http://schemas.microsoft.com/office/drawing/2014/main" id="{E956E27D-9F59-AFAE-5D3F-D35498D865A8}"/>
                </a:ext>
              </a:extLst>
            </p:cNvPr>
            <p:cNvSpPr/>
            <p:nvPr/>
          </p:nvSpPr>
          <p:spPr>
            <a:xfrm>
              <a:off x="2480790"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96" name="Freeform: Shape 2895">
              <a:extLst>
                <a:ext uri="{FF2B5EF4-FFF2-40B4-BE49-F238E27FC236}">
                  <a16:creationId xmlns:a16="http://schemas.microsoft.com/office/drawing/2014/main" id="{03316444-AFC1-D426-03E4-25AEBC74AF0D}"/>
                </a:ext>
              </a:extLst>
            </p:cNvPr>
            <p:cNvSpPr/>
            <p:nvPr/>
          </p:nvSpPr>
          <p:spPr>
            <a:xfrm>
              <a:off x="2595046"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97" name="Freeform: Shape 2896">
              <a:extLst>
                <a:ext uri="{FF2B5EF4-FFF2-40B4-BE49-F238E27FC236}">
                  <a16:creationId xmlns:a16="http://schemas.microsoft.com/office/drawing/2014/main" id="{7EF92417-EEF3-C7F4-879F-2FC64EFEC1DC}"/>
                </a:ext>
              </a:extLst>
            </p:cNvPr>
            <p:cNvSpPr/>
            <p:nvPr/>
          </p:nvSpPr>
          <p:spPr>
            <a:xfrm>
              <a:off x="2709301"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98" name="Freeform: Shape 2897">
              <a:extLst>
                <a:ext uri="{FF2B5EF4-FFF2-40B4-BE49-F238E27FC236}">
                  <a16:creationId xmlns:a16="http://schemas.microsoft.com/office/drawing/2014/main" id="{7A74F809-F514-1F8C-9EEF-D61A308B2A94}"/>
                </a:ext>
              </a:extLst>
            </p:cNvPr>
            <p:cNvSpPr/>
            <p:nvPr/>
          </p:nvSpPr>
          <p:spPr>
            <a:xfrm>
              <a:off x="2823557"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899" name="Freeform: Shape 2898">
              <a:extLst>
                <a:ext uri="{FF2B5EF4-FFF2-40B4-BE49-F238E27FC236}">
                  <a16:creationId xmlns:a16="http://schemas.microsoft.com/office/drawing/2014/main" id="{5EEC8152-1A5A-A266-85A7-7E10D493E456}"/>
                </a:ext>
              </a:extLst>
            </p:cNvPr>
            <p:cNvSpPr/>
            <p:nvPr/>
          </p:nvSpPr>
          <p:spPr>
            <a:xfrm>
              <a:off x="2937813"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00" name="Freeform: Shape 2899">
              <a:extLst>
                <a:ext uri="{FF2B5EF4-FFF2-40B4-BE49-F238E27FC236}">
                  <a16:creationId xmlns:a16="http://schemas.microsoft.com/office/drawing/2014/main" id="{C4151710-3901-DBB2-8742-11EB3DE51DC0}"/>
                </a:ext>
              </a:extLst>
            </p:cNvPr>
            <p:cNvSpPr/>
            <p:nvPr/>
          </p:nvSpPr>
          <p:spPr>
            <a:xfrm>
              <a:off x="3052069"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01" name="Freeform: Shape 2900">
              <a:extLst>
                <a:ext uri="{FF2B5EF4-FFF2-40B4-BE49-F238E27FC236}">
                  <a16:creationId xmlns:a16="http://schemas.microsoft.com/office/drawing/2014/main" id="{9338406D-F2C8-B827-AA47-41426DF7370E}"/>
                </a:ext>
              </a:extLst>
            </p:cNvPr>
            <p:cNvSpPr/>
            <p:nvPr/>
          </p:nvSpPr>
          <p:spPr>
            <a:xfrm>
              <a:off x="3166325"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02" name="Freeform: Shape 2901">
              <a:extLst>
                <a:ext uri="{FF2B5EF4-FFF2-40B4-BE49-F238E27FC236}">
                  <a16:creationId xmlns:a16="http://schemas.microsoft.com/office/drawing/2014/main" id="{7268184D-D5D9-C177-9F32-5DCCB0624EC7}"/>
                </a:ext>
              </a:extLst>
            </p:cNvPr>
            <p:cNvSpPr/>
            <p:nvPr/>
          </p:nvSpPr>
          <p:spPr>
            <a:xfrm>
              <a:off x="3280580"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03" name="Freeform: Shape 2902">
              <a:extLst>
                <a:ext uri="{FF2B5EF4-FFF2-40B4-BE49-F238E27FC236}">
                  <a16:creationId xmlns:a16="http://schemas.microsoft.com/office/drawing/2014/main" id="{94C9FBD9-E242-F8BB-8DEB-B19FA6BFAA66}"/>
                </a:ext>
              </a:extLst>
            </p:cNvPr>
            <p:cNvSpPr/>
            <p:nvPr/>
          </p:nvSpPr>
          <p:spPr>
            <a:xfrm>
              <a:off x="3394836"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04" name="Freeform: Shape 2903">
              <a:extLst>
                <a:ext uri="{FF2B5EF4-FFF2-40B4-BE49-F238E27FC236}">
                  <a16:creationId xmlns:a16="http://schemas.microsoft.com/office/drawing/2014/main" id="{90ECFF7E-58DB-0D3D-8941-69675E3AB1A0}"/>
                </a:ext>
              </a:extLst>
            </p:cNvPr>
            <p:cNvSpPr/>
            <p:nvPr/>
          </p:nvSpPr>
          <p:spPr>
            <a:xfrm>
              <a:off x="3509092"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05" name="Freeform: Shape 2904">
              <a:extLst>
                <a:ext uri="{FF2B5EF4-FFF2-40B4-BE49-F238E27FC236}">
                  <a16:creationId xmlns:a16="http://schemas.microsoft.com/office/drawing/2014/main" id="{95D4E427-65A1-60A8-761A-B89F7329CD08}"/>
                </a:ext>
              </a:extLst>
            </p:cNvPr>
            <p:cNvSpPr/>
            <p:nvPr/>
          </p:nvSpPr>
          <p:spPr>
            <a:xfrm>
              <a:off x="3623348"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06" name="Freeform: Shape 2905">
              <a:extLst>
                <a:ext uri="{FF2B5EF4-FFF2-40B4-BE49-F238E27FC236}">
                  <a16:creationId xmlns:a16="http://schemas.microsoft.com/office/drawing/2014/main" id="{48D56493-D817-6DA9-C120-68CF4809A8CC}"/>
                </a:ext>
              </a:extLst>
            </p:cNvPr>
            <p:cNvSpPr/>
            <p:nvPr/>
          </p:nvSpPr>
          <p:spPr>
            <a:xfrm>
              <a:off x="3737603"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07" name="Freeform: Shape 2906">
              <a:extLst>
                <a:ext uri="{FF2B5EF4-FFF2-40B4-BE49-F238E27FC236}">
                  <a16:creationId xmlns:a16="http://schemas.microsoft.com/office/drawing/2014/main" id="{A923969D-649E-F1D1-FF47-F2BE704764AF}"/>
                </a:ext>
              </a:extLst>
            </p:cNvPr>
            <p:cNvSpPr/>
            <p:nvPr/>
          </p:nvSpPr>
          <p:spPr>
            <a:xfrm>
              <a:off x="3851815"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08" name="Freeform: Shape 2907">
              <a:extLst>
                <a:ext uri="{FF2B5EF4-FFF2-40B4-BE49-F238E27FC236}">
                  <a16:creationId xmlns:a16="http://schemas.microsoft.com/office/drawing/2014/main" id="{63FC77B2-C9BC-00ED-3F64-06FF8DCC2FCE}"/>
                </a:ext>
              </a:extLst>
            </p:cNvPr>
            <p:cNvSpPr/>
            <p:nvPr/>
          </p:nvSpPr>
          <p:spPr>
            <a:xfrm>
              <a:off x="3966071"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09" name="Freeform: Shape 2908">
              <a:extLst>
                <a:ext uri="{FF2B5EF4-FFF2-40B4-BE49-F238E27FC236}">
                  <a16:creationId xmlns:a16="http://schemas.microsoft.com/office/drawing/2014/main" id="{EB07F6AB-D4EF-890F-B7F8-5F1B3DEB5602}"/>
                </a:ext>
              </a:extLst>
            </p:cNvPr>
            <p:cNvSpPr/>
            <p:nvPr/>
          </p:nvSpPr>
          <p:spPr>
            <a:xfrm>
              <a:off x="4080327"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10" name="Freeform: Shape 2909">
              <a:extLst>
                <a:ext uri="{FF2B5EF4-FFF2-40B4-BE49-F238E27FC236}">
                  <a16:creationId xmlns:a16="http://schemas.microsoft.com/office/drawing/2014/main" id="{D3E45D77-6B5C-D942-45C6-5D0BE58B0180}"/>
                </a:ext>
              </a:extLst>
            </p:cNvPr>
            <p:cNvSpPr/>
            <p:nvPr/>
          </p:nvSpPr>
          <p:spPr>
            <a:xfrm>
              <a:off x="4194582"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11" name="Freeform: Shape 2910">
              <a:extLst>
                <a:ext uri="{FF2B5EF4-FFF2-40B4-BE49-F238E27FC236}">
                  <a16:creationId xmlns:a16="http://schemas.microsoft.com/office/drawing/2014/main" id="{E69660E5-EC94-FD49-D8F8-8098D60032DB}"/>
                </a:ext>
              </a:extLst>
            </p:cNvPr>
            <p:cNvSpPr/>
            <p:nvPr/>
          </p:nvSpPr>
          <p:spPr>
            <a:xfrm>
              <a:off x="4308838"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12" name="Freeform: Shape 2911">
              <a:extLst>
                <a:ext uri="{FF2B5EF4-FFF2-40B4-BE49-F238E27FC236}">
                  <a16:creationId xmlns:a16="http://schemas.microsoft.com/office/drawing/2014/main" id="{9BC13448-E177-EC52-44F7-8C8A274F02A4}"/>
                </a:ext>
              </a:extLst>
            </p:cNvPr>
            <p:cNvSpPr/>
            <p:nvPr/>
          </p:nvSpPr>
          <p:spPr>
            <a:xfrm>
              <a:off x="4423094"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13" name="Freeform: Shape 2912">
              <a:extLst>
                <a:ext uri="{FF2B5EF4-FFF2-40B4-BE49-F238E27FC236}">
                  <a16:creationId xmlns:a16="http://schemas.microsoft.com/office/drawing/2014/main" id="{03181440-99E0-1E8B-0621-B6DBB5C1FC31}"/>
                </a:ext>
              </a:extLst>
            </p:cNvPr>
            <p:cNvSpPr/>
            <p:nvPr/>
          </p:nvSpPr>
          <p:spPr>
            <a:xfrm>
              <a:off x="4537350"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14" name="Freeform: Shape 2913">
              <a:extLst>
                <a:ext uri="{FF2B5EF4-FFF2-40B4-BE49-F238E27FC236}">
                  <a16:creationId xmlns:a16="http://schemas.microsoft.com/office/drawing/2014/main" id="{927688DD-B2E1-B6DA-4066-7365BB9143B6}"/>
                </a:ext>
              </a:extLst>
            </p:cNvPr>
            <p:cNvSpPr/>
            <p:nvPr/>
          </p:nvSpPr>
          <p:spPr>
            <a:xfrm>
              <a:off x="4651605"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15" name="Freeform: Shape 2914">
              <a:extLst>
                <a:ext uri="{FF2B5EF4-FFF2-40B4-BE49-F238E27FC236}">
                  <a16:creationId xmlns:a16="http://schemas.microsoft.com/office/drawing/2014/main" id="{64C14F86-8EF9-576C-AF28-F823CB7DC704}"/>
                </a:ext>
              </a:extLst>
            </p:cNvPr>
            <p:cNvSpPr/>
            <p:nvPr/>
          </p:nvSpPr>
          <p:spPr>
            <a:xfrm>
              <a:off x="4765861"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16" name="Freeform: Shape 2915">
              <a:extLst>
                <a:ext uri="{FF2B5EF4-FFF2-40B4-BE49-F238E27FC236}">
                  <a16:creationId xmlns:a16="http://schemas.microsoft.com/office/drawing/2014/main" id="{9B6BEDAC-1DE0-B8B0-3425-E93ED8478C23}"/>
                </a:ext>
              </a:extLst>
            </p:cNvPr>
            <p:cNvSpPr/>
            <p:nvPr/>
          </p:nvSpPr>
          <p:spPr>
            <a:xfrm>
              <a:off x="4880117"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17" name="Freeform: Shape 2916">
              <a:extLst>
                <a:ext uri="{FF2B5EF4-FFF2-40B4-BE49-F238E27FC236}">
                  <a16:creationId xmlns:a16="http://schemas.microsoft.com/office/drawing/2014/main" id="{7669ACAF-9CCC-AF40-6E4A-E11206236A7C}"/>
                </a:ext>
              </a:extLst>
            </p:cNvPr>
            <p:cNvSpPr/>
            <p:nvPr/>
          </p:nvSpPr>
          <p:spPr>
            <a:xfrm>
              <a:off x="4994373"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18" name="Freeform: Shape 2917">
              <a:extLst>
                <a:ext uri="{FF2B5EF4-FFF2-40B4-BE49-F238E27FC236}">
                  <a16:creationId xmlns:a16="http://schemas.microsoft.com/office/drawing/2014/main" id="{6BCFD043-18BD-EA95-C2AF-BD3631906F11}"/>
                </a:ext>
              </a:extLst>
            </p:cNvPr>
            <p:cNvSpPr/>
            <p:nvPr/>
          </p:nvSpPr>
          <p:spPr>
            <a:xfrm>
              <a:off x="5108629"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19" name="Freeform: Shape 2918">
              <a:extLst>
                <a:ext uri="{FF2B5EF4-FFF2-40B4-BE49-F238E27FC236}">
                  <a16:creationId xmlns:a16="http://schemas.microsoft.com/office/drawing/2014/main" id="{31632B92-5F7C-8F27-C54C-30F7CFB6371F}"/>
                </a:ext>
              </a:extLst>
            </p:cNvPr>
            <p:cNvSpPr/>
            <p:nvPr/>
          </p:nvSpPr>
          <p:spPr>
            <a:xfrm>
              <a:off x="5222840"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20" name="Freeform: Shape 2919">
              <a:extLst>
                <a:ext uri="{FF2B5EF4-FFF2-40B4-BE49-F238E27FC236}">
                  <a16:creationId xmlns:a16="http://schemas.microsoft.com/office/drawing/2014/main" id="{A80582E9-4D20-F41D-5904-74EA11BE8B81}"/>
                </a:ext>
              </a:extLst>
            </p:cNvPr>
            <p:cNvSpPr/>
            <p:nvPr/>
          </p:nvSpPr>
          <p:spPr>
            <a:xfrm>
              <a:off x="5337096"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21" name="Freeform: Shape 2920">
              <a:extLst>
                <a:ext uri="{FF2B5EF4-FFF2-40B4-BE49-F238E27FC236}">
                  <a16:creationId xmlns:a16="http://schemas.microsoft.com/office/drawing/2014/main" id="{4A7FB25E-7E19-2442-31B5-947471ECB91C}"/>
                </a:ext>
              </a:extLst>
            </p:cNvPr>
            <p:cNvSpPr/>
            <p:nvPr/>
          </p:nvSpPr>
          <p:spPr>
            <a:xfrm>
              <a:off x="5451352"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22" name="Freeform: Shape 2921">
              <a:extLst>
                <a:ext uri="{FF2B5EF4-FFF2-40B4-BE49-F238E27FC236}">
                  <a16:creationId xmlns:a16="http://schemas.microsoft.com/office/drawing/2014/main" id="{12A0DCDC-73EE-4BAC-DD79-52B3543D6950}"/>
                </a:ext>
              </a:extLst>
            </p:cNvPr>
            <p:cNvSpPr/>
            <p:nvPr/>
          </p:nvSpPr>
          <p:spPr>
            <a:xfrm>
              <a:off x="5565608"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23" name="Freeform: Shape 2922">
              <a:extLst>
                <a:ext uri="{FF2B5EF4-FFF2-40B4-BE49-F238E27FC236}">
                  <a16:creationId xmlns:a16="http://schemas.microsoft.com/office/drawing/2014/main" id="{3BC2EC15-0E08-0596-1281-E7C97059B8DB}"/>
                </a:ext>
              </a:extLst>
            </p:cNvPr>
            <p:cNvSpPr/>
            <p:nvPr/>
          </p:nvSpPr>
          <p:spPr>
            <a:xfrm>
              <a:off x="5679863"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24" name="Freeform: Shape 2923">
              <a:extLst>
                <a:ext uri="{FF2B5EF4-FFF2-40B4-BE49-F238E27FC236}">
                  <a16:creationId xmlns:a16="http://schemas.microsoft.com/office/drawing/2014/main" id="{30EE9150-837A-AA7B-993F-9BBD97497274}"/>
                </a:ext>
              </a:extLst>
            </p:cNvPr>
            <p:cNvSpPr/>
            <p:nvPr/>
          </p:nvSpPr>
          <p:spPr>
            <a:xfrm>
              <a:off x="5794119"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25" name="Freeform: Shape 2924">
              <a:extLst>
                <a:ext uri="{FF2B5EF4-FFF2-40B4-BE49-F238E27FC236}">
                  <a16:creationId xmlns:a16="http://schemas.microsoft.com/office/drawing/2014/main" id="{C550169F-1EC0-F238-0F63-DB07765356B6}"/>
                </a:ext>
              </a:extLst>
            </p:cNvPr>
            <p:cNvSpPr/>
            <p:nvPr/>
          </p:nvSpPr>
          <p:spPr>
            <a:xfrm>
              <a:off x="5908375"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26" name="Freeform: Shape 2925">
              <a:extLst>
                <a:ext uri="{FF2B5EF4-FFF2-40B4-BE49-F238E27FC236}">
                  <a16:creationId xmlns:a16="http://schemas.microsoft.com/office/drawing/2014/main" id="{EEE093C1-D2B8-3907-20B8-799CCE26C3DB}"/>
                </a:ext>
              </a:extLst>
            </p:cNvPr>
            <p:cNvSpPr/>
            <p:nvPr/>
          </p:nvSpPr>
          <p:spPr>
            <a:xfrm>
              <a:off x="6022631"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27" name="Freeform: Shape 2926">
              <a:extLst>
                <a:ext uri="{FF2B5EF4-FFF2-40B4-BE49-F238E27FC236}">
                  <a16:creationId xmlns:a16="http://schemas.microsoft.com/office/drawing/2014/main" id="{1E428F30-A2C9-7177-26D8-C4B5A0564841}"/>
                </a:ext>
              </a:extLst>
            </p:cNvPr>
            <p:cNvSpPr/>
            <p:nvPr/>
          </p:nvSpPr>
          <p:spPr>
            <a:xfrm>
              <a:off x="6136886"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28" name="Freeform: Shape 2927">
              <a:extLst>
                <a:ext uri="{FF2B5EF4-FFF2-40B4-BE49-F238E27FC236}">
                  <a16:creationId xmlns:a16="http://schemas.microsoft.com/office/drawing/2014/main" id="{EF8599B6-B822-8DC6-3FEF-3BF429ADC5FC}"/>
                </a:ext>
              </a:extLst>
            </p:cNvPr>
            <p:cNvSpPr/>
            <p:nvPr/>
          </p:nvSpPr>
          <p:spPr>
            <a:xfrm>
              <a:off x="6251142"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29" name="Freeform: Shape 2928">
              <a:extLst>
                <a:ext uri="{FF2B5EF4-FFF2-40B4-BE49-F238E27FC236}">
                  <a16:creationId xmlns:a16="http://schemas.microsoft.com/office/drawing/2014/main" id="{43CC59BF-C308-32A3-283B-3D2B0BE69DBB}"/>
                </a:ext>
              </a:extLst>
            </p:cNvPr>
            <p:cNvSpPr/>
            <p:nvPr/>
          </p:nvSpPr>
          <p:spPr>
            <a:xfrm>
              <a:off x="6365398"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30" name="Freeform: Shape 2929">
              <a:extLst>
                <a:ext uri="{FF2B5EF4-FFF2-40B4-BE49-F238E27FC236}">
                  <a16:creationId xmlns:a16="http://schemas.microsoft.com/office/drawing/2014/main" id="{8D613B7A-8808-D5AB-D253-528FAA66D188}"/>
                </a:ext>
              </a:extLst>
            </p:cNvPr>
            <p:cNvSpPr/>
            <p:nvPr/>
          </p:nvSpPr>
          <p:spPr>
            <a:xfrm>
              <a:off x="6479610"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31" name="Freeform: Shape 2930">
              <a:extLst>
                <a:ext uri="{FF2B5EF4-FFF2-40B4-BE49-F238E27FC236}">
                  <a16:creationId xmlns:a16="http://schemas.microsoft.com/office/drawing/2014/main" id="{BC5E8908-252A-DAAD-F096-7D969535967D}"/>
                </a:ext>
              </a:extLst>
            </p:cNvPr>
            <p:cNvSpPr/>
            <p:nvPr/>
          </p:nvSpPr>
          <p:spPr>
            <a:xfrm>
              <a:off x="6593865"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32" name="Freeform: Shape 2931">
              <a:extLst>
                <a:ext uri="{FF2B5EF4-FFF2-40B4-BE49-F238E27FC236}">
                  <a16:creationId xmlns:a16="http://schemas.microsoft.com/office/drawing/2014/main" id="{D1215F19-764B-E0EA-A546-132A53B835D1}"/>
                </a:ext>
              </a:extLst>
            </p:cNvPr>
            <p:cNvSpPr/>
            <p:nvPr/>
          </p:nvSpPr>
          <p:spPr>
            <a:xfrm>
              <a:off x="6708121" y="423144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33" name="Freeform: Shape 2932">
              <a:extLst>
                <a:ext uri="{FF2B5EF4-FFF2-40B4-BE49-F238E27FC236}">
                  <a16:creationId xmlns:a16="http://schemas.microsoft.com/office/drawing/2014/main" id="{2B63E7F2-26A6-B363-CD39-BEB4895EF35E}"/>
                </a:ext>
              </a:extLst>
            </p:cNvPr>
            <p:cNvSpPr/>
            <p:nvPr/>
          </p:nvSpPr>
          <p:spPr>
            <a:xfrm>
              <a:off x="6822377"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34" name="Freeform: Shape 2933">
              <a:extLst>
                <a:ext uri="{FF2B5EF4-FFF2-40B4-BE49-F238E27FC236}">
                  <a16:creationId xmlns:a16="http://schemas.microsoft.com/office/drawing/2014/main" id="{2250006A-10E8-D0C5-F4CB-60A3E60D4A2B}"/>
                </a:ext>
              </a:extLst>
            </p:cNvPr>
            <p:cNvSpPr/>
            <p:nvPr/>
          </p:nvSpPr>
          <p:spPr>
            <a:xfrm>
              <a:off x="6936633"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35" name="Freeform: Shape 2934">
              <a:extLst>
                <a:ext uri="{FF2B5EF4-FFF2-40B4-BE49-F238E27FC236}">
                  <a16:creationId xmlns:a16="http://schemas.microsoft.com/office/drawing/2014/main" id="{BCC233B1-52C4-B8BA-5DF1-F479AD5E29E1}"/>
                </a:ext>
              </a:extLst>
            </p:cNvPr>
            <p:cNvSpPr/>
            <p:nvPr/>
          </p:nvSpPr>
          <p:spPr>
            <a:xfrm>
              <a:off x="7050888" y="423144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36" name="Freeform: Shape 2935">
              <a:extLst>
                <a:ext uri="{FF2B5EF4-FFF2-40B4-BE49-F238E27FC236}">
                  <a16:creationId xmlns:a16="http://schemas.microsoft.com/office/drawing/2014/main" id="{D7DA0280-85B1-B5CC-C1B4-41E219376B46}"/>
                </a:ext>
              </a:extLst>
            </p:cNvPr>
            <p:cNvSpPr/>
            <p:nvPr/>
          </p:nvSpPr>
          <p:spPr>
            <a:xfrm>
              <a:off x="7165144"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37" name="Freeform: Shape 2936">
              <a:extLst>
                <a:ext uri="{FF2B5EF4-FFF2-40B4-BE49-F238E27FC236}">
                  <a16:creationId xmlns:a16="http://schemas.microsoft.com/office/drawing/2014/main" id="{52A65779-F899-D9F9-D18E-AEA860D89094}"/>
                </a:ext>
              </a:extLst>
            </p:cNvPr>
            <p:cNvSpPr/>
            <p:nvPr/>
          </p:nvSpPr>
          <p:spPr>
            <a:xfrm>
              <a:off x="2366578"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38" name="Freeform: Shape 2937">
              <a:extLst>
                <a:ext uri="{FF2B5EF4-FFF2-40B4-BE49-F238E27FC236}">
                  <a16:creationId xmlns:a16="http://schemas.microsoft.com/office/drawing/2014/main" id="{299E68E9-782C-70A3-118A-5F6623B140B3}"/>
                </a:ext>
              </a:extLst>
            </p:cNvPr>
            <p:cNvSpPr/>
            <p:nvPr/>
          </p:nvSpPr>
          <p:spPr>
            <a:xfrm>
              <a:off x="2480790"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39" name="Freeform: Shape 2938">
              <a:extLst>
                <a:ext uri="{FF2B5EF4-FFF2-40B4-BE49-F238E27FC236}">
                  <a16:creationId xmlns:a16="http://schemas.microsoft.com/office/drawing/2014/main" id="{FF2CB078-9C52-D3FA-C54C-B2914A561300}"/>
                </a:ext>
              </a:extLst>
            </p:cNvPr>
            <p:cNvSpPr/>
            <p:nvPr/>
          </p:nvSpPr>
          <p:spPr>
            <a:xfrm>
              <a:off x="2595046"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40" name="Freeform: Shape 2939">
              <a:extLst>
                <a:ext uri="{FF2B5EF4-FFF2-40B4-BE49-F238E27FC236}">
                  <a16:creationId xmlns:a16="http://schemas.microsoft.com/office/drawing/2014/main" id="{05E2B76D-F916-C041-8754-41F4B394461B}"/>
                </a:ext>
              </a:extLst>
            </p:cNvPr>
            <p:cNvSpPr/>
            <p:nvPr/>
          </p:nvSpPr>
          <p:spPr>
            <a:xfrm>
              <a:off x="2709301"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41" name="Freeform: Shape 2940">
              <a:extLst>
                <a:ext uri="{FF2B5EF4-FFF2-40B4-BE49-F238E27FC236}">
                  <a16:creationId xmlns:a16="http://schemas.microsoft.com/office/drawing/2014/main" id="{3EAE5CB0-10AA-25EE-280D-7EA49605FC3D}"/>
                </a:ext>
              </a:extLst>
            </p:cNvPr>
            <p:cNvSpPr/>
            <p:nvPr/>
          </p:nvSpPr>
          <p:spPr>
            <a:xfrm>
              <a:off x="2823557"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42" name="Freeform: Shape 2941">
              <a:extLst>
                <a:ext uri="{FF2B5EF4-FFF2-40B4-BE49-F238E27FC236}">
                  <a16:creationId xmlns:a16="http://schemas.microsoft.com/office/drawing/2014/main" id="{2AF1239A-8DAF-0787-2A49-A93598B93162}"/>
                </a:ext>
              </a:extLst>
            </p:cNvPr>
            <p:cNvSpPr/>
            <p:nvPr/>
          </p:nvSpPr>
          <p:spPr>
            <a:xfrm>
              <a:off x="2937813"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43" name="Freeform: Shape 2942">
              <a:extLst>
                <a:ext uri="{FF2B5EF4-FFF2-40B4-BE49-F238E27FC236}">
                  <a16:creationId xmlns:a16="http://schemas.microsoft.com/office/drawing/2014/main" id="{72B2620E-C432-740D-236A-BCA110762CA8}"/>
                </a:ext>
              </a:extLst>
            </p:cNvPr>
            <p:cNvSpPr/>
            <p:nvPr/>
          </p:nvSpPr>
          <p:spPr>
            <a:xfrm>
              <a:off x="3052069"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44" name="Freeform: Shape 2943">
              <a:extLst>
                <a:ext uri="{FF2B5EF4-FFF2-40B4-BE49-F238E27FC236}">
                  <a16:creationId xmlns:a16="http://schemas.microsoft.com/office/drawing/2014/main" id="{C8D7EA7E-9EE0-338B-5E5B-8644D516C611}"/>
                </a:ext>
              </a:extLst>
            </p:cNvPr>
            <p:cNvSpPr/>
            <p:nvPr/>
          </p:nvSpPr>
          <p:spPr>
            <a:xfrm>
              <a:off x="3166325"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45" name="Freeform: Shape 2944">
              <a:extLst>
                <a:ext uri="{FF2B5EF4-FFF2-40B4-BE49-F238E27FC236}">
                  <a16:creationId xmlns:a16="http://schemas.microsoft.com/office/drawing/2014/main" id="{7BC4E047-070B-3F38-4F95-B2BBB1B44D40}"/>
                </a:ext>
              </a:extLst>
            </p:cNvPr>
            <p:cNvSpPr/>
            <p:nvPr/>
          </p:nvSpPr>
          <p:spPr>
            <a:xfrm>
              <a:off x="3280580"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46" name="Freeform: Shape 2945">
              <a:extLst>
                <a:ext uri="{FF2B5EF4-FFF2-40B4-BE49-F238E27FC236}">
                  <a16:creationId xmlns:a16="http://schemas.microsoft.com/office/drawing/2014/main" id="{37DF5BCE-DBCF-FED6-D336-3AE9919126A6}"/>
                </a:ext>
              </a:extLst>
            </p:cNvPr>
            <p:cNvSpPr/>
            <p:nvPr/>
          </p:nvSpPr>
          <p:spPr>
            <a:xfrm>
              <a:off x="3394836"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47" name="Freeform: Shape 2946">
              <a:extLst>
                <a:ext uri="{FF2B5EF4-FFF2-40B4-BE49-F238E27FC236}">
                  <a16:creationId xmlns:a16="http://schemas.microsoft.com/office/drawing/2014/main" id="{B2C0C48B-C25C-1E9E-549F-563AE9C26127}"/>
                </a:ext>
              </a:extLst>
            </p:cNvPr>
            <p:cNvSpPr/>
            <p:nvPr/>
          </p:nvSpPr>
          <p:spPr>
            <a:xfrm>
              <a:off x="3509092"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48" name="Freeform: Shape 2947">
              <a:extLst>
                <a:ext uri="{FF2B5EF4-FFF2-40B4-BE49-F238E27FC236}">
                  <a16:creationId xmlns:a16="http://schemas.microsoft.com/office/drawing/2014/main" id="{660BE8E4-BFC7-4342-19EC-F8FD17422FFF}"/>
                </a:ext>
              </a:extLst>
            </p:cNvPr>
            <p:cNvSpPr/>
            <p:nvPr/>
          </p:nvSpPr>
          <p:spPr>
            <a:xfrm>
              <a:off x="3623348"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49" name="Freeform: Shape 2948">
              <a:extLst>
                <a:ext uri="{FF2B5EF4-FFF2-40B4-BE49-F238E27FC236}">
                  <a16:creationId xmlns:a16="http://schemas.microsoft.com/office/drawing/2014/main" id="{F9F87F5B-5D5B-813F-EB4C-E139240CE220}"/>
                </a:ext>
              </a:extLst>
            </p:cNvPr>
            <p:cNvSpPr/>
            <p:nvPr/>
          </p:nvSpPr>
          <p:spPr>
            <a:xfrm>
              <a:off x="3737603"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50" name="Freeform: Shape 2949">
              <a:extLst>
                <a:ext uri="{FF2B5EF4-FFF2-40B4-BE49-F238E27FC236}">
                  <a16:creationId xmlns:a16="http://schemas.microsoft.com/office/drawing/2014/main" id="{17EF3D26-7EC1-1312-BBB2-0C6E6522DFD9}"/>
                </a:ext>
              </a:extLst>
            </p:cNvPr>
            <p:cNvSpPr/>
            <p:nvPr/>
          </p:nvSpPr>
          <p:spPr>
            <a:xfrm>
              <a:off x="3851815"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51" name="Freeform: Shape 2950">
              <a:extLst>
                <a:ext uri="{FF2B5EF4-FFF2-40B4-BE49-F238E27FC236}">
                  <a16:creationId xmlns:a16="http://schemas.microsoft.com/office/drawing/2014/main" id="{638629F0-9CE5-888A-51C8-A50BD8178A4F}"/>
                </a:ext>
              </a:extLst>
            </p:cNvPr>
            <p:cNvSpPr/>
            <p:nvPr/>
          </p:nvSpPr>
          <p:spPr>
            <a:xfrm>
              <a:off x="3966071"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52" name="Freeform: Shape 2951">
              <a:extLst>
                <a:ext uri="{FF2B5EF4-FFF2-40B4-BE49-F238E27FC236}">
                  <a16:creationId xmlns:a16="http://schemas.microsoft.com/office/drawing/2014/main" id="{996A22A2-986B-61CA-1A0C-4072018AC9F9}"/>
                </a:ext>
              </a:extLst>
            </p:cNvPr>
            <p:cNvSpPr/>
            <p:nvPr/>
          </p:nvSpPr>
          <p:spPr>
            <a:xfrm>
              <a:off x="4080327"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53" name="Freeform: Shape 2952">
              <a:extLst>
                <a:ext uri="{FF2B5EF4-FFF2-40B4-BE49-F238E27FC236}">
                  <a16:creationId xmlns:a16="http://schemas.microsoft.com/office/drawing/2014/main" id="{2E72ABC6-B51A-06B2-B61D-EB90D3D2A836}"/>
                </a:ext>
              </a:extLst>
            </p:cNvPr>
            <p:cNvSpPr/>
            <p:nvPr/>
          </p:nvSpPr>
          <p:spPr>
            <a:xfrm>
              <a:off x="4194582"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54" name="Freeform: Shape 2953">
              <a:extLst>
                <a:ext uri="{FF2B5EF4-FFF2-40B4-BE49-F238E27FC236}">
                  <a16:creationId xmlns:a16="http://schemas.microsoft.com/office/drawing/2014/main" id="{DB36D96F-99D0-A4B8-2906-C07DF98E162E}"/>
                </a:ext>
              </a:extLst>
            </p:cNvPr>
            <p:cNvSpPr/>
            <p:nvPr/>
          </p:nvSpPr>
          <p:spPr>
            <a:xfrm>
              <a:off x="4308838"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55" name="Freeform: Shape 2954">
              <a:extLst>
                <a:ext uri="{FF2B5EF4-FFF2-40B4-BE49-F238E27FC236}">
                  <a16:creationId xmlns:a16="http://schemas.microsoft.com/office/drawing/2014/main" id="{C943F710-43F5-BDC0-9CCB-CEC42165144F}"/>
                </a:ext>
              </a:extLst>
            </p:cNvPr>
            <p:cNvSpPr/>
            <p:nvPr/>
          </p:nvSpPr>
          <p:spPr>
            <a:xfrm>
              <a:off x="4423094"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56" name="Freeform: Shape 2955">
              <a:extLst>
                <a:ext uri="{FF2B5EF4-FFF2-40B4-BE49-F238E27FC236}">
                  <a16:creationId xmlns:a16="http://schemas.microsoft.com/office/drawing/2014/main" id="{E9F1CA11-B83F-08FA-9EC1-19A51C13DBC1}"/>
                </a:ext>
              </a:extLst>
            </p:cNvPr>
            <p:cNvSpPr/>
            <p:nvPr/>
          </p:nvSpPr>
          <p:spPr>
            <a:xfrm>
              <a:off x="4537350"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57" name="Freeform: Shape 2956">
              <a:extLst>
                <a:ext uri="{FF2B5EF4-FFF2-40B4-BE49-F238E27FC236}">
                  <a16:creationId xmlns:a16="http://schemas.microsoft.com/office/drawing/2014/main" id="{88A0FABC-4AB6-2805-6A97-19422343A1BE}"/>
                </a:ext>
              </a:extLst>
            </p:cNvPr>
            <p:cNvSpPr/>
            <p:nvPr/>
          </p:nvSpPr>
          <p:spPr>
            <a:xfrm>
              <a:off x="4651605"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58" name="Freeform: Shape 2957">
              <a:extLst>
                <a:ext uri="{FF2B5EF4-FFF2-40B4-BE49-F238E27FC236}">
                  <a16:creationId xmlns:a16="http://schemas.microsoft.com/office/drawing/2014/main" id="{2B0499D5-B14C-2DA4-E58D-375D3CA7D397}"/>
                </a:ext>
              </a:extLst>
            </p:cNvPr>
            <p:cNvSpPr/>
            <p:nvPr/>
          </p:nvSpPr>
          <p:spPr>
            <a:xfrm>
              <a:off x="4765861"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59" name="Freeform: Shape 2958">
              <a:extLst>
                <a:ext uri="{FF2B5EF4-FFF2-40B4-BE49-F238E27FC236}">
                  <a16:creationId xmlns:a16="http://schemas.microsoft.com/office/drawing/2014/main" id="{DAD753E2-FBCA-639C-7AB7-D95C52616B50}"/>
                </a:ext>
              </a:extLst>
            </p:cNvPr>
            <p:cNvSpPr/>
            <p:nvPr/>
          </p:nvSpPr>
          <p:spPr>
            <a:xfrm>
              <a:off x="4880117"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60" name="Freeform: Shape 2959">
              <a:extLst>
                <a:ext uri="{FF2B5EF4-FFF2-40B4-BE49-F238E27FC236}">
                  <a16:creationId xmlns:a16="http://schemas.microsoft.com/office/drawing/2014/main" id="{6919732D-414B-654A-7B3D-7E0E1A96853A}"/>
                </a:ext>
              </a:extLst>
            </p:cNvPr>
            <p:cNvSpPr/>
            <p:nvPr/>
          </p:nvSpPr>
          <p:spPr>
            <a:xfrm>
              <a:off x="4994373"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61" name="Freeform: Shape 2960">
              <a:extLst>
                <a:ext uri="{FF2B5EF4-FFF2-40B4-BE49-F238E27FC236}">
                  <a16:creationId xmlns:a16="http://schemas.microsoft.com/office/drawing/2014/main" id="{FE747261-D88C-6259-A6F3-9EE354A45E83}"/>
                </a:ext>
              </a:extLst>
            </p:cNvPr>
            <p:cNvSpPr/>
            <p:nvPr/>
          </p:nvSpPr>
          <p:spPr>
            <a:xfrm>
              <a:off x="5108629"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62" name="Freeform: Shape 2961">
              <a:extLst>
                <a:ext uri="{FF2B5EF4-FFF2-40B4-BE49-F238E27FC236}">
                  <a16:creationId xmlns:a16="http://schemas.microsoft.com/office/drawing/2014/main" id="{3F488AF0-564A-07F6-2B06-1E9F07546376}"/>
                </a:ext>
              </a:extLst>
            </p:cNvPr>
            <p:cNvSpPr/>
            <p:nvPr/>
          </p:nvSpPr>
          <p:spPr>
            <a:xfrm>
              <a:off x="5222840"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63" name="Freeform: Shape 2962">
              <a:extLst>
                <a:ext uri="{FF2B5EF4-FFF2-40B4-BE49-F238E27FC236}">
                  <a16:creationId xmlns:a16="http://schemas.microsoft.com/office/drawing/2014/main" id="{F8F86A29-4BDF-0BC0-B0D6-F3AB5415690C}"/>
                </a:ext>
              </a:extLst>
            </p:cNvPr>
            <p:cNvSpPr/>
            <p:nvPr/>
          </p:nvSpPr>
          <p:spPr>
            <a:xfrm>
              <a:off x="5337096"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64" name="Freeform: Shape 2963">
              <a:extLst>
                <a:ext uri="{FF2B5EF4-FFF2-40B4-BE49-F238E27FC236}">
                  <a16:creationId xmlns:a16="http://schemas.microsoft.com/office/drawing/2014/main" id="{E26B5620-CCD0-5BCE-4F5C-3DA2306BF71F}"/>
                </a:ext>
              </a:extLst>
            </p:cNvPr>
            <p:cNvSpPr/>
            <p:nvPr/>
          </p:nvSpPr>
          <p:spPr>
            <a:xfrm>
              <a:off x="5451352"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65" name="Freeform: Shape 2964">
              <a:extLst>
                <a:ext uri="{FF2B5EF4-FFF2-40B4-BE49-F238E27FC236}">
                  <a16:creationId xmlns:a16="http://schemas.microsoft.com/office/drawing/2014/main" id="{C2C9CA69-BAA6-E1E4-5010-2BED2A7C6D0C}"/>
                </a:ext>
              </a:extLst>
            </p:cNvPr>
            <p:cNvSpPr/>
            <p:nvPr/>
          </p:nvSpPr>
          <p:spPr>
            <a:xfrm>
              <a:off x="5565608"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66" name="Freeform: Shape 2965">
              <a:extLst>
                <a:ext uri="{FF2B5EF4-FFF2-40B4-BE49-F238E27FC236}">
                  <a16:creationId xmlns:a16="http://schemas.microsoft.com/office/drawing/2014/main" id="{8B122050-3090-33DB-AE66-E7307FBD54FF}"/>
                </a:ext>
              </a:extLst>
            </p:cNvPr>
            <p:cNvSpPr/>
            <p:nvPr/>
          </p:nvSpPr>
          <p:spPr>
            <a:xfrm>
              <a:off x="5679863"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67" name="Freeform: Shape 2966">
              <a:extLst>
                <a:ext uri="{FF2B5EF4-FFF2-40B4-BE49-F238E27FC236}">
                  <a16:creationId xmlns:a16="http://schemas.microsoft.com/office/drawing/2014/main" id="{37A49D1F-1022-8976-CC7E-16CBD88CD062}"/>
                </a:ext>
              </a:extLst>
            </p:cNvPr>
            <p:cNvSpPr/>
            <p:nvPr/>
          </p:nvSpPr>
          <p:spPr>
            <a:xfrm>
              <a:off x="5794119"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68" name="Freeform: Shape 2967">
              <a:extLst>
                <a:ext uri="{FF2B5EF4-FFF2-40B4-BE49-F238E27FC236}">
                  <a16:creationId xmlns:a16="http://schemas.microsoft.com/office/drawing/2014/main" id="{F5CD414F-73CC-1835-4B87-172B81456DDF}"/>
                </a:ext>
              </a:extLst>
            </p:cNvPr>
            <p:cNvSpPr/>
            <p:nvPr/>
          </p:nvSpPr>
          <p:spPr>
            <a:xfrm>
              <a:off x="5908375"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69" name="Freeform: Shape 2968">
              <a:extLst>
                <a:ext uri="{FF2B5EF4-FFF2-40B4-BE49-F238E27FC236}">
                  <a16:creationId xmlns:a16="http://schemas.microsoft.com/office/drawing/2014/main" id="{A11EE913-355F-F4C9-FB30-DFAEF7442B78}"/>
                </a:ext>
              </a:extLst>
            </p:cNvPr>
            <p:cNvSpPr/>
            <p:nvPr/>
          </p:nvSpPr>
          <p:spPr>
            <a:xfrm>
              <a:off x="6022631"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70" name="Freeform: Shape 2969">
              <a:extLst>
                <a:ext uri="{FF2B5EF4-FFF2-40B4-BE49-F238E27FC236}">
                  <a16:creationId xmlns:a16="http://schemas.microsoft.com/office/drawing/2014/main" id="{C2AC24D6-84EE-EB7D-FB37-166FF2D071CC}"/>
                </a:ext>
              </a:extLst>
            </p:cNvPr>
            <p:cNvSpPr/>
            <p:nvPr/>
          </p:nvSpPr>
          <p:spPr>
            <a:xfrm>
              <a:off x="6136886"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71" name="Freeform: Shape 2970">
              <a:extLst>
                <a:ext uri="{FF2B5EF4-FFF2-40B4-BE49-F238E27FC236}">
                  <a16:creationId xmlns:a16="http://schemas.microsoft.com/office/drawing/2014/main" id="{78BF799D-609E-9E5B-A79A-541B53CAB21C}"/>
                </a:ext>
              </a:extLst>
            </p:cNvPr>
            <p:cNvSpPr/>
            <p:nvPr/>
          </p:nvSpPr>
          <p:spPr>
            <a:xfrm>
              <a:off x="6251142"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72" name="Freeform: Shape 2971">
              <a:extLst>
                <a:ext uri="{FF2B5EF4-FFF2-40B4-BE49-F238E27FC236}">
                  <a16:creationId xmlns:a16="http://schemas.microsoft.com/office/drawing/2014/main" id="{23D87482-BBCC-2363-299E-C246AA353ECC}"/>
                </a:ext>
              </a:extLst>
            </p:cNvPr>
            <p:cNvSpPr/>
            <p:nvPr/>
          </p:nvSpPr>
          <p:spPr>
            <a:xfrm>
              <a:off x="6365398"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73" name="Freeform: Shape 2972">
              <a:extLst>
                <a:ext uri="{FF2B5EF4-FFF2-40B4-BE49-F238E27FC236}">
                  <a16:creationId xmlns:a16="http://schemas.microsoft.com/office/drawing/2014/main" id="{5F6DE5F8-3C73-0743-4F22-FFB5FA67C8AC}"/>
                </a:ext>
              </a:extLst>
            </p:cNvPr>
            <p:cNvSpPr/>
            <p:nvPr/>
          </p:nvSpPr>
          <p:spPr>
            <a:xfrm>
              <a:off x="6479610"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74" name="Freeform: Shape 2973">
              <a:extLst>
                <a:ext uri="{FF2B5EF4-FFF2-40B4-BE49-F238E27FC236}">
                  <a16:creationId xmlns:a16="http://schemas.microsoft.com/office/drawing/2014/main" id="{88094251-7B70-E355-E66D-AA587B2C0DD2}"/>
                </a:ext>
              </a:extLst>
            </p:cNvPr>
            <p:cNvSpPr/>
            <p:nvPr/>
          </p:nvSpPr>
          <p:spPr>
            <a:xfrm>
              <a:off x="6593865"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75" name="Freeform: Shape 2974">
              <a:extLst>
                <a:ext uri="{FF2B5EF4-FFF2-40B4-BE49-F238E27FC236}">
                  <a16:creationId xmlns:a16="http://schemas.microsoft.com/office/drawing/2014/main" id="{7A413A78-A581-8247-1DB1-2FDFFB5C45FC}"/>
                </a:ext>
              </a:extLst>
            </p:cNvPr>
            <p:cNvSpPr/>
            <p:nvPr/>
          </p:nvSpPr>
          <p:spPr>
            <a:xfrm>
              <a:off x="6708121" y="434569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76" name="Freeform: Shape 2975">
              <a:extLst>
                <a:ext uri="{FF2B5EF4-FFF2-40B4-BE49-F238E27FC236}">
                  <a16:creationId xmlns:a16="http://schemas.microsoft.com/office/drawing/2014/main" id="{E5658D8C-6027-EC4D-689C-F9302366CFF5}"/>
                </a:ext>
              </a:extLst>
            </p:cNvPr>
            <p:cNvSpPr/>
            <p:nvPr/>
          </p:nvSpPr>
          <p:spPr>
            <a:xfrm>
              <a:off x="6822377"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77" name="Freeform: Shape 2976">
              <a:extLst>
                <a:ext uri="{FF2B5EF4-FFF2-40B4-BE49-F238E27FC236}">
                  <a16:creationId xmlns:a16="http://schemas.microsoft.com/office/drawing/2014/main" id="{F4F38FBC-9E06-B1FB-A7B7-A4A6CB64D341}"/>
                </a:ext>
              </a:extLst>
            </p:cNvPr>
            <p:cNvSpPr/>
            <p:nvPr/>
          </p:nvSpPr>
          <p:spPr>
            <a:xfrm>
              <a:off x="6936633"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78" name="Freeform: Shape 2977">
              <a:extLst>
                <a:ext uri="{FF2B5EF4-FFF2-40B4-BE49-F238E27FC236}">
                  <a16:creationId xmlns:a16="http://schemas.microsoft.com/office/drawing/2014/main" id="{3C5F082F-71BC-5BEA-16E0-5E77D31916A1}"/>
                </a:ext>
              </a:extLst>
            </p:cNvPr>
            <p:cNvSpPr/>
            <p:nvPr/>
          </p:nvSpPr>
          <p:spPr>
            <a:xfrm>
              <a:off x="7050888" y="434569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79" name="Freeform: Shape 2978">
              <a:extLst>
                <a:ext uri="{FF2B5EF4-FFF2-40B4-BE49-F238E27FC236}">
                  <a16:creationId xmlns:a16="http://schemas.microsoft.com/office/drawing/2014/main" id="{641F8EC6-4B03-2062-A40F-6607212171F4}"/>
                </a:ext>
              </a:extLst>
            </p:cNvPr>
            <p:cNvSpPr/>
            <p:nvPr/>
          </p:nvSpPr>
          <p:spPr>
            <a:xfrm>
              <a:off x="7165144"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80" name="Freeform: Shape 2979">
              <a:extLst>
                <a:ext uri="{FF2B5EF4-FFF2-40B4-BE49-F238E27FC236}">
                  <a16:creationId xmlns:a16="http://schemas.microsoft.com/office/drawing/2014/main" id="{8DCCEB61-7282-3ABE-C6C4-3C91592AEB96}"/>
                </a:ext>
              </a:extLst>
            </p:cNvPr>
            <p:cNvSpPr/>
            <p:nvPr/>
          </p:nvSpPr>
          <p:spPr>
            <a:xfrm>
              <a:off x="2366578"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81" name="Freeform: Shape 2980">
              <a:extLst>
                <a:ext uri="{FF2B5EF4-FFF2-40B4-BE49-F238E27FC236}">
                  <a16:creationId xmlns:a16="http://schemas.microsoft.com/office/drawing/2014/main" id="{670FC51B-E4EA-E0CC-B2BF-0AD0CA64DF6F}"/>
                </a:ext>
              </a:extLst>
            </p:cNvPr>
            <p:cNvSpPr/>
            <p:nvPr/>
          </p:nvSpPr>
          <p:spPr>
            <a:xfrm>
              <a:off x="2480790"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82" name="Freeform: Shape 2981">
              <a:extLst>
                <a:ext uri="{FF2B5EF4-FFF2-40B4-BE49-F238E27FC236}">
                  <a16:creationId xmlns:a16="http://schemas.microsoft.com/office/drawing/2014/main" id="{6111A61E-DF7D-1790-C38E-07A7C56570C4}"/>
                </a:ext>
              </a:extLst>
            </p:cNvPr>
            <p:cNvSpPr/>
            <p:nvPr/>
          </p:nvSpPr>
          <p:spPr>
            <a:xfrm>
              <a:off x="2595046"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83" name="Freeform: Shape 2982">
              <a:extLst>
                <a:ext uri="{FF2B5EF4-FFF2-40B4-BE49-F238E27FC236}">
                  <a16:creationId xmlns:a16="http://schemas.microsoft.com/office/drawing/2014/main" id="{956901A7-534E-7309-DCE6-15DCD1A28007}"/>
                </a:ext>
              </a:extLst>
            </p:cNvPr>
            <p:cNvSpPr/>
            <p:nvPr/>
          </p:nvSpPr>
          <p:spPr>
            <a:xfrm>
              <a:off x="2709301"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84" name="Freeform: Shape 2983">
              <a:extLst>
                <a:ext uri="{FF2B5EF4-FFF2-40B4-BE49-F238E27FC236}">
                  <a16:creationId xmlns:a16="http://schemas.microsoft.com/office/drawing/2014/main" id="{09B048EC-8CFF-D5F3-F808-0D8AD040381B}"/>
                </a:ext>
              </a:extLst>
            </p:cNvPr>
            <p:cNvSpPr/>
            <p:nvPr/>
          </p:nvSpPr>
          <p:spPr>
            <a:xfrm>
              <a:off x="2823557"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85" name="Freeform: Shape 2984">
              <a:extLst>
                <a:ext uri="{FF2B5EF4-FFF2-40B4-BE49-F238E27FC236}">
                  <a16:creationId xmlns:a16="http://schemas.microsoft.com/office/drawing/2014/main" id="{01A7B913-6652-B504-7DD3-9A1DC8A417EC}"/>
                </a:ext>
              </a:extLst>
            </p:cNvPr>
            <p:cNvSpPr/>
            <p:nvPr/>
          </p:nvSpPr>
          <p:spPr>
            <a:xfrm>
              <a:off x="2937813"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86" name="Freeform: Shape 2985">
              <a:extLst>
                <a:ext uri="{FF2B5EF4-FFF2-40B4-BE49-F238E27FC236}">
                  <a16:creationId xmlns:a16="http://schemas.microsoft.com/office/drawing/2014/main" id="{61E1AF76-6F33-4A36-8631-5A9F01E6B148}"/>
                </a:ext>
              </a:extLst>
            </p:cNvPr>
            <p:cNvSpPr/>
            <p:nvPr/>
          </p:nvSpPr>
          <p:spPr>
            <a:xfrm>
              <a:off x="3052069"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87" name="Freeform: Shape 2986">
              <a:extLst>
                <a:ext uri="{FF2B5EF4-FFF2-40B4-BE49-F238E27FC236}">
                  <a16:creationId xmlns:a16="http://schemas.microsoft.com/office/drawing/2014/main" id="{94008847-12EB-CA62-6095-46C12199E4C3}"/>
                </a:ext>
              </a:extLst>
            </p:cNvPr>
            <p:cNvSpPr/>
            <p:nvPr/>
          </p:nvSpPr>
          <p:spPr>
            <a:xfrm>
              <a:off x="3166325"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88" name="Freeform: Shape 2987">
              <a:extLst>
                <a:ext uri="{FF2B5EF4-FFF2-40B4-BE49-F238E27FC236}">
                  <a16:creationId xmlns:a16="http://schemas.microsoft.com/office/drawing/2014/main" id="{16DD7E62-5CC0-E8C4-AC95-19E083D4426D}"/>
                </a:ext>
              </a:extLst>
            </p:cNvPr>
            <p:cNvSpPr/>
            <p:nvPr/>
          </p:nvSpPr>
          <p:spPr>
            <a:xfrm>
              <a:off x="3280580"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89" name="Freeform: Shape 2988">
              <a:extLst>
                <a:ext uri="{FF2B5EF4-FFF2-40B4-BE49-F238E27FC236}">
                  <a16:creationId xmlns:a16="http://schemas.microsoft.com/office/drawing/2014/main" id="{CD8AA0AF-ABAE-5803-CEAB-C85D5EEBACA0}"/>
                </a:ext>
              </a:extLst>
            </p:cNvPr>
            <p:cNvSpPr/>
            <p:nvPr/>
          </p:nvSpPr>
          <p:spPr>
            <a:xfrm>
              <a:off x="3394836"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90" name="Freeform: Shape 2989">
              <a:extLst>
                <a:ext uri="{FF2B5EF4-FFF2-40B4-BE49-F238E27FC236}">
                  <a16:creationId xmlns:a16="http://schemas.microsoft.com/office/drawing/2014/main" id="{021CEDD0-0325-97CF-92F3-8CD32D0B44EF}"/>
                </a:ext>
              </a:extLst>
            </p:cNvPr>
            <p:cNvSpPr/>
            <p:nvPr/>
          </p:nvSpPr>
          <p:spPr>
            <a:xfrm>
              <a:off x="3509092"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91" name="Freeform: Shape 2990">
              <a:extLst>
                <a:ext uri="{FF2B5EF4-FFF2-40B4-BE49-F238E27FC236}">
                  <a16:creationId xmlns:a16="http://schemas.microsoft.com/office/drawing/2014/main" id="{F9AD9242-2154-E48A-EE63-AF11F9F94483}"/>
                </a:ext>
              </a:extLst>
            </p:cNvPr>
            <p:cNvSpPr/>
            <p:nvPr/>
          </p:nvSpPr>
          <p:spPr>
            <a:xfrm>
              <a:off x="3623348"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92" name="Freeform: Shape 2991">
              <a:extLst>
                <a:ext uri="{FF2B5EF4-FFF2-40B4-BE49-F238E27FC236}">
                  <a16:creationId xmlns:a16="http://schemas.microsoft.com/office/drawing/2014/main" id="{42DEB1F1-942A-99C0-56C5-786E5B769003}"/>
                </a:ext>
              </a:extLst>
            </p:cNvPr>
            <p:cNvSpPr/>
            <p:nvPr/>
          </p:nvSpPr>
          <p:spPr>
            <a:xfrm>
              <a:off x="3737603"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93" name="Freeform: Shape 2992">
              <a:extLst>
                <a:ext uri="{FF2B5EF4-FFF2-40B4-BE49-F238E27FC236}">
                  <a16:creationId xmlns:a16="http://schemas.microsoft.com/office/drawing/2014/main" id="{0E546017-1EA5-FD4B-6255-5F85F7303836}"/>
                </a:ext>
              </a:extLst>
            </p:cNvPr>
            <p:cNvSpPr/>
            <p:nvPr/>
          </p:nvSpPr>
          <p:spPr>
            <a:xfrm>
              <a:off x="3851815"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94" name="Freeform: Shape 2993">
              <a:extLst>
                <a:ext uri="{FF2B5EF4-FFF2-40B4-BE49-F238E27FC236}">
                  <a16:creationId xmlns:a16="http://schemas.microsoft.com/office/drawing/2014/main" id="{853898F8-16F9-3B89-395E-EFA7F930D12B}"/>
                </a:ext>
              </a:extLst>
            </p:cNvPr>
            <p:cNvSpPr/>
            <p:nvPr/>
          </p:nvSpPr>
          <p:spPr>
            <a:xfrm>
              <a:off x="3966071"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95" name="Freeform: Shape 2994">
              <a:extLst>
                <a:ext uri="{FF2B5EF4-FFF2-40B4-BE49-F238E27FC236}">
                  <a16:creationId xmlns:a16="http://schemas.microsoft.com/office/drawing/2014/main" id="{330BF878-F71D-2088-0E9E-1E184F8A776D}"/>
                </a:ext>
              </a:extLst>
            </p:cNvPr>
            <p:cNvSpPr/>
            <p:nvPr/>
          </p:nvSpPr>
          <p:spPr>
            <a:xfrm>
              <a:off x="4080327"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96" name="Freeform: Shape 2995">
              <a:extLst>
                <a:ext uri="{FF2B5EF4-FFF2-40B4-BE49-F238E27FC236}">
                  <a16:creationId xmlns:a16="http://schemas.microsoft.com/office/drawing/2014/main" id="{81BEEE9E-ACED-0FE3-508F-E017667F8D50}"/>
                </a:ext>
              </a:extLst>
            </p:cNvPr>
            <p:cNvSpPr/>
            <p:nvPr/>
          </p:nvSpPr>
          <p:spPr>
            <a:xfrm>
              <a:off x="4194582"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97" name="Freeform: Shape 2996">
              <a:extLst>
                <a:ext uri="{FF2B5EF4-FFF2-40B4-BE49-F238E27FC236}">
                  <a16:creationId xmlns:a16="http://schemas.microsoft.com/office/drawing/2014/main" id="{C6139488-4A8B-4A2C-E75F-14699406155A}"/>
                </a:ext>
              </a:extLst>
            </p:cNvPr>
            <p:cNvSpPr/>
            <p:nvPr/>
          </p:nvSpPr>
          <p:spPr>
            <a:xfrm>
              <a:off x="4308838"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98" name="Freeform: Shape 2997">
              <a:extLst>
                <a:ext uri="{FF2B5EF4-FFF2-40B4-BE49-F238E27FC236}">
                  <a16:creationId xmlns:a16="http://schemas.microsoft.com/office/drawing/2014/main" id="{E88AB1C8-57AC-AF2D-3E6F-ED1277CCD094}"/>
                </a:ext>
              </a:extLst>
            </p:cNvPr>
            <p:cNvSpPr/>
            <p:nvPr/>
          </p:nvSpPr>
          <p:spPr>
            <a:xfrm>
              <a:off x="4423094"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2999" name="Freeform: Shape 2998">
              <a:extLst>
                <a:ext uri="{FF2B5EF4-FFF2-40B4-BE49-F238E27FC236}">
                  <a16:creationId xmlns:a16="http://schemas.microsoft.com/office/drawing/2014/main" id="{2C09C37C-D069-39DC-8721-FA94E137F56C}"/>
                </a:ext>
              </a:extLst>
            </p:cNvPr>
            <p:cNvSpPr/>
            <p:nvPr/>
          </p:nvSpPr>
          <p:spPr>
            <a:xfrm>
              <a:off x="4537350"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00" name="Freeform: Shape 2999">
              <a:extLst>
                <a:ext uri="{FF2B5EF4-FFF2-40B4-BE49-F238E27FC236}">
                  <a16:creationId xmlns:a16="http://schemas.microsoft.com/office/drawing/2014/main" id="{ECBEE509-1882-C249-F3C9-65D0884B5872}"/>
                </a:ext>
              </a:extLst>
            </p:cNvPr>
            <p:cNvSpPr/>
            <p:nvPr/>
          </p:nvSpPr>
          <p:spPr>
            <a:xfrm>
              <a:off x="4651605"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01" name="Freeform: Shape 3000">
              <a:extLst>
                <a:ext uri="{FF2B5EF4-FFF2-40B4-BE49-F238E27FC236}">
                  <a16:creationId xmlns:a16="http://schemas.microsoft.com/office/drawing/2014/main" id="{96CC8F49-FB60-1BF1-E20D-598DB4718205}"/>
                </a:ext>
              </a:extLst>
            </p:cNvPr>
            <p:cNvSpPr/>
            <p:nvPr/>
          </p:nvSpPr>
          <p:spPr>
            <a:xfrm>
              <a:off x="4765861"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02" name="Freeform: Shape 3001">
              <a:extLst>
                <a:ext uri="{FF2B5EF4-FFF2-40B4-BE49-F238E27FC236}">
                  <a16:creationId xmlns:a16="http://schemas.microsoft.com/office/drawing/2014/main" id="{FC373A6B-B602-2A43-C194-F95F4CF70D73}"/>
                </a:ext>
              </a:extLst>
            </p:cNvPr>
            <p:cNvSpPr/>
            <p:nvPr/>
          </p:nvSpPr>
          <p:spPr>
            <a:xfrm>
              <a:off x="4880117"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03" name="Freeform: Shape 3002">
              <a:extLst>
                <a:ext uri="{FF2B5EF4-FFF2-40B4-BE49-F238E27FC236}">
                  <a16:creationId xmlns:a16="http://schemas.microsoft.com/office/drawing/2014/main" id="{71B0D4B2-7849-C7A3-1678-A83ED03709C3}"/>
                </a:ext>
              </a:extLst>
            </p:cNvPr>
            <p:cNvSpPr/>
            <p:nvPr/>
          </p:nvSpPr>
          <p:spPr>
            <a:xfrm>
              <a:off x="4994373"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04" name="Freeform: Shape 3003">
              <a:extLst>
                <a:ext uri="{FF2B5EF4-FFF2-40B4-BE49-F238E27FC236}">
                  <a16:creationId xmlns:a16="http://schemas.microsoft.com/office/drawing/2014/main" id="{121E2F64-F64E-D092-6C31-4B55001D2670}"/>
                </a:ext>
              </a:extLst>
            </p:cNvPr>
            <p:cNvSpPr/>
            <p:nvPr/>
          </p:nvSpPr>
          <p:spPr>
            <a:xfrm>
              <a:off x="5108629"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05" name="Freeform: Shape 3004">
              <a:extLst>
                <a:ext uri="{FF2B5EF4-FFF2-40B4-BE49-F238E27FC236}">
                  <a16:creationId xmlns:a16="http://schemas.microsoft.com/office/drawing/2014/main" id="{83579D54-647C-097B-CE76-C8F69FFB96BB}"/>
                </a:ext>
              </a:extLst>
            </p:cNvPr>
            <p:cNvSpPr/>
            <p:nvPr/>
          </p:nvSpPr>
          <p:spPr>
            <a:xfrm>
              <a:off x="5222840"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06" name="Freeform: Shape 3005">
              <a:extLst>
                <a:ext uri="{FF2B5EF4-FFF2-40B4-BE49-F238E27FC236}">
                  <a16:creationId xmlns:a16="http://schemas.microsoft.com/office/drawing/2014/main" id="{C578009A-BF2E-2056-E2EE-C6702B75B071}"/>
                </a:ext>
              </a:extLst>
            </p:cNvPr>
            <p:cNvSpPr/>
            <p:nvPr/>
          </p:nvSpPr>
          <p:spPr>
            <a:xfrm>
              <a:off x="5337096"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07" name="Freeform: Shape 3006">
              <a:extLst>
                <a:ext uri="{FF2B5EF4-FFF2-40B4-BE49-F238E27FC236}">
                  <a16:creationId xmlns:a16="http://schemas.microsoft.com/office/drawing/2014/main" id="{AD23D708-B92B-5094-578E-7E3DBEE59865}"/>
                </a:ext>
              </a:extLst>
            </p:cNvPr>
            <p:cNvSpPr/>
            <p:nvPr/>
          </p:nvSpPr>
          <p:spPr>
            <a:xfrm>
              <a:off x="5451352"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08" name="Freeform: Shape 3007">
              <a:extLst>
                <a:ext uri="{FF2B5EF4-FFF2-40B4-BE49-F238E27FC236}">
                  <a16:creationId xmlns:a16="http://schemas.microsoft.com/office/drawing/2014/main" id="{7BE4A06B-26D3-5506-8744-E9C0DB799F71}"/>
                </a:ext>
              </a:extLst>
            </p:cNvPr>
            <p:cNvSpPr/>
            <p:nvPr/>
          </p:nvSpPr>
          <p:spPr>
            <a:xfrm>
              <a:off x="5565608"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09" name="Freeform: Shape 3008">
              <a:extLst>
                <a:ext uri="{FF2B5EF4-FFF2-40B4-BE49-F238E27FC236}">
                  <a16:creationId xmlns:a16="http://schemas.microsoft.com/office/drawing/2014/main" id="{8715CD2D-DC6E-1C8C-2F9A-9C4AA8959577}"/>
                </a:ext>
              </a:extLst>
            </p:cNvPr>
            <p:cNvSpPr/>
            <p:nvPr/>
          </p:nvSpPr>
          <p:spPr>
            <a:xfrm>
              <a:off x="5679863"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10" name="Freeform: Shape 3009">
              <a:extLst>
                <a:ext uri="{FF2B5EF4-FFF2-40B4-BE49-F238E27FC236}">
                  <a16:creationId xmlns:a16="http://schemas.microsoft.com/office/drawing/2014/main" id="{5B8B4AF2-6401-C5D3-DE9D-A4FBB6820EF7}"/>
                </a:ext>
              </a:extLst>
            </p:cNvPr>
            <p:cNvSpPr/>
            <p:nvPr/>
          </p:nvSpPr>
          <p:spPr>
            <a:xfrm>
              <a:off x="5794119"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11" name="Freeform: Shape 3010">
              <a:extLst>
                <a:ext uri="{FF2B5EF4-FFF2-40B4-BE49-F238E27FC236}">
                  <a16:creationId xmlns:a16="http://schemas.microsoft.com/office/drawing/2014/main" id="{6F17DAE3-DEB7-0964-361B-5B28426D822D}"/>
                </a:ext>
              </a:extLst>
            </p:cNvPr>
            <p:cNvSpPr/>
            <p:nvPr/>
          </p:nvSpPr>
          <p:spPr>
            <a:xfrm>
              <a:off x="5908375"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12" name="Freeform: Shape 3011">
              <a:extLst>
                <a:ext uri="{FF2B5EF4-FFF2-40B4-BE49-F238E27FC236}">
                  <a16:creationId xmlns:a16="http://schemas.microsoft.com/office/drawing/2014/main" id="{B53ACA17-198B-3CC1-3218-4CDFF2C157F3}"/>
                </a:ext>
              </a:extLst>
            </p:cNvPr>
            <p:cNvSpPr/>
            <p:nvPr/>
          </p:nvSpPr>
          <p:spPr>
            <a:xfrm>
              <a:off x="6022631"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13" name="Freeform: Shape 3012">
              <a:extLst>
                <a:ext uri="{FF2B5EF4-FFF2-40B4-BE49-F238E27FC236}">
                  <a16:creationId xmlns:a16="http://schemas.microsoft.com/office/drawing/2014/main" id="{088738E7-98B4-D7B4-7BFB-6A31B907F0D9}"/>
                </a:ext>
              </a:extLst>
            </p:cNvPr>
            <p:cNvSpPr/>
            <p:nvPr/>
          </p:nvSpPr>
          <p:spPr>
            <a:xfrm>
              <a:off x="6136886"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14" name="Freeform: Shape 3013">
              <a:extLst>
                <a:ext uri="{FF2B5EF4-FFF2-40B4-BE49-F238E27FC236}">
                  <a16:creationId xmlns:a16="http://schemas.microsoft.com/office/drawing/2014/main" id="{60711F3B-81CE-293D-DD42-5C61185AC546}"/>
                </a:ext>
              </a:extLst>
            </p:cNvPr>
            <p:cNvSpPr/>
            <p:nvPr/>
          </p:nvSpPr>
          <p:spPr>
            <a:xfrm>
              <a:off x="6251142"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15" name="Freeform: Shape 3014">
              <a:extLst>
                <a:ext uri="{FF2B5EF4-FFF2-40B4-BE49-F238E27FC236}">
                  <a16:creationId xmlns:a16="http://schemas.microsoft.com/office/drawing/2014/main" id="{A326DBD8-0E87-3951-7851-3BD63E7FBAC4}"/>
                </a:ext>
              </a:extLst>
            </p:cNvPr>
            <p:cNvSpPr/>
            <p:nvPr/>
          </p:nvSpPr>
          <p:spPr>
            <a:xfrm>
              <a:off x="6365398"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16" name="Freeform: Shape 3015">
              <a:extLst>
                <a:ext uri="{FF2B5EF4-FFF2-40B4-BE49-F238E27FC236}">
                  <a16:creationId xmlns:a16="http://schemas.microsoft.com/office/drawing/2014/main" id="{98EDD6F0-9554-A365-5DC9-4B474F9CEC2F}"/>
                </a:ext>
              </a:extLst>
            </p:cNvPr>
            <p:cNvSpPr/>
            <p:nvPr/>
          </p:nvSpPr>
          <p:spPr>
            <a:xfrm>
              <a:off x="6479610"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17" name="Freeform: Shape 3016">
              <a:extLst>
                <a:ext uri="{FF2B5EF4-FFF2-40B4-BE49-F238E27FC236}">
                  <a16:creationId xmlns:a16="http://schemas.microsoft.com/office/drawing/2014/main" id="{690539BC-6E94-AF54-B489-2FEFC0F2189E}"/>
                </a:ext>
              </a:extLst>
            </p:cNvPr>
            <p:cNvSpPr/>
            <p:nvPr/>
          </p:nvSpPr>
          <p:spPr>
            <a:xfrm>
              <a:off x="6593865"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18" name="Freeform: Shape 3017">
              <a:extLst>
                <a:ext uri="{FF2B5EF4-FFF2-40B4-BE49-F238E27FC236}">
                  <a16:creationId xmlns:a16="http://schemas.microsoft.com/office/drawing/2014/main" id="{4D30B7BE-1124-8427-3DB4-2C2DB7890980}"/>
                </a:ext>
              </a:extLst>
            </p:cNvPr>
            <p:cNvSpPr/>
            <p:nvPr/>
          </p:nvSpPr>
          <p:spPr>
            <a:xfrm>
              <a:off x="6708121" y="445995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19" name="Freeform: Shape 3018">
              <a:extLst>
                <a:ext uri="{FF2B5EF4-FFF2-40B4-BE49-F238E27FC236}">
                  <a16:creationId xmlns:a16="http://schemas.microsoft.com/office/drawing/2014/main" id="{39615FD0-C376-7553-9A38-59908C0A0532}"/>
                </a:ext>
              </a:extLst>
            </p:cNvPr>
            <p:cNvSpPr/>
            <p:nvPr/>
          </p:nvSpPr>
          <p:spPr>
            <a:xfrm>
              <a:off x="6822377"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20" name="Freeform: Shape 3019">
              <a:extLst>
                <a:ext uri="{FF2B5EF4-FFF2-40B4-BE49-F238E27FC236}">
                  <a16:creationId xmlns:a16="http://schemas.microsoft.com/office/drawing/2014/main" id="{E530F95F-6838-077B-B836-BC9585BFB4AB}"/>
                </a:ext>
              </a:extLst>
            </p:cNvPr>
            <p:cNvSpPr/>
            <p:nvPr/>
          </p:nvSpPr>
          <p:spPr>
            <a:xfrm>
              <a:off x="6936633"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21" name="Freeform: Shape 3020">
              <a:extLst>
                <a:ext uri="{FF2B5EF4-FFF2-40B4-BE49-F238E27FC236}">
                  <a16:creationId xmlns:a16="http://schemas.microsoft.com/office/drawing/2014/main" id="{E46D6D9E-92A8-E16B-7FD3-ECAB52A098A1}"/>
                </a:ext>
              </a:extLst>
            </p:cNvPr>
            <p:cNvSpPr/>
            <p:nvPr/>
          </p:nvSpPr>
          <p:spPr>
            <a:xfrm>
              <a:off x="7050888" y="445995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22" name="Freeform: Shape 3021">
              <a:extLst>
                <a:ext uri="{FF2B5EF4-FFF2-40B4-BE49-F238E27FC236}">
                  <a16:creationId xmlns:a16="http://schemas.microsoft.com/office/drawing/2014/main" id="{8A7BD01C-54F3-E226-5143-5E419BE6A00B}"/>
                </a:ext>
              </a:extLst>
            </p:cNvPr>
            <p:cNvSpPr/>
            <p:nvPr/>
          </p:nvSpPr>
          <p:spPr>
            <a:xfrm>
              <a:off x="7165144"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23" name="Freeform: Shape 3022">
              <a:extLst>
                <a:ext uri="{FF2B5EF4-FFF2-40B4-BE49-F238E27FC236}">
                  <a16:creationId xmlns:a16="http://schemas.microsoft.com/office/drawing/2014/main" id="{06F72C32-6C59-360C-1852-14F298677351}"/>
                </a:ext>
              </a:extLst>
            </p:cNvPr>
            <p:cNvSpPr/>
            <p:nvPr/>
          </p:nvSpPr>
          <p:spPr>
            <a:xfrm>
              <a:off x="2366578"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24" name="Freeform: Shape 3023">
              <a:extLst>
                <a:ext uri="{FF2B5EF4-FFF2-40B4-BE49-F238E27FC236}">
                  <a16:creationId xmlns:a16="http://schemas.microsoft.com/office/drawing/2014/main" id="{29A763B4-3AFA-0A90-A98F-DEEA8833FDB2}"/>
                </a:ext>
              </a:extLst>
            </p:cNvPr>
            <p:cNvSpPr/>
            <p:nvPr/>
          </p:nvSpPr>
          <p:spPr>
            <a:xfrm>
              <a:off x="2480790"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25" name="Freeform: Shape 3024">
              <a:extLst>
                <a:ext uri="{FF2B5EF4-FFF2-40B4-BE49-F238E27FC236}">
                  <a16:creationId xmlns:a16="http://schemas.microsoft.com/office/drawing/2014/main" id="{1B3C6B30-EF63-5137-D872-186501AB62C4}"/>
                </a:ext>
              </a:extLst>
            </p:cNvPr>
            <p:cNvSpPr/>
            <p:nvPr/>
          </p:nvSpPr>
          <p:spPr>
            <a:xfrm>
              <a:off x="2595046"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26" name="Freeform: Shape 3025">
              <a:extLst>
                <a:ext uri="{FF2B5EF4-FFF2-40B4-BE49-F238E27FC236}">
                  <a16:creationId xmlns:a16="http://schemas.microsoft.com/office/drawing/2014/main" id="{100ADA35-F82F-7452-95EA-8C2EA4D2992D}"/>
                </a:ext>
              </a:extLst>
            </p:cNvPr>
            <p:cNvSpPr/>
            <p:nvPr/>
          </p:nvSpPr>
          <p:spPr>
            <a:xfrm>
              <a:off x="2709301"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27" name="Freeform: Shape 3026">
              <a:extLst>
                <a:ext uri="{FF2B5EF4-FFF2-40B4-BE49-F238E27FC236}">
                  <a16:creationId xmlns:a16="http://schemas.microsoft.com/office/drawing/2014/main" id="{7BE734C8-97CF-CD5D-73BE-091D7AE4F10D}"/>
                </a:ext>
              </a:extLst>
            </p:cNvPr>
            <p:cNvSpPr/>
            <p:nvPr/>
          </p:nvSpPr>
          <p:spPr>
            <a:xfrm>
              <a:off x="2823557"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28" name="Freeform: Shape 3027">
              <a:extLst>
                <a:ext uri="{FF2B5EF4-FFF2-40B4-BE49-F238E27FC236}">
                  <a16:creationId xmlns:a16="http://schemas.microsoft.com/office/drawing/2014/main" id="{CAB1E533-E844-897B-90DE-481900822E29}"/>
                </a:ext>
              </a:extLst>
            </p:cNvPr>
            <p:cNvSpPr/>
            <p:nvPr/>
          </p:nvSpPr>
          <p:spPr>
            <a:xfrm>
              <a:off x="2937813"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29" name="Freeform: Shape 3028">
              <a:extLst>
                <a:ext uri="{FF2B5EF4-FFF2-40B4-BE49-F238E27FC236}">
                  <a16:creationId xmlns:a16="http://schemas.microsoft.com/office/drawing/2014/main" id="{C7AAB670-4335-4A59-AD03-42AF4472CC8C}"/>
                </a:ext>
              </a:extLst>
            </p:cNvPr>
            <p:cNvSpPr/>
            <p:nvPr/>
          </p:nvSpPr>
          <p:spPr>
            <a:xfrm>
              <a:off x="3052069"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30" name="Freeform: Shape 3029">
              <a:extLst>
                <a:ext uri="{FF2B5EF4-FFF2-40B4-BE49-F238E27FC236}">
                  <a16:creationId xmlns:a16="http://schemas.microsoft.com/office/drawing/2014/main" id="{7D444D71-3664-88FF-9C7A-B8DF49A8A2FF}"/>
                </a:ext>
              </a:extLst>
            </p:cNvPr>
            <p:cNvSpPr/>
            <p:nvPr/>
          </p:nvSpPr>
          <p:spPr>
            <a:xfrm>
              <a:off x="3166325"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31" name="Freeform: Shape 3030">
              <a:extLst>
                <a:ext uri="{FF2B5EF4-FFF2-40B4-BE49-F238E27FC236}">
                  <a16:creationId xmlns:a16="http://schemas.microsoft.com/office/drawing/2014/main" id="{EA4C191D-829D-8E62-C729-3F1628C4BE0E}"/>
                </a:ext>
              </a:extLst>
            </p:cNvPr>
            <p:cNvSpPr/>
            <p:nvPr/>
          </p:nvSpPr>
          <p:spPr>
            <a:xfrm>
              <a:off x="3280580"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32" name="Freeform: Shape 3031">
              <a:extLst>
                <a:ext uri="{FF2B5EF4-FFF2-40B4-BE49-F238E27FC236}">
                  <a16:creationId xmlns:a16="http://schemas.microsoft.com/office/drawing/2014/main" id="{F35A071D-EDE7-4A97-F1B0-721FDA056597}"/>
                </a:ext>
              </a:extLst>
            </p:cNvPr>
            <p:cNvSpPr/>
            <p:nvPr/>
          </p:nvSpPr>
          <p:spPr>
            <a:xfrm>
              <a:off x="3394836"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33" name="Freeform: Shape 3032">
              <a:extLst>
                <a:ext uri="{FF2B5EF4-FFF2-40B4-BE49-F238E27FC236}">
                  <a16:creationId xmlns:a16="http://schemas.microsoft.com/office/drawing/2014/main" id="{64917B61-71E7-7A7A-9E12-E17169510DC2}"/>
                </a:ext>
              </a:extLst>
            </p:cNvPr>
            <p:cNvSpPr/>
            <p:nvPr/>
          </p:nvSpPr>
          <p:spPr>
            <a:xfrm>
              <a:off x="3509092"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34" name="Freeform: Shape 3033">
              <a:extLst>
                <a:ext uri="{FF2B5EF4-FFF2-40B4-BE49-F238E27FC236}">
                  <a16:creationId xmlns:a16="http://schemas.microsoft.com/office/drawing/2014/main" id="{A9B8EAE1-D7D2-CB4C-CC46-1C38AB5981B1}"/>
                </a:ext>
              </a:extLst>
            </p:cNvPr>
            <p:cNvSpPr/>
            <p:nvPr/>
          </p:nvSpPr>
          <p:spPr>
            <a:xfrm>
              <a:off x="3623348"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35" name="Freeform: Shape 3034">
              <a:extLst>
                <a:ext uri="{FF2B5EF4-FFF2-40B4-BE49-F238E27FC236}">
                  <a16:creationId xmlns:a16="http://schemas.microsoft.com/office/drawing/2014/main" id="{20857248-9B02-97F8-8936-3EB88341CD73}"/>
                </a:ext>
              </a:extLst>
            </p:cNvPr>
            <p:cNvSpPr/>
            <p:nvPr/>
          </p:nvSpPr>
          <p:spPr>
            <a:xfrm>
              <a:off x="3737603"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36" name="Freeform: Shape 3035">
              <a:extLst>
                <a:ext uri="{FF2B5EF4-FFF2-40B4-BE49-F238E27FC236}">
                  <a16:creationId xmlns:a16="http://schemas.microsoft.com/office/drawing/2014/main" id="{20CA8F0A-7C65-9BA5-56D2-AFF1672A5761}"/>
                </a:ext>
              </a:extLst>
            </p:cNvPr>
            <p:cNvSpPr/>
            <p:nvPr/>
          </p:nvSpPr>
          <p:spPr>
            <a:xfrm>
              <a:off x="3851815"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37" name="Freeform: Shape 3036">
              <a:extLst>
                <a:ext uri="{FF2B5EF4-FFF2-40B4-BE49-F238E27FC236}">
                  <a16:creationId xmlns:a16="http://schemas.microsoft.com/office/drawing/2014/main" id="{48CA4E41-1C20-C36C-063B-F5E38BD8B1EF}"/>
                </a:ext>
              </a:extLst>
            </p:cNvPr>
            <p:cNvSpPr/>
            <p:nvPr/>
          </p:nvSpPr>
          <p:spPr>
            <a:xfrm>
              <a:off x="3966071"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38" name="Freeform: Shape 3037">
              <a:extLst>
                <a:ext uri="{FF2B5EF4-FFF2-40B4-BE49-F238E27FC236}">
                  <a16:creationId xmlns:a16="http://schemas.microsoft.com/office/drawing/2014/main" id="{DD68D3B5-8A55-B144-2A7A-475C187336C4}"/>
                </a:ext>
              </a:extLst>
            </p:cNvPr>
            <p:cNvSpPr/>
            <p:nvPr/>
          </p:nvSpPr>
          <p:spPr>
            <a:xfrm>
              <a:off x="4080327"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39" name="Freeform: Shape 3038">
              <a:extLst>
                <a:ext uri="{FF2B5EF4-FFF2-40B4-BE49-F238E27FC236}">
                  <a16:creationId xmlns:a16="http://schemas.microsoft.com/office/drawing/2014/main" id="{4CC5F61A-FD81-D2C3-2DE5-F4F54B4ED237}"/>
                </a:ext>
              </a:extLst>
            </p:cNvPr>
            <p:cNvSpPr/>
            <p:nvPr/>
          </p:nvSpPr>
          <p:spPr>
            <a:xfrm>
              <a:off x="4194582"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40" name="Freeform: Shape 3039">
              <a:extLst>
                <a:ext uri="{FF2B5EF4-FFF2-40B4-BE49-F238E27FC236}">
                  <a16:creationId xmlns:a16="http://schemas.microsoft.com/office/drawing/2014/main" id="{B6C0ECE5-D6A0-829F-3AEF-03C8B6B8F980}"/>
                </a:ext>
              </a:extLst>
            </p:cNvPr>
            <p:cNvSpPr/>
            <p:nvPr/>
          </p:nvSpPr>
          <p:spPr>
            <a:xfrm>
              <a:off x="4308838"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41" name="Freeform: Shape 3040">
              <a:extLst>
                <a:ext uri="{FF2B5EF4-FFF2-40B4-BE49-F238E27FC236}">
                  <a16:creationId xmlns:a16="http://schemas.microsoft.com/office/drawing/2014/main" id="{D6B5577A-D7B2-7E5B-361A-D1F381C10391}"/>
                </a:ext>
              </a:extLst>
            </p:cNvPr>
            <p:cNvSpPr/>
            <p:nvPr/>
          </p:nvSpPr>
          <p:spPr>
            <a:xfrm>
              <a:off x="4423094"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42" name="Freeform: Shape 3041">
              <a:extLst>
                <a:ext uri="{FF2B5EF4-FFF2-40B4-BE49-F238E27FC236}">
                  <a16:creationId xmlns:a16="http://schemas.microsoft.com/office/drawing/2014/main" id="{C278F024-3973-E54B-9E67-DDD001C411D8}"/>
                </a:ext>
              </a:extLst>
            </p:cNvPr>
            <p:cNvSpPr/>
            <p:nvPr/>
          </p:nvSpPr>
          <p:spPr>
            <a:xfrm>
              <a:off x="4537350"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43" name="Freeform: Shape 3042">
              <a:extLst>
                <a:ext uri="{FF2B5EF4-FFF2-40B4-BE49-F238E27FC236}">
                  <a16:creationId xmlns:a16="http://schemas.microsoft.com/office/drawing/2014/main" id="{50264D41-B693-A2B6-BF9D-319801003736}"/>
                </a:ext>
              </a:extLst>
            </p:cNvPr>
            <p:cNvSpPr/>
            <p:nvPr/>
          </p:nvSpPr>
          <p:spPr>
            <a:xfrm>
              <a:off x="4651605"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44" name="Freeform: Shape 3043">
              <a:extLst>
                <a:ext uri="{FF2B5EF4-FFF2-40B4-BE49-F238E27FC236}">
                  <a16:creationId xmlns:a16="http://schemas.microsoft.com/office/drawing/2014/main" id="{9A0963B5-C627-C539-5C93-70EC9E38E697}"/>
                </a:ext>
              </a:extLst>
            </p:cNvPr>
            <p:cNvSpPr/>
            <p:nvPr/>
          </p:nvSpPr>
          <p:spPr>
            <a:xfrm>
              <a:off x="4765861"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45" name="Freeform: Shape 3044">
              <a:extLst>
                <a:ext uri="{FF2B5EF4-FFF2-40B4-BE49-F238E27FC236}">
                  <a16:creationId xmlns:a16="http://schemas.microsoft.com/office/drawing/2014/main" id="{87E37EA7-884A-9A7E-5727-296E311F0AF1}"/>
                </a:ext>
              </a:extLst>
            </p:cNvPr>
            <p:cNvSpPr/>
            <p:nvPr/>
          </p:nvSpPr>
          <p:spPr>
            <a:xfrm>
              <a:off x="4880117"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46" name="Freeform: Shape 3045">
              <a:extLst>
                <a:ext uri="{FF2B5EF4-FFF2-40B4-BE49-F238E27FC236}">
                  <a16:creationId xmlns:a16="http://schemas.microsoft.com/office/drawing/2014/main" id="{4A0C2D31-C283-D727-5E7E-7E75A185F5B1}"/>
                </a:ext>
              </a:extLst>
            </p:cNvPr>
            <p:cNvSpPr/>
            <p:nvPr/>
          </p:nvSpPr>
          <p:spPr>
            <a:xfrm>
              <a:off x="4994373"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47" name="Freeform: Shape 3046">
              <a:extLst>
                <a:ext uri="{FF2B5EF4-FFF2-40B4-BE49-F238E27FC236}">
                  <a16:creationId xmlns:a16="http://schemas.microsoft.com/office/drawing/2014/main" id="{3E42B235-CD87-9113-58C4-C5E38D22CCCC}"/>
                </a:ext>
              </a:extLst>
            </p:cNvPr>
            <p:cNvSpPr/>
            <p:nvPr/>
          </p:nvSpPr>
          <p:spPr>
            <a:xfrm>
              <a:off x="5108629"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48" name="Freeform: Shape 3047">
              <a:extLst>
                <a:ext uri="{FF2B5EF4-FFF2-40B4-BE49-F238E27FC236}">
                  <a16:creationId xmlns:a16="http://schemas.microsoft.com/office/drawing/2014/main" id="{5EB4ABAE-90F8-58C4-44CC-707BC0FAFFE6}"/>
                </a:ext>
              </a:extLst>
            </p:cNvPr>
            <p:cNvSpPr/>
            <p:nvPr/>
          </p:nvSpPr>
          <p:spPr>
            <a:xfrm>
              <a:off x="5222840"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49" name="Freeform: Shape 3048">
              <a:extLst>
                <a:ext uri="{FF2B5EF4-FFF2-40B4-BE49-F238E27FC236}">
                  <a16:creationId xmlns:a16="http://schemas.microsoft.com/office/drawing/2014/main" id="{6368E383-850E-DBE4-5F62-960A11F8A1EE}"/>
                </a:ext>
              </a:extLst>
            </p:cNvPr>
            <p:cNvSpPr/>
            <p:nvPr/>
          </p:nvSpPr>
          <p:spPr>
            <a:xfrm>
              <a:off x="5337096"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50" name="Freeform: Shape 3049">
              <a:extLst>
                <a:ext uri="{FF2B5EF4-FFF2-40B4-BE49-F238E27FC236}">
                  <a16:creationId xmlns:a16="http://schemas.microsoft.com/office/drawing/2014/main" id="{C009A050-8ADD-3AFD-1CDE-9D9898D36135}"/>
                </a:ext>
              </a:extLst>
            </p:cNvPr>
            <p:cNvSpPr/>
            <p:nvPr/>
          </p:nvSpPr>
          <p:spPr>
            <a:xfrm>
              <a:off x="5451352"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51" name="Freeform: Shape 3050">
              <a:extLst>
                <a:ext uri="{FF2B5EF4-FFF2-40B4-BE49-F238E27FC236}">
                  <a16:creationId xmlns:a16="http://schemas.microsoft.com/office/drawing/2014/main" id="{C68A0A77-67C6-055D-93C6-4A9E36EECFD6}"/>
                </a:ext>
              </a:extLst>
            </p:cNvPr>
            <p:cNvSpPr/>
            <p:nvPr/>
          </p:nvSpPr>
          <p:spPr>
            <a:xfrm>
              <a:off x="5565608"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52" name="Freeform: Shape 3051">
              <a:extLst>
                <a:ext uri="{FF2B5EF4-FFF2-40B4-BE49-F238E27FC236}">
                  <a16:creationId xmlns:a16="http://schemas.microsoft.com/office/drawing/2014/main" id="{87ADCE0D-34B9-0430-E5D5-C099CBA86FD0}"/>
                </a:ext>
              </a:extLst>
            </p:cNvPr>
            <p:cNvSpPr/>
            <p:nvPr/>
          </p:nvSpPr>
          <p:spPr>
            <a:xfrm>
              <a:off x="5679863"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53" name="Freeform: Shape 3052">
              <a:extLst>
                <a:ext uri="{FF2B5EF4-FFF2-40B4-BE49-F238E27FC236}">
                  <a16:creationId xmlns:a16="http://schemas.microsoft.com/office/drawing/2014/main" id="{8EEB0620-B7D0-2E0C-1CD4-F420D87058D6}"/>
                </a:ext>
              </a:extLst>
            </p:cNvPr>
            <p:cNvSpPr/>
            <p:nvPr/>
          </p:nvSpPr>
          <p:spPr>
            <a:xfrm>
              <a:off x="5794119"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54" name="Freeform: Shape 3053">
              <a:extLst>
                <a:ext uri="{FF2B5EF4-FFF2-40B4-BE49-F238E27FC236}">
                  <a16:creationId xmlns:a16="http://schemas.microsoft.com/office/drawing/2014/main" id="{BD91F564-7EF3-3B6D-7786-F5D4D71D8489}"/>
                </a:ext>
              </a:extLst>
            </p:cNvPr>
            <p:cNvSpPr/>
            <p:nvPr/>
          </p:nvSpPr>
          <p:spPr>
            <a:xfrm>
              <a:off x="5908375"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55" name="Freeform: Shape 3054">
              <a:extLst>
                <a:ext uri="{FF2B5EF4-FFF2-40B4-BE49-F238E27FC236}">
                  <a16:creationId xmlns:a16="http://schemas.microsoft.com/office/drawing/2014/main" id="{AE7310D4-4F02-DCA6-05B8-27B323DB8F26}"/>
                </a:ext>
              </a:extLst>
            </p:cNvPr>
            <p:cNvSpPr/>
            <p:nvPr/>
          </p:nvSpPr>
          <p:spPr>
            <a:xfrm>
              <a:off x="6022631"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56" name="Freeform: Shape 3055">
              <a:extLst>
                <a:ext uri="{FF2B5EF4-FFF2-40B4-BE49-F238E27FC236}">
                  <a16:creationId xmlns:a16="http://schemas.microsoft.com/office/drawing/2014/main" id="{BF8D81EE-54C1-D9B2-ADE4-7881DF5F6D19}"/>
                </a:ext>
              </a:extLst>
            </p:cNvPr>
            <p:cNvSpPr/>
            <p:nvPr/>
          </p:nvSpPr>
          <p:spPr>
            <a:xfrm>
              <a:off x="6136886"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57" name="Freeform: Shape 3056">
              <a:extLst>
                <a:ext uri="{FF2B5EF4-FFF2-40B4-BE49-F238E27FC236}">
                  <a16:creationId xmlns:a16="http://schemas.microsoft.com/office/drawing/2014/main" id="{D24E9B65-0E49-240D-7C72-511CE981CD6A}"/>
                </a:ext>
              </a:extLst>
            </p:cNvPr>
            <p:cNvSpPr/>
            <p:nvPr/>
          </p:nvSpPr>
          <p:spPr>
            <a:xfrm>
              <a:off x="6251142"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58" name="Freeform: Shape 3057">
              <a:extLst>
                <a:ext uri="{FF2B5EF4-FFF2-40B4-BE49-F238E27FC236}">
                  <a16:creationId xmlns:a16="http://schemas.microsoft.com/office/drawing/2014/main" id="{682DC813-01A1-CABE-7BD8-8480AAA824AF}"/>
                </a:ext>
              </a:extLst>
            </p:cNvPr>
            <p:cNvSpPr/>
            <p:nvPr/>
          </p:nvSpPr>
          <p:spPr>
            <a:xfrm>
              <a:off x="6365398"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59" name="Freeform: Shape 3058">
              <a:extLst>
                <a:ext uri="{FF2B5EF4-FFF2-40B4-BE49-F238E27FC236}">
                  <a16:creationId xmlns:a16="http://schemas.microsoft.com/office/drawing/2014/main" id="{656D38F4-721F-7838-440D-D10BE68830C9}"/>
                </a:ext>
              </a:extLst>
            </p:cNvPr>
            <p:cNvSpPr/>
            <p:nvPr/>
          </p:nvSpPr>
          <p:spPr>
            <a:xfrm>
              <a:off x="6479610"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60" name="Freeform: Shape 3059">
              <a:extLst>
                <a:ext uri="{FF2B5EF4-FFF2-40B4-BE49-F238E27FC236}">
                  <a16:creationId xmlns:a16="http://schemas.microsoft.com/office/drawing/2014/main" id="{4A88CE95-40E1-E322-D84F-F6F2D2E55F3E}"/>
                </a:ext>
              </a:extLst>
            </p:cNvPr>
            <p:cNvSpPr/>
            <p:nvPr/>
          </p:nvSpPr>
          <p:spPr>
            <a:xfrm>
              <a:off x="6593865"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61" name="Freeform: Shape 3060">
              <a:extLst>
                <a:ext uri="{FF2B5EF4-FFF2-40B4-BE49-F238E27FC236}">
                  <a16:creationId xmlns:a16="http://schemas.microsoft.com/office/drawing/2014/main" id="{4387BB59-D72B-2009-76A2-05073C7B0A5F}"/>
                </a:ext>
              </a:extLst>
            </p:cNvPr>
            <p:cNvSpPr/>
            <p:nvPr/>
          </p:nvSpPr>
          <p:spPr>
            <a:xfrm>
              <a:off x="6708121" y="457421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62" name="Freeform: Shape 3061">
              <a:extLst>
                <a:ext uri="{FF2B5EF4-FFF2-40B4-BE49-F238E27FC236}">
                  <a16:creationId xmlns:a16="http://schemas.microsoft.com/office/drawing/2014/main" id="{D4C1931F-EAE7-B4E7-EC10-0A16A80A62E3}"/>
                </a:ext>
              </a:extLst>
            </p:cNvPr>
            <p:cNvSpPr/>
            <p:nvPr/>
          </p:nvSpPr>
          <p:spPr>
            <a:xfrm>
              <a:off x="6822377"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63" name="Freeform: Shape 3062">
              <a:extLst>
                <a:ext uri="{FF2B5EF4-FFF2-40B4-BE49-F238E27FC236}">
                  <a16:creationId xmlns:a16="http://schemas.microsoft.com/office/drawing/2014/main" id="{C60095D8-7341-12F5-526A-9997993F5FE0}"/>
                </a:ext>
              </a:extLst>
            </p:cNvPr>
            <p:cNvSpPr/>
            <p:nvPr/>
          </p:nvSpPr>
          <p:spPr>
            <a:xfrm>
              <a:off x="6936633"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64" name="Freeform: Shape 3063">
              <a:extLst>
                <a:ext uri="{FF2B5EF4-FFF2-40B4-BE49-F238E27FC236}">
                  <a16:creationId xmlns:a16="http://schemas.microsoft.com/office/drawing/2014/main" id="{83CE4FC8-FD59-C038-DD58-AF7CCC907142}"/>
                </a:ext>
              </a:extLst>
            </p:cNvPr>
            <p:cNvSpPr/>
            <p:nvPr/>
          </p:nvSpPr>
          <p:spPr>
            <a:xfrm>
              <a:off x="7050888" y="457421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65" name="Freeform: Shape 3064">
              <a:extLst>
                <a:ext uri="{FF2B5EF4-FFF2-40B4-BE49-F238E27FC236}">
                  <a16:creationId xmlns:a16="http://schemas.microsoft.com/office/drawing/2014/main" id="{F23C1723-D34D-3E8A-57C6-1A69B6913661}"/>
                </a:ext>
              </a:extLst>
            </p:cNvPr>
            <p:cNvSpPr/>
            <p:nvPr/>
          </p:nvSpPr>
          <p:spPr>
            <a:xfrm>
              <a:off x="7165144"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066" name="Freeform: Shape 3065">
              <a:extLst>
                <a:ext uri="{FF2B5EF4-FFF2-40B4-BE49-F238E27FC236}">
                  <a16:creationId xmlns:a16="http://schemas.microsoft.com/office/drawing/2014/main" id="{E8BECDA0-D594-A5D5-EB83-176E471ECE0F}"/>
                </a:ext>
              </a:extLst>
            </p:cNvPr>
            <p:cNvSpPr/>
            <p:nvPr/>
          </p:nvSpPr>
          <p:spPr>
            <a:xfrm>
              <a:off x="2366578"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67" name="Freeform: Shape 3066">
              <a:extLst>
                <a:ext uri="{FF2B5EF4-FFF2-40B4-BE49-F238E27FC236}">
                  <a16:creationId xmlns:a16="http://schemas.microsoft.com/office/drawing/2014/main" id="{6F4FDB90-D0E9-1173-F45A-F4398A5201A2}"/>
                </a:ext>
              </a:extLst>
            </p:cNvPr>
            <p:cNvSpPr/>
            <p:nvPr/>
          </p:nvSpPr>
          <p:spPr>
            <a:xfrm>
              <a:off x="2480790"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68" name="Freeform: Shape 3067">
              <a:extLst>
                <a:ext uri="{FF2B5EF4-FFF2-40B4-BE49-F238E27FC236}">
                  <a16:creationId xmlns:a16="http://schemas.microsoft.com/office/drawing/2014/main" id="{7FED233D-1967-6180-F861-96F56BA65A2A}"/>
                </a:ext>
              </a:extLst>
            </p:cNvPr>
            <p:cNvSpPr/>
            <p:nvPr/>
          </p:nvSpPr>
          <p:spPr>
            <a:xfrm>
              <a:off x="2595046"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69" name="Freeform: Shape 3068">
              <a:extLst>
                <a:ext uri="{FF2B5EF4-FFF2-40B4-BE49-F238E27FC236}">
                  <a16:creationId xmlns:a16="http://schemas.microsoft.com/office/drawing/2014/main" id="{6CF081A4-83CD-8612-0640-93357261D188}"/>
                </a:ext>
              </a:extLst>
            </p:cNvPr>
            <p:cNvSpPr/>
            <p:nvPr/>
          </p:nvSpPr>
          <p:spPr>
            <a:xfrm>
              <a:off x="2709301"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70" name="Freeform: Shape 3069">
              <a:extLst>
                <a:ext uri="{FF2B5EF4-FFF2-40B4-BE49-F238E27FC236}">
                  <a16:creationId xmlns:a16="http://schemas.microsoft.com/office/drawing/2014/main" id="{291502F9-DF6C-28B0-F08F-49E45508C324}"/>
                </a:ext>
              </a:extLst>
            </p:cNvPr>
            <p:cNvSpPr/>
            <p:nvPr/>
          </p:nvSpPr>
          <p:spPr>
            <a:xfrm>
              <a:off x="2823557"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71" name="Freeform: Shape 3070">
              <a:extLst>
                <a:ext uri="{FF2B5EF4-FFF2-40B4-BE49-F238E27FC236}">
                  <a16:creationId xmlns:a16="http://schemas.microsoft.com/office/drawing/2014/main" id="{B551A426-8BCB-B61D-869B-CC9B2A5FBBB9}"/>
                </a:ext>
              </a:extLst>
            </p:cNvPr>
            <p:cNvSpPr/>
            <p:nvPr/>
          </p:nvSpPr>
          <p:spPr>
            <a:xfrm>
              <a:off x="2937813"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72" name="Freeform: Shape 3071">
              <a:extLst>
                <a:ext uri="{FF2B5EF4-FFF2-40B4-BE49-F238E27FC236}">
                  <a16:creationId xmlns:a16="http://schemas.microsoft.com/office/drawing/2014/main" id="{6D58BB87-735E-3FEB-27B1-14A7476563AC}"/>
                </a:ext>
              </a:extLst>
            </p:cNvPr>
            <p:cNvSpPr/>
            <p:nvPr/>
          </p:nvSpPr>
          <p:spPr>
            <a:xfrm>
              <a:off x="3052069"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73" name="Freeform: Shape 3072">
              <a:extLst>
                <a:ext uri="{FF2B5EF4-FFF2-40B4-BE49-F238E27FC236}">
                  <a16:creationId xmlns:a16="http://schemas.microsoft.com/office/drawing/2014/main" id="{A41CB47B-8B81-0EF4-CE56-91FF6242D5C8}"/>
                </a:ext>
              </a:extLst>
            </p:cNvPr>
            <p:cNvSpPr/>
            <p:nvPr/>
          </p:nvSpPr>
          <p:spPr>
            <a:xfrm>
              <a:off x="3166325"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74" name="Freeform: Shape 3073">
              <a:extLst>
                <a:ext uri="{FF2B5EF4-FFF2-40B4-BE49-F238E27FC236}">
                  <a16:creationId xmlns:a16="http://schemas.microsoft.com/office/drawing/2014/main" id="{1E245436-826F-8C6A-9448-85F68BAC91CE}"/>
                </a:ext>
              </a:extLst>
            </p:cNvPr>
            <p:cNvSpPr/>
            <p:nvPr/>
          </p:nvSpPr>
          <p:spPr>
            <a:xfrm>
              <a:off x="3280580"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75" name="Freeform: Shape 3074">
              <a:extLst>
                <a:ext uri="{FF2B5EF4-FFF2-40B4-BE49-F238E27FC236}">
                  <a16:creationId xmlns:a16="http://schemas.microsoft.com/office/drawing/2014/main" id="{C46E161F-6A06-302A-278B-7ED0FA8A5F4C}"/>
                </a:ext>
              </a:extLst>
            </p:cNvPr>
            <p:cNvSpPr/>
            <p:nvPr/>
          </p:nvSpPr>
          <p:spPr>
            <a:xfrm>
              <a:off x="3394836"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76" name="Freeform: Shape 3075">
              <a:extLst>
                <a:ext uri="{FF2B5EF4-FFF2-40B4-BE49-F238E27FC236}">
                  <a16:creationId xmlns:a16="http://schemas.microsoft.com/office/drawing/2014/main" id="{5E1DC44C-68CC-D797-60B2-8F2B802D6653}"/>
                </a:ext>
              </a:extLst>
            </p:cNvPr>
            <p:cNvSpPr/>
            <p:nvPr/>
          </p:nvSpPr>
          <p:spPr>
            <a:xfrm>
              <a:off x="3509092"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77" name="Freeform: Shape 3076">
              <a:extLst>
                <a:ext uri="{FF2B5EF4-FFF2-40B4-BE49-F238E27FC236}">
                  <a16:creationId xmlns:a16="http://schemas.microsoft.com/office/drawing/2014/main" id="{AB28DB85-90C7-6E62-82DD-C3412FCC5563}"/>
                </a:ext>
              </a:extLst>
            </p:cNvPr>
            <p:cNvSpPr/>
            <p:nvPr/>
          </p:nvSpPr>
          <p:spPr>
            <a:xfrm>
              <a:off x="3623348"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78" name="Freeform: Shape 3077">
              <a:extLst>
                <a:ext uri="{FF2B5EF4-FFF2-40B4-BE49-F238E27FC236}">
                  <a16:creationId xmlns:a16="http://schemas.microsoft.com/office/drawing/2014/main" id="{E385F584-C9BD-238A-CD48-81D85F343AE3}"/>
                </a:ext>
              </a:extLst>
            </p:cNvPr>
            <p:cNvSpPr/>
            <p:nvPr/>
          </p:nvSpPr>
          <p:spPr>
            <a:xfrm>
              <a:off x="3737603"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79" name="Freeform: Shape 3078">
              <a:extLst>
                <a:ext uri="{FF2B5EF4-FFF2-40B4-BE49-F238E27FC236}">
                  <a16:creationId xmlns:a16="http://schemas.microsoft.com/office/drawing/2014/main" id="{88669E49-25EF-34CA-799E-F8E266A4A5BE}"/>
                </a:ext>
              </a:extLst>
            </p:cNvPr>
            <p:cNvSpPr/>
            <p:nvPr/>
          </p:nvSpPr>
          <p:spPr>
            <a:xfrm>
              <a:off x="3851815"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80" name="Freeform: Shape 3079">
              <a:extLst>
                <a:ext uri="{FF2B5EF4-FFF2-40B4-BE49-F238E27FC236}">
                  <a16:creationId xmlns:a16="http://schemas.microsoft.com/office/drawing/2014/main" id="{A193E6B8-8775-DA40-FB40-42674AC7D3C8}"/>
                </a:ext>
              </a:extLst>
            </p:cNvPr>
            <p:cNvSpPr/>
            <p:nvPr/>
          </p:nvSpPr>
          <p:spPr>
            <a:xfrm>
              <a:off x="3966071"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81" name="Freeform: Shape 3080">
              <a:extLst>
                <a:ext uri="{FF2B5EF4-FFF2-40B4-BE49-F238E27FC236}">
                  <a16:creationId xmlns:a16="http://schemas.microsoft.com/office/drawing/2014/main" id="{093750B5-2376-E23C-C94B-47FA3B2F04C0}"/>
                </a:ext>
              </a:extLst>
            </p:cNvPr>
            <p:cNvSpPr/>
            <p:nvPr/>
          </p:nvSpPr>
          <p:spPr>
            <a:xfrm>
              <a:off x="4080327"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82" name="Freeform: Shape 3081">
              <a:extLst>
                <a:ext uri="{FF2B5EF4-FFF2-40B4-BE49-F238E27FC236}">
                  <a16:creationId xmlns:a16="http://schemas.microsoft.com/office/drawing/2014/main" id="{133162B5-17FB-ADFE-8052-130D31192B36}"/>
                </a:ext>
              </a:extLst>
            </p:cNvPr>
            <p:cNvSpPr/>
            <p:nvPr/>
          </p:nvSpPr>
          <p:spPr>
            <a:xfrm>
              <a:off x="4194582"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83" name="Freeform: Shape 3082">
              <a:extLst>
                <a:ext uri="{FF2B5EF4-FFF2-40B4-BE49-F238E27FC236}">
                  <a16:creationId xmlns:a16="http://schemas.microsoft.com/office/drawing/2014/main" id="{A13629E9-37E6-9DAD-E93B-EB82B551EA22}"/>
                </a:ext>
              </a:extLst>
            </p:cNvPr>
            <p:cNvSpPr/>
            <p:nvPr/>
          </p:nvSpPr>
          <p:spPr>
            <a:xfrm>
              <a:off x="4308838"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84" name="Freeform: Shape 3083">
              <a:extLst>
                <a:ext uri="{FF2B5EF4-FFF2-40B4-BE49-F238E27FC236}">
                  <a16:creationId xmlns:a16="http://schemas.microsoft.com/office/drawing/2014/main" id="{B3A1C180-41F0-BEEF-34C6-08B64E1E081F}"/>
                </a:ext>
              </a:extLst>
            </p:cNvPr>
            <p:cNvSpPr/>
            <p:nvPr/>
          </p:nvSpPr>
          <p:spPr>
            <a:xfrm>
              <a:off x="4423094"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85" name="Freeform: Shape 3084">
              <a:extLst>
                <a:ext uri="{FF2B5EF4-FFF2-40B4-BE49-F238E27FC236}">
                  <a16:creationId xmlns:a16="http://schemas.microsoft.com/office/drawing/2014/main" id="{4A4FDB10-D5FB-0878-C970-9AB76F7CFB34}"/>
                </a:ext>
              </a:extLst>
            </p:cNvPr>
            <p:cNvSpPr/>
            <p:nvPr/>
          </p:nvSpPr>
          <p:spPr>
            <a:xfrm>
              <a:off x="4537350"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86" name="Freeform: Shape 3085">
              <a:extLst>
                <a:ext uri="{FF2B5EF4-FFF2-40B4-BE49-F238E27FC236}">
                  <a16:creationId xmlns:a16="http://schemas.microsoft.com/office/drawing/2014/main" id="{92B641BB-AB96-973F-ED76-EE164B18B759}"/>
                </a:ext>
              </a:extLst>
            </p:cNvPr>
            <p:cNvSpPr/>
            <p:nvPr/>
          </p:nvSpPr>
          <p:spPr>
            <a:xfrm>
              <a:off x="4651605"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87" name="Freeform: Shape 3086">
              <a:extLst>
                <a:ext uri="{FF2B5EF4-FFF2-40B4-BE49-F238E27FC236}">
                  <a16:creationId xmlns:a16="http://schemas.microsoft.com/office/drawing/2014/main" id="{D1C8263D-3919-1284-5AEA-67EEA446AC1A}"/>
                </a:ext>
              </a:extLst>
            </p:cNvPr>
            <p:cNvSpPr/>
            <p:nvPr/>
          </p:nvSpPr>
          <p:spPr>
            <a:xfrm>
              <a:off x="4765861"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88" name="Freeform: Shape 3087">
              <a:extLst>
                <a:ext uri="{FF2B5EF4-FFF2-40B4-BE49-F238E27FC236}">
                  <a16:creationId xmlns:a16="http://schemas.microsoft.com/office/drawing/2014/main" id="{970CF2DA-76DB-6C4C-2A72-3A9C900E4BAB}"/>
                </a:ext>
              </a:extLst>
            </p:cNvPr>
            <p:cNvSpPr/>
            <p:nvPr/>
          </p:nvSpPr>
          <p:spPr>
            <a:xfrm>
              <a:off x="4880117"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89" name="Freeform: Shape 3088">
              <a:extLst>
                <a:ext uri="{FF2B5EF4-FFF2-40B4-BE49-F238E27FC236}">
                  <a16:creationId xmlns:a16="http://schemas.microsoft.com/office/drawing/2014/main" id="{4FFA46F6-A097-8963-F56C-DA72080EAA8E}"/>
                </a:ext>
              </a:extLst>
            </p:cNvPr>
            <p:cNvSpPr/>
            <p:nvPr/>
          </p:nvSpPr>
          <p:spPr>
            <a:xfrm>
              <a:off x="4994373"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90" name="Freeform: Shape 3089">
              <a:extLst>
                <a:ext uri="{FF2B5EF4-FFF2-40B4-BE49-F238E27FC236}">
                  <a16:creationId xmlns:a16="http://schemas.microsoft.com/office/drawing/2014/main" id="{AFA4E1CE-4C5F-D43C-FE3F-65A2A7181A44}"/>
                </a:ext>
              </a:extLst>
            </p:cNvPr>
            <p:cNvSpPr/>
            <p:nvPr/>
          </p:nvSpPr>
          <p:spPr>
            <a:xfrm>
              <a:off x="5108629"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91" name="Freeform: Shape 3090">
              <a:extLst>
                <a:ext uri="{FF2B5EF4-FFF2-40B4-BE49-F238E27FC236}">
                  <a16:creationId xmlns:a16="http://schemas.microsoft.com/office/drawing/2014/main" id="{5247D7D0-B196-4B25-F374-7EF2CD38981C}"/>
                </a:ext>
              </a:extLst>
            </p:cNvPr>
            <p:cNvSpPr/>
            <p:nvPr/>
          </p:nvSpPr>
          <p:spPr>
            <a:xfrm>
              <a:off x="5222840"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92" name="Freeform: Shape 3091">
              <a:extLst>
                <a:ext uri="{FF2B5EF4-FFF2-40B4-BE49-F238E27FC236}">
                  <a16:creationId xmlns:a16="http://schemas.microsoft.com/office/drawing/2014/main" id="{4DB17A0F-023C-D113-7C88-11039AF88B36}"/>
                </a:ext>
              </a:extLst>
            </p:cNvPr>
            <p:cNvSpPr/>
            <p:nvPr/>
          </p:nvSpPr>
          <p:spPr>
            <a:xfrm>
              <a:off x="5337096"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93" name="Freeform: Shape 3092">
              <a:extLst>
                <a:ext uri="{FF2B5EF4-FFF2-40B4-BE49-F238E27FC236}">
                  <a16:creationId xmlns:a16="http://schemas.microsoft.com/office/drawing/2014/main" id="{1A7D726D-0CF2-5B9A-9B36-AB151C71B0ED}"/>
                </a:ext>
              </a:extLst>
            </p:cNvPr>
            <p:cNvSpPr/>
            <p:nvPr/>
          </p:nvSpPr>
          <p:spPr>
            <a:xfrm>
              <a:off x="5451352"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94" name="Freeform: Shape 3093">
              <a:extLst>
                <a:ext uri="{FF2B5EF4-FFF2-40B4-BE49-F238E27FC236}">
                  <a16:creationId xmlns:a16="http://schemas.microsoft.com/office/drawing/2014/main" id="{8D64E637-8082-6BF6-39CE-0B3317A271A4}"/>
                </a:ext>
              </a:extLst>
            </p:cNvPr>
            <p:cNvSpPr/>
            <p:nvPr/>
          </p:nvSpPr>
          <p:spPr>
            <a:xfrm>
              <a:off x="5565608"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95" name="Freeform: Shape 3094">
              <a:extLst>
                <a:ext uri="{FF2B5EF4-FFF2-40B4-BE49-F238E27FC236}">
                  <a16:creationId xmlns:a16="http://schemas.microsoft.com/office/drawing/2014/main" id="{531693EF-F6D4-AB2A-0BCB-7BA5D87EC9BC}"/>
                </a:ext>
              </a:extLst>
            </p:cNvPr>
            <p:cNvSpPr/>
            <p:nvPr/>
          </p:nvSpPr>
          <p:spPr>
            <a:xfrm>
              <a:off x="5679863"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96" name="Freeform: Shape 3095">
              <a:extLst>
                <a:ext uri="{FF2B5EF4-FFF2-40B4-BE49-F238E27FC236}">
                  <a16:creationId xmlns:a16="http://schemas.microsoft.com/office/drawing/2014/main" id="{26FE5653-5D92-DB6D-3CF1-9B0C9829D45E}"/>
                </a:ext>
              </a:extLst>
            </p:cNvPr>
            <p:cNvSpPr/>
            <p:nvPr/>
          </p:nvSpPr>
          <p:spPr>
            <a:xfrm>
              <a:off x="5794119"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97" name="Freeform: Shape 3096">
              <a:extLst>
                <a:ext uri="{FF2B5EF4-FFF2-40B4-BE49-F238E27FC236}">
                  <a16:creationId xmlns:a16="http://schemas.microsoft.com/office/drawing/2014/main" id="{E06F24FA-A806-FA66-B6C4-109C25496AA3}"/>
                </a:ext>
              </a:extLst>
            </p:cNvPr>
            <p:cNvSpPr/>
            <p:nvPr/>
          </p:nvSpPr>
          <p:spPr>
            <a:xfrm>
              <a:off x="5908375"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98" name="Freeform: Shape 3097">
              <a:extLst>
                <a:ext uri="{FF2B5EF4-FFF2-40B4-BE49-F238E27FC236}">
                  <a16:creationId xmlns:a16="http://schemas.microsoft.com/office/drawing/2014/main" id="{55F8EE48-DBD1-8D76-2EBD-C2EBE7933D3D}"/>
                </a:ext>
              </a:extLst>
            </p:cNvPr>
            <p:cNvSpPr/>
            <p:nvPr/>
          </p:nvSpPr>
          <p:spPr>
            <a:xfrm>
              <a:off x="6022631"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099" name="Freeform: Shape 3098">
              <a:extLst>
                <a:ext uri="{FF2B5EF4-FFF2-40B4-BE49-F238E27FC236}">
                  <a16:creationId xmlns:a16="http://schemas.microsoft.com/office/drawing/2014/main" id="{3845FB41-78EA-01C7-73C4-BCF2B02EAF12}"/>
                </a:ext>
              </a:extLst>
            </p:cNvPr>
            <p:cNvSpPr/>
            <p:nvPr/>
          </p:nvSpPr>
          <p:spPr>
            <a:xfrm>
              <a:off x="6136886"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100" name="Freeform: Shape 3099">
              <a:extLst>
                <a:ext uri="{FF2B5EF4-FFF2-40B4-BE49-F238E27FC236}">
                  <a16:creationId xmlns:a16="http://schemas.microsoft.com/office/drawing/2014/main" id="{D4DDFE53-ADCB-CF04-EB9A-D073989C776D}"/>
                </a:ext>
              </a:extLst>
            </p:cNvPr>
            <p:cNvSpPr/>
            <p:nvPr/>
          </p:nvSpPr>
          <p:spPr>
            <a:xfrm>
              <a:off x="6251142"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101" name="Freeform: Shape 3100">
              <a:extLst>
                <a:ext uri="{FF2B5EF4-FFF2-40B4-BE49-F238E27FC236}">
                  <a16:creationId xmlns:a16="http://schemas.microsoft.com/office/drawing/2014/main" id="{830644D9-AD1B-A745-57EB-7E2F23955DFE}"/>
                </a:ext>
              </a:extLst>
            </p:cNvPr>
            <p:cNvSpPr/>
            <p:nvPr/>
          </p:nvSpPr>
          <p:spPr>
            <a:xfrm>
              <a:off x="6365398"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102" name="Freeform: Shape 3101">
              <a:extLst>
                <a:ext uri="{FF2B5EF4-FFF2-40B4-BE49-F238E27FC236}">
                  <a16:creationId xmlns:a16="http://schemas.microsoft.com/office/drawing/2014/main" id="{B5F16C13-386E-2138-58BD-CD267600431A}"/>
                </a:ext>
              </a:extLst>
            </p:cNvPr>
            <p:cNvSpPr/>
            <p:nvPr/>
          </p:nvSpPr>
          <p:spPr>
            <a:xfrm>
              <a:off x="6479610"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103" name="Freeform: Shape 3102">
              <a:extLst>
                <a:ext uri="{FF2B5EF4-FFF2-40B4-BE49-F238E27FC236}">
                  <a16:creationId xmlns:a16="http://schemas.microsoft.com/office/drawing/2014/main" id="{67779623-70DD-301B-A71E-50B2D27A7B6E}"/>
                </a:ext>
              </a:extLst>
            </p:cNvPr>
            <p:cNvSpPr/>
            <p:nvPr/>
          </p:nvSpPr>
          <p:spPr>
            <a:xfrm>
              <a:off x="6593865"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104" name="Freeform: Shape 3103">
              <a:extLst>
                <a:ext uri="{FF2B5EF4-FFF2-40B4-BE49-F238E27FC236}">
                  <a16:creationId xmlns:a16="http://schemas.microsoft.com/office/drawing/2014/main" id="{83B78BF3-A30C-0E98-73A6-EEB188CD5927}"/>
                </a:ext>
              </a:extLst>
            </p:cNvPr>
            <p:cNvSpPr/>
            <p:nvPr/>
          </p:nvSpPr>
          <p:spPr>
            <a:xfrm>
              <a:off x="6708121" y="468846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105" name="Freeform: Shape 3104">
              <a:extLst>
                <a:ext uri="{FF2B5EF4-FFF2-40B4-BE49-F238E27FC236}">
                  <a16:creationId xmlns:a16="http://schemas.microsoft.com/office/drawing/2014/main" id="{B867423B-E141-8B64-A643-05CAB3B48EFC}"/>
                </a:ext>
              </a:extLst>
            </p:cNvPr>
            <p:cNvSpPr/>
            <p:nvPr/>
          </p:nvSpPr>
          <p:spPr>
            <a:xfrm>
              <a:off x="6822377"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106" name="Freeform: Shape 3105">
              <a:extLst>
                <a:ext uri="{FF2B5EF4-FFF2-40B4-BE49-F238E27FC236}">
                  <a16:creationId xmlns:a16="http://schemas.microsoft.com/office/drawing/2014/main" id="{404018CC-7CEA-ADD7-4B3C-A87C74042DF1}"/>
                </a:ext>
              </a:extLst>
            </p:cNvPr>
            <p:cNvSpPr/>
            <p:nvPr/>
          </p:nvSpPr>
          <p:spPr>
            <a:xfrm>
              <a:off x="6936633"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107" name="Freeform: Shape 3106">
              <a:extLst>
                <a:ext uri="{FF2B5EF4-FFF2-40B4-BE49-F238E27FC236}">
                  <a16:creationId xmlns:a16="http://schemas.microsoft.com/office/drawing/2014/main" id="{AC0B27D9-23B1-F2FB-D8E4-235305B71AB1}"/>
                </a:ext>
              </a:extLst>
            </p:cNvPr>
            <p:cNvSpPr/>
            <p:nvPr/>
          </p:nvSpPr>
          <p:spPr>
            <a:xfrm>
              <a:off x="7050888" y="468846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108" name="Freeform: Shape 3107">
              <a:extLst>
                <a:ext uri="{FF2B5EF4-FFF2-40B4-BE49-F238E27FC236}">
                  <a16:creationId xmlns:a16="http://schemas.microsoft.com/office/drawing/2014/main" id="{75A2F297-30DE-18B5-9A7C-CDB607241E9E}"/>
                </a:ext>
              </a:extLst>
            </p:cNvPr>
            <p:cNvSpPr/>
            <p:nvPr/>
          </p:nvSpPr>
          <p:spPr>
            <a:xfrm>
              <a:off x="7165144"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109" name="Freeform: Shape 3108">
              <a:extLst>
                <a:ext uri="{FF2B5EF4-FFF2-40B4-BE49-F238E27FC236}">
                  <a16:creationId xmlns:a16="http://schemas.microsoft.com/office/drawing/2014/main" id="{64EFD44E-1A52-4349-5812-A4E921517A4F}"/>
                </a:ext>
              </a:extLst>
            </p:cNvPr>
            <p:cNvSpPr/>
            <p:nvPr/>
          </p:nvSpPr>
          <p:spPr>
            <a:xfrm>
              <a:off x="2366578"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10" name="Freeform: Shape 3109">
              <a:extLst>
                <a:ext uri="{FF2B5EF4-FFF2-40B4-BE49-F238E27FC236}">
                  <a16:creationId xmlns:a16="http://schemas.microsoft.com/office/drawing/2014/main" id="{31FE4DEE-F6A7-AE25-1034-2A1639617050}"/>
                </a:ext>
              </a:extLst>
            </p:cNvPr>
            <p:cNvSpPr/>
            <p:nvPr/>
          </p:nvSpPr>
          <p:spPr>
            <a:xfrm>
              <a:off x="2480790"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11" name="Freeform: Shape 3110">
              <a:extLst>
                <a:ext uri="{FF2B5EF4-FFF2-40B4-BE49-F238E27FC236}">
                  <a16:creationId xmlns:a16="http://schemas.microsoft.com/office/drawing/2014/main" id="{7F65986A-FF22-B223-D73D-CF7263E5D666}"/>
                </a:ext>
              </a:extLst>
            </p:cNvPr>
            <p:cNvSpPr/>
            <p:nvPr/>
          </p:nvSpPr>
          <p:spPr>
            <a:xfrm>
              <a:off x="2595046"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12" name="Freeform: Shape 3111">
              <a:extLst>
                <a:ext uri="{FF2B5EF4-FFF2-40B4-BE49-F238E27FC236}">
                  <a16:creationId xmlns:a16="http://schemas.microsoft.com/office/drawing/2014/main" id="{BC7FD781-E76B-79D0-3598-34588CB4FE9A}"/>
                </a:ext>
              </a:extLst>
            </p:cNvPr>
            <p:cNvSpPr/>
            <p:nvPr/>
          </p:nvSpPr>
          <p:spPr>
            <a:xfrm>
              <a:off x="2709301"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13" name="Freeform: Shape 3112">
              <a:extLst>
                <a:ext uri="{FF2B5EF4-FFF2-40B4-BE49-F238E27FC236}">
                  <a16:creationId xmlns:a16="http://schemas.microsoft.com/office/drawing/2014/main" id="{5783EFFA-3CBB-8CEF-5DB4-09C3FE018727}"/>
                </a:ext>
              </a:extLst>
            </p:cNvPr>
            <p:cNvSpPr/>
            <p:nvPr/>
          </p:nvSpPr>
          <p:spPr>
            <a:xfrm>
              <a:off x="2823557"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14" name="Freeform: Shape 3113">
              <a:extLst>
                <a:ext uri="{FF2B5EF4-FFF2-40B4-BE49-F238E27FC236}">
                  <a16:creationId xmlns:a16="http://schemas.microsoft.com/office/drawing/2014/main" id="{6F6EAEAE-5E28-45F9-9583-21767F112AF5}"/>
                </a:ext>
              </a:extLst>
            </p:cNvPr>
            <p:cNvSpPr/>
            <p:nvPr/>
          </p:nvSpPr>
          <p:spPr>
            <a:xfrm>
              <a:off x="2937813"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15" name="Freeform: Shape 3114">
              <a:extLst>
                <a:ext uri="{FF2B5EF4-FFF2-40B4-BE49-F238E27FC236}">
                  <a16:creationId xmlns:a16="http://schemas.microsoft.com/office/drawing/2014/main" id="{A6BE95E9-342C-05E7-F0ED-8A5CB03E0A23}"/>
                </a:ext>
              </a:extLst>
            </p:cNvPr>
            <p:cNvSpPr/>
            <p:nvPr/>
          </p:nvSpPr>
          <p:spPr>
            <a:xfrm>
              <a:off x="3052069"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16" name="Freeform: Shape 3115">
              <a:extLst>
                <a:ext uri="{FF2B5EF4-FFF2-40B4-BE49-F238E27FC236}">
                  <a16:creationId xmlns:a16="http://schemas.microsoft.com/office/drawing/2014/main" id="{608A17AC-DA80-22D6-9C96-F8ECBEE6EDAC}"/>
                </a:ext>
              </a:extLst>
            </p:cNvPr>
            <p:cNvSpPr/>
            <p:nvPr/>
          </p:nvSpPr>
          <p:spPr>
            <a:xfrm>
              <a:off x="3166325"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17" name="Freeform: Shape 3116">
              <a:extLst>
                <a:ext uri="{FF2B5EF4-FFF2-40B4-BE49-F238E27FC236}">
                  <a16:creationId xmlns:a16="http://schemas.microsoft.com/office/drawing/2014/main" id="{E95CA6A3-4896-6284-A6AD-44F64010D94E}"/>
                </a:ext>
              </a:extLst>
            </p:cNvPr>
            <p:cNvSpPr/>
            <p:nvPr/>
          </p:nvSpPr>
          <p:spPr>
            <a:xfrm>
              <a:off x="3280580"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18" name="Freeform: Shape 3117">
              <a:extLst>
                <a:ext uri="{FF2B5EF4-FFF2-40B4-BE49-F238E27FC236}">
                  <a16:creationId xmlns:a16="http://schemas.microsoft.com/office/drawing/2014/main" id="{336910C2-BD98-CEFB-FB8D-DF0CD835F6DD}"/>
                </a:ext>
              </a:extLst>
            </p:cNvPr>
            <p:cNvSpPr/>
            <p:nvPr/>
          </p:nvSpPr>
          <p:spPr>
            <a:xfrm>
              <a:off x="3394836"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19" name="Freeform: Shape 3118">
              <a:extLst>
                <a:ext uri="{FF2B5EF4-FFF2-40B4-BE49-F238E27FC236}">
                  <a16:creationId xmlns:a16="http://schemas.microsoft.com/office/drawing/2014/main" id="{E13A9227-0C1C-035F-7DBE-51BDA55E9691}"/>
                </a:ext>
              </a:extLst>
            </p:cNvPr>
            <p:cNvSpPr/>
            <p:nvPr/>
          </p:nvSpPr>
          <p:spPr>
            <a:xfrm>
              <a:off x="3509092"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20" name="Freeform: Shape 3119">
              <a:extLst>
                <a:ext uri="{FF2B5EF4-FFF2-40B4-BE49-F238E27FC236}">
                  <a16:creationId xmlns:a16="http://schemas.microsoft.com/office/drawing/2014/main" id="{AF2BF49B-A05D-53E8-5CA0-7A10293C2B07}"/>
                </a:ext>
              </a:extLst>
            </p:cNvPr>
            <p:cNvSpPr/>
            <p:nvPr/>
          </p:nvSpPr>
          <p:spPr>
            <a:xfrm>
              <a:off x="3623348"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21" name="Freeform: Shape 3120">
              <a:extLst>
                <a:ext uri="{FF2B5EF4-FFF2-40B4-BE49-F238E27FC236}">
                  <a16:creationId xmlns:a16="http://schemas.microsoft.com/office/drawing/2014/main" id="{D96B42BE-C3F8-53BD-0041-5E969934EE85}"/>
                </a:ext>
              </a:extLst>
            </p:cNvPr>
            <p:cNvSpPr/>
            <p:nvPr/>
          </p:nvSpPr>
          <p:spPr>
            <a:xfrm>
              <a:off x="3737603"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22" name="Freeform: Shape 3121">
              <a:extLst>
                <a:ext uri="{FF2B5EF4-FFF2-40B4-BE49-F238E27FC236}">
                  <a16:creationId xmlns:a16="http://schemas.microsoft.com/office/drawing/2014/main" id="{97456B84-488E-601C-0DFB-CF29B1C61EDA}"/>
                </a:ext>
              </a:extLst>
            </p:cNvPr>
            <p:cNvSpPr/>
            <p:nvPr/>
          </p:nvSpPr>
          <p:spPr>
            <a:xfrm>
              <a:off x="3851815"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23" name="Freeform: Shape 3122">
              <a:extLst>
                <a:ext uri="{FF2B5EF4-FFF2-40B4-BE49-F238E27FC236}">
                  <a16:creationId xmlns:a16="http://schemas.microsoft.com/office/drawing/2014/main" id="{9C2C6DCE-7F6F-CD95-EA12-D0DA774ADCDD}"/>
                </a:ext>
              </a:extLst>
            </p:cNvPr>
            <p:cNvSpPr/>
            <p:nvPr/>
          </p:nvSpPr>
          <p:spPr>
            <a:xfrm>
              <a:off x="3966071"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24" name="Freeform: Shape 3123">
              <a:extLst>
                <a:ext uri="{FF2B5EF4-FFF2-40B4-BE49-F238E27FC236}">
                  <a16:creationId xmlns:a16="http://schemas.microsoft.com/office/drawing/2014/main" id="{3FA01309-C706-4D0B-7B7A-3EC63A2F0066}"/>
                </a:ext>
              </a:extLst>
            </p:cNvPr>
            <p:cNvSpPr/>
            <p:nvPr/>
          </p:nvSpPr>
          <p:spPr>
            <a:xfrm>
              <a:off x="4080327"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25" name="Freeform: Shape 3124">
              <a:extLst>
                <a:ext uri="{FF2B5EF4-FFF2-40B4-BE49-F238E27FC236}">
                  <a16:creationId xmlns:a16="http://schemas.microsoft.com/office/drawing/2014/main" id="{CB636721-667F-0139-8D3E-C8B936E9699D}"/>
                </a:ext>
              </a:extLst>
            </p:cNvPr>
            <p:cNvSpPr/>
            <p:nvPr/>
          </p:nvSpPr>
          <p:spPr>
            <a:xfrm>
              <a:off x="4194582"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26" name="Freeform: Shape 3125">
              <a:extLst>
                <a:ext uri="{FF2B5EF4-FFF2-40B4-BE49-F238E27FC236}">
                  <a16:creationId xmlns:a16="http://schemas.microsoft.com/office/drawing/2014/main" id="{F1233422-F7A2-0BF7-712F-48564169E1CE}"/>
                </a:ext>
              </a:extLst>
            </p:cNvPr>
            <p:cNvSpPr/>
            <p:nvPr/>
          </p:nvSpPr>
          <p:spPr>
            <a:xfrm>
              <a:off x="4308838"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27" name="Freeform: Shape 3126">
              <a:extLst>
                <a:ext uri="{FF2B5EF4-FFF2-40B4-BE49-F238E27FC236}">
                  <a16:creationId xmlns:a16="http://schemas.microsoft.com/office/drawing/2014/main" id="{AC48E912-9D3D-A417-F302-2CF5E9ACE47C}"/>
                </a:ext>
              </a:extLst>
            </p:cNvPr>
            <p:cNvSpPr/>
            <p:nvPr/>
          </p:nvSpPr>
          <p:spPr>
            <a:xfrm>
              <a:off x="4423094"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28" name="Freeform: Shape 3127">
              <a:extLst>
                <a:ext uri="{FF2B5EF4-FFF2-40B4-BE49-F238E27FC236}">
                  <a16:creationId xmlns:a16="http://schemas.microsoft.com/office/drawing/2014/main" id="{F3D0BCC7-0515-E377-29AE-FA217B3AA704}"/>
                </a:ext>
              </a:extLst>
            </p:cNvPr>
            <p:cNvSpPr/>
            <p:nvPr/>
          </p:nvSpPr>
          <p:spPr>
            <a:xfrm>
              <a:off x="4537350"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29" name="Freeform: Shape 3128">
              <a:extLst>
                <a:ext uri="{FF2B5EF4-FFF2-40B4-BE49-F238E27FC236}">
                  <a16:creationId xmlns:a16="http://schemas.microsoft.com/office/drawing/2014/main" id="{BE1912AA-65FF-991C-1339-1837BC296E9D}"/>
                </a:ext>
              </a:extLst>
            </p:cNvPr>
            <p:cNvSpPr/>
            <p:nvPr/>
          </p:nvSpPr>
          <p:spPr>
            <a:xfrm>
              <a:off x="4651605"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30" name="Freeform: Shape 3129">
              <a:extLst>
                <a:ext uri="{FF2B5EF4-FFF2-40B4-BE49-F238E27FC236}">
                  <a16:creationId xmlns:a16="http://schemas.microsoft.com/office/drawing/2014/main" id="{53AA9F66-4707-AA13-B035-CFD577C28447}"/>
                </a:ext>
              </a:extLst>
            </p:cNvPr>
            <p:cNvSpPr/>
            <p:nvPr/>
          </p:nvSpPr>
          <p:spPr>
            <a:xfrm>
              <a:off x="4765861"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31" name="Freeform: Shape 3130">
              <a:extLst>
                <a:ext uri="{FF2B5EF4-FFF2-40B4-BE49-F238E27FC236}">
                  <a16:creationId xmlns:a16="http://schemas.microsoft.com/office/drawing/2014/main" id="{3CD44B92-6289-4151-54EB-8842AF7A3B3C}"/>
                </a:ext>
              </a:extLst>
            </p:cNvPr>
            <p:cNvSpPr/>
            <p:nvPr/>
          </p:nvSpPr>
          <p:spPr>
            <a:xfrm>
              <a:off x="4880117"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32" name="Freeform: Shape 3131">
              <a:extLst>
                <a:ext uri="{FF2B5EF4-FFF2-40B4-BE49-F238E27FC236}">
                  <a16:creationId xmlns:a16="http://schemas.microsoft.com/office/drawing/2014/main" id="{E752CE89-C2A1-6BA0-93AD-387AE96326EF}"/>
                </a:ext>
              </a:extLst>
            </p:cNvPr>
            <p:cNvSpPr/>
            <p:nvPr/>
          </p:nvSpPr>
          <p:spPr>
            <a:xfrm>
              <a:off x="4994373"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33" name="Freeform: Shape 3132">
              <a:extLst>
                <a:ext uri="{FF2B5EF4-FFF2-40B4-BE49-F238E27FC236}">
                  <a16:creationId xmlns:a16="http://schemas.microsoft.com/office/drawing/2014/main" id="{CB4081E2-699B-010F-417A-15BAAC05D300}"/>
                </a:ext>
              </a:extLst>
            </p:cNvPr>
            <p:cNvSpPr/>
            <p:nvPr/>
          </p:nvSpPr>
          <p:spPr>
            <a:xfrm>
              <a:off x="5108629"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34" name="Freeform: Shape 3133">
              <a:extLst>
                <a:ext uri="{FF2B5EF4-FFF2-40B4-BE49-F238E27FC236}">
                  <a16:creationId xmlns:a16="http://schemas.microsoft.com/office/drawing/2014/main" id="{FD62E9BF-0A94-3FDC-A688-E517C09D789C}"/>
                </a:ext>
              </a:extLst>
            </p:cNvPr>
            <p:cNvSpPr/>
            <p:nvPr/>
          </p:nvSpPr>
          <p:spPr>
            <a:xfrm>
              <a:off x="5222840"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35" name="Freeform: Shape 3134">
              <a:extLst>
                <a:ext uri="{FF2B5EF4-FFF2-40B4-BE49-F238E27FC236}">
                  <a16:creationId xmlns:a16="http://schemas.microsoft.com/office/drawing/2014/main" id="{A489260F-E215-BE4D-CF08-2EF283B5537D}"/>
                </a:ext>
              </a:extLst>
            </p:cNvPr>
            <p:cNvSpPr/>
            <p:nvPr/>
          </p:nvSpPr>
          <p:spPr>
            <a:xfrm>
              <a:off x="5337096"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36" name="Freeform: Shape 3135">
              <a:extLst>
                <a:ext uri="{FF2B5EF4-FFF2-40B4-BE49-F238E27FC236}">
                  <a16:creationId xmlns:a16="http://schemas.microsoft.com/office/drawing/2014/main" id="{4B67B70A-1F1F-791D-E87A-9543D3C0ED05}"/>
                </a:ext>
              </a:extLst>
            </p:cNvPr>
            <p:cNvSpPr/>
            <p:nvPr/>
          </p:nvSpPr>
          <p:spPr>
            <a:xfrm>
              <a:off x="5451352"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37" name="Freeform: Shape 3136">
              <a:extLst>
                <a:ext uri="{FF2B5EF4-FFF2-40B4-BE49-F238E27FC236}">
                  <a16:creationId xmlns:a16="http://schemas.microsoft.com/office/drawing/2014/main" id="{7B8CEEFC-4168-113F-F399-869D960FC1B1}"/>
                </a:ext>
              </a:extLst>
            </p:cNvPr>
            <p:cNvSpPr/>
            <p:nvPr/>
          </p:nvSpPr>
          <p:spPr>
            <a:xfrm>
              <a:off x="5565608"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38" name="Freeform: Shape 3137">
              <a:extLst>
                <a:ext uri="{FF2B5EF4-FFF2-40B4-BE49-F238E27FC236}">
                  <a16:creationId xmlns:a16="http://schemas.microsoft.com/office/drawing/2014/main" id="{FF8C9630-CCB1-722C-E484-10DC02D8D763}"/>
                </a:ext>
              </a:extLst>
            </p:cNvPr>
            <p:cNvSpPr/>
            <p:nvPr/>
          </p:nvSpPr>
          <p:spPr>
            <a:xfrm>
              <a:off x="5679863"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39" name="Freeform: Shape 3138">
              <a:extLst>
                <a:ext uri="{FF2B5EF4-FFF2-40B4-BE49-F238E27FC236}">
                  <a16:creationId xmlns:a16="http://schemas.microsoft.com/office/drawing/2014/main" id="{55DEBDE2-324C-2E69-B10F-8E4D7ADB67D6}"/>
                </a:ext>
              </a:extLst>
            </p:cNvPr>
            <p:cNvSpPr/>
            <p:nvPr/>
          </p:nvSpPr>
          <p:spPr>
            <a:xfrm>
              <a:off x="5794119"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40" name="Freeform: Shape 3139">
              <a:extLst>
                <a:ext uri="{FF2B5EF4-FFF2-40B4-BE49-F238E27FC236}">
                  <a16:creationId xmlns:a16="http://schemas.microsoft.com/office/drawing/2014/main" id="{C15FDE79-7550-C9C4-CE72-AC00E83442AF}"/>
                </a:ext>
              </a:extLst>
            </p:cNvPr>
            <p:cNvSpPr/>
            <p:nvPr/>
          </p:nvSpPr>
          <p:spPr>
            <a:xfrm>
              <a:off x="5908375"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41" name="Freeform: Shape 3140">
              <a:extLst>
                <a:ext uri="{FF2B5EF4-FFF2-40B4-BE49-F238E27FC236}">
                  <a16:creationId xmlns:a16="http://schemas.microsoft.com/office/drawing/2014/main" id="{D6C87640-885B-92B1-B596-28F231448347}"/>
                </a:ext>
              </a:extLst>
            </p:cNvPr>
            <p:cNvSpPr/>
            <p:nvPr/>
          </p:nvSpPr>
          <p:spPr>
            <a:xfrm>
              <a:off x="6022631"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42" name="Freeform: Shape 3141">
              <a:extLst>
                <a:ext uri="{FF2B5EF4-FFF2-40B4-BE49-F238E27FC236}">
                  <a16:creationId xmlns:a16="http://schemas.microsoft.com/office/drawing/2014/main" id="{15723CEE-97D4-38B1-BE4E-83870690645F}"/>
                </a:ext>
              </a:extLst>
            </p:cNvPr>
            <p:cNvSpPr/>
            <p:nvPr/>
          </p:nvSpPr>
          <p:spPr>
            <a:xfrm>
              <a:off x="6136886"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43" name="Freeform: Shape 3142">
              <a:extLst>
                <a:ext uri="{FF2B5EF4-FFF2-40B4-BE49-F238E27FC236}">
                  <a16:creationId xmlns:a16="http://schemas.microsoft.com/office/drawing/2014/main" id="{D1A324AB-421B-7EB8-92AC-44016CA1437F}"/>
                </a:ext>
              </a:extLst>
            </p:cNvPr>
            <p:cNvSpPr/>
            <p:nvPr/>
          </p:nvSpPr>
          <p:spPr>
            <a:xfrm>
              <a:off x="6251142"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44" name="Freeform: Shape 3143">
              <a:extLst>
                <a:ext uri="{FF2B5EF4-FFF2-40B4-BE49-F238E27FC236}">
                  <a16:creationId xmlns:a16="http://schemas.microsoft.com/office/drawing/2014/main" id="{6AD83D02-633A-797C-85B4-56E8D0B51CB0}"/>
                </a:ext>
              </a:extLst>
            </p:cNvPr>
            <p:cNvSpPr/>
            <p:nvPr/>
          </p:nvSpPr>
          <p:spPr>
            <a:xfrm>
              <a:off x="6365398"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45" name="Freeform: Shape 3144">
              <a:extLst>
                <a:ext uri="{FF2B5EF4-FFF2-40B4-BE49-F238E27FC236}">
                  <a16:creationId xmlns:a16="http://schemas.microsoft.com/office/drawing/2014/main" id="{3D403D27-9AAF-756D-90A6-5E3F5447CB63}"/>
                </a:ext>
              </a:extLst>
            </p:cNvPr>
            <p:cNvSpPr/>
            <p:nvPr/>
          </p:nvSpPr>
          <p:spPr>
            <a:xfrm>
              <a:off x="6479610"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46" name="Freeform: Shape 3145">
              <a:extLst>
                <a:ext uri="{FF2B5EF4-FFF2-40B4-BE49-F238E27FC236}">
                  <a16:creationId xmlns:a16="http://schemas.microsoft.com/office/drawing/2014/main" id="{4EF8B8E2-64DD-C588-2921-2958D4C549D5}"/>
                </a:ext>
              </a:extLst>
            </p:cNvPr>
            <p:cNvSpPr/>
            <p:nvPr/>
          </p:nvSpPr>
          <p:spPr>
            <a:xfrm>
              <a:off x="6593865"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47" name="Freeform: Shape 3146">
              <a:extLst>
                <a:ext uri="{FF2B5EF4-FFF2-40B4-BE49-F238E27FC236}">
                  <a16:creationId xmlns:a16="http://schemas.microsoft.com/office/drawing/2014/main" id="{ACB3C2E1-FFBA-F5E2-5DE9-2193149C9B92}"/>
                </a:ext>
              </a:extLst>
            </p:cNvPr>
            <p:cNvSpPr/>
            <p:nvPr/>
          </p:nvSpPr>
          <p:spPr>
            <a:xfrm>
              <a:off x="6708121" y="480272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48" name="Freeform: Shape 3147">
              <a:extLst>
                <a:ext uri="{FF2B5EF4-FFF2-40B4-BE49-F238E27FC236}">
                  <a16:creationId xmlns:a16="http://schemas.microsoft.com/office/drawing/2014/main" id="{936F1FD4-D3E7-1BBE-0301-6985ADF871D8}"/>
                </a:ext>
              </a:extLst>
            </p:cNvPr>
            <p:cNvSpPr/>
            <p:nvPr/>
          </p:nvSpPr>
          <p:spPr>
            <a:xfrm>
              <a:off x="6822377"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49" name="Freeform: Shape 3148">
              <a:extLst>
                <a:ext uri="{FF2B5EF4-FFF2-40B4-BE49-F238E27FC236}">
                  <a16:creationId xmlns:a16="http://schemas.microsoft.com/office/drawing/2014/main" id="{404A87DD-A268-2B4B-239D-34AE104301D8}"/>
                </a:ext>
              </a:extLst>
            </p:cNvPr>
            <p:cNvSpPr/>
            <p:nvPr/>
          </p:nvSpPr>
          <p:spPr>
            <a:xfrm>
              <a:off x="6936633"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50" name="Freeform: Shape 3149">
              <a:extLst>
                <a:ext uri="{FF2B5EF4-FFF2-40B4-BE49-F238E27FC236}">
                  <a16:creationId xmlns:a16="http://schemas.microsoft.com/office/drawing/2014/main" id="{59F511E2-3907-FE22-CADB-1BA18C1072C7}"/>
                </a:ext>
              </a:extLst>
            </p:cNvPr>
            <p:cNvSpPr/>
            <p:nvPr/>
          </p:nvSpPr>
          <p:spPr>
            <a:xfrm>
              <a:off x="7050888" y="480272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51" name="Freeform: Shape 3150">
              <a:extLst>
                <a:ext uri="{FF2B5EF4-FFF2-40B4-BE49-F238E27FC236}">
                  <a16:creationId xmlns:a16="http://schemas.microsoft.com/office/drawing/2014/main" id="{F696EB74-91F2-EFA2-A11F-9ECE38ACF171}"/>
                </a:ext>
              </a:extLst>
            </p:cNvPr>
            <p:cNvSpPr/>
            <p:nvPr/>
          </p:nvSpPr>
          <p:spPr>
            <a:xfrm>
              <a:off x="7165144"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52" name="Freeform: Shape 3151">
              <a:extLst>
                <a:ext uri="{FF2B5EF4-FFF2-40B4-BE49-F238E27FC236}">
                  <a16:creationId xmlns:a16="http://schemas.microsoft.com/office/drawing/2014/main" id="{25656CA5-240D-BE31-61C8-F10611D0AE71}"/>
                </a:ext>
              </a:extLst>
            </p:cNvPr>
            <p:cNvSpPr/>
            <p:nvPr/>
          </p:nvSpPr>
          <p:spPr>
            <a:xfrm>
              <a:off x="2366578"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53" name="Freeform: Shape 3152">
              <a:extLst>
                <a:ext uri="{FF2B5EF4-FFF2-40B4-BE49-F238E27FC236}">
                  <a16:creationId xmlns:a16="http://schemas.microsoft.com/office/drawing/2014/main" id="{0CAC0931-574D-11F5-0CFD-2196FC5BCECA}"/>
                </a:ext>
              </a:extLst>
            </p:cNvPr>
            <p:cNvSpPr/>
            <p:nvPr/>
          </p:nvSpPr>
          <p:spPr>
            <a:xfrm>
              <a:off x="2480790"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54" name="Freeform: Shape 3153">
              <a:extLst>
                <a:ext uri="{FF2B5EF4-FFF2-40B4-BE49-F238E27FC236}">
                  <a16:creationId xmlns:a16="http://schemas.microsoft.com/office/drawing/2014/main" id="{5097BE22-F08C-72B8-9A1C-7FE3699C51FE}"/>
                </a:ext>
              </a:extLst>
            </p:cNvPr>
            <p:cNvSpPr/>
            <p:nvPr/>
          </p:nvSpPr>
          <p:spPr>
            <a:xfrm>
              <a:off x="2595046"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55" name="Freeform: Shape 3154">
              <a:extLst>
                <a:ext uri="{FF2B5EF4-FFF2-40B4-BE49-F238E27FC236}">
                  <a16:creationId xmlns:a16="http://schemas.microsoft.com/office/drawing/2014/main" id="{C78517DB-E773-59F7-8048-15899CE401D6}"/>
                </a:ext>
              </a:extLst>
            </p:cNvPr>
            <p:cNvSpPr/>
            <p:nvPr/>
          </p:nvSpPr>
          <p:spPr>
            <a:xfrm>
              <a:off x="2709301"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56" name="Freeform: Shape 3155">
              <a:extLst>
                <a:ext uri="{FF2B5EF4-FFF2-40B4-BE49-F238E27FC236}">
                  <a16:creationId xmlns:a16="http://schemas.microsoft.com/office/drawing/2014/main" id="{5ED1ECDF-295B-3C0D-E33A-365D6ABD0E18}"/>
                </a:ext>
              </a:extLst>
            </p:cNvPr>
            <p:cNvSpPr/>
            <p:nvPr/>
          </p:nvSpPr>
          <p:spPr>
            <a:xfrm>
              <a:off x="2823557"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57" name="Freeform: Shape 3156">
              <a:extLst>
                <a:ext uri="{FF2B5EF4-FFF2-40B4-BE49-F238E27FC236}">
                  <a16:creationId xmlns:a16="http://schemas.microsoft.com/office/drawing/2014/main" id="{268D833F-A872-B333-B79E-A255CED7B1AF}"/>
                </a:ext>
              </a:extLst>
            </p:cNvPr>
            <p:cNvSpPr/>
            <p:nvPr/>
          </p:nvSpPr>
          <p:spPr>
            <a:xfrm>
              <a:off x="2937813"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58" name="Freeform: Shape 3157">
              <a:extLst>
                <a:ext uri="{FF2B5EF4-FFF2-40B4-BE49-F238E27FC236}">
                  <a16:creationId xmlns:a16="http://schemas.microsoft.com/office/drawing/2014/main" id="{CEE5FD6E-3EF7-620C-1CEF-021E9F169274}"/>
                </a:ext>
              </a:extLst>
            </p:cNvPr>
            <p:cNvSpPr/>
            <p:nvPr/>
          </p:nvSpPr>
          <p:spPr>
            <a:xfrm>
              <a:off x="3052069"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59" name="Freeform: Shape 3158">
              <a:extLst>
                <a:ext uri="{FF2B5EF4-FFF2-40B4-BE49-F238E27FC236}">
                  <a16:creationId xmlns:a16="http://schemas.microsoft.com/office/drawing/2014/main" id="{3C433CBF-D103-1A76-F6CC-60A0F986C779}"/>
                </a:ext>
              </a:extLst>
            </p:cNvPr>
            <p:cNvSpPr/>
            <p:nvPr/>
          </p:nvSpPr>
          <p:spPr>
            <a:xfrm>
              <a:off x="3166325"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60" name="Freeform: Shape 3159">
              <a:extLst>
                <a:ext uri="{FF2B5EF4-FFF2-40B4-BE49-F238E27FC236}">
                  <a16:creationId xmlns:a16="http://schemas.microsoft.com/office/drawing/2014/main" id="{F228AB1C-C0C7-C0A9-F6C8-96D6B6783D42}"/>
                </a:ext>
              </a:extLst>
            </p:cNvPr>
            <p:cNvSpPr/>
            <p:nvPr/>
          </p:nvSpPr>
          <p:spPr>
            <a:xfrm>
              <a:off x="3280580"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61" name="Freeform: Shape 3160">
              <a:extLst>
                <a:ext uri="{FF2B5EF4-FFF2-40B4-BE49-F238E27FC236}">
                  <a16:creationId xmlns:a16="http://schemas.microsoft.com/office/drawing/2014/main" id="{28F63124-BC0E-C6B0-AB06-CA34C02B428E}"/>
                </a:ext>
              </a:extLst>
            </p:cNvPr>
            <p:cNvSpPr/>
            <p:nvPr/>
          </p:nvSpPr>
          <p:spPr>
            <a:xfrm>
              <a:off x="3394836"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62" name="Freeform: Shape 3161">
              <a:extLst>
                <a:ext uri="{FF2B5EF4-FFF2-40B4-BE49-F238E27FC236}">
                  <a16:creationId xmlns:a16="http://schemas.microsoft.com/office/drawing/2014/main" id="{5B5F5BC1-28BA-0EAB-E40A-2ED93D07B8BF}"/>
                </a:ext>
              </a:extLst>
            </p:cNvPr>
            <p:cNvSpPr/>
            <p:nvPr/>
          </p:nvSpPr>
          <p:spPr>
            <a:xfrm>
              <a:off x="3509092"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63" name="Freeform: Shape 3162">
              <a:extLst>
                <a:ext uri="{FF2B5EF4-FFF2-40B4-BE49-F238E27FC236}">
                  <a16:creationId xmlns:a16="http://schemas.microsoft.com/office/drawing/2014/main" id="{F67D1E45-960E-1344-98AC-00D86AD53EC3}"/>
                </a:ext>
              </a:extLst>
            </p:cNvPr>
            <p:cNvSpPr/>
            <p:nvPr/>
          </p:nvSpPr>
          <p:spPr>
            <a:xfrm>
              <a:off x="3623348"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64" name="Freeform: Shape 3163">
              <a:extLst>
                <a:ext uri="{FF2B5EF4-FFF2-40B4-BE49-F238E27FC236}">
                  <a16:creationId xmlns:a16="http://schemas.microsoft.com/office/drawing/2014/main" id="{C91D9927-4AA1-6998-353B-F4AE275922EC}"/>
                </a:ext>
              </a:extLst>
            </p:cNvPr>
            <p:cNvSpPr/>
            <p:nvPr/>
          </p:nvSpPr>
          <p:spPr>
            <a:xfrm>
              <a:off x="3737603"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65" name="Freeform: Shape 3164">
              <a:extLst>
                <a:ext uri="{FF2B5EF4-FFF2-40B4-BE49-F238E27FC236}">
                  <a16:creationId xmlns:a16="http://schemas.microsoft.com/office/drawing/2014/main" id="{EE912EEC-92B2-02AD-267A-548AB6F43172}"/>
                </a:ext>
              </a:extLst>
            </p:cNvPr>
            <p:cNvSpPr/>
            <p:nvPr/>
          </p:nvSpPr>
          <p:spPr>
            <a:xfrm>
              <a:off x="3851815"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66" name="Freeform: Shape 3165">
              <a:extLst>
                <a:ext uri="{FF2B5EF4-FFF2-40B4-BE49-F238E27FC236}">
                  <a16:creationId xmlns:a16="http://schemas.microsoft.com/office/drawing/2014/main" id="{70D0F37E-D3D8-31D4-A769-7F99EC488CD8}"/>
                </a:ext>
              </a:extLst>
            </p:cNvPr>
            <p:cNvSpPr/>
            <p:nvPr/>
          </p:nvSpPr>
          <p:spPr>
            <a:xfrm>
              <a:off x="3966071"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67" name="Freeform: Shape 3166">
              <a:extLst>
                <a:ext uri="{FF2B5EF4-FFF2-40B4-BE49-F238E27FC236}">
                  <a16:creationId xmlns:a16="http://schemas.microsoft.com/office/drawing/2014/main" id="{232F1AC9-72FD-FF40-51FA-DC5A17F8E4BD}"/>
                </a:ext>
              </a:extLst>
            </p:cNvPr>
            <p:cNvSpPr/>
            <p:nvPr/>
          </p:nvSpPr>
          <p:spPr>
            <a:xfrm>
              <a:off x="4080327"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68" name="Freeform: Shape 3167">
              <a:extLst>
                <a:ext uri="{FF2B5EF4-FFF2-40B4-BE49-F238E27FC236}">
                  <a16:creationId xmlns:a16="http://schemas.microsoft.com/office/drawing/2014/main" id="{6B5AF611-62B2-B8D8-DA5A-FF60ADAAE10E}"/>
                </a:ext>
              </a:extLst>
            </p:cNvPr>
            <p:cNvSpPr/>
            <p:nvPr/>
          </p:nvSpPr>
          <p:spPr>
            <a:xfrm>
              <a:off x="4194582"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69" name="Freeform: Shape 3168">
              <a:extLst>
                <a:ext uri="{FF2B5EF4-FFF2-40B4-BE49-F238E27FC236}">
                  <a16:creationId xmlns:a16="http://schemas.microsoft.com/office/drawing/2014/main" id="{572AB41B-72D1-F84E-BE3C-0EF0C3073779}"/>
                </a:ext>
              </a:extLst>
            </p:cNvPr>
            <p:cNvSpPr/>
            <p:nvPr/>
          </p:nvSpPr>
          <p:spPr>
            <a:xfrm>
              <a:off x="4308838"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70" name="Freeform: Shape 3169">
              <a:extLst>
                <a:ext uri="{FF2B5EF4-FFF2-40B4-BE49-F238E27FC236}">
                  <a16:creationId xmlns:a16="http://schemas.microsoft.com/office/drawing/2014/main" id="{5D3C8B6F-42C3-E516-2979-5302E141ED31}"/>
                </a:ext>
              </a:extLst>
            </p:cNvPr>
            <p:cNvSpPr/>
            <p:nvPr/>
          </p:nvSpPr>
          <p:spPr>
            <a:xfrm>
              <a:off x="4423094"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71" name="Freeform: Shape 3170">
              <a:extLst>
                <a:ext uri="{FF2B5EF4-FFF2-40B4-BE49-F238E27FC236}">
                  <a16:creationId xmlns:a16="http://schemas.microsoft.com/office/drawing/2014/main" id="{A2A41F92-2F7D-815E-0F05-B0F4E867A9B0}"/>
                </a:ext>
              </a:extLst>
            </p:cNvPr>
            <p:cNvSpPr/>
            <p:nvPr/>
          </p:nvSpPr>
          <p:spPr>
            <a:xfrm>
              <a:off x="4537350"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72" name="Freeform: Shape 3171">
              <a:extLst>
                <a:ext uri="{FF2B5EF4-FFF2-40B4-BE49-F238E27FC236}">
                  <a16:creationId xmlns:a16="http://schemas.microsoft.com/office/drawing/2014/main" id="{4A5F3B62-E928-D50F-64B5-BAD2D9F0A2C2}"/>
                </a:ext>
              </a:extLst>
            </p:cNvPr>
            <p:cNvSpPr/>
            <p:nvPr/>
          </p:nvSpPr>
          <p:spPr>
            <a:xfrm>
              <a:off x="4651605"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73" name="Freeform: Shape 3172">
              <a:extLst>
                <a:ext uri="{FF2B5EF4-FFF2-40B4-BE49-F238E27FC236}">
                  <a16:creationId xmlns:a16="http://schemas.microsoft.com/office/drawing/2014/main" id="{0FDBBB77-B0F5-8F09-07BD-803920D6F055}"/>
                </a:ext>
              </a:extLst>
            </p:cNvPr>
            <p:cNvSpPr/>
            <p:nvPr/>
          </p:nvSpPr>
          <p:spPr>
            <a:xfrm>
              <a:off x="4765861"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74" name="Freeform: Shape 3173">
              <a:extLst>
                <a:ext uri="{FF2B5EF4-FFF2-40B4-BE49-F238E27FC236}">
                  <a16:creationId xmlns:a16="http://schemas.microsoft.com/office/drawing/2014/main" id="{372B1F94-BF41-3443-B47D-3358EE7D0707}"/>
                </a:ext>
              </a:extLst>
            </p:cNvPr>
            <p:cNvSpPr/>
            <p:nvPr/>
          </p:nvSpPr>
          <p:spPr>
            <a:xfrm>
              <a:off x="4880117"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75" name="Freeform: Shape 3174">
              <a:extLst>
                <a:ext uri="{FF2B5EF4-FFF2-40B4-BE49-F238E27FC236}">
                  <a16:creationId xmlns:a16="http://schemas.microsoft.com/office/drawing/2014/main" id="{36DB0257-E5B2-0F5E-04E4-7BC5FE6525E9}"/>
                </a:ext>
              </a:extLst>
            </p:cNvPr>
            <p:cNvSpPr/>
            <p:nvPr/>
          </p:nvSpPr>
          <p:spPr>
            <a:xfrm>
              <a:off x="4994373"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76" name="Freeform: Shape 3175">
              <a:extLst>
                <a:ext uri="{FF2B5EF4-FFF2-40B4-BE49-F238E27FC236}">
                  <a16:creationId xmlns:a16="http://schemas.microsoft.com/office/drawing/2014/main" id="{94C22150-47EB-71F8-27CD-6393830B6C04}"/>
                </a:ext>
              </a:extLst>
            </p:cNvPr>
            <p:cNvSpPr/>
            <p:nvPr/>
          </p:nvSpPr>
          <p:spPr>
            <a:xfrm>
              <a:off x="5108629"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77" name="Freeform: Shape 3176">
              <a:extLst>
                <a:ext uri="{FF2B5EF4-FFF2-40B4-BE49-F238E27FC236}">
                  <a16:creationId xmlns:a16="http://schemas.microsoft.com/office/drawing/2014/main" id="{0187A6F8-EE9E-0539-3000-5CECDF7DE4D9}"/>
                </a:ext>
              </a:extLst>
            </p:cNvPr>
            <p:cNvSpPr/>
            <p:nvPr/>
          </p:nvSpPr>
          <p:spPr>
            <a:xfrm>
              <a:off x="5222840"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78" name="Freeform: Shape 3177">
              <a:extLst>
                <a:ext uri="{FF2B5EF4-FFF2-40B4-BE49-F238E27FC236}">
                  <a16:creationId xmlns:a16="http://schemas.microsoft.com/office/drawing/2014/main" id="{DFEC1CAA-EC76-5E3C-6756-6C718C3A6FB5}"/>
                </a:ext>
              </a:extLst>
            </p:cNvPr>
            <p:cNvSpPr/>
            <p:nvPr/>
          </p:nvSpPr>
          <p:spPr>
            <a:xfrm>
              <a:off x="5337096"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79" name="Freeform: Shape 3178">
              <a:extLst>
                <a:ext uri="{FF2B5EF4-FFF2-40B4-BE49-F238E27FC236}">
                  <a16:creationId xmlns:a16="http://schemas.microsoft.com/office/drawing/2014/main" id="{DD33A250-FA88-8985-2B8D-8E30512A6101}"/>
                </a:ext>
              </a:extLst>
            </p:cNvPr>
            <p:cNvSpPr/>
            <p:nvPr/>
          </p:nvSpPr>
          <p:spPr>
            <a:xfrm>
              <a:off x="5451352"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80" name="Freeform: Shape 3179">
              <a:extLst>
                <a:ext uri="{FF2B5EF4-FFF2-40B4-BE49-F238E27FC236}">
                  <a16:creationId xmlns:a16="http://schemas.microsoft.com/office/drawing/2014/main" id="{5ACE0D19-2A91-46A7-0AB9-317B45A08797}"/>
                </a:ext>
              </a:extLst>
            </p:cNvPr>
            <p:cNvSpPr/>
            <p:nvPr/>
          </p:nvSpPr>
          <p:spPr>
            <a:xfrm>
              <a:off x="5565608"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81" name="Freeform: Shape 3180">
              <a:extLst>
                <a:ext uri="{FF2B5EF4-FFF2-40B4-BE49-F238E27FC236}">
                  <a16:creationId xmlns:a16="http://schemas.microsoft.com/office/drawing/2014/main" id="{E68D5841-FE56-7B1F-455C-7FDAA0347716}"/>
                </a:ext>
              </a:extLst>
            </p:cNvPr>
            <p:cNvSpPr/>
            <p:nvPr/>
          </p:nvSpPr>
          <p:spPr>
            <a:xfrm>
              <a:off x="5679863"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82" name="Freeform: Shape 3181">
              <a:extLst>
                <a:ext uri="{FF2B5EF4-FFF2-40B4-BE49-F238E27FC236}">
                  <a16:creationId xmlns:a16="http://schemas.microsoft.com/office/drawing/2014/main" id="{0DC3E238-5E8D-6380-EEE8-197AD3C6957E}"/>
                </a:ext>
              </a:extLst>
            </p:cNvPr>
            <p:cNvSpPr/>
            <p:nvPr/>
          </p:nvSpPr>
          <p:spPr>
            <a:xfrm>
              <a:off x="5794119"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83" name="Freeform: Shape 3182">
              <a:extLst>
                <a:ext uri="{FF2B5EF4-FFF2-40B4-BE49-F238E27FC236}">
                  <a16:creationId xmlns:a16="http://schemas.microsoft.com/office/drawing/2014/main" id="{2F11FAC2-D80B-E429-C0D0-1B398BE34D81}"/>
                </a:ext>
              </a:extLst>
            </p:cNvPr>
            <p:cNvSpPr/>
            <p:nvPr/>
          </p:nvSpPr>
          <p:spPr>
            <a:xfrm>
              <a:off x="5908375"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84" name="Freeform: Shape 3183">
              <a:extLst>
                <a:ext uri="{FF2B5EF4-FFF2-40B4-BE49-F238E27FC236}">
                  <a16:creationId xmlns:a16="http://schemas.microsoft.com/office/drawing/2014/main" id="{A63E4DA4-A633-40B4-E719-8EBEA17A90F8}"/>
                </a:ext>
              </a:extLst>
            </p:cNvPr>
            <p:cNvSpPr/>
            <p:nvPr/>
          </p:nvSpPr>
          <p:spPr>
            <a:xfrm>
              <a:off x="6022631"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85" name="Freeform: Shape 3184">
              <a:extLst>
                <a:ext uri="{FF2B5EF4-FFF2-40B4-BE49-F238E27FC236}">
                  <a16:creationId xmlns:a16="http://schemas.microsoft.com/office/drawing/2014/main" id="{5367805B-563D-CDC6-82D8-759D22CCF996}"/>
                </a:ext>
              </a:extLst>
            </p:cNvPr>
            <p:cNvSpPr/>
            <p:nvPr/>
          </p:nvSpPr>
          <p:spPr>
            <a:xfrm>
              <a:off x="6136886"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86" name="Freeform: Shape 3185">
              <a:extLst>
                <a:ext uri="{FF2B5EF4-FFF2-40B4-BE49-F238E27FC236}">
                  <a16:creationId xmlns:a16="http://schemas.microsoft.com/office/drawing/2014/main" id="{FE395BFC-A963-A948-3059-B957D9379143}"/>
                </a:ext>
              </a:extLst>
            </p:cNvPr>
            <p:cNvSpPr/>
            <p:nvPr/>
          </p:nvSpPr>
          <p:spPr>
            <a:xfrm>
              <a:off x="6251142"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87" name="Freeform: Shape 3186">
              <a:extLst>
                <a:ext uri="{FF2B5EF4-FFF2-40B4-BE49-F238E27FC236}">
                  <a16:creationId xmlns:a16="http://schemas.microsoft.com/office/drawing/2014/main" id="{0F657BB5-BACD-6213-3FFA-12132372C546}"/>
                </a:ext>
              </a:extLst>
            </p:cNvPr>
            <p:cNvSpPr/>
            <p:nvPr/>
          </p:nvSpPr>
          <p:spPr>
            <a:xfrm>
              <a:off x="6365398"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88" name="Freeform: Shape 3187">
              <a:extLst>
                <a:ext uri="{FF2B5EF4-FFF2-40B4-BE49-F238E27FC236}">
                  <a16:creationId xmlns:a16="http://schemas.microsoft.com/office/drawing/2014/main" id="{FF6C44A2-03A1-1D63-7C55-21361C19F4AD}"/>
                </a:ext>
              </a:extLst>
            </p:cNvPr>
            <p:cNvSpPr/>
            <p:nvPr/>
          </p:nvSpPr>
          <p:spPr>
            <a:xfrm>
              <a:off x="6479610"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89" name="Freeform: Shape 3188">
              <a:extLst>
                <a:ext uri="{FF2B5EF4-FFF2-40B4-BE49-F238E27FC236}">
                  <a16:creationId xmlns:a16="http://schemas.microsoft.com/office/drawing/2014/main" id="{201BE189-2EFE-6045-033F-5A2DCEA5DD20}"/>
                </a:ext>
              </a:extLst>
            </p:cNvPr>
            <p:cNvSpPr/>
            <p:nvPr/>
          </p:nvSpPr>
          <p:spPr>
            <a:xfrm>
              <a:off x="6593865"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90" name="Freeform: Shape 3189">
              <a:extLst>
                <a:ext uri="{FF2B5EF4-FFF2-40B4-BE49-F238E27FC236}">
                  <a16:creationId xmlns:a16="http://schemas.microsoft.com/office/drawing/2014/main" id="{D65749AF-C47E-2EC5-625C-92B3648C3D2B}"/>
                </a:ext>
              </a:extLst>
            </p:cNvPr>
            <p:cNvSpPr/>
            <p:nvPr/>
          </p:nvSpPr>
          <p:spPr>
            <a:xfrm>
              <a:off x="6708121" y="491697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91" name="Freeform: Shape 3190">
              <a:extLst>
                <a:ext uri="{FF2B5EF4-FFF2-40B4-BE49-F238E27FC236}">
                  <a16:creationId xmlns:a16="http://schemas.microsoft.com/office/drawing/2014/main" id="{51308125-A384-55D2-5FEA-45759030933B}"/>
                </a:ext>
              </a:extLst>
            </p:cNvPr>
            <p:cNvSpPr/>
            <p:nvPr/>
          </p:nvSpPr>
          <p:spPr>
            <a:xfrm>
              <a:off x="6822377"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92" name="Freeform: Shape 3191">
              <a:extLst>
                <a:ext uri="{FF2B5EF4-FFF2-40B4-BE49-F238E27FC236}">
                  <a16:creationId xmlns:a16="http://schemas.microsoft.com/office/drawing/2014/main" id="{DCC2E1E7-D459-C2AB-6885-C8A1277FA720}"/>
                </a:ext>
              </a:extLst>
            </p:cNvPr>
            <p:cNvSpPr/>
            <p:nvPr/>
          </p:nvSpPr>
          <p:spPr>
            <a:xfrm>
              <a:off x="6936633"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93" name="Freeform: Shape 3192">
              <a:extLst>
                <a:ext uri="{FF2B5EF4-FFF2-40B4-BE49-F238E27FC236}">
                  <a16:creationId xmlns:a16="http://schemas.microsoft.com/office/drawing/2014/main" id="{99AD5E2D-9250-DB3E-5C24-E40C3043A84C}"/>
                </a:ext>
              </a:extLst>
            </p:cNvPr>
            <p:cNvSpPr/>
            <p:nvPr/>
          </p:nvSpPr>
          <p:spPr>
            <a:xfrm>
              <a:off x="7050888" y="491697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94" name="Freeform: Shape 3193">
              <a:extLst>
                <a:ext uri="{FF2B5EF4-FFF2-40B4-BE49-F238E27FC236}">
                  <a16:creationId xmlns:a16="http://schemas.microsoft.com/office/drawing/2014/main" id="{E0E77F84-CC5B-9201-F07D-8350CA70703E}"/>
                </a:ext>
              </a:extLst>
            </p:cNvPr>
            <p:cNvSpPr/>
            <p:nvPr/>
          </p:nvSpPr>
          <p:spPr>
            <a:xfrm>
              <a:off x="7165144"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95" name="Freeform: Shape 3194">
              <a:extLst>
                <a:ext uri="{FF2B5EF4-FFF2-40B4-BE49-F238E27FC236}">
                  <a16:creationId xmlns:a16="http://schemas.microsoft.com/office/drawing/2014/main" id="{27D1C1B3-1B97-2463-E99E-FEAAE5D38B6E}"/>
                </a:ext>
              </a:extLst>
            </p:cNvPr>
            <p:cNvSpPr/>
            <p:nvPr/>
          </p:nvSpPr>
          <p:spPr>
            <a:xfrm>
              <a:off x="2366578"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96" name="Freeform: Shape 3195">
              <a:extLst>
                <a:ext uri="{FF2B5EF4-FFF2-40B4-BE49-F238E27FC236}">
                  <a16:creationId xmlns:a16="http://schemas.microsoft.com/office/drawing/2014/main" id="{FC0CC89E-6AE0-A3B8-E7EF-4F1CDD43209C}"/>
                </a:ext>
              </a:extLst>
            </p:cNvPr>
            <p:cNvSpPr/>
            <p:nvPr/>
          </p:nvSpPr>
          <p:spPr>
            <a:xfrm>
              <a:off x="2480790"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97" name="Freeform: Shape 3196">
              <a:extLst>
                <a:ext uri="{FF2B5EF4-FFF2-40B4-BE49-F238E27FC236}">
                  <a16:creationId xmlns:a16="http://schemas.microsoft.com/office/drawing/2014/main" id="{2476C0CF-A964-149C-972E-E08B0F4F1EE5}"/>
                </a:ext>
              </a:extLst>
            </p:cNvPr>
            <p:cNvSpPr/>
            <p:nvPr/>
          </p:nvSpPr>
          <p:spPr>
            <a:xfrm>
              <a:off x="2595046"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98" name="Freeform: Shape 3197">
              <a:extLst>
                <a:ext uri="{FF2B5EF4-FFF2-40B4-BE49-F238E27FC236}">
                  <a16:creationId xmlns:a16="http://schemas.microsoft.com/office/drawing/2014/main" id="{12FB1B03-7F2E-02A6-2743-4826CD3DC8A0}"/>
                </a:ext>
              </a:extLst>
            </p:cNvPr>
            <p:cNvSpPr/>
            <p:nvPr/>
          </p:nvSpPr>
          <p:spPr>
            <a:xfrm>
              <a:off x="2709301"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199" name="Freeform: Shape 3198">
              <a:extLst>
                <a:ext uri="{FF2B5EF4-FFF2-40B4-BE49-F238E27FC236}">
                  <a16:creationId xmlns:a16="http://schemas.microsoft.com/office/drawing/2014/main" id="{D0B0B41F-143D-378C-8FE1-EE0A28EDC0FF}"/>
                </a:ext>
              </a:extLst>
            </p:cNvPr>
            <p:cNvSpPr/>
            <p:nvPr/>
          </p:nvSpPr>
          <p:spPr>
            <a:xfrm>
              <a:off x="2823557"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00" name="Freeform: Shape 3199">
              <a:extLst>
                <a:ext uri="{FF2B5EF4-FFF2-40B4-BE49-F238E27FC236}">
                  <a16:creationId xmlns:a16="http://schemas.microsoft.com/office/drawing/2014/main" id="{47FB7EDE-0325-646A-D495-F9C0EFCA5138}"/>
                </a:ext>
              </a:extLst>
            </p:cNvPr>
            <p:cNvSpPr/>
            <p:nvPr/>
          </p:nvSpPr>
          <p:spPr>
            <a:xfrm>
              <a:off x="2937813"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01" name="Freeform: Shape 3200">
              <a:extLst>
                <a:ext uri="{FF2B5EF4-FFF2-40B4-BE49-F238E27FC236}">
                  <a16:creationId xmlns:a16="http://schemas.microsoft.com/office/drawing/2014/main" id="{06623E87-8853-1A14-B468-2C3489971033}"/>
                </a:ext>
              </a:extLst>
            </p:cNvPr>
            <p:cNvSpPr/>
            <p:nvPr/>
          </p:nvSpPr>
          <p:spPr>
            <a:xfrm>
              <a:off x="3052069"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02" name="Freeform: Shape 3201">
              <a:extLst>
                <a:ext uri="{FF2B5EF4-FFF2-40B4-BE49-F238E27FC236}">
                  <a16:creationId xmlns:a16="http://schemas.microsoft.com/office/drawing/2014/main" id="{064DA948-7510-0FC9-7BDC-C94FE3F11CD0}"/>
                </a:ext>
              </a:extLst>
            </p:cNvPr>
            <p:cNvSpPr/>
            <p:nvPr/>
          </p:nvSpPr>
          <p:spPr>
            <a:xfrm>
              <a:off x="3166325"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03" name="Freeform: Shape 3202">
              <a:extLst>
                <a:ext uri="{FF2B5EF4-FFF2-40B4-BE49-F238E27FC236}">
                  <a16:creationId xmlns:a16="http://schemas.microsoft.com/office/drawing/2014/main" id="{6E061B09-2FAC-71D7-F135-453548BC10F8}"/>
                </a:ext>
              </a:extLst>
            </p:cNvPr>
            <p:cNvSpPr/>
            <p:nvPr/>
          </p:nvSpPr>
          <p:spPr>
            <a:xfrm>
              <a:off x="3280580"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04" name="Freeform: Shape 3203">
              <a:extLst>
                <a:ext uri="{FF2B5EF4-FFF2-40B4-BE49-F238E27FC236}">
                  <a16:creationId xmlns:a16="http://schemas.microsoft.com/office/drawing/2014/main" id="{CF02E212-B848-11A1-DD2A-F1FD130584D7}"/>
                </a:ext>
              </a:extLst>
            </p:cNvPr>
            <p:cNvSpPr/>
            <p:nvPr/>
          </p:nvSpPr>
          <p:spPr>
            <a:xfrm>
              <a:off x="3394836"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05" name="Freeform: Shape 3204">
              <a:extLst>
                <a:ext uri="{FF2B5EF4-FFF2-40B4-BE49-F238E27FC236}">
                  <a16:creationId xmlns:a16="http://schemas.microsoft.com/office/drawing/2014/main" id="{C300E720-182B-8A7C-4A1F-952DE366BD9D}"/>
                </a:ext>
              </a:extLst>
            </p:cNvPr>
            <p:cNvSpPr/>
            <p:nvPr/>
          </p:nvSpPr>
          <p:spPr>
            <a:xfrm>
              <a:off x="3509092"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06" name="Freeform: Shape 3205">
              <a:extLst>
                <a:ext uri="{FF2B5EF4-FFF2-40B4-BE49-F238E27FC236}">
                  <a16:creationId xmlns:a16="http://schemas.microsoft.com/office/drawing/2014/main" id="{C0674FEF-639C-29C0-3F5E-2E930D7C162D}"/>
                </a:ext>
              </a:extLst>
            </p:cNvPr>
            <p:cNvSpPr/>
            <p:nvPr/>
          </p:nvSpPr>
          <p:spPr>
            <a:xfrm>
              <a:off x="3623348"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07" name="Freeform: Shape 3206">
              <a:extLst>
                <a:ext uri="{FF2B5EF4-FFF2-40B4-BE49-F238E27FC236}">
                  <a16:creationId xmlns:a16="http://schemas.microsoft.com/office/drawing/2014/main" id="{AEAD35DE-7492-EFBC-D844-E58163685629}"/>
                </a:ext>
              </a:extLst>
            </p:cNvPr>
            <p:cNvSpPr/>
            <p:nvPr/>
          </p:nvSpPr>
          <p:spPr>
            <a:xfrm>
              <a:off x="3737603"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08" name="Freeform: Shape 3207">
              <a:extLst>
                <a:ext uri="{FF2B5EF4-FFF2-40B4-BE49-F238E27FC236}">
                  <a16:creationId xmlns:a16="http://schemas.microsoft.com/office/drawing/2014/main" id="{848C21E4-B93E-4956-4925-56A8B5806AAD}"/>
                </a:ext>
              </a:extLst>
            </p:cNvPr>
            <p:cNvSpPr/>
            <p:nvPr/>
          </p:nvSpPr>
          <p:spPr>
            <a:xfrm>
              <a:off x="3851815"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09" name="Freeform: Shape 3208">
              <a:extLst>
                <a:ext uri="{FF2B5EF4-FFF2-40B4-BE49-F238E27FC236}">
                  <a16:creationId xmlns:a16="http://schemas.microsoft.com/office/drawing/2014/main" id="{737EFD83-5991-AAFB-3276-D8F06C0A6840}"/>
                </a:ext>
              </a:extLst>
            </p:cNvPr>
            <p:cNvSpPr/>
            <p:nvPr/>
          </p:nvSpPr>
          <p:spPr>
            <a:xfrm>
              <a:off x="3966071"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10" name="Freeform: Shape 3209">
              <a:extLst>
                <a:ext uri="{FF2B5EF4-FFF2-40B4-BE49-F238E27FC236}">
                  <a16:creationId xmlns:a16="http://schemas.microsoft.com/office/drawing/2014/main" id="{3E2FD4C9-5383-C604-50FA-8A24A5FB44AB}"/>
                </a:ext>
              </a:extLst>
            </p:cNvPr>
            <p:cNvSpPr/>
            <p:nvPr/>
          </p:nvSpPr>
          <p:spPr>
            <a:xfrm>
              <a:off x="4080327"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11" name="Freeform: Shape 3210">
              <a:extLst>
                <a:ext uri="{FF2B5EF4-FFF2-40B4-BE49-F238E27FC236}">
                  <a16:creationId xmlns:a16="http://schemas.microsoft.com/office/drawing/2014/main" id="{5F36B3FF-1579-8631-AF9E-80774C3B9A66}"/>
                </a:ext>
              </a:extLst>
            </p:cNvPr>
            <p:cNvSpPr/>
            <p:nvPr/>
          </p:nvSpPr>
          <p:spPr>
            <a:xfrm>
              <a:off x="4194582"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12" name="Freeform: Shape 3211">
              <a:extLst>
                <a:ext uri="{FF2B5EF4-FFF2-40B4-BE49-F238E27FC236}">
                  <a16:creationId xmlns:a16="http://schemas.microsoft.com/office/drawing/2014/main" id="{01072A50-27D8-241B-1196-A847CFC44638}"/>
                </a:ext>
              </a:extLst>
            </p:cNvPr>
            <p:cNvSpPr/>
            <p:nvPr/>
          </p:nvSpPr>
          <p:spPr>
            <a:xfrm>
              <a:off x="4308838"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13" name="Freeform: Shape 3212">
              <a:extLst>
                <a:ext uri="{FF2B5EF4-FFF2-40B4-BE49-F238E27FC236}">
                  <a16:creationId xmlns:a16="http://schemas.microsoft.com/office/drawing/2014/main" id="{75176BEF-3F50-221C-F11E-45E771D60253}"/>
                </a:ext>
              </a:extLst>
            </p:cNvPr>
            <p:cNvSpPr/>
            <p:nvPr/>
          </p:nvSpPr>
          <p:spPr>
            <a:xfrm>
              <a:off x="4423094"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14" name="Freeform: Shape 3213">
              <a:extLst>
                <a:ext uri="{FF2B5EF4-FFF2-40B4-BE49-F238E27FC236}">
                  <a16:creationId xmlns:a16="http://schemas.microsoft.com/office/drawing/2014/main" id="{EDD56CBE-9F10-62D9-6981-4FAE89DCE254}"/>
                </a:ext>
              </a:extLst>
            </p:cNvPr>
            <p:cNvSpPr/>
            <p:nvPr/>
          </p:nvSpPr>
          <p:spPr>
            <a:xfrm>
              <a:off x="4537350"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15" name="Freeform: Shape 3214">
              <a:extLst>
                <a:ext uri="{FF2B5EF4-FFF2-40B4-BE49-F238E27FC236}">
                  <a16:creationId xmlns:a16="http://schemas.microsoft.com/office/drawing/2014/main" id="{C0EE20E9-BAE5-7855-4F3C-2BEBE1AE7995}"/>
                </a:ext>
              </a:extLst>
            </p:cNvPr>
            <p:cNvSpPr/>
            <p:nvPr/>
          </p:nvSpPr>
          <p:spPr>
            <a:xfrm>
              <a:off x="4651605"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16" name="Freeform: Shape 3215">
              <a:extLst>
                <a:ext uri="{FF2B5EF4-FFF2-40B4-BE49-F238E27FC236}">
                  <a16:creationId xmlns:a16="http://schemas.microsoft.com/office/drawing/2014/main" id="{CB918888-19D3-D306-CEDA-F08D8684DB5B}"/>
                </a:ext>
              </a:extLst>
            </p:cNvPr>
            <p:cNvSpPr/>
            <p:nvPr/>
          </p:nvSpPr>
          <p:spPr>
            <a:xfrm>
              <a:off x="4765861"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17" name="Freeform: Shape 3216">
              <a:extLst>
                <a:ext uri="{FF2B5EF4-FFF2-40B4-BE49-F238E27FC236}">
                  <a16:creationId xmlns:a16="http://schemas.microsoft.com/office/drawing/2014/main" id="{3E7FC968-9FEC-0D1F-BBFA-31A8BFFAB6D8}"/>
                </a:ext>
              </a:extLst>
            </p:cNvPr>
            <p:cNvSpPr/>
            <p:nvPr/>
          </p:nvSpPr>
          <p:spPr>
            <a:xfrm>
              <a:off x="4880117"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18" name="Freeform: Shape 3217">
              <a:extLst>
                <a:ext uri="{FF2B5EF4-FFF2-40B4-BE49-F238E27FC236}">
                  <a16:creationId xmlns:a16="http://schemas.microsoft.com/office/drawing/2014/main" id="{3679E92A-B244-510C-6B51-9308497EC4D8}"/>
                </a:ext>
              </a:extLst>
            </p:cNvPr>
            <p:cNvSpPr/>
            <p:nvPr/>
          </p:nvSpPr>
          <p:spPr>
            <a:xfrm>
              <a:off x="4994373"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19" name="Freeform: Shape 3218">
              <a:extLst>
                <a:ext uri="{FF2B5EF4-FFF2-40B4-BE49-F238E27FC236}">
                  <a16:creationId xmlns:a16="http://schemas.microsoft.com/office/drawing/2014/main" id="{6F1B3278-C8A7-6653-3FDB-EAB9698F9510}"/>
                </a:ext>
              </a:extLst>
            </p:cNvPr>
            <p:cNvSpPr/>
            <p:nvPr/>
          </p:nvSpPr>
          <p:spPr>
            <a:xfrm>
              <a:off x="5108629"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20" name="Freeform: Shape 3219">
              <a:extLst>
                <a:ext uri="{FF2B5EF4-FFF2-40B4-BE49-F238E27FC236}">
                  <a16:creationId xmlns:a16="http://schemas.microsoft.com/office/drawing/2014/main" id="{B234149A-35E9-06E4-81A2-D141EC27C628}"/>
                </a:ext>
              </a:extLst>
            </p:cNvPr>
            <p:cNvSpPr/>
            <p:nvPr/>
          </p:nvSpPr>
          <p:spPr>
            <a:xfrm>
              <a:off x="5222840"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21" name="Freeform: Shape 3220">
              <a:extLst>
                <a:ext uri="{FF2B5EF4-FFF2-40B4-BE49-F238E27FC236}">
                  <a16:creationId xmlns:a16="http://schemas.microsoft.com/office/drawing/2014/main" id="{F29B5522-2DC6-A198-1A5E-D07596368D18}"/>
                </a:ext>
              </a:extLst>
            </p:cNvPr>
            <p:cNvSpPr/>
            <p:nvPr/>
          </p:nvSpPr>
          <p:spPr>
            <a:xfrm>
              <a:off x="5337096"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22" name="Freeform: Shape 3221">
              <a:extLst>
                <a:ext uri="{FF2B5EF4-FFF2-40B4-BE49-F238E27FC236}">
                  <a16:creationId xmlns:a16="http://schemas.microsoft.com/office/drawing/2014/main" id="{83E69573-D6C9-0AD3-304A-EE2229038431}"/>
                </a:ext>
              </a:extLst>
            </p:cNvPr>
            <p:cNvSpPr/>
            <p:nvPr/>
          </p:nvSpPr>
          <p:spPr>
            <a:xfrm>
              <a:off x="5451352"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23" name="Freeform: Shape 3222">
              <a:extLst>
                <a:ext uri="{FF2B5EF4-FFF2-40B4-BE49-F238E27FC236}">
                  <a16:creationId xmlns:a16="http://schemas.microsoft.com/office/drawing/2014/main" id="{9010A577-9761-7236-461B-874EE40BA918}"/>
                </a:ext>
              </a:extLst>
            </p:cNvPr>
            <p:cNvSpPr/>
            <p:nvPr/>
          </p:nvSpPr>
          <p:spPr>
            <a:xfrm>
              <a:off x="5565608"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24" name="Freeform: Shape 3223">
              <a:extLst>
                <a:ext uri="{FF2B5EF4-FFF2-40B4-BE49-F238E27FC236}">
                  <a16:creationId xmlns:a16="http://schemas.microsoft.com/office/drawing/2014/main" id="{3ED1CACC-F323-FDF5-F82B-DE05FDC5C4FD}"/>
                </a:ext>
              </a:extLst>
            </p:cNvPr>
            <p:cNvSpPr/>
            <p:nvPr/>
          </p:nvSpPr>
          <p:spPr>
            <a:xfrm>
              <a:off x="5679863"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25" name="Freeform: Shape 3224">
              <a:extLst>
                <a:ext uri="{FF2B5EF4-FFF2-40B4-BE49-F238E27FC236}">
                  <a16:creationId xmlns:a16="http://schemas.microsoft.com/office/drawing/2014/main" id="{B53537AD-13D7-E33F-ECAE-AC07D590879E}"/>
                </a:ext>
              </a:extLst>
            </p:cNvPr>
            <p:cNvSpPr/>
            <p:nvPr/>
          </p:nvSpPr>
          <p:spPr>
            <a:xfrm>
              <a:off x="5794119"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26" name="Freeform: Shape 3225">
              <a:extLst>
                <a:ext uri="{FF2B5EF4-FFF2-40B4-BE49-F238E27FC236}">
                  <a16:creationId xmlns:a16="http://schemas.microsoft.com/office/drawing/2014/main" id="{B23C1272-26C0-E9C9-3CC7-1FFCEC61A075}"/>
                </a:ext>
              </a:extLst>
            </p:cNvPr>
            <p:cNvSpPr/>
            <p:nvPr/>
          </p:nvSpPr>
          <p:spPr>
            <a:xfrm>
              <a:off x="5908375"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27" name="Freeform: Shape 3226">
              <a:extLst>
                <a:ext uri="{FF2B5EF4-FFF2-40B4-BE49-F238E27FC236}">
                  <a16:creationId xmlns:a16="http://schemas.microsoft.com/office/drawing/2014/main" id="{F4BC305A-436C-27F0-B57D-183782C7CDC5}"/>
                </a:ext>
              </a:extLst>
            </p:cNvPr>
            <p:cNvSpPr/>
            <p:nvPr/>
          </p:nvSpPr>
          <p:spPr>
            <a:xfrm>
              <a:off x="6022631"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28" name="Freeform: Shape 3227">
              <a:extLst>
                <a:ext uri="{FF2B5EF4-FFF2-40B4-BE49-F238E27FC236}">
                  <a16:creationId xmlns:a16="http://schemas.microsoft.com/office/drawing/2014/main" id="{5DEAE51C-0F83-7FA2-8646-DCF90F915BB8}"/>
                </a:ext>
              </a:extLst>
            </p:cNvPr>
            <p:cNvSpPr/>
            <p:nvPr/>
          </p:nvSpPr>
          <p:spPr>
            <a:xfrm>
              <a:off x="6136886"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29" name="Freeform: Shape 3228">
              <a:extLst>
                <a:ext uri="{FF2B5EF4-FFF2-40B4-BE49-F238E27FC236}">
                  <a16:creationId xmlns:a16="http://schemas.microsoft.com/office/drawing/2014/main" id="{1C5A23B1-733C-1C6A-0D2C-58C4EC692AE3}"/>
                </a:ext>
              </a:extLst>
            </p:cNvPr>
            <p:cNvSpPr/>
            <p:nvPr/>
          </p:nvSpPr>
          <p:spPr>
            <a:xfrm>
              <a:off x="6251142"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30" name="Freeform: Shape 3229">
              <a:extLst>
                <a:ext uri="{FF2B5EF4-FFF2-40B4-BE49-F238E27FC236}">
                  <a16:creationId xmlns:a16="http://schemas.microsoft.com/office/drawing/2014/main" id="{CA0525CE-62D0-2717-4C06-3EBA4C958495}"/>
                </a:ext>
              </a:extLst>
            </p:cNvPr>
            <p:cNvSpPr/>
            <p:nvPr/>
          </p:nvSpPr>
          <p:spPr>
            <a:xfrm>
              <a:off x="6365398"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31" name="Freeform: Shape 3230">
              <a:extLst>
                <a:ext uri="{FF2B5EF4-FFF2-40B4-BE49-F238E27FC236}">
                  <a16:creationId xmlns:a16="http://schemas.microsoft.com/office/drawing/2014/main" id="{F070FFB9-B363-23E9-6656-9314DCD30845}"/>
                </a:ext>
              </a:extLst>
            </p:cNvPr>
            <p:cNvSpPr/>
            <p:nvPr/>
          </p:nvSpPr>
          <p:spPr>
            <a:xfrm>
              <a:off x="6479610"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32" name="Freeform: Shape 3231">
              <a:extLst>
                <a:ext uri="{FF2B5EF4-FFF2-40B4-BE49-F238E27FC236}">
                  <a16:creationId xmlns:a16="http://schemas.microsoft.com/office/drawing/2014/main" id="{89D46A7E-7FEF-EF20-E9F5-24E5C2F53C87}"/>
                </a:ext>
              </a:extLst>
            </p:cNvPr>
            <p:cNvSpPr/>
            <p:nvPr/>
          </p:nvSpPr>
          <p:spPr>
            <a:xfrm>
              <a:off x="6593865"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33" name="Freeform: Shape 3232">
              <a:extLst>
                <a:ext uri="{FF2B5EF4-FFF2-40B4-BE49-F238E27FC236}">
                  <a16:creationId xmlns:a16="http://schemas.microsoft.com/office/drawing/2014/main" id="{50F56386-7429-60F0-22CA-AAF19D770C38}"/>
                </a:ext>
              </a:extLst>
            </p:cNvPr>
            <p:cNvSpPr/>
            <p:nvPr/>
          </p:nvSpPr>
          <p:spPr>
            <a:xfrm>
              <a:off x="6708121" y="503123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34" name="Freeform: Shape 3233">
              <a:extLst>
                <a:ext uri="{FF2B5EF4-FFF2-40B4-BE49-F238E27FC236}">
                  <a16:creationId xmlns:a16="http://schemas.microsoft.com/office/drawing/2014/main" id="{EEFDD837-E4C2-301F-043A-5161CB2E9E2B}"/>
                </a:ext>
              </a:extLst>
            </p:cNvPr>
            <p:cNvSpPr/>
            <p:nvPr/>
          </p:nvSpPr>
          <p:spPr>
            <a:xfrm>
              <a:off x="6822377"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35" name="Freeform: Shape 3234">
              <a:extLst>
                <a:ext uri="{FF2B5EF4-FFF2-40B4-BE49-F238E27FC236}">
                  <a16:creationId xmlns:a16="http://schemas.microsoft.com/office/drawing/2014/main" id="{FE93F38B-151A-FA6A-CE39-A6728733BA9A}"/>
                </a:ext>
              </a:extLst>
            </p:cNvPr>
            <p:cNvSpPr/>
            <p:nvPr/>
          </p:nvSpPr>
          <p:spPr>
            <a:xfrm>
              <a:off x="6936633"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36" name="Freeform: Shape 3235">
              <a:extLst>
                <a:ext uri="{FF2B5EF4-FFF2-40B4-BE49-F238E27FC236}">
                  <a16:creationId xmlns:a16="http://schemas.microsoft.com/office/drawing/2014/main" id="{06631BAF-D5BE-78D5-CA29-04D6239C3293}"/>
                </a:ext>
              </a:extLst>
            </p:cNvPr>
            <p:cNvSpPr/>
            <p:nvPr/>
          </p:nvSpPr>
          <p:spPr>
            <a:xfrm>
              <a:off x="7050888" y="503123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37" name="Freeform: Shape 3236">
              <a:extLst>
                <a:ext uri="{FF2B5EF4-FFF2-40B4-BE49-F238E27FC236}">
                  <a16:creationId xmlns:a16="http://schemas.microsoft.com/office/drawing/2014/main" id="{0FA6D086-2AC4-AD43-5565-90B5917C842D}"/>
                </a:ext>
              </a:extLst>
            </p:cNvPr>
            <p:cNvSpPr/>
            <p:nvPr/>
          </p:nvSpPr>
          <p:spPr>
            <a:xfrm>
              <a:off x="7165144"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38" name="Freeform: Shape 3237">
              <a:extLst>
                <a:ext uri="{FF2B5EF4-FFF2-40B4-BE49-F238E27FC236}">
                  <a16:creationId xmlns:a16="http://schemas.microsoft.com/office/drawing/2014/main" id="{EF2CEBFF-2A39-3F42-65FC-5C527F8D6E1C}"/>
                </a:ext>
              </a:extLst>
            </p:cNvPr>
            <p:cNvSpPr/>
            <p:nvPr/>
          </p:nvSpPr>
          <p:spPr>
            <a:xfrm>
              <a:off x="2366578"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39" name="Freeform: Shape 3238">
              <a:extLst>
                <a:ext uri="{FF2B5EF4-FFF2-40B4-BE49-F238E27FC236}">
                  <a16:creationId xmlns:a16="http://schemas.microsoft.com/office/drawing/2014/main" id="{DCCFDBAB-1FE0-1F2A-F5AF-AABC16C8A149}"/>
                </a:ext>
              </a:extLst>
            </p:cNvPr>
            <p:cNvSpPr/>
            <p:nvPr/>
          </p:nvSpPr>
          <p:spPr>
            <a:xfrm>
              <a:off x="2480790"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40" name="Freeform: Shape 3239">
              <a:extLst>
                <a:ext uri="{FF2B5EF4-FFF2-40B4-BE49-F238E27FC236}">
                  <a16:creationId xmlns:a16="http://schemas.microsoft.com/office/drawing/2014/main" id="{0E327258-A23E-FB62-6B62-476241AD83DC}"/>
                </a:ext>
              </a:extLst>
            </p:cNvPr>
            <p:cNvSpPr/>
            <p:nvPr/>
          </p:nvSpPr>
          <p:spPr>
            <a:xfrm>
              <a:off x="2595046"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41" name="Freeform: Shape 3240">
              <a:extLst>
                <a:ext uri="{FF2B5EF4-FFF2-40B4-BE49-F238E27FC236}">
                  <a16:creationId xmlns:a16="http://schemas.microsoft.com/office/drawing/2014/main" id="{D35412DC-8165-0F5B-5F6F-8629292B6E43}"/>
                </a:ext>
              </a:extLst>
            </p:cNvPr>
            <p:cNvSpPr/>
            <p:nvPr/>
          </p:nvSpPr>
          <p:spPr>
            <a:xfrm>
              <a:off x="2709301"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42" name="Freeform: Shape 3241">
              <a:extLst>
                <a:ext uri="{FF2B5EF4-FFF2-40B4-BE49-F238E27FC236}">
                  <a16:creationId xmlns:a16="http://schemas.microsoft.com/office/drawing/2014/main" id="{1D437FCD-C862-3297-9CD0-F34B7CC47E46}"/>
                </a:ext>
              </a:extLst>
            </p:cNvPr>
            <p:cNvSpPr/>
            <p:nvPr/>
          </p:nvSpPr>
          <p:spPr>
            <a:xfrm>
              <a:off x="2823557"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43" name="Freeform: Shape 3242">
              <a:extLst>
                <a:ext uri="{FF2B5EF4-FFF2-40B4-BE49-F238E27FC236}">
                  <a16:creationId xmlns:a16="http://schemas.microsoft.com/office/drawing/2014/main" id="{B229750C-3080-1C4A-3295-869BB919C82E}"/>
                </a:ext>
              </a:extLst>
            </p:cNvPr>
            <p:cNvSpPr/>
            <p:nvPr/>
          </p:nvSpPr>
          <p:spPr>
            <a:xfrm>
              <a:off x="2937813"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44" name="Freeform: Shape 3243">
              <a:extLst>
                <a:ext uri="{FF2B5EF4-FFF2-40B4-BE49-F238E27FC236}">
                  <a16:creationId xmlns:a16="http://schemas.microsoft.com/office/drawing/2014/main" id="{5F55FB67-62AC-E0A2-BF6D-1203273B82BD}"/>
                </a:ext>
              </a:extLst>
            </p:cNvPr>
            <p:cNvSpPr/>
            <p:nvPr/>
          </p:nvSpPr>
          <p:spPr>
            <a:xfrm>
              <a:off x="3052069"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45" name="Freeform: Shape 3244">
              <a:extLst>
                <a:ext uri="{FF2B5EF4-FFF2-40B4-BE49-F238E27FC236}">
                  <a16:creationId xmlns:a16="http://schemas.microsoft.com/office/drawing/2014/main" id="{A68F01A2-F2D6-E6CE-E18A-5B97516835DF}"/>
                </a:ext>
              </a:extLst>
            </p:cNvPr>
            <p:cNvSpPr/>
            <p:nvPr/>
          </p:nvSpPr>
          <p:spPr>
            <a:xfrm>
              <a:off x="3166325"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46" name="Freeform: Shape 3245">
              <a:extLst>
                <a:ext uri="{FF2B5EF4-FFF2-40B4-BE49-F238E27FC236}">
                  <a16:creationId xmlns:a16="http://schemas.microsoft.com/office/drawing/2014/main" id="{E275F5B9-9EA8-5362-78A0-1656ACC5F416}"/>
                </a:ext>
              </a:extLst>
            </p:cNvPr>
            <p:cNvSpPr/>
            <p:nvPr/>
          </p:nvSpPr>
          <p:spPr>
            <a:xfrm>
              <a:off x="3280580"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47" name="Freeform: Shape 3246">
              <a:extLst>
                <a:ext uri="{FF2B5EF4-FFF2-40B4-BE49-F238E27FC236}">
                  <a16:creationId xmlns:a16="http://schemas.microsoft.com/office/drawing/2014/main" id="{F69CA7D8-2269-6D93-5606-698A33A417AF}"/>
                </a:ext>
              </a:extLst>
            </p:cNvPr>
            <p:cNvSpPr/>
            <p:nvPr/>
          </p:nvSpPr>
          <p:spPr>
            <a:xfrm>
              <a:off x="3394836"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48" name="Freeform: Shape 3247">
              <a:extLst>
                <a:ext uri="{FF2B5EF4-FFF2-40B4-BE49-F238E27FC236}">
                  <a16:creationId xmlns:a16="http://schemas.microsoft.com/office/drawing/2014/main" id="{746C70FE-0B7F-96AE-EBC1-6934DA13030F}"/>
                </a:ext>
              </a:extLst>
            </p:cNvPr>
            <p:cNvSpPr/>
            <p:nvPr/>
          </p:nvSpPr>
          <p:spPr>
            <a:xfrm>
              <a:off x="3509092"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49" name="Freeform: Shape 3248">
              <a:extLst>
                <a:ext uri="{FF2B5EF4-FFF2-40B4-BE49-F238E27FC236}">
                  <a16:creationId xmlns:a16="http://schemas.microsoft.com/office/drawing/2014/main" id="{F86AEB6F-8F76-6FFA-F309-CBD9A620AA6C}"/>
                </a:ext>
              </a:extLst>
            </p:cNvPr>
            <p:cNvSpPr/>
            <p:nvPr/>
          </p:nvSpPr>
          <p:spPr>
            <a:xfrm>
              <a:off x="3623348"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50" name="Freeform: Shape 3249">
              <a:extLst>
                <a:ext uri="{FF2B5EF4-FFF2-40B4-BE49-F238E27FC236}">
                  <a16:creationId xmlns:a16="http://schemas.microsoft.com/office/drawing/2014/main" id="{5402F2AB-295B-FE7A-F2F1-360AA8F75CDB}"/>
                </a:ext>
              </a:extLst>
            </p:cNvPr>
            <p:cNvSpPr/>
            <p:nvPr/>
          </p:nvSpPr>
          <p:spPr>
            <a:xfrm>
              <a:off x="3737603"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51" name="Freeform: Shape 3250">
              <a:extLst>
                <a:ext uri="{FF2B5EF4-FFF2-40B4-BE49-F238E27FC236}">
                  <a16:creationId xmlns:a16="http://schemas.microsoft.com/office/drawing/2014/main" id="{56E23E11-E89A-6258-5D33-DCEAC2701785}"/>
                </a:ext>
              </a:extLst>
            </p:cNvPr>
            <p:cNvSpPr/>
            <p:nvPr/>
          </p:nvSpPr>
          <p:spPr>
            <a:xfrm>
              <a:off x="3851815"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52" name="Freeform: Shape 3251">
              <a:extLst>
                <a:ext uri="{FF2B5EF4-FFF2-40B4-BE49-F238E27FC236}">
                  <a16:creationId xmlns:a16="http://schemas.microsoft.com/office/drawing/2014/main" id="{1FF0BF10-3DC1-0F0D-35B7-59806131CF00}"/>
                </a:ext>
              </a:extLst>
            </p:cNvPr>
            <p:cNvSpPr/>
            <p:nvPr/>
          </p:nvSpPr>
          <p:spPr>
            <a:xfrm>
              <a:off x="3966071"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53" name="Freeform: Shape 3252">
              <a:extLst>
                <a:ext uri="{FF2B5EF4-FFF2-40B4-BE49-F238E27FC236}">
                  <a16:creationId xmlns:a16="http://schemas.microsoft.com/office/drawing/2014/main" id="{4F84EE75-460D-6CAB-0210-F2CC051B279B}"/>
                </a:ext>
              </a:extLst>
            </p:cNvPr>
            <p:cNvSpPr/>
            <p:nvPr/>
          </p:nvSpPr>
          <p:spPr>
            <a:xfrm>
              <a:off x="4080327"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54" name="Freeform: Shape 3253">
              <a:extLst>
                <a:ext uri="{FF2B5EF4-FFF2-40B4-BE49-F238E27FC236}">
                  <a16:creationId xmlns:a16="http://schemas.microsoft.com/office/drawing/2014/main" id="{AB60DBB0-C101-6FC4-8F4E-6F19C42A4397}"/>
                </a:ext>
              </a:extLst>
            </p:cNvPr>
            <p:cNvSpPr/>
            <p:nvPr/>
          </p:nvSpPr>
          <p:spPr>
            <a:xfrm>
              <a:off x="4194582"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55" name="Freeform: Shape 3254">
              <a:extLst>
                <a:ext uri="{FF2B5EF4-FFF2-40B4-BE49-F238E27FC236}">
                  <a16:creationId xmlns:a16="http://schemas.microsoft.com/office/drawing/2014/main" id="{403CDE55-9051-D0AF-C809-5098707CBC6A}"/>
                </a:ext>
              </a:extLst>
            </p:cNvPr>
            <p:cNvSpPr/>
            <p:nvPr/>
          </p:nvSpPr>
          <p:spPr>
            <a:xfrm>
              <a:off x="4308838"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56" name="Freeform: Shape 3255">
              <a:extLst>
                <a:ext uri="{FF2B5EF4-FFF2-40B4-BE49-F238E27FC236}">
                  <a16:creationId xmlns:a16="http://schemas.microsoft.com/office/drawing/2014/main" id="{A37F618B-773A-E301-5472-B50242A85C68}"/>
                </a:ext>
              </a:extLst>
            </p:cNvPr>
            <p:cNvSpPr/>
            <p:nvPr/>
          </p:nvSpPr>
          <p:spPr>
            <a:xfrm>
              <a:off x="4423094"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57" name="Freeform: Shape 3256">
              <a:extLst>
                <a:ext uri="{FF2B5EF4-FFF2-40B4-BE49-F238E27FC236}">
                  <a16:creationId xmlns:a16="http://schemas.microsoft.com/office/drawing/2014/main" id="{0C29D803-02EA-443C-A851-79A6456643B5}"/>
                </a:ext>
              </a:extLst>
            </p:cNvPr>
            <p:cNvSpPr/>
            <p:nvPr/>
          </p:nvSpPr>
          <p:spPr>
            <a:xfrm>
              <a:off x="4537350"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58" name="Freeform: Shape 3257">
              <a:extLst>
                <a:ext uri="{FF2B5EF4-FFF2-40B4-BE49-F238E27FC236}">
                  <a16:creationId xmlns:a16="http://schemas.microsoft.com/office/drawing/2014/main" id="{8439DF0A-F580-8ADF-909A-548160F224E0}"/>
                </a:ext>
              </a:extLst>
            </p:cNvPr>
            <p:cNvSpPr/>
            <p:nvPr/>
          </p:nvSpPr>
          <p:spPr>
            <a:xfrm>
              <a:off x="4651605"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59" name="Freeform: Shape 3258">
              <a:extLst>
                <a:ext uri="{FF2B5EF4-FFF2-40B4-BE49-F238E27FC236}">
                  <a16:creationId xmlns:a16="http://schemas.microsoft.com/office/drawing/2014/main" id="{DC7B6D38-62E2-1F73-240C-B297024D5A82}"/>
                </a:ext>
              </a:extLst>
            </p:cNvPr>
            <p:cNvSpPr/>
            <p:nvPr/>
          </p:nvSpPr>
          <p:spPr>
            <a:xfrm>
              <a:off x="4765861"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60" name="Freeform: Shape 3259">
              <a:extLst>
                <a:ext uri="{FF2B5EF4-FFF2-40B4-BE49-F238E27FC236}">
                  <a16:creationId xmlns:a16="http://schemas.microsoft.com/office/drawing/2014/main" id="{45D7E632-3B84-2866-5DAF-8D47E3CC58FF}"/>
                </a:ext>
              </a:extLst>
            </p:cNvPr>
            <p:cNvSpPr/>
            <p:nvPr/>
          </p:nvSpPr>
          <p:spPr>
            <a:xfrm>
              <a:off x="4880117"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61" name="Freeform: Shape 3260">
              <a:extLst>
                <a:ext uri="{FF2B5EF4-FFF2-40B4-BE49-F238E27FC236}">
                  <a16:creationId xmlns:a16="http://schemas.microsoft.com/office/drawing/2014/main" id="{A71E4547-6CF7-F196-E72D-4972874C51E5}"/>
                </a:ext>
              </a:extLst>
            </p:cNvPr>
            <p:cNvSpPr/>
            <p:nvPr/>
          </p:nvSpPr>
          <p:spPr>
            <a:xfrm>
              <a:off x="4994373"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62" name="Freeform: Shape 3261">
              <a:extLst>
                <a:ext uri="{FF2B5EF4-FFF2-40B4-BE49-F238E27FC236}">
                  <a16:creationId xmlns:a16="http://schemas.microsoft.com/office/drawing/2014/main" id="{8088B62B-1000-4785-145A-A3BC718C131F}"/>
                </a:ext>
              </a:extLst>
            </p:cNvPr>
            <p:cNvSpPr/>
            <p:nvPr/>
          </p:nvSpPr>
          <p:spPr>
            <a:xfrm>
              <a:off x="5108629"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63" name="Freeform: Shape 3262">
              <a:extLst>
                <a:ext uri="{FF2B5EF4-FFF2-40B4-BE49-F238E27FC236}">
                  <a16:creationId xmlns:a16="http://schemas.microsoft.com/office/drawing/2014/main" id="{E4F7C9D5-84FB-065F-54F6-6F4370A7974D}"/>
                </a:ext>
              </a:extLst>
            </p:cNvPr>
            <p:cNvSpPr/>
            <p:nvPr/>
          </p:nvSpPr>
          <p:spPr>
            <a:xfrm>
              <a:off x="5222840"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64" name="Freeform: Shape 3263">
              <a:extLst>
                <a:ext uri="{FF2B5EF4-FFF2-40B4-BE49-F238E27FC236}">
                  <a16:creationId xmlns:a16="http://schemas.microsoft.com/office/drawing/2014/main" id="{940C4810-135A-DDD2-DB98-A4F39B15DDCA}"/>
                </a:ext>
              </a:extLst>
            </p:cNvPr>
            <p:cNvSpPr/>
            <p:nvPr/>
          </p:nvSpPr>
          <p:spPr>
            <a:xfrm>
              <a:off x="5337096"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65" name="Freeform: Shape 3264">
              <a:extLst>
                <a:ext uri="{FF2B5EF4-FFF2-40B4-BE49-F238E27FC236}">
                  <a16:creationId xmlns:a16="http://schemas.microsoft.com/office/drawing/2014/main" id="{B5A83A00-6643-3374-4A4B-9D230C0C2B7C}"/>
                </a:ext>
              </a:extLst>
            </p:cNvPr>
            <p:cNvSpPr/>
            <p:nvPr/>
          </p:nvSpPr>
          <p:spPr>
            <a:xfrm>
              <a:off x="5451352"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66" name="Freeform: Shape 3265">
              <a:extLst>
                <a:ext uri="{FF2B5EF4-FFF2-40B4-BE49-F238E27FC236}">
                  <a16:creationId xmlns:a16="http://schemas.microsoft.com/office/drawing/2014/main" id="{25DF384A-048B-6ABD-ACB6-E9FD4391C12F}"/>
                </a:ext>
              </a:extLst>
            </p:cNvPr>
            <p:cNvSpPr/>
            <p:nvPr/>
          </p:nvSpPr>
          <p:spPr>
            <a:xfrm>
              <a:off x="5565608"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67" name="Freeform: Shape 3266">
              <a:extLst>
                <a:ext uri="{FF2B5EF4-FFF2-40B4-BE49-F238E27FC236}">
                  <a16:creationId xmlns:a16="http://schemas.microsoft.com/office/drawing/2014/main" id="{DBA994D4-38D4-7C3C-AE2A-1902C437612F}"/>
                </a:ext>
              </a:extLst>
            </p:cNvPr>
            <p:cNvSpPr/>
            <p:nvPr/>
          </p:nvSpPr>
          <p:spPr>
            <a:xfrm>
              <a:off x="5679863"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68" name="Freeform: Shape 3267">
              <a:extLst>
                <a:ext uri="{FF2B5EF4-FFF2-40B4-BE49-F238E27FC236}">
                  <a16:creationId xmlns:a16="http://schemas.microsoft.com/office/drawing/2014/main" id="{50AFCE64-47FD-BB7C-1B15-658A27C948FF}"/>
                </a:ext>
              </a:extLst>
            </p:cNvPr>
            <p:cNvSpPr/>
            <p:nvPr/>
          </p:nvSpPr>
          <p:spPr>
            <a:xfrm>
              <a:off x="5794119"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69" name="Freeform: Shape 3268">
              <a:extLst>
                <a:ext uri="{FF2B5EF4-FFF2-40B4-BE49-F238E27FC236}">
                  <a16:creationId xmlns:a16="http://schemas.microsoft.com/office/drawing/2014/main" id="{8BA9A00E-27DB-67A1-8B31-6A51A822A2BC}"/>
                </a:ext>
              </a:extLst>
            </p:cNvPr>
            <p:cNvSpPr/>
            <p:nvPr/>
          </p:nvSpPr>
          <p:spPr>
            <a:xfrm>
              <a:off x="5908375"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70" name="Freeform: Shape 3269">
              <a:extLst>
                <a:ext uri="{FF2B5EF4-FFF2-40B4-BE49-F238E27FC236}">
                  <a16:creationId xmlns:a16="http://schemas.microsoft.com/office/drawing/2014/main" id="{1667F1B8-E3D2-A37C-3B1B-95258224056B}"/>
                </a:ext>
              </a:extLst>
            </p:cNvPr>
            <p:cNvSpPr/>
            <p:nvPr/>
          </p:nvSpPr>
          <p:spPr>
            <a:xfrm>
              <a:off x="6022631"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71" name="Freeform: Shape 3270">
              <a:extLst>
                <a:ext uri="{FF2B5EF4-FFF2-40B4-BE49-F238E27FC236}">
                  <a16:creationId xmlns:a16="http://schemas.microsoft.com/office/drawing/2014/main" id="{0DAA17F1-B750-61F7-6113-69AFB44476F8}"/>
                </a:ext>
              </a:extLst>
            </p:cNvPr>
            <p:cNvSpPr/>
            <p:nvPr/>
          </p:nvSpPr>
          <p:spPr>
            <a:xfrm>
              <a:off x="6136886"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72" name="Freeform: Shape 3271">
              <a:extLst>
                <a:ext uri="{FF2B5EF4-FFF2-40B4-BE49-F238E27FC236}">
                  <a16:creationId xmlns:a16="http://schemas.microsoft.com/office/drawing/2014/main" id="{F38EA216-6F3A-E0F8-B588-06CA65035F00}"/>
                </a:ext>
              </a:extLst>
            </p:cNvPr>
            <p:cNvSpPr/>
            <p:nvPr/>
          </p:nvSpPr>
          <p:spPr>
            <a:xfrm>
              <a:off x="6251142"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73" name="Freeform: Shape 3272">
              <a:extLst>
                <a:ext uri="{FF2B5EF4-FFF2-40B4-BE49-F238E27FC236}">
                  <a16:creationId xmlns:a16="http://schemas.microsoft.com/office/drawing/2014/main" id="{F2CC645E-4FA8-317A-21EF-E991B946469E}"/>
                </a:ext>
              </a:extLst>
            </p:cNvPr>
            <p:cNvSpPr/>
            <p:nvPr/>
          </p:nvSpPr>
          <p:spPr>
            <a:xfrm>
              <a:off x="6365398"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74" name="Freeform: Shape 3273">
              <a:extLst>
                <a:ext uri="{FF2B5EF4-FFF2-40B4-BE49-F238E27FC236}">
                  <a16:creationId xmlns:a16="http://schemas.microsoft.com/office/drawing/2014/main" id="{AF1BF6EA-E6F9-42E2-7511-0D4BC8E7DF63}"/>
                </a:ext>
              </a:extLst>
            </p:cNvPr>
            <p:cNvSpPr/>
            <p:nvPr/>
          </p:nvSpPr>
          <p:spPr>
            <a:xfrm>
              <a:off x="6479610"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75" name="Freeform: Shape 3274">
              <a:extLst>
                <a:ext uri="{FF2B5EF4-FFF2-40B4-BE49-F238E27FC236}">
                  <a16:creationId xmlns:a16="http://schemas.microsoft.com/office/drawing/2014/main" id="{95A2EF68-2144-F57A-5FA1-E2EBC4CE42DF}"/>
                </a:ext>
              </a:extLst>
            </p:cNvPr>
            <p:cNvSpPr/>
            <p:nvPr/>
          </p:nvSpPr>
          <p:spPr>
            <a:xfrm>
              <a:off x="6593865"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76" name="Freeform: Shape 3275">
              <a:extLst>
                <a:ext uri="{FF2B5EF4-FFF2-40B4-BE49-F238E27FC236}">
                  <a16:creationId xmlns:a16="http://schemas.microsoft.com/office/drawing/2014/main" id="{87AAE99D-C61D-86B6-1224-08D7E46238B5}"/>
                </a:ext>
              </a:extLst>
            </p:cNvPr>
            <p:cNvSpPr/>
            <p:nvPr/>
          </p:nvSpPr>
          <p:spPr>
            <a:xfrm>
              <a:off x="6708121" y="5145489"/>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77" name="Freeform: Shape 3276">
              <a:extLst>
                <a:ext uri="{FF2B5EF4-FFF2-40B4-BE49-F238E27FC236}">
                  <a16:creationId xmlns:a16="http://schemas.microsoft.com/office/drawing/2014/main" id="{9B99A02B-A46B-B803-7EA1-1F29E40F2B0D}"/>
                </a:ext>
              </a:extLst>
            </p:cNvPr>
            <p:cNvSpPr/>
            <p:nvPr/>
          </p:nvSpPr>
          <p:spPr>
            <a:xfrm>
              <a:off x="6822377"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78" name="Freeform: Shape 3277">
              <a:extLst>
                <a:ext uri="{FF2B5EF4-FFF2-40B4-BE49-F238E27FC236}">
                  <a16:creationId xmlns:a16="http://schemas.microsoft.com/office/drawing/2014/main" id="{6432EB8C-88BD-1836-500C-BFDF67D7AFCC}"/>
                </a:ext>
              </a:extLst>
            </p:cNvPr>
            <p:cNvSpPr/>
            <p:nvPr/>
          </p:nvSpPr>
          <p:spPr>
            <a:xfrm>
              <a:off x="6936633"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79" name="Freeform: Shape 3278">
              <a:extLst>
                <a:ext uri="{FF2B5EF4-FFF2-40B4-BE49-F238E27FC236}">
                  <a16:creationId xmlns:a16="http://schemas.microsoft.com/office/drawing/2014/main" id="{28DD8700-D77B-E130-4761-0E7507855973}"/>
                </a:ext>
              </a:extLst>
            </p:cNvPr>
            <p:cNvSpPr/>
            <p:nvPr/>
          </p:nvSpPr>
          <p:spPr>
            <a:xfrm>
              <a:off x="7050888" y="5145489"/>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80" name="Freeform: Shape 3279">
              <a:extLst>
                <a:ext uri="{FF2B5EF4-FFF2-40B4-BE49-F238E27FC236}">
                  <a16:creationId xmlns:a16="http://schemas.microsoft.com/office/drawing/2014/main" id="{FA605110-F1F4-CB64-7B0F-94FCDC2D29ED}"/>
                </a:ext>
              </a:extLst>
            </p:cNvPr>
            <p:cNvSpPr/>
            <p:nvPr/>
          </p:nvSpPr>
          <p:spPr>
            <a:xfrm>
              <a:off x="7165144"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281" name="Freeform: Shape 3280">
              <a:extLst>
                <a:ext uri="{FF2B5EF4-FFF2-40B4-BE49-F238E27FC236}">
                  <a16:creationId xmlns:a16="http://schemas.microsoft.com/office/drawing/2014/main" id="{91E4874E-9162-8582-36BD-CE59DB904580}"/>
                </a:ext>
              </a:extLst>
            </p:cNvPr>
            <p:cNvSpPr/>
            <p:nvPr/>
          </p:nvSpPr>
          <p:spPr>
            <a:xfrm>
              <a:off x="2366578"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82" name="Freeform: Shape 3281">
              <a:extLst>
                <a:ext uri="{FF2B5EF4-FFF2-40B4-BE49-F238E27FC236}">
                  <a16:creationId xmlns:a16="http://schemas.microsoft.com/office/drawing/2014/main" id="{42F9976F-FAB8-8996-13A3-124F9596F9BB}"/>
                </a:ext>
              </a:extLst>
            </p:cNvPr>
            <p:cNvSpPr/>
            <p:nvPr/>
          </p:nvSpPr>
          <p:spPr>
            <a:xfrm>
              <a:off x="2480790"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83" name="Freeform: Shape 3282">
              <a:extLst>
                <a:ext uri="{FF2B5EF4-FFF2-40B4-BE49-F238E27FC236}">
                  <a16:creationId xmlns:a16="http://schemas.microsoft.com/office/drawing/2014/main" id="{8D5C6BD5-9146-5A74-B285-EC23E683CD5D}"/>
                </a:ext>
              </a:extLst>
            </p:cNvPr>
            <p:cNvSpPr/>
            <p:nvPr/>
          </p:nvSpPr>
          <p:spPr>
            <a:xfrm>
              <a:off x="2595046"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84" name="Freeform: Shape 3283">
              <a:extLst>
                <a:ext uri="{FF2B5EF4-FFF2-40B4-BE49-F238E27FC236}">
                  <a16:creationId xmlns:a16="http://schemas.microsoft.com/office/drawing/2014/main" id="{B5511377-2EEF-6742-4B31-143B66D8163E}"/>
                </a:ext>
              </a:extLst>
            </p:cNvPr>
            <p:cNvSpPr/>
            <p:nvPr/>
          </p:nvSpPr>
          <p:spPr>
            <a:xfrm>
              <a:off x="2709301"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85" name="Freeform: Shape 3284">
              <a:extLst>
                <a:ext uri="{FF2B5EF4-FFF2-40B4-BE49-F238E27FC236}">
                  <a16:creationId xmlns:a16="http://schemas.microsoft.com/office/drawing/2014/main" id="{221F07B8-D499-DE71-1106-90C0AF0F100C}"/>
                </a:ext>
              </a:extLst>
            </p:cNvPr>
            <p:cNvSpPr/>
            <p:nvPr/>
          </p:nvSpPr>
          <p:spPr>
            <a:xfrm>
              <a:off x="2823557"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86" name="Freeform: Shape 3285">
              <a:extLst>
                <a:ext uri="{FF2B5EF4-FFF2-40B4-BE49-F238E27FC236}">
                  <a16:creationId xmlns:a16="http://schemas.microsoft.com/office/drawing/2014/main" id="{D8C2AC75-3D5B-B762-D045-3AEFB5335F29}"/>
                </a:ext>
              </a:extLst>
            </p:cNvPr>
            <p:cNvSpPr/>
            <p:nvPr/>
          </p:nvSpPr>
          <p:spPr>
            <a:xfrm>
              <a:off x="2937813"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87" name="Freeform: Shape 3286">
              <a:extLst>
                <a:ext uri="{FF2B5EF4-FFF2-40B4-BE49-F238E27FC236}">
                  <a16:creationId xmlns:a16="http://schemas.microsoft.com/office/drawing/2014/main" id="{EF89C18E-A436-5312-5E10-BFC34F1D5818}"/>
                </a:ext>
              </a:extLst>
            </p:cNvPr>
            <p:cNvSpPr/>
            <p:nvPr/>
          </p:nvSpPr>
          <p:spPr>
            <a:xfrm>
              <a:off x="3052069"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88" name="Freeform: Shape 3287">
              <a:extLst>
                <a:ext uri="{FF2B5EF4-FFF2-40B4-BE49-F238E27FC236}">
                  <a16:creationId xmlns:a16="http://schemas.microsoft.com/office/drawing/2014/main" id="{461105DD-627B-43A0-02DC-3D05C23D11A2}"/>
                </a:ext>
              </a:extLst>
            </p:cNvPr>
            <p:cNvSpPr/>
            <p:nvPr/>
          </p:nvSpPr>
          <p:spPr>
            <a:xfrm>
              <a:off x="3166325"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89" name="Freeform: Shape 3288">
              <a:extLst>
                <a:ext uri="{FF2B5EF4-FFF2-40B4-BE49-F238E27FC236}">
                  <a16:creationId xmlns:a16="http://schemas.microsoft.com/office/drawing/2014/main" id="{FEB56516-83BA-A439-F28F-1FDAFD6489DE}"/>
                </a:ext>
              </a:extLst>
            </p:cNvPr>
            <p:cNvSpPr/>
            <p:nvPr/>
          </p:nvSpPr>
          <p:spPr>
            <a:xfrm>
              <a:off x="3280580"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90" name="Freeform: Shape 3289">
              <a:extLst>
                <a:ext uri="{FF2B5EF4-FFF2-40B4-BE49-F238E27FC236}">
                  <a16:creationId xmlns:a16="http://schemas.microsoft.com/office/drawing/2014/main" id="{1E8C0D17-1FC2-E8AF-7C61-4636D3CE8783}"/>
                </a:ext>
              </a:extLst>
            </p:cNvPr>
            <p:cNvSpPr/>
            <p:nvPr/>
          </p:nvSpPr>
          <p:spPr>
            <a:xfrm>
              <a:off x="3394836"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91" name="Freeform: Shape 3290">
              <a:extLst>
                <a:ext uri="{FF2B5EF4-FFF2-40B4-BE49-F238E27FC236}">
                  <a16:creationId xmlns:a16="http://schemas.microsoft.com/office/drawing/2014/main" id="{F1EF6AB6-20B8-C6E4-3E54-F27E3D537138}"/>
                </a:ext>
              </a:extLst>
            </p:cNvPr>
            <p:cNvSpPr/>
            <p:nvPr/>
          </p:nvSpPr>
          <p:spPr>
            <a:xfrm>
              <a:off x="3509092"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92" name="Freeform: Shape 3291">
              <a:extLst>
                <a:ext uri="{FF2B5EF4-FFF2-40B4-BE49-F238E27FC236}">
                  <a16:creationId xmlns:a16="http://schemas.microsoft.com/office/drawing/2014/main" id="{E347DF3D-10D0-8B10-F319-DEADABAEC7F6}"/>
                </a:ext>
              </a:extLst>
            </p:cNvPr>
            <p:cNvSpPr/>
            <p:nvPr/>
          </p:nvSpPr>
          <p:spPr>
            <a:xfrm>
              <a:off x="3623348"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93" name="Freeform: Shape 3292">
              <a:extLst>
                <a:ext uri="{FF2B5EF4-FFF2-40B4-BE49-F238E27FC236}">
                  <a16:creationId xmlns:a16="http://schemas.microsoft.com/office/drawing/2014/main" id="{D886C7C9-39BB-FD49-F20B-86AFCF3B136F}"/>
                </a:ext>
              </a:extLst>
            </p:cNvPr>
            <p:cNvSpPr/>
            <p:nvPr/>
          </p:nvSpPr>
          <p:spPr>
            <a:xfrm>
              <a:off x="3737603"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94" name="Freeform: Shape 3293">
              <a:extLst>
                <a:ext uri="{FF2B5EF4-FFF2-40B4-BE49-F238E27FC236}">
                  <a16:creationId xmlns:a16="http://schemas.microsoft.com/office/drawing/2014/main" id="{C36C5558-45B3-B85D-FB28-625F9C317A8B}"/>
                </a:ext>
              </a:extLst>
            </p:cNvPr>
            <p:cNvSpPr/>
            <p:nvPr/>
          </p:nvSpPr>
          <p:spPr>
            <a:xfrm>
              <a:off x="3851815"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95" name="Freeform: Shape 3294">
              <a:extLst>
                <a:ext uri="{FF2B5EF4-FFF2-40B4-BE49-F238E27FC236}">
                  <a16:creationId xmlns:a16="http://schemas.microsoft.com/office/drawing/2014/main" id="{473FC960-2E80-7E67-339D-8D9B12BAC18F}"/>
                </a:ext>
              </a:extLst>
            </p:cNvPr>
            <p:cNvSpPr/>
            <p:nvPr/>
          </p:nvSpPr>
          <p:spPr>
            <a:xfrm>
              <a:off x="3966071"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96" name="Freeform: Shape 3295">
              <a:extLst>
                <a:ext uri="{FF2B5EF4-FFF2-40B4-BE49-F238E27FC236}">
                  <a16:creationId xmlns:a16="http://schemas.microsoft.com/office/drawing/2014/main" id="{3BFFB375-8FD3-7441-42BC-7F834C3E362D}"/>
                </a:ext>
              </a:extLst>
            </p:cNvPr>
            <p:cNvSpPr/>
            <p:nvPr/>
          </p:nvSpPr>
          <p:spPr>
            <a:xfrm>
              <a:off x="4080327"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97" name="Freeform: Shape 3296">
              <a:extLst>
                <a:ext uri="{FF2B5EF4-FFF2-40B4-BE49-F238E27FC236}">
                  <a16:creationId xmlns:a16="http://schemas.microsoft.com/office/drawing/2014/main" id="{CDF5A1EB-8D41-D5B4-B130-B4B03BAD329B}"/>
                </a:ext>
              </a:extLst>
            </p:cNvPr>
            <p:cNvSpPr/>
            <p:nvPr/>
          </p:nvSpPr>
          <p:spPr>
            <a:xfrm>
              <a:off x="4194582"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98" name="Freeform: Shape 3297">
              <a:extLst>
                <a:ext uri="{FF2B5EF4-FFF2-40B4-BE49-F238E27FC236}">
                  <a16:creationId xmlns:a16="http://schemas.microsoft.com/office/drawing/2014/main" id="{D76640EE-794B-1E6B-2CAA-DB726DCD909E}"/>
                </a:ext>
              </a:extLst>
            </p:cNvPr>
            <p:cNvSpPr/>
            <p:nvPr/>
          </p:nvSpPr>
          <p:spPr>
            <a:xfrm>
              <a:off x="4308838"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299" name="Freeform: Shape 3298">
              <a:extLst>
                <a:ext uri="{FF2B5EF4-FFF2-40B4-BE49-F238E27FC236}">
                  <a16:creationId xmlns:a16="http://schemas.microsoft.com/office/drawing/2014/main" id="{542E8735-05C4-B6FE-8B8B-23837C938BBA}"/>
                </a:ext>
              </a:extLst>
            </p:cNvPr>
            <p:cNvSpPr/>
            <p:nvPr/>
          </p:nvSpPr>
          <p:spPr>
            <a:xfrm>
              <a:off x="4423094"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00" name="Freeform: Shape 3299">
              <a:extLst>
                <a:ext uri="{FF2B5EF4-FFF2-40B4-BE49-F238E27FC236}">
                  <a16:creationId xmlns:a16="http://schemas.microsoft.com/office/drawing/2014/main" id="{5C769896-33A2-6005-98DA-61C7CE41125F}"/>
                </a:ext>
              </a:extLst>
            </p:cNvPr>
            <p:cNvSpPr/>
            <p:nvPr/>
          </p:nvSpPr>
          <p:spPr>
            <a:xfrm>
              <a:off x="4537350"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01" name="Freeform: Shape 3300">
              <a:extLst>
                <a:ext uri="{FF2B5EF4-FFF2-40B4-BE49-F238E27FC236}">
                  <a16:creationId xmlns:a16="http://schemas.microsoft.com/office/drawing/2014/main" id="{D8DBF8BA-EAEC-1D20-4C00-917E4F8B856D}"/>
                </a:ext>
              </a:extLst>
            </p:cNvPr>
            <p:cNvSpPr/>
            <p:nvPr/>
          </p:nvSpPr>
          <p:spPr>
            <a:xfrm>
              <a:off x="4651605"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02" name="Freeform: Shape 3301">
              <a:extLst>
                <a:ext uri="{FF2B5EF4-FFF2-40B4-BE49-F238E27FC236}">
                  <a16:creationId xmlns:a16="http://schemas.microsoft.com/office/drawing/2014/main" id="{E1DE32A2-82AA-A144-2BC3-9466BCEB8173}"/>
                </a:ext>
              </a:extLst>
            </p:cNvPr>
            <p:cNvSpPr/>
            <p:nvPr/>
          </p:nvSpPr>
          <p:spPr>
            <a:xfrm>
              <a:off x="4765861"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03" name="Freeform: Shape 3302">
              <a:extLst>
                <a:ext uri="{FF2B5EF4-FFF2-40B4-BE49-F238E27FC236}">
                  <a16:creationId xmlns:a16="http://schemas.microsoft.com/office/drawing/2014/main" id="{6639C04B-EF69-92B0-1EE5-E5B01ADA3037}"/>
                </a:ext>
              </a:extLst>
            </p:cNvPr>
            <p:cNvSpPr/>
            <p:nvPr/>
          </p:nvSpPr>
          <p:spPr>
            <a:xfrm>
              <a:off x="4880117"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04" name="Freeform: Shape 3303">
              <a:extLst>
                <a:ext uri="{FF2B5EF4-FFF2-40B4-BE49-F238E27FC236}">
                  <a16:creationId xmlns:a16="http://schemas.microsoft.com/office/drawing/2014/main" id="{40F4B5BD-55FE-3AC5-31CB-1B99BF05199F}"/>
                </a:ext>
              </a:extLst>
            </p:cNvPr>
            <p:cNvSpPr/>
            <p:nvPr/>
          </p:nvSpPr>
          <p:spPr>
            <a:xfrm>
              <a:off x="4994373"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05" name="Freeform: Shape 3304">
              <a:extLst>
                <a:ext uri="{FF2B5EF4-FFF2-40B4-BE49-F238E27FC236}">
                  <a16:creationId xmlns:a16="http://schemas.microsoft.com/office/drawing/2014/main" id="{6CA0C850-7604-257B-EC55-092E6C2BF0E0}"/>
                </a:ext>
              </a:extLst>
            </p:cNvPr>
            <p:cNvSpPr/>
            <p:nvPr/>
          </p:nvSpPr>
          <p:spPr>
            <a:xfrm>
              <a:off x="5108629"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06" name="Freeform: Shape 3305">
              <a:extLst>
                <a:ext uri="{FF2B5EF4-FFF2-40B4-BE49-F238E27FC236}">
                  <a16:creationId xmlns:a16="http://schemas.microsoft.com/office/drawing/2014/main" id="{5E3C8E39-84D1-3EBB-EA6A-D071700D1D79}"/>
                </a:ext>
              </a:extLst>
            </p:cNvPr>
            <p:cNvSpPr/>
            <p:nvPr/>
          </p:nvSpPr>
          <p:spPr>
            <a:xfrm>
              <a:off x="5222840"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07" name="Freeform: Shape 3306">
              <a:extLst>
                <a:ext uri="{FF2B5EF4-FFF2-40B4-BE49-F238E27FC236}">
                  <a16:creationId xmlns:a16="http://schemas.microsoft.com/office/drawing/2014/main" id="{249228A1-A7D9-E171-FC68-1BBF484FE2D5}"/>
                </a:ext>
              </a:extLst>
            </p:cNvPr>
            <p:cNvSpPr/>
            <p:nvPr/>
          </p:nvSpPr>
          <p:spPr>
            <a:xfrm>
              <a:off x="5337096"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08" name="Freeform: Shape 3307">
              <a:extLst>
                <a:ext uri="{FF2B5EF4-FFF2-40B4-BE49-F238E27FC236}">
                  <a16:creationId xmlns:a16="http://schemas.microsoft.com/office/drawing/2014/main" id="{87079335-9056-AE39-C048-8A65B4FB6E3A}"/>
                </a:ext>
              </a:extLst>
            </p:cNvPr>
            <p:cNvSpPr/>
            <p:nvPr/>
          </p:nvSpPr>
          <p:spPr>
            <a:xfrm>
              <a:off x="5451352"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09" name="Freeform: Shape 3308">
              <a:extLst>
                <a:ext uri="{FF2B5EF4-FFF2-40B4-BE49-F238E27FC236}">
                  <a16:creationId xmlns:a16="http://schemas.microsoft.com/office/drawing/2014/main" id="{60BACABD-D1BC-AAFC-6948-0CC284131F10}"/>
                </a:ext>
              </a:extLst>
            </p:cNvPr>
            <p:cNvSpPr/>
            <p:nvPr/>
          </p:nvSpPr>
          <p:spPr>
            <a:xfrm>
              <a:off x="5565608"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10" name="Freeform: Shape 3309">
              <a:extLst>
                <a:ext uri="{FF2B5EF4-FFF2-40B4-BE49-F238E27FC236}">
                  <a16:creationId xmlns:a16="http://schemas.microsoft.com/office/drawing/2014/main" id="{171D45D1-07BC-A25A-BD53-523487247E97}"/>
                </a:ext>
              </a:extLst>
            </p:cNvPr>
            <p:cNvSpPr/>
            <p:nvPr/>
          </p:nvSpPr>
          <p:spPr>
            <a:xfrm>
              <a:off x="5679863"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11" name="Freeform: Shape 3310">
              <a:extLst>
                <a:ext uri="{FF2B5EF4-FFF2-40B4-BE49-F238E27FC236}">
                  <a16:creationId xmlns:a16="http://schemas.microsoft.com/office/drawing/2014/main" id="{94E325B7-998E-4C0D-B0FE-7A647C7B8835}"/>
                </a:ext>
              </a:extLst>
            </p:cNvPr>
            <p:cNvSpPr/>
            <p:nvPr/>
          </p:nvSpPr>
          <p:spPr>
            <a:xfrm>
              <a:off x="5794119"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12" name="Freeform: Shape 3311">
              <a:extLst>
                <a:ext uri="{FF2B5EF4-FFF2-40B4-BE49-F238E27FC236}">
                  <a16:creationId xmlns:a16="http://schemas.microsoft.com/office/drawing/2014/main" id="{A4DBDA0F-F397-AE99-63D7-A054E3161FBA}"/>
                </a:ext>
              </a:extLst>
            </p:cNvPr>
            <p:cNvSpPr/>
            <p:nvPr/>
          </p:nvSpPr>
          <p:spPr>
            <a:xfrm>
              <a:off x="5908375"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13" name="Freeform: Shape 3312">
              <a:extLst>
                <a:ext uri="{FF2B5EF4-FFF2-40B4-BE49-F238E27FC236}">
                  <a16:creationId xmlns:a16="http://schemas.microsoft.com/office/drawing/2014/main" id="{28393DF5-8011-F6F2-1520-90AED2DC354C}"/>
                </a:ext>
              </a:extLst>
            </p:cNvPr>
            <p:cNvSpPr/>
            <p:nvPr/>
          </p:nvSpPr>
          <p:spPr>
            <a:xfrm>
              <a:off x="6022631"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14" name="Freeform: Shape 3313">
              <a:extLst>
                <a:ext uri="{FF2B5EF4-FFF2-40B4-BE49-F238E27FC236}">
                  <a16:creationId xmlns:a16="http://schemas.microsoft.com/office/drawing/2014/main" id="{61A5C44F-2585-D156-F254-E6082F0387B5}"/>
                </a:ext>
              </a:extLst>
            </p:cNvPr>
            <p:cNvSpPr/>
            <p:nvPr/>
          </p:nvSpPr>
          <p:spPr>
            <a:xfrm>
              <a:off x="6136886"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15" name="Freeform: Shape 3314">
              <a:extLst>
                <a:ext uri="{FF2B5EF4-FFF2-40B4-BE49-F238E27FC236}">
                  <a16:creationId xmlns:a16="http://schemas.microsoft.com/office/drawing/2014/main" id="{69C8B66F-D001-DB22-7382-5C38BF17B7A9}"/>
                </a:ext>
              </a:extLst>
            </p:cNvPr>
            <p:cNvSpPr/>
            <p:nvPr/>
          </p:nvSpPr>
          <p:spPr>
            <a:xfrm>
              <a:off x="6251142"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16" name="Freeform: Shape 3315">
              <a:extLst>
                <a:ext uri="{FF2B5EF4-FFF2-40B4-BE49-F238E27FC236}">
                  <a16:creationId xmlns:a16="http://schemas.microsoft.com/office/drawing/2014/main" id="{8B2A321B-B960-CF30-C603-046BAE13466F}"/>
                </a:ext>
              </a:extLst>
            </p:cNvPr>
            <p:cNvSpPr/>
            <p:nvPr/>
          </p:nvSpPr>
          <p:spPr>
            <a:xfrm>
              <a:off x="6365398"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17" name="Freeform: Shape 3316">
              <a:extLst>
                <a:ext uri="{FF2B5EF4-FFF2-40B4-BE49-F238E27FC236}">
                  <a16:creationId xmlns:a16="http://schemas.microsoft.com/office/drawing/2014/main" id="{6F2B5F94-BD59-B990-55C5-AD6C242912E6}"/>
                </a:ext>
              </a:extLst>
            </p:cNvPr>
            <p:cNvSpPr/>
            <p:nvPr/>
          </p:nvSpPr>
          <p:spPr>
            <a:xfrm>
              <a:off x="6479610"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18" name="Freeform: Shape 3317">
              <a:extLst>
                <a:ext uri="{FF2B5EF4-FFF2-40B4-BE49-F238E27FC236}">
                  <a16:creationId xmlns:a16="http://schemas.microsoft.com/office/drawing/2014/main" id="{FA537B22-55CA-BA06-9EBF-297F90555613}"/>
                </a:ext>
              </a:extLst>
            </p:cNvPr>
            <p:cNvSpPr/>
            <p:nvPr/>
          </p:nvSpPr>
          <p:spPr>
            <a:xfrm>
              <a:off x="6593865"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19" name="Freeform: Shape 3318">
              <a:extLst>
                <a:ext uri="{FF2B5EF4-FFF2-40B4-BE49-F238E27FC236}">
                  <a16:creationId xmlns:a16="http://schemas.microsoft.com/office/drawing/2014/main" id="{453FACE0-9958-7F0F-4180-C3A19864B61C}"/>
                </a:ext>
              </a:extLst>
            </p:cNvPr>
            <p:cNvSpPr/>
            <p:nvPr/>
          </p:nvSpPr>
          <p:spPr>
            <a:xfrm>
              <a:off x="6708121" y="525974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20" name="Freeform: Shape 3319">
              <a:extLst>
                <a:ext uri="{FF2B5EF4-FFF2-40B4-BE49-F238E27FC236}">
                  <a16:creationId xmlns:a16="http://schemas.microsoft.com/office/drawing/2014/main" id="{1F1702BC-0A00-7991-7E9B-B6C52EC4A1C2}"/>
                </a:ext>
              </a:extLst>
            </p:cNvPr>
            <p:cNvSpPr/>
            <p:nvPr/>
          </p:nvSpPr>
          <p:spPr>
            <a:xfrm>
              <a:off x="6822377"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21" name="Freeform: Shape 3320">
              <a:extLst>
                <a:ext uri="{FF2B5EF4-FFF2-40B4-BE49-F238E27FC236}">
                  <a16:creationId xmlns:a16="http://schemas.microsoft.com/office/drawing/2014/main" id="{5DBD254C-B948-64D3-1FA2-1FB04BB915B8}"/>
                </a:ext>
              </a:extLst>
            </p:cNvPr>
            <p:cNvSpPr/>
            <p:nvPr/>
          </p:nvSpPr>
          <p:spPr>
            <a:xfrm>
              <a:off x="6936633"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22" name="Freeform: Shape 3321">
              <a:extLst>
                <a:ext uri="{FF2B5EF4-FFF2-40B4-BE49-F238E27FC236}">
                  <a16:creationId xmlns:a16="http://schemas.microsoft.com/office/drawing/2014/main" id="{9563198A-A5AF-D06A-77DB-96D629C6D397}"/>
                </a:ext>
              </a:extLst>
            </p:cNvPr>
            <p:cNvSpPr/>
            <p:nvPr/>
          </p:nvSpPr>
          <p:spPr>
            <a:xfrm>
              <a:off x="7050888" y="525974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23" name="Freeform: Shape 3322">
              <a:extLst>
                <a:ext uri="{FF2B5EF4-FFF2-40B4-BE49-F238E27FC236}">
                  <a16:creationId xmlns:a16="http://schemas.microsoft.com/office/drawing/2014/main" id="{E9668B6A-4FC9-FD7C-66C5-5459C05DE4D2}"/>
                </a:ext>
              </a:extLst>
            </p:cNvPr>
            <p:cNvSpPr/>
            <p:nvPr/>
          </p:nvSpPr>
          <p:spPr>
            <a:xfrm>
              <a:off x="7165144"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24" name="Freeform: Shape 3323">
              <a:extLst>
                <a:ext uri="{FF2B5EF4-FFF2-40B4-BE49-F238E27FC236}">
                  <a16:creationId xmlns:a16="http://schemas.microsoft.com/office/drawing/2014/main" id="{6D108771-7AD9-2327-4C8A-3E5467BC5904}"/>
                </a:ext>
              </a:extLst>
            </p:cNvPr>
            <p:cNvSpPr/>
            <p:nvPr/>
          </p:nvSpPr>
          <p:spPr>
            <a:xfrm>
              <a:off x="2366578"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25" name="Freeform: Shape 3324">
              <a:extLst>
                <a:ext uri="{FF2B5EF4-FFF2-40B4-BE49-F238E27FC236}">
                  <a16:creationId xmlns:a16="http://schemas.microsoft.com/office/drawing/2014/main" id="{F3D60700-ACC5-4FB8-B3C2-66F83FF4FB66}"/>
                </a:ext>
              </a:extLst>
            </p:cNvPr>
            <p:cNvSpPr/>
            <p:nvPr/>
          </p:nvSpPr>
          <p:spPr>
            <a:xfrm>
              <a:off x="2480790"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26" name="Freeform: Shape 3325">
              <a:extLst>
                <a:ext uri="{FF2B5EF4-FFF2-40B4-BE49-F238E27FC236}">
                  <a16:creationId xmlns:a16="http://schemas.microsoft.com/office/drawing/2014/main" id="{D57DABBA-CC8C-9964-B2A9-BAA8253CDB19}"/>
                </a:ext>
              </a:extLst>
            </p:cNvPr>
            <p:cNvSpPr/>
            <p:nvPr/>
          </p:nvSpPr>
          <p:spPr>
            <a:xfrm>
              <a:off x="2595046"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27" name="Freeform: Shape 3326">
              <a:extLst>
                <a:ext uri="{FF2B5EF4-FFF2-40B4-BE49-F238E27FC236}">
                  <a16:creationId xmlns:a16="http://schemas.microsoft.com/office/drawing/2014/main" id="{F4964751-1A9E-D644-FD3D-4ED5FC8A1FFB}"/>
                </a:ext>
              </a:extLst>
            </p:cNvPr>
            <p:cNvSpPr/>
            <p:nvPr/>
          </p:nvSpPr>
          <p:spPr>
            <a:xfrm>
              <a:off x="2709301"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28" name="Freeform: Shape 3327">
              <a:extLst>
                <a:ext uri="{FF2B5EF4-FFF2-40B4-BE49-F238E27FC236}">
                  <a16:creationId xmlns:a16="http://schemas.microsoft.com/office/drawing/2014/main" id="{0ABE4F29-6FCE-5349-35D3-B45D90C7FBBC}"/>
                </a:ext>
              </a:extLst>
            </p:cNvPr>
            <p:cNvSpPr/>
            <p:nvPr/>
          </p:nvSpPr>
          <p:spPr>
            <a:xfrm>
              <a:off x="2823557"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29" name="Freeform: Shape 3328">
              <a:extLst>
                <a:ext uri="{FF2B5EF4-FFF2-40B4-BE49-F238E27FC236}">
                  <a16:creationId xmlns:a16="http://schemas.microsoft.com/office/drawing/2014/main" id="{1C20EBB0-96C8-233A-C550-7991D08B2103}"/>
                </a:ext>
              </a:extLst>
            </p:cNvPr>
            <p:cNvSpPr/>
            <p:nvPr/>
          </p:nvSpPr>
          <p:spPr>
            <a:xfrm>
              <a:off x="2937813"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30" name="Freeform: Shape 3329">
              <a:extLst>
                <a:ext uri="{FF2B5EF4-FFF2-40B4-BE49-F238E27FC236}">
                  <a16:creationId xmlns:a16="http://schemas.microsoft.com/office/drawing/2014/main" id="{D6A1259B-62A9-BC2D-6E73-EA90161A37FD}"/>
                </a:ext>
              </a:extLst>
            </p:cNvPr>
            <p:cNvSpPr/>
            <p:nvPr/>
          </p:nvSpPr>
          <p:spPr>
            <a:xfrm>
              <a:off x="3052069"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31" name="Freeform: Shape 3330">
              <a:extLst>
                <a:ext uri="{FF2B5EF4-FFF2-40B4-BE49-F238E27FC236}">
                  <a16:creationId xmlns:a16="http://schemas.microsoft.com/office/drawing/2014/main" id="{4E34FE4D-8FDF-1CEA-A50C-ED92F1877023}"/>
                </a:ext>
              </a:extLst>
            </p:cNvPr>
            <p:cNvSpPr/>
            <p:nvPr/>
          </p:nvSpPr>
          <p:spPr>
            <a:xfrm>
              <a:off x="3166325"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32" name="Freeform: Shape 3331">
              <a:extLst>
                <a:ext uri="{FF2B5EF4-FFF2-40B4-BE49-F238E27FC236}">
                  <a16:creationId xmlns:a16="http://schemas.microsoft.com/office/drawing/2014/main" id="{C6C61463-450F-66CB-CA52-820F675DF0D1}"/>
                </a:ext>
              </a:extLst>
            </p:cNvPr>
            <p:cNvSpPr/>
            <p:nvPr/>
          </p:nvSpPr>
          <p:spPr>
            <a:xfrm>
              <a:off x="3280580"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33" name="Freeform: Shape 3332">
              <a:extLst>
                <a:ext uri="{FF2B5EF4-FFF2-40B4-BE49-F238E27FC236}">
                  <a16:creationId xmlns:a16="http://schemas.microsoft.com/office/drawing/2014/main" id="{5F20E7F4-666E-EA1B-A4BA-95A5BD51DD59}"/>
                </a:ext>
              </a:extLst>
            </p:cNvPr>
            <p:cNvSpPr/>
            <p:nvPr/>
          </p:nvSpPr>
          <p:spPr>
            <a:xfrm>
              <a:off x="3394836"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34" name="Freeform: Shape 3333">
              <a:extLst>
                <a:ext uri="{FF2B5EF4-FFF2-40B4-BE49-F238E27FC236}">
                  <a16:creationId xmlns:a16="http://schemas.microsoft.com/office/drawing/2014/main" id="{95F1076A-D291-FA63-7D07-C690A7768047}"/>
                </a:ext>
              </a:extLst>
            </p:cNvPr>
            <p:cNvSpPr/>
            <p:nvPr/>
          </p:nvSpPr>
          <p:spPr>
            <a:xfrm>
              <a:off x="3509092"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35" name="Freeform: Shape 3334">
              <a:extLst>
                <a:ext uri="{FF2B5EF4-FFF2-40B4-BE49-F238E27FC236}">
                  <a16:creationId xmlns:a16="http://schemas.microsoft.com/office/drawing/2014/main" id="{495ED0AD-EF98-9DEF-A526-96D2BE2B0DFE}"/>
                </a:ext>
              </a:extLst>
            </p:cNvPr>
            <p:cNvSpPr/>
            <p:nvPr/>
          </p:nvSpPr>
          <p:spPr>
            <a:xfrm>
              <a:off x="3623348"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36" name="Freeform: Shape 3335">
              <a:extLst>
                <a:ext uri="{FF2B5EF4-FFF2-40B4-BE49-F238E27FC236}">
                  <a16:creationId xmlns:a16="http://schemas.microsoft.com/office/drawing/2014/main" id="{EA07C55B-9097-4F2B-5C65-839A85535D6E}"/>
                </a:ext>
              </a:extLst>
            </p:cNvPr>
            <p:cNvSpPr/>
            <p:nvPr/>
          </p:nvSpPr>
          <p:spPr>
            <a:xfrm>
              <a:off x="3737603"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37" name="Freeform: Shape 3336">
              <a:extLst>
                <a:ext uri="{FF2B5EF4-FFF2-40B4-BE49-F238E27FC236}">
                  <a16:creationId xmlns:a16="http://schemas.microsoft.com/office/drawing/2014/main" id="{07C2CD43-8C4C-72D1-C05E-C85D6BDFC486}"/>
                </a:ext>
              </a:extLst>
            </p:cNvPr>
            <p:cNvSpPr/>
            <p:nvPr/>
          </p:nvSpPr>
          <p:spPr>
            <a:xfrm>
              <a:off x="3851815"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38" name="Freeform: Shape 3337">
              <a:extLst>
                <a:ext uri="{FF2B5EF4-FFF2-40B4-BE49-F238E27FC236}">
                  <a16:creationId xmlns:a16="http://schemas.microsoft.com/office/drawing/2014/main" id="{8EC4ACC9-B545-9883-C3BF-C1DEB07FEE2D}"/>
                </a:ext>
              </a:extLst>
            </p:cNvPr>
            <p:cNvSpPr/>
            <p:nvPr/>
          </p:nvSpPr>
          <p:spPr>
            <a:xfrm>
              <a:off x="3966071"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39" name="Freeform: Shape 3338">
              <a:extLst>
                <a:ext uri="{FF2B5EF4-FFF2-40B4-BE49-F238E27FC236}">
                  <a16:creationId xmlns:a16="http://schemas.microsoft.com/office/drawing/2014/main" id="{7A096C50-E838-CFB9-D74E-3398AC131CC7}"/>
                </a:ext>
              </a:extLst>
            </p:cNvPr>
            <p:cNvSpPr/>
            <p:nvPr/>
          </p:nvSpPr>
          <p:spPr>
            <a:xfrm>
              <a:off x="4080327"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40" name="Freeform: Shape 3339">
              <a:extLst>
                <a:ext uri="{FF2B5EF4-FFF2-40B4-BE49-F238E27FC236}">
                  <a16:creationId xmlns:a16="http://schemas.microsoft.com/office/drawing/2014/main" id="{D064A591-FF6C-6B77-2278-42E4D182477D}"/>
                </a:ext>
              </a:extLst>
            </p:cNvPr>
            <p:cNvSpPr/>
            <p:nvPr/>
          </p:nvSpPr>
          <p:spPr>
            <a:xfrm>
              <a:off x="4194582"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41" name="Freeform: Shape 3340">
              <a:extLst>
                <a:ext uri="{FF2B5EF4-FFF2-40B4-BE49-F238E27FC236}">
                  <a16:creationId xmlns:a16="http://schemas.microsoft.com/office/drawing/2014/main" id="{1F2E52B0-8C53-5D62-4653-7F9011A8216D}"/>
                </a:ext>
              </a:extLst>
            </p:cNvPr>
            <p:cNvSpPr/>
            <p:nvPr/>
          </p:nvSpPr>
          <p:spPr>
            <a:xfrm>
              <a:off x="4308838"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42" name="Freeform: Shape 3341">
              <a:extLst>
                <a:ext uri="{FF2B5EF4-FFF2-40B4-BE49-F238E27FC236}">
                  <a16:creationId xmlns:a16="http://schemas.microsoft.com/office/drawing/2014/main" id="{5B8EA1C9-ED07-9FB2-DC2D-D5CDA150AC7F}"/>
                </a:ext>
              </a:extLst>
            </p:cNvPr>
            <p:cNvSpPr/>
            <p:nvPr/>
          </p:nvSpPr>
          <p:spPr>
            <a:xfrm>
              <a:off x="4423094"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43" name="Freeform: Shape 3342">
              <a:extLst>
                <a:ext uri="{FF2B5EF4-FFF2-40B4-BE49-F238E27FC236}">
                  <a16:creationId xmlns:a16="http://schemas.microsoft.com/office/drawing/2014/main" id="{426983BE-553E-7EA9-CA8D-1ECAA14DD812}"/>
                </a:ext>
              </a:extLst>
            </p:cNvPr>
            <p:cNvSpPr/>
            <p:nvPr/>
          </p:nvSpPr>
          <p:spPr>
            <a:xfrm>
              <a:off x="4537350"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44" name="Freeform: Shape 3343">
              <a:extLst>
                <a:ext uri="{FF2B5EF4-FFF2-40B4-BE49-F238E27FC236}">
                  <a16:creationId xmlns:a16="http://schemas.microsoft.com/office/drawing/2014/main" id="{B0EA03E6-1F3B-CB88-5765-D0ADD7260709}"/>
                </a:ext>
              </a:extLst>
            </p:cNvPr>
            <p:cNvSpPr/>
            <p:nvPr/>
          </p:nvSpPr>
          <p:spPr>
            <a:xfrm>
              <a:off x="4651605"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45" name="Freeform: Shape 3344">
              <a:extLst>
                <a:ext uri="{FF2B5EF4-FFF2-40B4-BE49-F238E27FC236}">
                  <a16:creationId xmlns:a16="http://schemas.microsoft.com/office/drawing/2014/main" id="{2E04F3B7-3423-1E97-630E-0A3553C1CCB7}"/>
                </a:ext>
              </a:extLst>
            </p:cNvPr>
            <p:cNvSpPr/>
            <p:nvPr/>
          </p:nvSpPr>
          <p:spPr>
            <a:xfrm>
              <a:off x="4765861"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46" name="Freeform: Shape 3345">
              <a:extLst>
                <a:ext uri="{FF2B5EF4-FFF2-40B4-BE49-F238E27FC236}">
                  <a16:creationId xmlns:a16="http://schemas.microsoft.com/office/drawing/2014/main" id="{16372830-B33E-7309-C132-3A3BCEB77CD6}"/>
                </a:ext>
              </a:extLst>
            </p:cNvPr>
            <p:cNvSpPr/>
            <p:nvPr/>
          </p:nvSpPr>
          <p:spPr>
            <a:xfrm>
              <a:off x="4880117"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47" name="Freeform: Shape 3346">
              <a:extLst>
                <a:ext uri="{FF2B5EF4-FFF2-40B4-BE49-F238E27FC236}">
                  <a16:creationId xmlns:a16="http://schemas.microsoft.com/office/drawing/2014/main" id="{E06A1DAE-491F-9500-F0B1-22F5DBD8467A}"/>
                </a:ext>
              </a:extLst>
            </p:cNvPr>
            <p:cNvSpPr/>
            <p:nvPr/>
          </p:nvSpPr>
          <p:spPr>
            <a:xfrm>
              <a:off x="4994373"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48" name="Freeform: Shape 3347">
              <a:extLst>
                <a:ext uri="{FF2B5EF4-FFF2-40B4-BE49-F238E27FC236}">
                  <a16:creationId xmlns:a16="http://schemas.microsoft.com/office/drawing/2014/main" id="{5242B797-F7A2-F527-16B0-6EF82B259FE8}"/>
                </a:ext>
              </a:extLst>
            </p:cNvPr>
            <p:cNvSpPr/>
            <p:nvPr/>
          </p:nvSpPr>
          <p:spPr>
            <a:xfrm>
              <a:off x="5108629"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49" name="Freeform: Shape 3348">
              <a:extLst>
                <a:ext uri="{FF2B5EF4-FFF2-40B4-BE49-F238E27FC236}">
                  <a16:creationId xmlns:a16="http://schemas.microsoft.com/office/drawing/2014/main" id="{4B86EFE2-62FD-0046-D99F-7EE89ED3140F}"/>
                </a:ext>
              </a:extLst>
            </p:cNvPr>
            <p:cNvSpPr/>
            <p:nvPr/>
          </p:nvSpPr>
          <p:spPr>
            <a:xfrm>
              <a:off x="5222840"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50" name="Freeform: Shape 3349">
              <a:extLst>
                <a:ext uri="{FF2B5EF4-FFF2-40B4-BE49-F238E27FC236}">
                  <a16:creationId xmlns:a16="http://schemas.microsoft.com/office/drawing/2014/main" id="{994D5A5F-0BD6-65F7-5444-B5C6720F3790}"/>
                </a:ext>
              </a:extLst>
            </p:cNvPr>
            <p:cNvSpPr/>
            <p:nvPr/>
          </p:nvSpPr>
          <p:spPr>
            <a:xfrm>
              <a:off x="5337096"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51" name="Freeform: Shape 3350">
              <a:extLst>
                <a:ext uri="{FF2B5EF4-FFF2-40B4-BE49-F238E27FC236}">
                  <a16:creationId xmlns:a16="http://schemas.microsoft.com/office/drawing/2014/main" id="{BB703169-5411-BDD0-BD2E-DD62799F0893}"/>
                </a:ext>
              </a:extLst>
            </p:cNvPr>
            <p:cNvSpPr/>
            <p:nvPr/>
          </p:nvSpPr>
          <p:spPr>
            <a:xfrm>
              <a:off x="5451352"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52" name="Freeform: Shape 3351">
              <a:extLst>
                <a:ext uri="{FF2B5EF4-FFF2-40B4-BE49-F238E27FC236}">
                  <a16:creationId xmlns:a16="http://schemas.microsoft.com/office/drawing/2014/main" id="{DBB38719-8D8E-76B2-07F2-92252FF877B3}"/>
                </a:ext>
              </a:extLst>
            </p:cNvPr>
            <p:cNvSpPr/>
            <p:nvPr/>
          </p:nvSpPr>
          <p:spPr>
            <a:xfrm>
              <a:off x="5565608"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53" name="Freeform: Shape 3352">
              <a:extLst>
                <a:ext uri="{FF2B5EF4-FFF2-40B4-BE49-F238E27FC236}">
                  <a16:creationId xmlns:a16="http://schemas.microsoft.com/office/drawing/2014/main" id="{8C41B885-226B-8EC4-2EF3-E13938122582}"/>
                </a:ext>
              </a:extLst>
            </p:cNvPr>
            <p:cNvSpPr/>
            <p:nvPr/>
          </p:nvSpPr>
          <p:spPr>
            <a:xfrm>
              <a:off x="5679863"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54" name="Freeform: Shape 3353">
              <a:extLst>
                <a:ext uri="{FF2B5EF4-FFF2-40B4-BE49-F238E27FC236}">
                  <a16:creationId xmlns:a16="http://schemas.microsoft.com/office/drawing/2014/main" id="{232D7569-3D82-A989-EB69-409C58AE179B}"/>
                </a:ext>
              </a:extLst>
            </p:cNvPr>
            <p:cNvSpPr/>
            <p:nvPr/>
          </p:nvSpPr>
          <p:spPr>
            <a:xfrm>
              <a:off x="5794119"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55" name="Freeform: Shape 3354">
              <a:extLst>
                <a:ext uri="{FF2B5EF4-FFF2-40B4-BE49-F238E27FC236}">
                  <a16:creationId xmlns:a16="http://schemas.microsoft.com/office/drawing/2014/main" id="{3039C3DD-B389-267C-3A30-D1C0C8401616}"/>
                </a:ext>
              </a:extLst>
            </p:cNvPr>
            <p:cNvSpPr/>
            <p:nvPr/>
          </p:nvSpPr>
          <p:spPr>
            <a:xfrm>
              <a:off x="5908375"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56" name="Freeform: Shape 3355">
              <a:extLst>
                <a:ext uri="{FF2B5EF4-FFF2-40B4-BE49-F238E27FC236}">
                  <a16:creationId xmlns:a16="http://schemas.microsoft.com/office/drawing/2014/main" id="{E5C33159-FC43-903A-B4F2-7349E9C3257C}"/>
                </a:ext>
              </a:extLst>
            </p:cNvPr>
            <p:cNvSpPr/>
            <p:nvPr/>
          </p:nvSpPr>
          <p:spPr>
            <a:xfrm>
              <a:off x="6022631"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57" name="Freeform: Shape 3356">
              <a:extLst>
                <a:ext uri="{FF2B5EF4-FFF2-40B4-BE49-F238E27FC236}">
                  <a16:creationId xmlns:a16="http://schemas.microsoft.com/office/drawing/2014/main" id="{3C217CE9-9F37-A83D-C027-6D0F41769A85}"/>
                </a:ext>
              </a:extLst>
            </p:cNvPr>
            <p:cNvSpPr/>
            <p:nvPr/>
          </p:nvSpPr>
          <p:spPr>
            <a:xfrm>
              <a:off x="6136886"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58" name="Freeform: Shape 3357">
              <a:extLst>
                <a:ext uri="{FF2B5EF4-FFF2-40B4-BE49-F238E27FC236}">
                  <a16:creationId xmlns:a16="http://schemas.microsoft.com/office/drawing/2014/main" id="{A4A09E29-C34A-59F5-39DE-418E8719E6BC}"/>
                </a:ext>
              </a:extLst>
            </p:cNvPr>
            <p:cNvSpPr/>
            <p:nvPr/>
          </p:nvSpPr>
          <p:spPr>
            <a:xfrm>
              <a:off x="6251142"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59" name="Freeform: Shape 3358">
              <a:extLst>
                <a:ext uri="{FF2B5EF4-FFF2-40B4-BE49-F238E27FC236}">
                  <a16:creationId xmlns:a16="http://schemas.microsoft.com/office/drawing/2014/main" id="{C7AF6278-B0EC-E5B8-B29A-864CA0EA71B7}"/>
                </a:ext>
              </a:extLst>
            </p:cNvPr>
            <p:cNvSpPr/>
            <p:nvPr/>
          </p:nvSpPr>
          <p:spPr>
            <a:xfrm>
              <a:off x="6365398"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60" name="Freeform: Shape 3359">
              <a:extLst>
                <a:ext uri="{FF2B5EF4-FFF2-40B4-BE49-F238E27FC236}">
                  <a16:creationId xmlns:a16="http://schemas.microsoft.com/office/drawing/2014/main" id="{4814A711-F135-BE77-498B-73EE4E217717}"/>
                </a:ext>
              </a:extLst>
            </p:cNvPr>
            <p:cNvSpPr/>
            <p:nvPr/>
          </p:nvSpPr>
          <p:spPr>
            <a:xfrm>
              <a:off x="6479610"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61" name="Freeform: Shape 3360">
              <a:extLst>
                <a:ext uri="{FF2B5EF4-FFF2-40B4-BE49-F238E27FC236}">
                  <a16:creationId xmlns:a16="http://schemas.microsoft.com/office/drawing/2014/main" id="{2B50D931-2678-764A-6A61-B44CD6AD21A4}"/>
                </a:ext>
              </a:extLst>
            </p:cNvPr>
            <p:cNvSpPr/>
            <p:nvPr/>
          </p:nvSpPr>
          <p:spPr>
            <a:xfrm>
              <a:off x="6593865"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62" name="Freeform: Shape 3361">
              <a:extLst>
                <a:ext uri="{FF2B5EF4-FFF2-40B4-BE49-F238E27FC236}">
                  <a16:creationId xmlns:a16="http://schemas.microsoft.com/office/drawing/2014/main" id="{B6ED4514-35FD-86DD-F4A4-68B5B8741084}"/>
                </a:ext>
              </a:extLst>
            </p:cNvPr>
            <p:cNvSpPr/>
            <p:nvPr/>
          </p:nvSpPr>
          <p:spPr>
            <a:xfrm>
              <a:off x="6708121" y="537400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63" name="Freeform: Shape 3362">
              <a:extLst>
                <a:ext uri="{FF2B5EF4-FFF2-40B4-BE49-F238E27FC236}">
                  <a16:creationId xmlns:a16="http://schemas.microsoft.com/office/drawing/2014/main" id="{72A32576-205A-7C03-E96B-FC7D7A508D2E}"/>
                </a:ext>
              </a:extLst>
            </p:cNvPr>
            <p:cNvSpPr/>
            <p:nvPr/>
          </p:nvSpPr>
          <p:spPr>
            <a:xfrm>
              <a:off x="6822377"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64" name="Freeform: Shape 3363">
              <a:extLst>
                <a:ext uri="{FF2B5EF4-FFF2-40B4-BE49-F238E27FC236}">
                  <a16:creationId xmlns:a16="http://schemas.microsoft.com/office/drawing/2014/main" id="{C331F62C-D71D-975D-6B71-58B0F38B27AF}"/>
                </a:ext>
              </a:extLst>
            </p:cNvPr>
            <p:cNvSpPr/>
            <p:nvPr/>
          </p:nvSpPr>
          <p:spPr>
            <a:xfrm>
              <a:off x="6936633"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65" name="Freeform: Shape 3364">
              <a:extLst>
                <a:ext uri="{FF2B5EF4-FFF2-40B4-BE49-F238E27FC236}">
                  <a16:creationId xmlns:a16="http://schemas.microsoft.com/office/drawing/2014/main" id="{390ADC9B-28EC-B988-62B3-E1F56DF1D925}"/>
                </a:ext>
              </a:extLst>
            </p:cNvPr>
            <p:cNvSpPr/>
            <p:nvPr/>
          </p:nvSpPr>
          <p:spPr>
            <a:xfrm>
              <a:off x="7050888" y="537400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66" name="Freeform: Shape 3365">
              <a:extLst>
                <a:ext uri="{FF2B5EF4-FFF2-40B4-BE49-F238E27FC236}">
                  <a16:creationId xmlns:a16="http://schemas.microsoft.com/office/drawing/2014/main" id="{4669EE63-160C-BED5-18A3-B9AE108250BB}"/>
                </a:ext>
              </a:extLst>
            </p:cNvPr>
            <p:cNvSpPr/>
            <p:nvPr/>
          </p:nvSpPr>
          <p:spPr>
            <a:xfrm>
              <a:off x="7165144"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67" name="Freeform: Shape 3366">
              <a:extLst>
                <a:ext uri="{FF2B5EF4-FFF2-40B4-BE49-F238E27FC236}">
                  <a16:creationId xmlns:a16="http://schemas.microsoft.com/office/drawing/2014/main" id="{91971A20-054B-4368-7C1F-48643D6B957B}"/>
                </a:ext>
              </a:extLst>
            </p:cNvPr>
            <p:cNvSpPr/>
            <p:nvPr/>
          </p:nvSpPr>
          <p:spPr>
            <a:xfrm>
              <a:off x="2366578"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68" name="Freeform: Shape 3367">
              <a:extLst>
                <a:ext uri="{FF2B5EF4-FFF2-40B4-BE49-F238E27FC236}">
                  <a16:creationId xmlns:a16="http://schemas.microsoft.com/office/drawing/2014/main" id="{975CC5F2-4B73-32F4-FD96-D384AC95C380}"/>
                </a:ext>
              </a:extLst>
            </p:cNvPr>
            <p:cNvSpPr/>
            <p:nvPr/>
          </p:nvSpPr>
          <p:spPr>
            <a:xfrm>
              <a:off x="2480790"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69" name="Freeform: Shape 3368">
              <a:extLst>
                <a:ext uri="{FF2B5EF4-FFF2-40B4-BE49-F238E27FC236}">
                  <a16:creationId xmlns:a16="http://schemas.microsoft.com/office/drawing/2014/main" id="{6AF6FB03-AD2B-48CB-E774-9A97E92EDE2C}"/>
                </a:ext>
              </a:extLst>
            </p:cNvPr>
            <p:cNvSpPr/>
            <p:nvPr/>
          </p:nvSpPr>
          <p:spPr>
            <a:xfrm>
              <a:off x="2595046"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70" name="Freeform: Shape 3369">
              <a:extLst>
                <a:ext uri="{FF2B5EF4-FFF2-40B4-BE49-F238E27FC236}">
                  <a16:creationId xmlns:a16="http://schemas.microsoft.com/office/drawing/2014/main" id="{676C5FDA-3AC4-A75D-A215-479AC02467AB}"/>
                </a:ext>
              </a:extLst>
            </p:cNvPr>
            <p:cNvSpPr/>
            <p:nvPr/>
          </p:nvSpPr>
          <p:spPr>
            <a:xfrm>
              <a:off x="2709301"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71" name="Freeform: Shape 3370">
              <a:extLst>
                <a:ext uri="{FF2B5EF4-FFF2-40B4-BE49-F238E27FC236}">
                  <a16:creationId xmlns:a16="http://schemas.microsoft.com/office/drawing/2014/main" id="{AAB3F56D-22B1-E1D3-DACD-1949DE30CB80}"/>
                </a:ext>
              </a:extLst>
            </p:cNvPr>
            <p:cNvSpPr/>
            <p:nvPr/>
          </p:nvSpPr>
          <p:spPr>
            <a:xfrm>
              <a:off x="2823557"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72" name="Freeform: Shape 3371">
              <a:extLst>
                <a:ext uri="{FF2B5EF4-FFF2-40B4-BE49-F238E27FC236}">
                  <a16:creationId xmlns:a16="http://schemas.microsoft.com/office/drawing/2014/main" id="{9257E245-F635-929D-A5B8-37C486FF4FBE}"/>
                </a:ext>
              </a:extLst>
            </p:cNvPr>
            <p:cNvSpPr/>
            <p:nvPr/>
          </p:nvSpPr>
          <p:spPr>
            <a:xfrm>
              <a:off x="2937813"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73" name="Freeform: Shape 3372">
              <a:extLst>
                <a:ext uri="{FF2B5EF4-FFF2-40B4-BE49-F238E27FC236}">
                  <a16:creationId xmlns:a16="http://schemas.microsoft.com/office/drawing/2014/main" id="{7BE7227C-9D82-DF14-2D7E-537AFA7B8F43}"/>
                </a:ext>
              </a:extLst>
            </p:cNvPr>
            <p:cNvSpPr/>
            <p:nvPr/>
          </p:nvSpPr>
          <p:spPr>
            <a:xfrm>
              <a:off x="3052069"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74" name="Freeform: Shape 3373">
              <a:extLst>
                <a:ext uri="{FF2B5EF4-FFF2-40B4-BE49-F238E27FC236}">
                  <a16:creationId xmlns:a16="http://schemas.microsoft.com/office/drawing/2014/main" id="{0522ADC3-50FF-0C4E-9A10-38E98964EE67}"/>
                </a:ext>
              </a:extLst>
            </p:cNvPr>
            <p:cNvSpPr/>
            <p:nvPr/>
          </p:nvSpPr>
          <p:spPr>
            <a:xfrm>
              <a:off x="3166325"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75" name="Freeform: Shape 3374">
              <a:extLst>
                <a:ext uri="{FF2B5EF4-FFF2-40B4-BE49-F238E27FC236}">
                  <a16:creationId xmlns:a16="http://schemas.microsoft.com/office/drawing/2014/main" id="{94237DD2-1D2A-300C-E31B-295107777148}"/>
                </a:ext>
              </a:extLst>
            </p:cNvPr>
            <p:cNvSpPr/>
            <p:nvPr/>
          </p:nvSpPr>
          <p:spPr>
            <a:xfrm>
              <a:off x="3280580"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76" name="Freeform: Shape 3375">
              <a:extLst>
                <a:ext uri="{FF2B5EF4-FFF2-40B4-BE49-F238E27FC236}">
                  <a16:creationId xmlns:a16="http://schemas.microsoft.com/office/drawing/2014/main" id="{EB337ECE-6F5D-33F3-316C-2C552B071E1B}"/>
                </a:ext>
              </a:extLst>
            </p:cNvPr>
            <p:cNvSpPr/>
            <p:nvPr/>
          </p:nvSpPr>
          <p:spPr>
            <a:xfrm>
              <a:off x="3394836"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77" name="Freeform: Shape 3376">
              <a:extLst>
                <a:ext uri="{FF2B5EF4-FFF2-40B4-BE49-F238E27FC236}">
                  <a16:creationId xmlns:a16="http://schemas.microsoft.com/office/drawing/2014/main" id="{B9DC87E7-D564-9CDE-9602-803D61592F25}"/>
                </a:ext>
              </a:extLst>
            </p:cNvPr>
            <p:cNvSpPr/>
            <p:nvPr/>
          </p:nvSpPr>
          <p:spPr>
            <a:xfrm>
              <a:off x="3509092"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78" name="Freeform: Shape 3377">
              <a:extLst>
                <a:ext uri="{FF2B5EF4-FFF2-40B4-BE49-F238E27FC236}">
                  <a16:creationId xmlns:a16="http://schemas.microsoft.com/office/drawing/2014/main" id="{B0E59E88-C137-AEB0-3A9D-50F98459A0B4}"/>
                </a:ext>
              </a:extLst>
            </p:cNvPr>
            <p:cNvSpPr/>
            <p:nvPr/>
          </p:nvSpPr>
          <p:spPr>
            <a:xfrm>
              <a:off x="3623348"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79" name="Freeform: Shape 3378">
              <a:extLst>
                <a:ext uri="{FF2B5EF4-FFF2-40B4-BE49-F238E27FC236}">
                  <a16:creationId xmlns:a16="http://schemas.microsoft.com/office/drawing/2014/main" id="{404FD8B5-9791-AAA5-6B8B-C3DDD8537B71}"/>
                </a:ext>
              </a:extLst>
            </p:cNvPr>
            <p:cNvSpPr/>
            <p:nvPr/>
          </p:nvSpPr>
          <p:spPr>
            <a:xfrm>
              <a:off x="3737603"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80" name="Freeform: Shape 3379">
              <a:extLst>
                <a:ext uri="{FF2B5EF4-FFF2-40B4-BE49-F238E27FC236}">
                  <a16:creationId xmlns:a16="http://schemas.microsoft.com/office/drawing/2014/main" id="{8C966D38-BA6F-9D0A-0F19-383905214690}"/>
                </a:ext>
              </a:extLst>
            </p:cNvPr>
            <p:cNvSpPr/>
            <p:nvPr/>
          </p:nvSpPr>
          <p:spPr>
            <a:xfrm>
              <a:off x="3851815"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81" name="Freeform: Shape 3380">
              <a:extLst>
                <a:ext uri="{FF2B5EF4-FFF2-40B4-BE49-F238E27FC236}">
                  <a16:creationId xmlns:a16="http://schemas.microsoft.com/office/drawing/2014/main" id="{53981757-6316-DD64-F0B0-C50B6C78EEF3}"/>
                </a:ext>
              </a:extLst>
            </p:cNvPr>
            <p:cNvSpPr/>
            <p:nvPr/>
          </p:nvSpPr>
          <p:spPr>
            <a:xfrm>
              <a:off x="3966071"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82" name="Freeform: Shape 3381">
              <a:extLst>
                <a:ext uri="{FF2B5EF4-FFF2-40B4-BE49-F238E27FC236}">
                  <a16:creationId xmlns:a16="http://schemas.microsoft.com/office/drawing/2014/main" id="{C4B64B74-AA9B-8E15-498D-9184043B697F}"/>
                </a:ext>
              </a:extLst>
            </p:cNvPr>
            <p:cNvSpPr/>
            <p:nvPr/>
          </p:nvSpPr>
          <p:spPr>
            <a:xfrm>
              <a:off x="4080327"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83" name="Freeform: Shape 3382">
              <a:extLst>
                <a:ext uri="{FF2B5EF4-FFF2-40B4-BE49-F238E27FC236}">
                  <a16:creationId xmlns:a16="http://schemas.microsoft.com/office/drawing/2014/main" id="{11F488B0-50FB-81C2-A397-05654B41D7A5}"/>
                </a:ext>
              </a:extLst>
            </p:cNvPr>
            <p:cNvSpPr/>
            <p:nvPr/>
          </p:nvSpPr>
          <p:spPr>
            <a:xfrm>
              <a:off x="4194582"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84" name="Freeform: Shape 3383">
              <a:extLst>
                <a:ext uri="{FF2B5EF4-FFF2-40B4-BE49-F238E27FC236}">
                  <a16:creationId xmlns:a16="http://schemas.microsoft.com/office/drawing/2014/main" id="{F7118CDB-56E0-ACC8-3830-F57F33A672B2}"/>
                </a:ext>
              </a:extLst>
            </p:cNvPr>
            <p:cNvSpPr/>
            <p:nvPr/>
          </p:nvSpPr>
          <p:spPr>
            <a:xfrm>
              <a:off x="4308838"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85" name="Freeform: Shape 3384">
              <a:extLst>
                <a:ext uri="{FF2B5EF4-FFF2-40B4-BE49-F238E27FC236}">
                  <a16:creationId xmlns:a16="http://schemas.microsoft.com/office/drawing/2014/main" id="{E5E578DE-4A7A-4809-6094-A7FC56A47E0B}"/>
                </a:ext>
              </a:extLst>
            </p:cNvPr>
            <p:cNvSpPr/>
            <p:nvPr/>
          </p:nvSpPr>
          <p:spPr>
            <a:xfrm>
              <a:off x="4423094"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86" name="Freeform: Shape 3385">
              <a:extLst>
                <a:ext uri="{FF2B5EF4-FFF2-40B4-BE49-F238E27FC236}">
                  <a16:creationId xmlns:a16="http://schemas.microsoft.com/office/drawing/2014/main" id="{F0B184E9-21EC-6832-831B-B8A92C19C92C}"/>
                </a:ext>
              </a:extLst>
            </p:cNvPr>
            <p:cNvSpPr/>
            <p:nvPr/>
          </p:nvSpPr>
          <p:spPr>
            <a:xfrm>
              <a:off x="4537350"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87" name="Freeform: Shape 3386">
              <a:extLst>
                <a:ext uri="{FF2B5EF4-FFF2-40B4-BE49-F238E27FC236}">
                  <a16:creationId xmlns:a16="http://schemas.microsoft.com/office/drawing/2014/main" id="{2C5B3E4D-8C1D-DF8A-BAF4-D871F0F7FB97}"/>
                </a:ext>
              </a:extLst>
            </p:cNvPr>
            <p:cNvSpPr/>
            <p:nvPr/>
          </p:nvSpPr>
          <p:spPr>
            <a:xfrm>
              <a:off x="4651605"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88" name="Freeform: Shape 3387">
              <a:extLst>
                <a:ext uri="{FF2B5EF4-FFF2-40B4-BE49-F238E27FC236}">
                  <a16:creationId xmlns:a16="http://schemas.microsoft.com/office/drawing/2014/main" id="{1D028C11-A320-A633-6748-F98F1AC76BCC}"/>
                </a:ext>
              </a:extLst>
            </p:cNvPr>
            <p:cNvSpPr/>
            <p:nvPr/>
          </p:nvSpPr>
          <p:spPr>
            <a:xfrm>
              <a:off x="4765861"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89" name="Freeform: Shape 3388">
              <a:extLst>
                <a:ext uri="{FF2B5EF4-FFF2-40B4-BE49-F238E27FC236}">
                  <a16:creationId xmlns:a16="http://schemas.microsoft.com/office/drawing/2014/main" id="{765F8C6D-B5A9-4E94-957D-CA29C1F682B5}"/>
                </a:ext>
              </a:extLst>
            </p:cNvPr>
            <p:cNvSpPr/>
            <p:nvPr/>
          </p:nvSpPr>
          <p:spPr>
            <a:xfrm>
              <a:off x="4880117"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90" name="Freeform: Shape 3389">
              <a:extLst>
                <a:ext uri="{FF2B5EF4-FFF2-40B4-BE49-F238E27FC236}">
                  <a16:creationId xmlns:a16="http://schemas.microsoft.com/office/drawing/2014/main" id="{F6911A68-92E2-62FE-2520-D0D4EB4B07B6}"/>
                </a:ext>
              </a:extLst>
            </p:cNvPr>
            <p:cNvSpPr/>
            <p:nvPr/>
          </p:nvSpPr>
          <p:spPr>
            <a:xfrm>
              <a:off x="4994373"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91" name="Freeform: Shape 3390">
              <a:extLst>
                <a:ext uri="{FF2B5EF4-FFF2-40B4-BE49-F238E27FC236}">
                  <a16:creationId xmlns:a16="http://schemas.microsoft.com/office/drawing/2014/main" id="{F666E321-A0F5-C8AD-E7F3-AB8D22EDD3D2}"/>
                </a:ext>
              </a:extLst>
            </p:cNvPr>
            <p:cNvSpPr/>
            <p:nvPr/>
          </p:nvSpPr>
          <p:spPr>
            <a:xfrm>
              <a:off x="5108629"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92" name="Freeform: Shape 3391">
              <a:extLst>
                <a:ext uri="{FF2B5EF4-FFF2-40B4-BE49-F238E27FC236}">
                  <a16:creationId xmlns:a16="http://schemas.microsoft.com/office/drawing/2014/main" id="{8AE78579-7B29-FE66-66D9-E9FE6AE2B385}"/>
                </a:ext>
              </a:extLst>
            </p:cNvPr>
            <p:cNvSpPr/>
            <p:nvPr/>
          </p:nvSpPr>
          <p:spPr>
            <a:xfrm>
              <a:off x="5222840"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93" name="Freeform: Shape 3392">
              <a:extLst>
                <a:ext uri="{FF2B5EF4-FFF2-40B4-BE49-F238E27FC236}">
                  <a16:creationId xmlns:a16="http://schemas.microsoft.com/office/drawing/2014/main" id="{92ACD52B-681A-9525-F8A4-A0DF902805E4}"/>
                </a:ext>
              </a:extLst>
            </p:cNvPr>
            <p:cNvSpPr/>
            <p:nvPr/>
          </p:nvSpPr>
          <p:spPr>
            <a:xfrm>
              <a:off x="5337096"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94" name="Freeform: Shape 3393">
              <a:extLst>
                <a:ext uri="{FF2B5EF4-FFF2-40B4-BE49-F238E27FC236}">
                  <a16:creationId xmlns:a16="http://schemas.microsoft.com/office/drawing/2014/main" id="{83B9BE71-F41C-4890-D3C8-CEF66AB9F6E2}"/>
                </a:ext>
              </a:extLst>
            </p:cNvPr>
            <p:cNvSpPr/>
            <p:nvPr/>
          </p:nvSpPr>
          <p:spPr>
            <a:xfrm>
              <a:off x="5451352"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95" name="Freeform: Shape 3394">
              <a:extLst>
                <a:ext uri="{FF2B5EF4-FFF2-40B4-BE49-F238E27FC236}">
                  <a16:creationId xmlns:a16="http://schemas.microsoft.com/office/drawing/2014/main" id="{28E4E474-C8FB-9E2B-4A3E-E65574B51416}"/>
                </a:ext>
              </a:extLst>
            </p:cNvPr>
            <p:cNvSpPr/>
            <p:nvPr/>
          </p:nvSpPr>
          <p:spPr>
            <a:xfrm>
              <a:off x="5565608"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96" name="Freeform: Shape 3395">
              <a:extLst>
                <a:ext uri="{FF2B5EF4-FFF2-40B4-BE49-F238E27FC236}">
                  <a16:creationId xmlns:a16="http://schemas.microsoft.com/office/drawing/2014/main" id="{DDBA2DC2-1B09-ECBA-D52A-ECEF2E870045}"/>
                </a:ext>
              </a:extLst>
            </p:cNvPr>
            <p:cNvSpPr/>
            <p:nvPr/>
          </p:nvSpPr>
          <p:spPr>
            <a:xfrm>
              <a:off x="5679863"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97" name="Freeform: Shape 3396">
              <a:extLst>
                <a:ext uri="{FF2B5EF4-FFF2-40B4-BE49-F238E27FC236}">
                  <a16:creationId xmlns:a16="http://schemas.microsoft.com/office/drawing/2014/main" id="{C1FB676D-F492-AB07-67CC-EF3311606AFF}"/>
                </a:ext>
              </a:extLst>
            </p:cNvPr>
            <p:cNvSpPr/>
            <p:nvPr/>
          </p:nvSpPr>
          <p:spPr>
            <a:xfrm>
              <a:off x="5794119"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98" name="Freeform: Shape 3397">
              <a:extLst>
                <a:ext uri="{FF2B5EF4-FFF2-40B4-BE49-F238E27FC236}">
                  <a16:creationId xmlns:a16="http://schemas.microsoft.com/office/drawing/2014/main" id="{D23D9A3F-4C8B-489F-2499-094ADF152CDE}"/>
                </a:ext>
              </a:extLst>
            </p:cNvPr>
            <p:cNvSpPr/>
            <p:nvPr/>
          </p:nvSpPr>
          <p:spPr>
            <a:xfrm>
              <a:off x="5908375"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399" name="Freeform: Shape 3398">
              <a:extLst>
                <a:ext uri="{FF2B5EF4-FFF2-40B4-BE49-F238E27FC236}">
                  <a16:creationId xmlns:a16="http://schemas.microsoft.com/office/drawing/2014/main" id="{151068C0-2EC2-625E-1CEF-5E2E008A30FC}"/>
                </a:ext>
              </a:extLst>
            </p:cNvPr>
            <p:cNvSpPr/>
            <p:nvPr/>
          </p:nvSpPr>
          <p:spPr>
            <a:xfrm>
              <a:off x="6022631"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00" name="Freeform: Shape 3399">
              <a:extLst>
                <a:ext uri="{FF2B5EF4-FFF2-40B4-BE49-F238E27FC236}">
                  <a16:creationId xmlns:a16="http://schemas.microsoft.com/office/drawing/2014/main" id="{2CF5006A-3F6B-3B3F-3701-7F709937BE20}"/>
                </a:ext>
              </a:extLst>
            </p:cNvPr>
            <p:cNvSpPr/>
            <p:nvPr/>
          </p:nvSpPr>
          <p:spPr>
            <a:xfrm>
              <a:off x="6136886"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01" name="Freeform: Shape 3400">
              <a:extLst>
                <a:ext uri="{FF2B5EF4-FFF2-40B4-BE49-F238E27FC236}">
                  <a16:creationId xmlns:a16="http://schemas.microsoft.com/office/drawing/2014/main" id="{DBF2DD3A-9962-C13A-D3D2-F2A64CD1C8D1}"/>
                </a:ext>
              </a:extLst>
            </p:cNvPr>
            <p:cNvSpPr/>
            <p:nvPr/>
          </p:nvSpPr>
          <p:spPr>
            <a:xfrm>
              <a:off x="6251142"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02" name="Freeform: Shape 3401">
              <a:extLst>
                <a:ext uri="{FF2B5EF4-FFF2-40B4-BE49-F238E27FC236}">
                  <a16:creationId xmlns:a16="http://schemas.microsoft.com/office/drawing/2014/main" id="{9C1412DD-4078-6117-CC16-7024E3F25068}"/>
                </a:ext>
              </a:extLst>
            </p:cNvPr>
            <p:cNvSpPr/>
            <p:nvPr/>
          </p:nvSpPr>
          <p:spPr>
            <a:xfrm>
              <a:off x="6365398"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03" name="Freeform: Shape 3402">
              <a:extLst>
                <a:ext uri="{FF2B5EF4-FFF2-40B4-BE49-F238E27FC236}">
                  <a16:creationId xmlns:a16="http://schemas.microsoft.com/office/drawing/2014/main" id="{CD672691-BFB6-81F8-1080-9EF408C536DD}"/>
                </a:ext>
              </a:extLst>
            </p:cNvPr>
            <p:cNvSpPr/>
            <p:nvPr/>
          </p:nvSpPr>
          <p:spPr>
            <a:xfrm>
              <a:off x="6479610"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04" name="Freeform: Shape 3403">
              <a:extLst>
                <a:ext uri="{FF2B5EF4-FFF2-40B4-BE49-F238E27FC236}">
                  <a16:creationId xmlns:a16="http://schemas.microsoft.com/office/drawing/2014/main" id="{C3B401C6-D03A-793D-023E-DCF3980FFC5B}"/>
                </a:ext>
              </a:extLst>
            </p:cNvPr>
            <p:cNvSpPr/>
            <p:nvPr/>
          </p:nvSpPr>
          <p:spPr>
            <a:xfrm>
              <a:off x="6593865"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05" name="Freeform: Shape 3404">
              <a:extLst>
                <a:ext uri="{FF2B5EF4-FFF2-40B4-BE49-F238E27FC236}">
                  <a16:creationId xmlns:a16="http://schemas.microsoft.com/office/drawing/2014/main" id="{F9595947-99DA-541D-7D67-E9ADB3572D1F}"/>
                </a:ext>
              </a:extLst>
            </p:cNvPr>
            <p:cNvSpPr/>
            <p:nvPr/>
          </p:nvSpPr>
          <p:spPr>
            <a:xfrm>
              <a:off x="6708121" y="548825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06" name="Freeform: Shape 3405">
              <a:extLst>
                <a:ext uri="{FF2B5EF4-FFF2-40B4-BE49-F238E27FC236}">
                  <a16:creationId xmlns:a16="http://schemas.microsoft.com/office/drawing/2014/main" id="{160E6D61-B4A6-B351-F08F-83274BD56FD2}"/>
                </a:ext>
              </a:extLst>
            </p:cNvPr>
            <p:cNvSpPr/>
            <p:nvPr/>
          </p:nvSpPr>
          <p:spPr>
            <a:xfrm>
              <a:off x="6822377"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07" name="Freeform: Shape 3406">
              <a:extLst>
                <a:ext uri="{FF2B5EF4-FFF2-40B4-BE49-F238E27FC236}">
                  <a16:creationId xmlns:a16="http://schemas.microsoft.com/office/drawing/2014/main" id="{9F5E47F0-E63B-03BF-AD59-ED878E4B1D0F}"/>
                </a:ext>
              </a:extLst>
            </p:cNvPr>
            <p:cNvSpPr/>
            <p:nvPr/>
          </p:nvSpPr>
          <p:spPr>
            <a:xfrm>
              <a:off x="6936633"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08" name="Freeform: Shape 3407">
              <a:extLst>
                <a:ext uri="{FF2B5EF4-FFF2-40B4-BE49-F238E27FC236}">
                  <a16:creationId xmlns:a16="http://schemas.microsoft.com/office/drawing/2014/main" id="{A7A8167C-2B1C-8ECB-E728-CA49EF027B61}"/>
                </a:ext>
              </a:extLst>
            </p:cNvPr>
            <p:cNvSpPr/>
            <p:nvPr/>
          </p:nvSpPr>
          <p:spPr>
            <a:xfrm>
              <a:off x="7050888" y="548825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09" name="Freeform: Shape 3408">
              <a:extLst>
                <a:ext uri="{FF2B5EF4-FFF2-40B4-BE49-F238E27FC236}">
                  <a16:creationId xmlns:a16="http://schemas.microsoft.com/office/drawing/2014/main" id="{11F4B195-4B6F-D8A4-59FC-2F3EF2DC2E73}"/>
                </a:ext>
              </a:extLst>
            </p:cNvPr>
            <p:cNvSpPr/>
            <p:nvPr/>
          </p:nvSpPr>
          <p:spPr>
            <a:xfrm>
              <a:off x="7165144"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10" name="Freeform: Shape 3409">
              <a:extLst>
                <a:ext uri="{FF2B5EF4-FFF2-40B4-BE49-F238E27FC236}">
                  <a16:creationId xmlns:a16="http://schemas.microsoft.com/office/drawing/2014/main" id="{9C90D04B-18B9-45A6-1207-D98BC538DBD7}"/>
                </a:ext>
              </a:extLst>
            </p:cNvPr>
            <p:cNvSpPr/>
            <p:nvPr/>
          </p:nvSpPr>
          <p:spPr>
            <a:xfrm>
              <a:off x="2366578"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11" name="Freeform: Shape 3410">
              <a:extLst>
                <a:ext uri="{FF2B5EF4-FFF2-40B4-BE49-F238E27FC236}">
                  <a16:creationId xmlns:a16="http://schemas.microsoft.com/office/drawing/2014/main" id="{08F59456-E75E-13E3-A986-65E372115F8F}"/>
                </a:ext>
              </a:extLst>
            </p:cNvPr>
            <p:cNvSpPr/>
            <p:nvPr/>
          </p:nvSpPr>
          <p:spPr>
            <a:xfrm>
              <a:off x="2480790"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12" name="Freeform: Shape 3411">
              <a:extLst>
                <a:ext uri="{FF2B5EF4-FFF2-40B4-BE49-F238E27FC236}">
                  <a16:creationId xmlns:a16="http://schemas.microsoft.com/office/drawing/2014/main" id="{5B809D9E-BD77-3555-901B-DBE3EF77E485}"/>
                </a:ext>
              </a:extLst>
            </p:cNvPr>
            <p:cNvSpPr/>
            <p:nvPr/>
          </p:nvSpPr>
          <p:spPr>
            <a:xfrm>
              <a:off x="2595046"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13" name="Freeform: Shape 3412">
              <a:extLst>
                <a:ext uri="{FF2B5EF4-FFF2-40B4-BE49-F238E27FC236}">
                  <a16:creationId xmlns:a16="http://schemas.microsoft.com/office/drawing/2014/main" id="{5F9DCECA-583E-7E8E-F213-17E0DF7FD4D8}"/>
                </a:ext>
              </a:extLst>
            </p:cNvPr>
            <p:cNvSpPr/>
            <p:nvPr/>
          </p:nvSpPr>
          <p:spPr>
            <a:xfrm>
              <a:off x="2709301"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14" name="Freeform: Shape 3413">
              <a:extLst>
                <a:ext uri="{FF2B5EF4-FFF2-40B4-BE49-F238E27FC236}">
                  <a16:creationId xmlns:a16="http://schemas.microsoft.com/office/drawing/2014/main" id="{A29C2E3F-A4C1-33BC-4232-E0EDA9A7CEA7}"/>
                </a:ext>
              </a:extLst>
            </p:cNvPr>
            <p:cNvSpPr/>
            <p:nvPr/>
          </p:nvSpPr>
          <p:spPr>
            <a:xfrm>
              <a:off x="2823557"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15" name="Freeform: Shape 3414">
              <a:extLst>
                <a:ext uri="{FF2B5EF4-FFF2-40B4-BE49-F238E27FC236}">
                  <a16:creationId xmlns:a16="http://schemas.microsoft.com/office/drawing/2014/main" id="{312DDF11-E0A9-BDED-732D-E9F50CE344D1}"/>
                </a:ext>
              </a:extLst>
            </p:cNvPr>
            <p:cNvSpPr/>
            <p:nvPr/>
          </p:nvSpPr>
          <p:spPr>
            <a:xfrm>
              <a:off x="2937813"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16" name="Freeform: Shape 3415">
              <a:extLst>
                <a:ext uri="{FF2B5EF4-FFF2-40B4-BE49-F238E27FC236}">
                  <a16:creationId xmlns:a16="http://schemas.microsoft.com/office/drawing/2014/main" id="{53714EE2-C24C-046A-0924-832E62C2C9B0}"/>
                </a:ext>
              </a:extLst>
            </p:cNvPr>
            <p:cNvSpPr/>
            <p:nvPr/>
          </p:nvSpPr>
          <p:spPr>
            <a:xfrm>
              <a:off x="3052069"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17" name="Freeform: Shape 3416">
              <a:extLst>
                <a:ext uri="{FF2B5EF4-FFF2-40B4-BE49-F238E27FC236}">
                  <a16:creationId xmlns:a16="http://schemas.microsoft.com/office/drawing/2014/main" id="{B6AF9196-C974-2DFB-BD14-049D53E80F41}"/>
                </a:ext>
              </a:extLst>
            </p:cNvPr>
            <p:cNvSpPr/>
            <p:nvPr/>
          </p:nvSpPr>
          <p:spPr>
            <a:xfrm>
              <a:off x="3166325"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18" name="Freeform: Shape 3417">
              <a:extLst>
                <a:ext uri="{FF2B5EF4-FFF2-40B4-BE49-F238E27FC236}">
                  <a16:creationId xmlns:a16="http://schemas.microsoft.com/office/drawing/2014/main" id="{E20BE678-AF36-5CB8-77B8-54642B9F2393}"/>
                </a:ext>
              </a:extLst>
            </p:cNvPr>
            <p:cNvSpPr/>
            <p:nvPr/>
          </p:nvSpPr>
          <p:spPr>
            <a:xfrm>
              <a:off x="3280580"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19" name="Freeform: Shape 3418">
              <a:extLst>
                <a:ext uri="{FF2B5EF4-FFF2-40B4-BE49-F238E27FC236}">
                  <a16:creationId xmlns:a16="http://schemas.microsoft.com/office/drawing/2014/main" id="{F4CE20B8-6A48-827A-3544-3A8BA4417AF2}"/>
                </a:ext>
              </a:extLst>
            </p:cNvPr>
            <p:cNvSpPr/>
            <p:nvPr/>
          </p:nvSpPr>
          <p:spPr>
            <a:xfrm>
              <a:off x="3394836"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20" name="Freeform: Shape 3419">
              <a:extLst>
                <a:ext uri="{FF2B5EF4-FFF2-40B4-BE49-F238E27FC236}">
                  <a16:creationId xmlns:a16="http://schemas.microsoft.com/office/drawing/2014/main" id="{341218D8-B49B-8BFA-3E04-D8A646D9209D}"/>
                </a:ext>
              </a:extLst>
            </p:cNvPr>
            <p:cNvSpPr/>
            <p:nvPr/>
          </p:nvSpPr>
          <p:spPr>
            <a:xfrm>
              <a:off x="3509092"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21" name="Freeform: Shape 3420">
              <a:extLst>
                <a:ext uri="{FF2B5EF4-FFF2-40B4-BE49-F238E27FC236}">
                  <a16:creationId xmlns:a16="http://schemas.microsoft.com/office/drawing/2014/main" id="{541C952D-A105-00B5-9C8B-7E6F3ADAFC1B}"/>
                </a:ext>
              </a:extLst>
            </p:cNvPr>
            <p:cNvSpPr/>
            <p:nvPr/>
          </p:nvSpPr>
          <p:spPr>
            <a:xfrm>
              <a:off x="3623348"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22" name="Freeform: Shape 3421">
              <a:extLst>
                <a:ext uri="{FF2B5EF4-FFF2-40B4-BE49-F238E27FC236}">
                  <a16:creationId xmlns:a16="http://schemas.microsoft.com/office/drawing/2014/main" id="{F2D70C1A-A871-CBA9-ACBE-CE9831D75B86}"/>
                </a:ext>
              </a:extLst>
            </p:cNvPr>
            <p:cNvSpPr/>
            <p:nvPr/>
          </p:nvSpPr>
          <p:spPr>
            <a:xfrm>
              <a:off x="3737603"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23" name="Freeform: Shape 3422">
              <a:extLst>
                <a:ext uri="{FF2B5EF4-FFF2-40B4-BE49-F238E27FC236}">
                  <a16:creationId xmlns:a16="http://schemas.microsoft.com/office/drawing/2014/main" id="{13B20AF5-31B1-FA22-6128-8C8C7EB89261}"/>
                </a:ext>
              </a:extLst>
            </p:cNvPr>
            <p:cNvSpPr/>
            <p:nvPr/>
          </p:nvSpPr>
          <p:spPr>
            <a:xfrm>
              <a:off x="3851815"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24" name="Freeform: Shape 3423">
              <a:extLst>
                <a:ext uri="{FF2B5EF4-FFF2-40B4-BE49-F238E27FC236}">
                  <a16:creationId xmlns:a16="http://schemas.microsoft.com/office/drawing/2014/main" id="{CA6F3A29-43B4-45D5-6FA1-105BADC1E4CD}"/>
                </a:ext>
              </a:extLst>
            </p:cNvPr>
            <p:cNvSpPr/>
            <p:nvPr/>
          </p:nvSpPr>
          <p:spPr>
            <a:xfrm>
              <a:off x="3966071"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25" name="Freeform: Shape 3424">
              <a:extLst>
                <a:ext uri="{FF2B5EF4-FFF2-40B4-BE49-F238E27FC236}">
                  <a16:creationId xmlns:a16="http://schemas.microsoft.com/office/drawing/2014/main" id="{E46440DC-2E7D-BFAC-D5BA-0D1D6AE2B265}"/>
                </a:ext>
              </a:extLst>
            </p:cNvPr>
            <p:cNvSpPr/>
            <p:nvPr/>
          </p:nvSpPr>
          <p:spPr>
            <a:xfrm>
              <a:off x="4080327"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26" name="Freeform: Shape 3425">
              <a:extLst>
                <a:ext uri="{FF2B5EF4-FFF2-40B4-BE49-F238E27FC236}">
                  <a16:creationId xmlns:a16="http://schemas.microsoft.com/office/drawing/2014/main" id="{AFE40B31-596E-AB61-7F39-94CE5929B780}"/>
                </a:ext>
              </a:extLst>
            </p:cNvPr>
            <p:cNvSpPr/>
            <p:nvPr/>
          </p:nvSpPr>
          <p:spPr>
            <a:xfrm>
              <a:off x="4194582"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27" name="Freeform: Shape 3426">
              <a:extLst>
                <a:ext uri="{FF2B5EF4-FFF2-40B4-BE49-F238E27FC236}">
                  <a16:creationId xmlns:a16="http://schemas.microsoft.com/office/drawing/2014/main" id="{78D68750-676E-08DA-C49C-C58EC56DB2F6}"/>
                </a:ext>
              </a:extLst>
            </p:cNvPr>
            <p:cNvSpPr/>
            <p:nvPr/>
          </p:nvSpPr>
          <p:spPr>
            <a:xfrm>
              <a:off x="4308838"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28" name="Freeform: Shape 3427">
              <a:extLst>
                <a:ext uri="{FF2B5EF4-FFF2-40B4-BE49-F238E27FC236}">
                  <a16:creationId xmlns:a16="http://schemas.microsoft.com/office/drawing/2014/main" id="{39A9C887-1DA7-08E1-FFB8-F5F7D91BBDA3}"/>
                </a:ext>
              </a:extLst>
            </p:cNvPr>
            <p:cNvSpPr/>
            <p:nvPr/>
          </p:nvSpPr>
          <p:spPr>
            <a:xfrm>
              <a:off x="4423094"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29" name="Freeform: Shape 3428">
              <a:extLst>
                <a:ext uri="{FF2B5EF4-FFF2-40B4-BE49-F238E27FC236}">
                  <a16:creationId xmlns:a16="http://schemas.microsoft.com/office/drawing/2014/main" id="{64B8DF38-A689-74FA-14C1-19108770490C}"/>
                </a:ext>
              </a:extLst>
            </p:cNvPr>
            <p:cNvSpPr/>
            <p:nvPr/>
          </p:nvSpPr>
          <p:spPr>
            <a:xfrm>
              <a:off x="4537350"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30" name="Freeform: Shape 3429">
              <a:extLst>
                <a:ext uri="{FF2B5EF4-FFF2-40B4-BE49-F238E27FC236}">
                  <a16:creationId xmlns:a16="http://schemas.microsoft.com/office/drawing/2014/main" id="{C4732FF2-9A9C-9037-0DC9-185C32B24306}"/>
                </a:ext>
              </a:extLst>
            </p:cNvPr>
            <p:cNvSpPr/>
            <p:nvPr/>
          </p:nvSpPr>
          <p:spPr>
            <a:xfrm>
              <a:off x="4651605"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31" name="Freeform: Shape 3430">
              <a:extLst>
                <a:ext uri="{FF2B5EF4-FFF2-40B4-BE49-F238E27FC236}">
                  <a16:creationId xmlns:a16="http://schemas.microsoft.com/office/drawing/2014/main" id="{6131761B-380E-7B89-C13D-277ADF3A9DFA}"/>
                </a:ext>
              </a:extLst>
            </p:cNvPr>
            <p:cNvSpPr/>
            <p:nvPr/>
          </p:nvSpPr>
          <p:spPr>
            <a:xfrm>
              <a:off x="4765861"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32" name="Freeform: Shape 3431">
              <a:extLst>
                <a:ext uri="{FF2B5EF4-FFF2-40B4-BE49-F238E27FC236}">
                  <a16:creationId xmlns:a16="http://schemas.microsoft.com/office/drawing/2014/main" id="{7C0264A9-0079-1795-2F7E-D37CD0DAECCF}"/>
                </a:ext>
              </a:extLst>
            </p:cNvPr>
            <p:cNvSpPr/>
            <p:nvPr/>
          </p:nvSpPr>
          <p:spPr>
            <a:xfrm>
              <a:off x="4880117"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33" name="Freeform: Shape 3432">
              <a:extLst>
                <a:ext uri="{FF2B5EF4-FFF2-40B4-BE49-F238E27FC236}">
                  <a16:creationId xmlns:a16="http://schemas.microsoft.com/office/drawing/2014/main" id="{D136C088-B3B5-4064-4AA1-3D8BC21B42B5}"/>
                </a:ext>
              </a:extLst>
            </p:cNvPr>
            <p:cNvSpPr/>
            <p:nvPr/>
          </p:nvSpPr>
          <p:spPr>
            <a:xfrm>
              <a:off x="4994373"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34" name="Freeform: Shape 3433">
              <a:extLst>
                <a:ext uri="{FF2B5EF4-FFF2-40B4-BE49-F238E27FC236}">
                  <a16:creationId xmlns:a16="http://schemas.microsoft.com/office/drawing/2014/main" id="{F30A4B73-B4F3-F13A-EEDC-DCFD8605272F}"/>
                </a:ext>
              </a:extLst>
            </p:cNvPr>
            <p:cNvSpPr/>
            <p:nvPr/>
          </p:nvSpPr>
          <p:spPr>
            <a:xfrm>
              <a:off x="5108629"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35" name="Freeform: Shape 3434">
              <a:extLst>
                <a:ext uri="{FF2B5EF4-FFF2-40B4-BE49-F238E27FC236}">
                  <a16:creationId xmlns:a16="http://schemas.microsoft.com/office/drawing/2014/main" id="{7D12311E-E5D6-1956-0A0B-20E06A2A43DC}"/>
                </a:ext>
              </a:extLst>
            </p:cNvPr>
            <p:cNvSpPr/>
            <p:nvPr/>
          </p:nvSpPr>
          <p:spPr>
            <a:xfrm>
              <a:off x="5222840"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36" name="Freeform: Shape 3435">
              <a:extLst>
                <a:ext uri="{FF2B5EF4-FFF2-40B4-BE49-F238E27FC236}">
                  <a16:creationId xmlns:a16="http://schemas.microsoft.com/office/drawing/2014/main" id="{256118F4-157E-246C-F565-092B3508DF74}"/>
                </a:ext>
              </a:extLst>
            </p:cNvPr>
            <p:cNvSpPr/>
            <p:nvPr/>
          </p:nvSpPr>
          <p:spPr>
            <a:xfrm>
              <a:off x="5337096"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37" name="Freeform: Shape 3436">
              <a:extLst>
                <a:ext uri="{FF2B5EF4-FFF2-40B4-BE49-F238E27FC236}">
                  <a16:creationId xmlns:a16="http://schemas.microsoft.com/office/drawing/2014/main" id="{FFCDE4EE-ACCF-744A-B277-AD18351A6D8E}"/>
                </a:ext>
              </a:extLst>
            </p:cNvPr>
            <p:cNvSpPr/>
            <p:nvPr/>
          </p:nvSpPr>
          <p:spPr>
            <a:xfrm>
              <a:off x="5451352"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38" name="Freeform: Shape 3437">
              <a:extLst>
                <a:ext uri="{FF2B5EF4-FFF2-40B4-BE49-F238E27FC236}">
                  <a16:creationId xmlns:a16="http://schemas.microsoft.com/office/drawing/2014/main" id="{D5A6C1C7-48D1-936E-62DE-C7C7B79054AB}"/>
                </a:ext>
              </a:extLst>
            </p:cNvPr>
            <p:cNvSpPr/>
            <p:nvPr/>
          </p:nvSpPr>
          <p:spPr>
            <a:xfrm>
              <a:off x="5565608"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39" name="Freeform: Shape 3438">
              <a:extLst>
                <a:ext uri="{FF2B5EF4-FFF2-40B4-BE49-F238E27FC236}">
                  <a16:creationId xmlns:a16="http://schemas.microsoft.com/office/drawing/2014/main" id="{DB627620-399E-F687-0A9B-62FAEA71BED1}"/>
                </a:ext>
              </a:extLst>
            </p:cNvPr>
            <p:cNvSpPr/>
            <p:nvPr/>
          </p:nvSpPr>
          <p:spPr>
            <a:xfrm>
              <a:off x="5679863"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40" name="Freeform: Shape 3439">
              <a:extLst>
                <a:ext uri="{FF2B5EF4-FFF2-40B4-BE49-F238E27FC236}">
                  <a16:creationId xmlns:a16="http://schemas.microsoft.com/office/drawing/2014/main" id="{D92B8024-4A22-C608-C063-9B52BCA82830}"/>
                </a:ext>
              </a:extLst>
            </p:cNvPr>
            <p:cNvSpPr/>
            <p:nvPr/>
          </p:nvSpPr>
          <p:spPr>
            <a:xfrm>
              <a:off x="5794119"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41" name="Freeform: Shape 3440">
              <a:extLst>
                <a:ext uri="{FF2B5EF4-FFF2-40B4-BE49-F238E27FC236}">
                  <a16:creationId xmlns:a16="http://schemas.microsoft.com/office/drawing/2014/main" id="{658EECCF-C02D-5290-9ADE-151070CBD0D2}"/>
                </a:ext>
              </a:extLst>
            </p:cNvPr>
            <p:cNvSpPr/>
            <p:nvPr/>
          </p:nvSpPr>
          <p:spPr>
            <a:xfrm>
              <a:off x="5908375"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42" name="Freeform: Shape 3441">
              <a:extLst>
                <a:ext uri="{FF2B5EF4-FFF2-40B4-BE49-F238E27FC236}">
                  <a16:creationId xmlns:a16="http://schemas.microsoft.com/office/drawing/2014/main" id="{C9EFC9CA-E0F8-3C84-61CC-EF5FD548F04C}"/>
                </a:ext>
              </a:extLst>
            </p:cNvPr>
            <p:cNvSpPr/>
            <p:nvPr/>
          </p:nvSpPr>
          <p:spPr>
            <a:xfrm>
              <a:off x="6022631"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43" name="Freeform: Shape 3442">
              <a:extLst>
                <a:ext uri="{FF2B5EF4-FFF2-40B4-BE49-F238E27FC236}">
                  <a16:creationId xmlns:a16="http://schemas.microsoft.com/office/drawing/2014/main" id="{74A31F62-F6AF-BAFA-145A-6AC40FF13CD9}"/>
                </a:ext>
              </a:extLst>
            </p:cNvPr>
            <p:cNvSpPr/>
            <p:nvPr/>
          </p:nvSpPr>
          <p:spPr>
            <a:xfrm>
              <a:off x="6136886"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44" name="Freeform: Shape 3443">
              <a:extLst>
                <a:ext uri="{FF2B5EF4-FFF2-40B4-BE49-F238E27FC236}">
                  <a16:creationId xmlns:a16="http://schemas.microsoft.com/office/drawing/2014/main" id="{5F843FD1-3BB4-0584-8BCF-6F3098C5B4D3}"/>
                </a:ext>
              </a:extLst>
            </p:cNvPr>
            <p:cNvSpPr/>
            <p:nvPr/>
          </p:nvSpPr>
          <p:spPr>
            <a:xfrm>
              <a:off x="6251142"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45" name="Freeform: Shape 3444">
              <a:extLst>
                <a:ext uri="{FF2B5EF4-FFF2-40B4-BE49-F238E27FC236}">
                  <a16:creationId xmlns:a16="http://schemas.microsoft.com/office/drawing/2014/main" id="{8BDC8F76-9B53-92C3-0C2F-3B480C409CA0}"/>
                </a:ext>
              </a:extLst>
            </p:cNvPr>
            <p:cNvSpPr/>
            <p:nvPr/>
          </p:nvSpPr>
          <p:spPr>
            <a:xfrm>
              <a:off x="6365398"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46" name="Freeform: Shape 3445">
              <a:extLst>
                <a:ext uri="{FF2B5EF4-FFF2-40B4-BE49-F238E27FC236}">
                  <a16:creationId xmlns:a16="http://schemas.microsoft.com/office/drawing/2014/main" id="{E2A132EB-7C7B-B70A-9E8A-5F64A71B6934}"/>
                </a:ext>
              </a:extLst>
            </p:cNvPr>
            <p:cNvSpPr/>
            <p:nvPr/>
          </p:nvSpPr>
          <p:spPr>
            <a:xfrm>
              <a:off x="6479610"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47" name="Freeform: Shape 3446">
              <a:extLst>
                <a:ext uri="{FF2B5EF4-FFF2-40B4-BE49-F238E27FC236}">
                  <a16:creationId xmlns:a16="http://schemas.microsoft.com/office/drawing/2014/main" id="{B17CF768-1776-D009-DB9C-2768BA680095}"/>
                </a:ext>
              </a:extLst>
            </p:cNvPr>
            <p:cNvSpPr/>
            <p:nvPr/>
          </p:nvSpPr>
          <p:spPr>
            <a:xfrm>
              <a:off x="6593865"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48" name="Freeform: Shape 3447">
              <a:extLst>
                <a:ext uri="{FF2B5EF4-FFF2-40B4-BE49-F238E27FC236}">
                  <a16:creationId xmlns:a16="http://schemas.microsoft.com/office/drawing/2014/main" id="{05DB17C1-84CD-6EC8-DFA8-0D2C4E4249D1}"/>
                </a:ext>
              </a:extLst>
            </p:cNvPr>
            <p:cNvSpPr/>
            <p:nvPr/>
          </p:nvSpPr>
          <p:spPr>
            <a:xfrm>
              <a:off x="6708121" y="560246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49" name="Freeform: Shape 3448">
              <a:extLst>
                <a:ext uri="{FF2B5EF4-FFF2-40B4-BE49-F238E27FC236}">
                  <a16:creationId xmlns:a16="http://schemas.microsoft.com/office/drawing/2014/main" id="{86DDD374-4B9C-996F-8DD7-AD52D45A4104}"/>
                </a:ext>
              </a:extLst>
            </p:cNvPr>
            <p:cNvSpPr/>
            <p:nvPr/>
          </p:nvSpPr>
          <p:spPr>
            <a:xfrm>
              <a:off x="6822377"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50" name="Freeform: Shape 3449">
              <a:extLst>
                <a:ext uri="{FF2B5EF4-FFF2-40B4-BE49-F238E27FC236}">
                  <a16:creationId xmlns:a16="http://schemas.microsoft.com/office/drawing/2014/main" id="{6D42FA1C-4A34-BE38-1096-C73C1D50C3C4}"/>
                </a:ext>
              </a:extLst>
            </p:cNvPr>
            <p:cNvSpPr/>
            <p:nvPr/>
          </p:nvSpPr>
          <p:spPr>
            <a:xfrm>
              <a:off x="6936633"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51" name="Freeform: Shape 3450">
              <a:extLst>
                <a:ext uri="{FF2B5EF4-FFF2-40B4-BE49-F238E27FC236}">
                  <a16:creationId xmlns:a16="http://schemas.microsoft.com/office/drawing/2014/main" id="{3ED9B44D-E011-C613-5ABD-C12FBE0490E4}"/>
                </a:ext>
              </a:extLst>
            </p:cNvPr>
            <p:cNvSpPr/>
            <p:nvPr/>
          </p:nvSpPr>
          <p:spPr>
            <a:xfrm>
              <a:off x="7050888" y="560246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52" name="Freeform: Shape 3451">
              <a:extLst>
                <a:ext uri="{FF2B5EF4-FFF2-40B4-BE49-F238E27FC236}">
                  <a16:creationId xmlns:a16="http://schemas.microsoft.com/office/drawing/2014/main" id="{EF275692-6987-CBEB-CCC8-ED4DD1F995D2}"/>
                </a:ext>
              </a:extLst>
            </p:cNvPr>
            <p:cNvSpPr/>
            <p:nvPr/>
          </p:nvSpPr>
          <p:spPr>
            <a:xfrm>
              <a:off x="7165144"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53" name="Freeform: Shape 3452">
              <a:extLst>
                <a:ext uri="{FF2B5EF4-FFF2-40B4-BE49-F238E27FC236}">
                  <a16:creationId xmlns:a16="http://schemas.microsoft.com/office/drawing/2014/main" id="{E7F6D2C9-8F4A-A3B4-5564-2D42AE43A570}"/>
                </a:ext>
              </a:extLst>
            </p:cNvPr>
            <p:cNvSpPr/>
            <p:nvPr/>
          </p:nvSpPr>
          <p:spPr>
            <a:xfrm>
              <a:off x="2366578"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54" name="Freeform: Shape 3453">
              <a:extLst>
                <a:ext uri="{FF2B5EF4-FFF2-40B4-BE49-F238E27FC236}">
                  <a16:creationId xmlns:a16="http://schemas.microsoft.com/office/drawing/2014/main" id="{C63B6E68-CD3F-F706-15C6-16F939827BA4}"/>
                </a:ext>
              </a:extLst>
            </p:cNvPr>
            <p:cNvSpPr/>
            <p:nvPr/>
          </p:nvSpPr>
          <p:spPr>
            <a:xfrm>
              <a:off x="2480790"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55" name="Freeform: Shape 3454">
              <a:extLst>
                <a:ext uri="{FF2B5EF4-FFF2-40B4-BE49-F238E27FC236}">
                  <a16:creationId xmlns:a16="http://schemas.microsoft.com/office/drawing/2014/main" id="{4DE6D3B4-6C28-E7D2-A506-419D43A48435}"/>
                </a:ext>
              </a:extLst>
            </p:cNvPr>
            <p:cNvSpPr/>
            <p:nvPr/>
          </p:nvSpPr>
          <p:spPr>
            <a:xfrm>
              <a:off x="2595046"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56" name="Freeform: Shape 3455">
              <a:extLst>
                <a:ext uri="{FF2B5EF4-FFF2-40B4-BE49-F238E27FC236}">
                  <a16:creationId xmlns:a16="http://schemas.microsoft.com/office/drawing/2014/main" id="{74B47677-88C2-F092-AF84-BE6F616739A6}"/>
                </a:ext>
              </a:extLst>
            </p:cNvPr>
            <p:cNvSpPr/>
            <p:nvPr/>
          </p:nvSpPr>
          <p:spPr>
            <a:xfrm>
              <a:off x="2709301"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57" name="Freeform: Shape 3456">
              <a:extLst>
                <a:ext uri="{FF2B5EF4-FFF2-40B4-BE49-F238E27FC236}">
                  <a16:creationId xmlns:a16="http://schemas.microsoft.com/office/drawing/2014/main" id="{ECA6037D-240D-5F7F-A546-1B61E6BFBF10}"/>
                </a:ext>
              </a:extLst>
            </p:cNvPr>
            <p:cNvSpPr/>
            <p:nvPr/>
          </p:nvSpPr>
          <p:spPr>
            <a:xfrm>
              <a:off x="2823557"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58" name="Freeform: Shape 3457">
              <a:extLst>
                <a:ext uri="{FF2B5EF4-FFF2-40B4-BE49-F238E27FC236}">
                  <a16:creationId xmlns:a16="http://schemas.microsoft.com/office/drawing/2014/main" id="{94F60A93-6433-9573-F7B2-EE297A6AAEA6}"/>
                </a:ext>
              </a:extLst>
            </p:cNvPr>
            <p:cNvSpPr/>
            <p:nvPr/>
          </p:nvSpPr>
          <p:spPr>
            <a:xfrm>
              <a:off x="2937813"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59" name="Freeform: Shape 3458">
              <a:extLst>
                <a:ext uri="{FF2B5EF4-FFF2-40B4-BE49-F238E27FC236}">
                  <a16:creationId xmlns:a16="http://schemas.microsoft.com/office/drawing/2014/main" id="{B614E1E1-3E74-8B60-D3D5-A0A6DCB4B901}"/>
                </a:ext>
              </a:extLst>
            </p:cNvPr>
            <p:cNvSpPr/>
            <p:nvPr/>
          </p:nvSpPr>
          <p:spPr>
            <a:xfrm>
              <a:off x="3052069"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60" name="Freeform: Shape 3459">
              <a:extLst>
                <a:ext uri="{FF2B5EF4-FFF2-40B4-BE49-F238E27FC236}">
                  <a16:creationId xmlns:a16="http://schemas.microsoft.com/office/drawing/2014/main" id="{76043E77-3ED7-A767-7D94-751E58632D0A}"/>
                </a:ext>
              </a:extLst>
            </p:cNvPr>
            <p:cNvSpPr/>
            <p:nvPr/>
          </p:nvSpPr>
          <p:spPr>
            <a:xfrm>
              <a:off x="3166325"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61" name="Freeform: Shape 3460">
              <a:extLst>
                <a:ext uri="{FF2B5EF4-FFF2-40B4-BE49-F238E27FC236}">
                  <a16:creationId xmlns:a16="http://schemas.microsoft.com/office/drawing/2014/main" id="{155F99E5-405C-982A-1406-0A1CF5DD5B59}"/>
                </a:ext>
              </a:extLst>
            </p:cNvPr>
            <p:cNvSpPr/>
            <p:nvPr/>
          </p:nvSpPr>
          <p:spPr>
            <a:xfrm>
              <a:off x="3280580"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62" name="Freeform: Shape 3461">
              <a:extLst>
                <a:ext uri="{FF2B5EF4-FFF2-40B4-BE49-F238E27FC236}">
                  <a16:creationId xmlns:a16="http://schemas.microsoft.com/office/drawing/2014/main" id="{763A31EC-D5CA-14FB-066F-D3AFFB4E53FF}"/>
                </a:ext>
              </a:extLst>
            </p:cNvPr>
            <p:cNvSpPr/>
            <p:nvPr/>
          </p:nvSpPr>
          <p:spPr>
            <a:xfrm>
              <a:off x="3394836"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63" name="Freeform: Shape 3462">
              <a:extLst>
                <a:ext uri="{FF2B5EF4-FFF2-40B4-BE49-F238E27FC236}">
                  <a16:creationId xmlns:a16="http://schemas.microsoft.com/office/drawing/2014/main" id="{A882044C-1267-B378-D29C-0D00AE873591}"/>
                </a:ext>
              </a:extLst>
            </p:cNvPr>
            <p:cNvSpPr/>
            <p:nvPr/>
          </p:nvSpPr>
          <p:spPr>
            <a:xfrm>
              <a:off x="3509092"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64" name="Freeform: Shape 3463">
              <a:extLst>
                <a:ext uri="{FF2B5EF4-FFF2-40B4-BE49-F238E27FC236}">
                  <a16:creationId xmlns:a16="http://schemas.microsoft.com/office/drawing/2014/main" id="{A915D8A1-6F40-91A8-52FE-8B1B19933763}"/>
                </a:ext>
              </a:extLst>
            </p:cNvPr>
            <p:cNvSpPr/>
            <p:nvPr/>
          </p:nvSpPr>
          <p:spPr>
            <a:xfrm>
              <a:off x="3623348"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65" name="Freeform: Shape 3464">
              <a:extLst>
                <a:ext uri="{FF2B5EF4-FFF2-40B4-BE49-F238E27FC236}">
                  <a16:creationId xmlns:a16="http://schemas.microsoft.com/office/drawing/2014/main" id="{66ED129A-BA20-45F4-1920-404856245B77}"/>
                </a:ext>
              </a:extLst>
            </p:cNvPr>
            <p:cNvSpPr/>
            <p:nvPr/>
          </p:nvSpPr>
          <p:spPr>
            <a:xfrm>
              <a:off x="3737603"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66" name="Freeform: Shape 3465">
              <a:extLst>
                <a:ext uri="{FF2B5EF4-FFF2-40B4-BE49-F238E27FC236}">
                  <a16:creationId xmlns:a16="http://schemas.microsoft.com/office/drawing/2014/main" id="{A1B9B4E3-38F7-6E1E-692C-783668B79EAD}"/>
                </a:ext>
              </a:extLst>
            </p:cNvPr>
            <p:cNvSpPr/>
            <p:nvPr/>
          </p:nvSpPr>
          <p:spPr>
            <a:xfrm>
              <a:off x="3851815"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67" name="Freeform: Shape 3466">
              <a:extLst>
                <a:ext uri="{FF2B5EF4-FFF2-40B4-BE49-F238E27FC236}">
                  <a16:creationId xmlns:a16="http://schemas.microsoft.com/office/drawing/2014/main" id="{9F18E0F3-55D6-4007-80E6-75040C13BB83}"/>
                </a:ext>
              </a:extLst>
            </p:cNvPr>
            <p:cNvSpPr/>
            <p:nvPr/>
          </p:nvSpPr>
          <p:spPr>
            <a:xfrm>
              <a:off x="3966071"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68" name="Freeform: Shape 3467">
              <a:extLst>
                <a:ext uri="{FF2B5EF4-FFF2-40B4-BE49-F238E27FC236}">
                  <a16:creationId xmlns:a16="http://schemas.microsoft.com/office/drawing/2014/main" id="{2A3E35B3-AA1D-0E0B-A455-803F41B83067}"/>
                </a:ext>
              </a:extLst>
            </p:cNvPr>
            <p:cNvSpPr/>
            <p:nvPr/>
          </p:nvSpPr>
          <p:spPr>
            <a:xfrm>
              <a:off x="4080327"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69" name="Freeform: Shape 3468">
              <a:extLst>
                <a:ext uri="{FF2B5EF4-FFF2-40B4-BE49-F238E27FC236}">
                  <a16:creationId xmlns:a16="http://schemas.microsoft.com/office/drawing/2014/main" id="{BCF3A400-B764-64AF-E4F6-15CAA4F34962}"/>
                </a:ext>
              </a:extLst>
            </p:cNvPr>
            <p:cNvSpPr/>
            <p:nvPr/>
          </p:nvSpPr>
          <p:spPr>
            <a:xfrm>
              <a:off x="4194582"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70" name="Freeform: Shape 3469">
              <a:extLst>
                <a:ext uri="{FF2B5EF4-FFF2-40B4-BE49-F238E27FC236}">
                  <a16:creationId xmlns:a16="http://schemas.microsoft.com/office/drawing/2014/main" id="{88A691D6-1A74-C454-3F1D-989A9CF89C00}"/>
                </a:ext>
              </a:extLst>
            </p:cNvPr>
            <p:cNvSpPr/>
            <p:nvPr/>
          </p:nvSpPr>
          <p:spPr>
            <a:xfrm>
              <a:off x="4308838"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71" name="Freeform: Shape 3470">
              <a:extLst>
                <a:ext uri="{FF2B5EF4-FFF2-40B4-BE49-F238E27FC236}">
                  <a16:creationId xmlns:a16="http://schemas.microsoft.com/office/drawing/2014/main" id="{B6F14BFC-0BE1-41CC-4AA2-DB17B0CE888B}"/>
                </a:ext>
              </a:extLst>
            </p:cNvPr>
            <p:cNvSpPr/>
            <p:nvPr/>
          </p:nvSpPr>
          <p:spPr>
            <a:xfrm>
              <a:off x="4423094"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72" name="Freeform: Shape 3471">
              <a:extLst>
                <a:ext uri="{FF2B5EF4-FFF2-40B4-BE49-F238E27FC236}">
                  <a16:creationId xmlns:a16="http://schemas.microsoft.com/office/drawing/2014/main" id="{6FAE8C5B-2EDC-CCD5-7C9D-91230A4FE8F2}"/>
                </a:ext>
              </a:extLst>
            </p:cNvPr>
            <p:cNvSpPr/>
            <p:nvPr/>
          </p:nvSpPr>
          <p:spPr>
            <a:xfrm>
              <a:off x="4537350"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73" name="Freeform: Shape 3472">
              <a:extLst>
                <a:ext uri="{FF2B5EF4-FFF2-40B4-BE49-F238E27FC236}">
                  <a16:creationId xmlns:a16="http://schemas.microsoft.com/office/drawing/2014/main" id="{7AB62FFD-3D50-68A9-4C5C-17DEB13D00C7}"/>
                </a:ext>
              </a:extLst>
            </p:cNvPr>
            <p:cNvSpPr/>
            <p:nvPr/>
          </p:nvSpPr>
          <p:spPr>
            <a:xfrm>
              <a:off x="4651605"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74" name="Freeform: Shape 3473">
              <a:extLst>
                <a:ext uri="{FF2B5EF4-FFF2-40B4-BE49-F238E27FC236}">
                  <a16:creationId xmlns:a16="http://schemas.microsoft.com/office/drawing/2014/main" id="{704E4E0A-99CC-F17A-07A8-6664179132ED}"/>
                </a:ext>
              </a:extLst>
            </p:cNvPr>
            <p:cNvSpPr/>
            <p:nvPr/>
          </p:nvSpPr>
          <p:spPr>
            <a:xfrm>
              <a:off x="4765861"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75" name="Freeform: Shape 3474">
              <a:extLst>
                <a:ext uri="{FF2B5EF4-FFF2-40B4-BE49-F238E27FC236}">
                  <a16:creationId xmlns:a16="http://schemas.microsoft.com/office/drawing/2014/main" id="{F66AE5D5-48A7-BA22-072B-4ECDD0E6203F}"/>
                </a:ext>
              </a:extLst>
            </p:cNvPr>
            <p:cNvSpPr/>
            <p:nvPr/>
          </p:nvSpPr>
          <p:spPr>
            <a:xfrm>
              <a:off x="4880117"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76" name="Freeform: Shape 3475">
              <a:extLst>
                <a:ext uri="{FF2B5EF4-FFF2-40B4-BE49-F238E27FC236}">
                  <a16:creationId xmlns:a16="http://schemas.microsoft.com/office/drawing/2014/main" id="{39D734BE-A21B-6A0E-13E2-9F7A7741F677}"/>
                </a:ext>
              </a:extLst>
            </p:cNvPr>
            <p:cNvSpPr/>
            <p:nvPr/>
          </p:nvSpPr>
          <p:spPr>
            <a:xfrm>
              <a:off x="4994373"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77" name="Freeform: Shape 3476">
              <a:extLst>
                <a:ext uri="{FF2B5EF4-FFF2-40B4-BE49-F238E27FC236}">
                  <a16:creationId xmlns:a16="http://schemas.microsoft.com/office/drawing/2014/main" id="{F5068CF0-4D39-CD1F-1C9D-47B1456A6837}"/>
                </a:ext>
              </a:extLst>
            </p:cNvPr>
            <p:cNvSpPr/>
            <p:nvPr/>
          </p:nvSpPr>
          <p:spPr>
            <a:xfrm>
              <a:off x="5108629"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78" name="Freeform: Shape 3477">
              <a:extLst>
                <a:ext uri="{FF2B5EF4-FFF2-40B4-BE49-F238E27FC236}">
                  <a16:creationId xmlns:a16="http://schemas.microsoft.com/office/drawing/2014/main" id="{DBE7C637-C83F-A73D-BBB4-A8ABBCAA4EE0}"/>
                </a:ext>
              </a:extLst>
            </p:cNvPr>
            <p:cNvSpPr/>
            <p:nvPr/>
          </p:nvSpPr>
          <p:spPr>
            <a:xfrm>
              <a:off x="5222840"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79" name="Freeform: Shape 3478">
              <a:extLst>
                <a:ext uri="{FF2B5EF4-FFF2-40B4-BE49-F238E27FC236}">
                  <a16:creationId xmlns:a16="http://schemas.microsoft.com/office/drawing/2014/main" id="{FBD3AD51-69E0-24BC-8798-0F2642A17FEB}"/>
                </a:ext>
              </a:extLst>
            </p:cNvPr>
            <p:cNvSpPr/>
            <p:nvPr/>
          </p:nvSpPr>
          <p:spPr>
            <a:xfrm>
              <a:off x="5337096"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80" name="Freeform: Shape 3479">
              <a:extLst>
                <a:ext uri="{FF2B5EF4-FFF2-40B4-BE49-F238E27FC236}">
                  <a16:creationId xmlns:a16="http://schemas.microsoft.com/office/drawing/2014/main" id="{38F06CDF-F783-A754-3D59-A0B742CD6A73}"/>
                </a:ext>
              </a:extLst>
            </p:cNvPr>
            <p:cNvSpPr/>
            <p:nvPr/>
          </p:nvSpPr>
          <p:spPr>
            <a:xfrm>
              <a:off x="5451352"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81" name="Freeform: Shape 3480">
              <a:extLst>
                <a:ext uri="{FF2B5EF4-FFF2-40B4-BE49-F238E27FC236}">
                  <a16:creationId xmlns:a16="http://schemas.microsoft.com/office/drawing/2014/main" id="{38202ADC-75B7-BFEC-92B5-95983915B063}"/>
                </a:ext>
              </a:extLst>
            </p:cNvPr>
            <p:cNvSpPr/>
            <p:nvPr/>
          </p:nvSpPr>
          <p:spPr>
            <a:xfrm>
              <a:off x="5565608"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82" name="Freeform: Shape 3481">
              <a:extLst>
                <a:ext uri="{FF2B5EF4-FFF2-40B4-BE49-F238E27FC236}">
                  <a16:creationId xmlns:a16="http://schemas.microsoft.com/office/drawing/2014/main" id="{370804EB-9B9A-DB8A-63FE-7BA106D9BFBE}"/>
                </a:ext>
              </a:extLst>
            </p:cNvPr>
            <p:cNvSpPr/>
            <p:nvPr/>
          </p:nvSpPr>
          <p:spPr>
            <a:xfrm>
              <a:off x="5679863"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83" name="Freeform: Shape 3482">
              <a:extLst>
                <a:ext uri="{FF2B5EF4-FFF2-40B4-BE49-F238E27FC236}">
                  <a16:creationId xmlns:a16="http://schemas.microsoft.com/office/drawing/2014/main" id="{4F3CC45B-44A7-301B-2522-72AB930DEA18}"/>
                </a:ext>
              </a:extLst>
            </p:cNvPr>
            <p:cNvSpPr/>
            <p:nvPr/>
          </p:nvSpPr>
          <p:spPr>
            <a:xfrm>
              <a:off x="5794119"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84" name="Freeform: Shape 3483">
              <a:extLst>
                <a:ext uri="{FF2B5EF4-FFF2-40B4-BE49-F238E27FC236}">
                  <a16:creationId xmlns:a16="http://schemas.microsoft.com/office/drawing/2014/main" id="{48A2AD35-D111-0044-B8FC-3F60B75C1340}"/>
                </a:ext>
              </a:extLst>
            </p:cNvPr>
            <p:cNvSpPr/>
            <p:nvPr/>
          </p:nvSpPr>
          <p:spPr>
            <a:xfrm>
              <a:off x="5908375"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85" name="Freeform: Shape 3484">
              <a:extLst>
                <a:ext uri="{FF2B5EF4-FFF2-40B4-BE49-F238E27FC236}">
                  <a16:creationId xmlns:a16="http://schemas.microsoft.com/office/drawing/2014/main" id="{28867F75-BC41-B5D0-3D82-E0266F51E5C8}"/>
                </a:ext>
              </a:extLst>
            </p:cNvPr>
            <p:cNvSpPr/>
            <p:nvPr/>
          </p:nvSpPr>
          <p:spPr>
            <a:xfrm>
              <a:off x="6022631"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86" name="Freeform: Shape 3485">
              <a:extLst>
                <a:ext uri="{FF2B5EF4-FFF2-40B4-BE49-F238E27FC236}">
                  <a16:creationId xmlns:a16="http://schemas.microsoft.com/office/drawing/2014/main" id="{39BAC072-0CF8-D49D-0EF2-AE7339FC1FCC}"/>
                </a:ext>
              </a:extLst>
            </p:cNvPr>
            <p:cNvSpPr/>
            <p:nvPr/>
          </p:nvSpPr>
          <p:spPr>
            <a:xfrm>
              <a:off x="6136886"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87" name="Freeform: Shape 3486">
              <a:extLst>
                <a:ext uri="{FF2B5EF4-FFF2-40B4-BE49-F238E27FC236}">
                  <a16:creationId xmlns:a16="http://schemas.microsoft.com/office/drawing/2014/main" id="{0DE20A59-B059-9236-52F8-E97844348EC4}"/>
                </a:ext>
              </a:extLst>
            </p:cNvPr>
            <p:cNvSpPr/>
            <p:nvPr/>
          </p:nvSpPr>
          <p:spPr>
            <a:xfrm>
              <a:off x="6251142"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88" name="Freeform: Shape 3487">
              <a:extLst>
                <a:ext uri="{FF2B5EF4-FFF2-40B4-BE49-F238E27FC236}">
                  <a16:creationId xmlns:a16="http://schemas.microsoft.com/office/drawing/2014/main" id="{429CCC8D-FCB1-E3D9-2B42-B05322AD9AC3}"/>
                </a:ext>
              </a:extLst>
            </p:cNvPr>
            <p:cNvSpPr/>
            <p:nvPr/>
          </p:nvSpPr>
          <p:spPr>
            <a:xfrm>
              <a:off x="6365398"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89" name="Freeform: Shape 3488">
              <a:extLst>
                <a:ext uri="{FF2B5EF4-FFF2-40B4-BE49-F238E27FC236}">
                  <a16:creationId xmlns:a16="http://schemas.microsoft.com/office/drawing/2014/main" id="{8ABFD512-337E-5B4B-689D-A0A32FE76053}"/>
                </a:ext>
              </a:extLst>
            </p:cNvPr>
            <p:cNvSpPr/>
            <p:nvPr/>
          </p:nvSpPr>
          <p:spPr>
            <a:xfrm>
              <a:off x="6479610"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90" name="Freeform: Shape 3489">
              <a:extLst>
                <a:ext uri="{FF2B5EF4-FFF2-40B4-BE49-F238E27FC236}">
                  <a16:creationId xmlns:a16="http://schemas.microsoft.com/office/drawing/2014/main" id="{69A444B3-6427-3D2F-CDC5-E80B1107714F}"/>
                </a:ext>
              </a:extLst>
            </p:cNvPr>
            <p:cNvSpPr/>
            <p:nvPr/>
          </p:nvSpPr>
          <p:spPr>
            <a:xfrm>
              <a:off x="6593865"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91" name="Freeform: Shape 3490">
              <a:extLst>
                <a:ext uri="{FF2B5EF4-FFF2-40B4-BE49-F238E27FC236}">
                  <a16:creationId xmlns:a16="http://schemas.microsoft.com/office/drawing/2014/main" id="{E6E84C7D-407A-714A-7AFF-A3D71CFD7601}"/>
                </a:ext>
              </a:extLst>
            </p:cNvPr>
            <p:cNvSpPr/>
            <p:nvPr/>
          </p:nvSpPr>
          <p:spPr>
            <a:xfrm>
              <a:off x="6708121" y="571672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92" name="Freeform: Shape 3491">
              <a:extLst>
                <a:ext uri="{FF2B5EF4-FFF2-40B4-BE49-F238E27FC236}">
                  <a16:creationId xmlns:a16="http://schemas.microsoft.com/office/drawing/2014/main" id="{03EBCA85-ACA5-2DAF-6070-5B9C7A98AF5C}"/>
                </a:ext>
              </a:extLst>
            </p:cNvPr>
            <p:cNvSpPr/>
            <p:nvPr/>
          </p:nvSpPr>
          <p:spPr>
            <a:xfrm>
              <a:off x="6822377"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93" name="Freeform: Shape 3492">
              <a:extLst>
                <a:ext uri="{FF2B5EF4-FFF2-40B4-BE49-F238E27FC236}">
                  <a16:creationId xmlns:a16="http://schemas.microsoft.com/office/drawing/2014/main" id="{F7EE7DEE-71D4-E6D4-BC61-826132DB7262}"/>
                </a:ext>
              </a:extLst>
            </p:cNvPr>
            <p:cNvSpPr/>
            <p:nvPr/>
          </p:nvSpPr>
          <p:spPr>
            <a:xfrm>
              <a:off x="6936633"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94" name="Freeform: Shape 3493">
              <a:extLst>
                <a:ext uri="{FF2B5EF4-FFF2-40B4-BE49-F238E27FC236}">
                  <a16:creationId xmlns:a16="http://schemas.microsoft.com/office/drawing/2014/main" id="{3BBD18A7-B182-DE81-E3CC-C5EA72ED2672}"/>
                </a:ext>
              </a:extLst>
            </p:cNvPr>
            <p:cNvSpPr/>
            <p:nvPr/>
          </p:nvSpPr>
          <p:spPr>
            <a:xfrm>
              <a:off x="7050888" y="571672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95" name="Freeform: Shape 3494">
              <a:extLst>
                <a:ext uri="{FF2B5EF4-FFF2-40B4-BE49-F238E27FC236}">
                  <a16:creationId xmlns:a16="http://schemas.microsoft.com/office/drawing/2014/main" id="{86F607E1-EF89-22FC-1343-3181188B2AE8}"/>
                </a:ext>
              </a:extLst>
            </p:cNvPr>
            <p:cNvSpPr/>
            <p:nvPr/>
          </p:nvSpPr>
          <p:spPr>
            <a:xfrm>
              <a:off x="7165144"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96" name="Freeform: Shape 3495">
              <a:extLst>
                <a:ext uri="{FF2B5EF4-FFF2-40B4-BE49-F238E27FC236}">
                  <a16:creationId xmlns:a16="http://schemas.microsoft.com/office/drawing/2014/main" id="{8E591059-3966-6F6C-4A88-3541D42BB4D0}"/>
                </a:ext>
              </a:extLst>
            </p:cNvPr>
            <p:cNvSpPr/>
            <p:nvPr/>
          </p:nvSpPr>
          <p:spPr>
            <a:xfrm>
              <a:off x="2366578"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97" name="Freeform: Shape 3496">
              <a:extLst>
                <a:ext uri="{FF2B5EF4-FFF2-40B4-BE49-F238E27FC236}">
                  <a16:creationId xmlns:a16="http://schemas.microsoft.com/office/drawing/2014/main" id="{56855555-223C-9C62-2740-A8EEED667FFB}"/>
                </a:ext>
              </a:extLst>
            </p:cNvPr>
            <p:cNvSpPr/>
            <p:nvPr/>
          </p:nvSpPr>
          <p:spPr>
            <a:xfrm>
              <a:off x="2480790"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98" name="Freeform: Shape 3497">
              <a:extLst>
                <a:ext uri="{FF2B5EF4-FFF2-40B4-BE49-F238E27FC236}">
                  <a16:creationId xmlns:a16="http://schemas.microsoft.com/office/drawing/2014/main" id="{3AE68BF3-CA9C-A08D-0FBA-4952D5958F76}"/>
                </a:ext>
              </a:extLst>
            </p:cNvPr>
            <p:cNvSpPr/>
            <p:nvPr/>
          </p:nvSpPr>
          <p:spPr>
            <a:xfrm>
              <a:off x="2595046"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499" name="Freeform: Shape 3498">
              <a:extLst>
                <a:ext uri="{FF2B5EF4-FFF2-40B4-BE49-F238E27FC236}">
                  <a16:creationId xmlns:a16="http://schemas.microsoft.com/office/drawing/2014/main" id="{F4D65758-1205-57BD-4279-90C64C0C914E}"/>
                </a:ext>
              </a:extLst>
            </p:cNvPr>
            <p:cNvSpPr/>
            <p:nvPr/>
          </p:nvSpPr>
          <p:spPr>
            <a:xfrm>
              <a:off x="2709301"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00" name="Freeform: Shape 3499">
              <a:extLst>
                <a:ext uri="{FF2B5EF4-FFF2-40B4-BE49-F238E27FC236}">
                  <a16:creationId xmlns:a16="http://schemas.microsoft.com/office/drawing/2014/main" id="{74904054-CBE9-D854-A7E1-C0865242B459}"/>
                </a:ext>
              </a:extLst>
            </p:cNvPr>
            <p:cNvSpPr/>
            <p:nvPr/>
          </p:nvSpPr>
          <p:spPr>
            <a:xfrm>
              <a:off x="2823557"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01" name="Freeform: Shape 3500">
              <a:extLst>
                <a:ext uri="{FF2B5EF4-FFF2-40B4-BE49-F238E27FC236}">
                  <a16:creationId xmlns:a16="http://schemas.microsoft.com/office/drawing/2014/main" id="{C72A527D-8B4C-5159-2A5A-4714E01580C4}"/>
                </a:ext>
              </a:extLst>
            </p:cNvPr>
            <p:cNvSpPr/>
            <p:nvPr/>
          </p:nvSpPr>
          <p:spPr>
            <a:xfrm>
              <a:off x="2937813"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02" name="Freeform: Shape 3501">
              <a:extLst>
                <a:ext uri="{FF2B5EF4-FFF2-40B4-BE49-F238E27FC236}">
                  <a16:creationId xmlns:a16="http://schemas.microsoft.com/office/drawing/2014/main" id="{ECAA6B38-EF13-689F-9075-76C4E0B00298}"/>
                </a:ext>
              </a:extLst>
            </p:cNvPr>
            <p:cNvSpPr/>
            <p:nvPr/>
          </p:nvSpPr>
          <p:spPr>
            <a:xfrm>
              <a:off x="3052069"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03" name="Freeform: Shape 3502">
              <a:extLst>
                <a:ext uri="{FF2B5EF4-FFF2-40B4-BE49-F238E27FC236}">
                  <a16:creationId xmlns:a16="http://schemas.microsoft.com/office/drawing/2014/main" id="{7701A63C-233F-898F-BBF5-C4FFC4E661B3}"/>
                </a:ext>
              </a:extLst>
            </p:cNvPr>
            <p:cNvSpPr/>
            <p:nvPr/>
          </p:nvSpPr>
          <p:spPr>
            <a:xfrm>
              <a:off x="3166325"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04" name="Freeform: Shape 3503">
              <a:extLst>
                <a:ext uri="{FF2B5EF4-FFF2-40B4-BE49-F238E27FC236}">
                  <a16:creationId xmlns:a16="http://schemas.microsoft.com/office/drawing/2014/main" id="{64978698-77F3-EF05-A806-92B56F656697}"/>
                </a:ext>
              </a:extLst>
            </p:cNvPr>
            <p:cNvSpPr/>
            <p:nvPr/>
          </p:nvSpPr>
          <p:spPr>
            <a:xfrm>
              <a:off x="3280580"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05" name="Freeform: Shape 3504">
              <a:extLst>
                <a:ext uri="{FF2B5EF4-FFF2-40B4-BE49-F238E27FC236}">
                  <a16:creationId xmlns:a16="http://schemas.microsoft.com/office/drawing/2014/main" id="{1E848D90-9859-17DE-7236-846010646297}"/>
                </a:ext>
              </a:extLst>
            </p:cNvPr>
            <p:cNvSpPr/>
            <p:nvPr/>
          </p:nvSpPr>
          <p:spPr>
            <a:xfrm>
              <a:off x="3394836"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06" name="Freeform: Shape 3505">
              <a:extLst>
                <a:ext uri="{FF2B5EF4-FFF2-40B4-BE49-F238E27FC236}">
                  <a16:creationId xmlns:a16="http://schemas.microsoft.com/office/drawing/2014/main" id="{913F17FA-2572-F7E0-3047-C46FB9F31F3F}"/>
                </a:ext>
              </a:extLst>
            </p:cNvPr>
            <p:cNvSpPr/>
            <p:nvPr/>
          </p:nvSpPr>
          <p:spPr>
            <a:xfrm>
              <a:off x="3509092"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07" name="Freeform: Shape 3506">
              <a:extLst>
                <a:ext uri="{FF2B5EF4-FFF2-40B4-BE49-F238E27FC236}">
                  <a16:creationId xmlns:a16="http://schemas.microsoft.com/office/drawing/2014/main" id="{60F10DB9-B971-AE0E-F01E-2C94DEFBADD5}"/>
                </a:ext>
              </a:extLst>
            </p:cNvPr>
            <p:cNvSpPr/>
            <p:nvPr/>
          </p:nvSpPr>
          <p:spPr>
            <a:xfrm>
              <a:off x="3623348"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08" name="Freeform: Shape 3507">
              <a:extLst>
                <a:ext uri="{FF2B5EF4-FFF2-40B4-BE49-F238E27FC236}">
                  <a16:creationId xmlns:a16="http://schemas.microsoft.com/office/drawing/2014/main" id="{7DFB79AE-3169-8F65-F9B9-5774500E8683}"/>
                </a:ext>
              </a:extLst>
            </p:cNvPr>
            <p:cNvSpPr/>
            <p:nvPr/>
          </p:nvSpPr>
          <p:spPr>
            <a:xfrm>
              <a:off x="3737603"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09" name="Freeform: Shape 3508">
              <a:extLst>
                <a:ext uri="{FF2B5EF4-FFF2-40B4-BE49-F238E27FC236}">
                  <a16:creationId xmlns:a16="http://schemas.microsoft.com/office/drawing/2014/main" id="{EB4E9BF1-08BC-58E5-50AA-1E7EEECB2BF3}"/>
                </a:ext>
              </a:extLst>
            </p:cNvPr>
            <p:cNvSpPr/>
            <p:nvPr/>
          </p:nvSpPr>
          <p:spPr>
            <a:xfrm>
              <a:off x="3851815"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10" name="Freeform: Shape 3509">
              <a:extLst>
                <a:ext uri="{FF2B5EF4-FFF2-40B4-BE49-F238E27FC236}">
                  <a16:creationId xmlns:a16="http://schemas.microsoft.com/office/drawing/2014/main" id="{2518DDE1-805A-2E10-B7FC-F047F2E0D2C9}"/>
                </a:ext>
              </a:extLst>
            </p:cNvPr>
            <p:cNvSpPr/>
            <p:nvPr/>
          </p:nvSpPr>
          <p:spPr>
            <a:xfrm>
              <a:off x="3966071"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11" name="Freeform: Shape 3510">
              <a:extLst>
                <a:ext uri="{FF2B5EF4-FFF2-40B4-BE49-F238E27FC236}">
                  <a16:creationId xmlns:a16="http://schemas.microsoft.com/office/drawing/2014/main" id="{3F94183E-69D8-51D8-640C-DA03363E8C98}"/>
                </a:ext>
              </a:extLst>
            </p:cNvPr>
            <p:cNvSpPr/>
            <p:nvPr/>
          </p:nvSpPr>
          <p:spPr>
            <a:xfrm>
              <a:off x="4080327"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12" name="Freeform: Shape 3511">
              <a:extLst>
                <a:ext uri="{FF2B5EF4-FFF2-40B4-BE49-F238E27FC236}">
                  <a16:creationId xmlns:a16="http://schemas.microsoft.com/office/drawing/2014/main" id="{08078304-C0B8-84E3-6555-108C91100668}"/>
                </a:ext>
              </a:extLst>
            </p:cNvPr>
            <p:cNvSpPr/>
            <p:nvPr/>
          </p:nvSpPr>
          <p:spPr>
            <a:xfrm>
              <a:off x="4194582"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13" name="Freeform: Shape 3512">
              <a:extLst>
                <a:ext uri="{FF2B5EF4-FFF2-40B4-BE49-F238E27FC236}">
                  <a16:creationId xmlns:a16="http://schemas.microsoft.com/office/drawing/2014/main" id="{6A30BD98-56AF-7DE7-46E3-48112C137EFD}"/>
                </a:ext>
              </a:extLst>
            </p:cNvPr>
            <p:cNvSpPr/>
            <p:nvPr/>
          </p:nvSpPr>
          <p:spPr>
            <a:xfrm>
              <a:off x="4308838"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14" name="Freeform: Shape 3513">
              <a:extLst>
                <a:ext uri="{FF2B5EF4-FFF2-40B4-BE49-F238E27FC236}">
                  <a16:creationId xmlns:a16="http://schemas.microsoft.com/office/drawing/2014/main" id="{F485B709-AB8C-9CDB-9F88-AB592B70D50A}"/>
                </a:ext>
              </a:extLst>
            </p:cNvPr>
            <p:cNvSpPr/>
            <p:nvPr/>
          </p:nvSpPr>
          <p:spPr>
            <a:xfrm>
              <a:off x="4423094"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15" name="Freeform: Shape 3514">
              <a:extLst>
                <a:ext uri="{FF2B5EF4-FFF2-40B4-BE49-F238E27FC236}">
                  <a16:creationId xmlns:a16="http://schemas.microsoft.com/office/drawing/2014/main" id="{AE8B875B-84B5-E3ED-163A-F06B8FC11F5F}"/>
                </a:ext>
              </a:extLst>
            </p:cNvPr>
            <p:cNvSpPr/>
            <p:nvPr/>
          </p:nvSpPr>
          <p:spPr>
            <a:xfrm>
              <a:off x="4537350"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16" name="Freeform: Shape 3515">
              <a:extLst>
                <a:ext uri="{FF2B5EF4-FFF2-40B4-BE49-F238E27FC236}">
                  <a16:creationId xmlns:a16="http://schemas.microsoft.com/office/drawing/2014/main" id="{1C8A2941-9F43-83FA-B2CE-1F0C7CAD4F7C}"/>
                </a:ext>
              </a:extLst>
            </p:cNvPr>
            <p:cNvSpPr/>
            <p:nvPr/>
          </p:nvSpPr>
          <p:spPr>
            <a:xfrm>
              <a:off x="4651605"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17" name="Freeform: Shape 3516">
              <a:extLst>
                <a:ext uri="{FF2B5EF4-FFF2-40B4-BE49-F238E27FC236}">
                  <a16:creationId xmlns:a16="http://schemas.microsoft.com/office/drawing/2014/main" id="{9869CEB7-7047-AC44-9EC4-BA23331C4F47}"/>
                </a:ext>
              </a:extLst>
            </p:cNvPr>
            <p:cNvSpPr/>
            <p:nvPr/>
          </p:nvSpPr>
          <p:spPr>
            <a:xfrm>
              <a:off x="4765861"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18" name="Freeform: Shape 3517">
              <a:extLst>
                <a:ext uri="{FF2B5EF4-FFF2-40B4-BE49-F238E27FC236}">
                  <a16:creationId xmlns:a16="http://schemas.microsoft.com/office/drawing/2014/main" id="{4C9520C7-288A-2E41-41FB-3AC9E4065F7D}"/>
                </a:ext>
              </a:extLst>
            </p:cNvPr>
            <p:cNvSpPr/>
            <p:nvPr/>
          </p:nvSpPr>
          <p:spPr>
            <a:xfrm>
              <a:off x="4880117"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19" name="Freeform: Shape 3518">
              <a:extLst>
                <a:ext uri="{FF2B5EF4-FFF2-40B4-BE49-F238E27FC236}">
                  <a16:creationId xmlns:a16="http://schemas.microsoft.com/office/drawing/2014/main" id="{2494BB6F-F3C0-B16D-1B0A-83C44E1AAC0B}"/>
                </a:ext>
              </a:extLst>
            </p:cNvPr>
            <p:cNvSpPr/>
            <p:nvPr/>
          </p:nvSpPr>
          <p:spPr>
            <a:xfrm>
              <a:off x="4994373"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20" name="Freeform: Shape 3519">
              <a:extLst>
                <a:ext uri="{FF2B5EF4-FFF2-40B4-BE49-F238E27FC236}">
                  <a16:creationId xmlns:a16="http://schemas.microsoft.com/office/drawing/2014/main" id="{0A0AD1EB-EE27-D98A-4C6D-ED2DCFB7D347}"/>
                </a:ext>
              </a:extLst>
            </p:cNvPr>
            <p:cNvSpPr/>
            <p:nvPr/>
          </p:nvSpPr>
          <p:spPr>
            <a:xfrm>
              <a:off x="5108629"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21" name="Freeform: Shape 3520">
              <a:extLst>
                <a:ext uri="{FF2B5EF4-FFF2-40B4-BE49-F238E27FC236}">
                  <a16:creationId xmlns:a16="http://schemas.microsoft.com/office/drawing/2014/main" id="{03B1EE1D-CA70-D2D5-6D5A-CFCD08607933}"/>
                </a:ext>
              </a:extLst>
            </p:cNvPr>
            <p:cNvSpPr/>
            <p:nvPr/>
          </p:nvSpPr>
          <p:spPr>
            <a:xfrm>
              <a:off x="5222840"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22" name="Freeform: Shape 3521">
              <a:extLst>
                <a:ext uri="{FF2B5EF4-FFF2-40B4-BE49-F238E27FC236}">
                  <a16:creationId xmlns:a16="http://schemas.microsoft.com/office/drawing/2014/main" id="{FF4931DF-EA0A-FFA4-351B-416CEF1E9E11}"/>
                </a:ext>
              </a:extLst>
            </p:cNvPr>
            <p:cNvSpPr/>
            <p:nvPr/>
          </p:nvSpPr>
          <p:spPr>
            <a:xfrm>
              <a:off x="5337096"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23" name="Freeform: Shape 3522">
              <a:extLst>
                <a:ext uri="{FF2B5EF4-FFF2-40B4-BE49-F238E27FC236}">
                  <a16:creationId xmlns:a16="http://schemas.microsoft.com/office/drawing/2014/main" id="{E246C7AB-B339-40BF-7385-C8DC6D5E0B59}"/>
                </a:ext>
              </a:extLst>
            </p:cNvPr>
            <p:cNvSpPr/>
            <p:nvPr/>
          </p:nvSpPr>
          <p:spPr>
            <a:xfrm>
              <a:off x="5451352"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24" name="Freeform: Shape 3523">
              <a:extLst>
                <a:ext uri="{FF2B5EF4-FFF2-40B4-BE49-F238E27FC236}">
                  <a16:creationId xmlns:a16="http://schemas.microsoft.com/office/drawing/2014/main" id="{41ED7567-EB1E-3A6F-BC47-6EA0BCCCA71F}"/>
                </a:ext>
              </a:extLst>
            </p:cNvPr>
            <p:cNvSpPr/>
            <p:nvPr/>
          </p:nvSpPr>
          <p:spPr>
            <a:xfrm>
              <a:off x="5565608"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25" name="Freeform: Shape 3524">
              <a:extLst>
                <a:ext uri="{FF2B5EF4-FFF2-40B4-BE49-F238E27FC236}">
                  <a16:creationId xmlns:a16="http://schemas.microsoft.com/office/drawing/2014/main" id="{06231428-08FE-2A42-66A7-AE2609474B29}"/>
                </a:ext>
              </a:extLst>
            </p:cNvPr>
            <p:cNvSpPr/>
            <p:nvPr/>
          </p:nvSpPr>
          <p:spPr>
            <a:xfrm>
              <a:off x="5679863"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26" name="Freeform: Shape 3525">
              <a:extLst>
                <a:ext uri="{FF2B5EF4-FFF2-40B4-BE49-F238E27FC236}">
                  <a16:creationId xmlns:a16="http://schemas.microsoft.com/office/drawing/2014/main" id="{5DCC0CEB-9631-ED63-6782-55C73BEB5464}"/>
                </a:ext>
              </a:extLst>
            </p:cNvPr>
            <p:cNvSpPr/>
            <p:nvPr/>
          </p:nvSpPr>
          <p:spPr>
            <a:xfrm>
              <a:off x="5794119"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27" name="Freeform: Shape 3526">
              <a:extLst>
                <a:ext uri="{FF2B5EF4-FFF2-40B4-BE49-F238E27FC236}">
                  <a16:creationId xmlns:a16="http://schemas.microsoft.com/office/drawing/2014/main" id="{8249420D-41BA-51BE-508D-753D67A047AC}"/>
                </a:ext>
              </a:extLst>
            </p:cNvPr>
            <p:cNvSpPr/>
            <p:nvPr/>
          </p:nvSpPr>
          <p:spPr>
            <a:xfrm>
              <a:off x="5908375"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28" name="Freeform: Shape 3527">
              <a:extLst>
                <a:ext uri="{FF2B5EF4-FFF2-40B4-BE49-F238E27FC236}">
                  <a16:creationId xmlns:a16="http://schemas.microsoft.com/office/drawing/2014/main" id="{1DE491C1-BA2B-4334-5700-DB4F14F9311B}"/>
                </a:ext>
              </a:extLst>
            </p:cNvPr>
            <p:cNvSpPr/>
            <p:nvPr/>
          </p:nvSpPr>
          <p:spPr>
            <a:xfrm>
              <a:off x="6022631"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29" name="Freeform: Shape 3528">
              <a:extLst>
                <a:ext uri="{FF2B5EF4-FFF2-40B4-BE49-F238E27FC236}">
                  <a16:creationId xmlns:a16="http://schemas.microsoft.com/office/drawing/2014/main" id="{62733ACF-253D-EEDB-E25B-9809945D144A}"/>
                </a:ext>
              </a:extLst>
            </p:cNvPr>
            <p:cNvSpPr/>
            <p:nvPr/>
          </p:nvSpPr>
          <p:spPr>
            <a:xfrm>
              <a:off x="6136886"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30" name="Freeform: Shape 3529">
              <a:extLst>
                <a:ext uri="{FF2B5EF4-FFF2-40B4-BE49-F238E27FC236}">
                  <a16:creationId xmlns:a16="http://schemas.microsoft.com/office/drawing/2014/main" id="{2A794B52-FE03-1838-C3D3-98EB720EF06F}"/>
                </a:ext>
              </a:extLst>
            </p:cNvPr>
            <p:cNvSpPr/>
            <p:nvPr/>
          </p:nvSpPr>
          <p:spPr>
            <a:xfrm>
              <a:off x="6251142"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31" name="Freeform: Shape 3530">
              <a:extLst>
                <a:ext uri="{FF2B5EF4-FFF2-40B4-BE49-F238E27FC236}">
                  <a16:creationId xmlns:a16="http://schemas.microsoft.com/office/drawing/2014/main" id="{A4E523CD-B7E1-FC8C-3BC2-2C168DCBD827}"/>
                </a:ext>
              </a:extLst>
            </p:cNvPr>
            <p:cNvSpPr/>
            <p:nvPr/>
          </p:nvSpPr>
          <p:spPr>
            <a:xfrm>
              <a:off x="6365398"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32" name="Freeform: Shape 3531">
              <a:extLst>
                <a:ext uri="{FF2B5EF4-FFF2-40B4-BE49-F238E27FC236}">
                  <a16:creationId xmlns:a16="http://schemas.microsoft.com/office/drawing/2014/main" id="{A1B337A6-E61B-9704-DCEF-E0DEFD69085B}"/>
                </a:ext>
              </a:extLst>
            </p:cNvPr>
            <p:cNvSpPr/>
            <p:nvPr/>
          </p:nvSpPr>
          <p:spPr>
            <a:xfrm>
              <a:off x="6479610"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33" name="Freeform: Shape 3532">
              <a:extLst>
                <a:ext uri="{FF2B5EF4-FFF2-40B4-BE49-F238E27FC236}">
                  <a16:creationId xmlns:a16="http://schemas.microsoft.com/office/drawing/2014/main" id="{65A0C28A-75AB-3F98-5B27-3B04994060A6}"/>
                </a:ext>
              </a:extLst>
            </p:cNvPr>
            <p:cNvSpPr/>
            <p:nvPr/>
          </p:nvSpPr>
          <p:spPr>
            <a:xfrm>
              <a:off x="6593865"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34" name="Freeform: Shape 3533">
              <a:extLst>
                <a:ext uri="{FF2B5EF4-FFF2-40B4-BE49-F238E27FC236}">
                  <a16:creationId xmlns:a16="http://schemas.microsoft.com/office/drawing/2014/main" id="{425763A6-CFB1-4E58-B34E-F19E88AB942C}"/>
                </a:ext>
              </a:extLst>
            </p:cNvPr>
            <p:cNvSpPr/>
            <p:nvPr/>
          </p:nvSpPr>
          <p:spPr>
            <a:xfrm>
              <a:off x="6708121" y="583098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35" name="Freeform: Shape 3534">
              <a:extLst>
                <a:ext uri="{FF2B5EF4-FFF2-40B4-BE49-F238E27FC236}">
                  <a16:creationId xmlns:a16="http://schemas.microsoft.com/office/drawing/2014/main" id="{3D6A531A-76EC-3707-D627-C393A5BAD758}"/>
                </a:ext>
              </a:extLst>
            </p:cNvPr>
            <p:cNvSpPr/>
            <p:nvPr/>
          </p:nvSpPr>
          <p:spPr>
            <a:xfrm>
              <a:off x="6822377"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36" name="Freeform: Shape 3535">
              <a:extLst>
                <a:ext uri="{FF2B5EF4-FFF2-40B4-BE49-F238E27FC236}">
                  <a16:creationId xmlns:a16="http://schemas.microsoft.com/office/drawing/2014/main" id="{BB07E5A9-BBDE-94B0-E549-1B5307E330CE}"/>
                </a:ext>
              </a:extLst>
            </p:cNvPr>
            <p:cNvSpPr/>
            <p:nvPr/>
          </p:nvSpPr>
          <p:spPr>
            <a:xfrm>
              <a:off x="6936633"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37" name="Freeform: Shape 3536">
              <a:extLst>
                <a:ext uri="{FF2B5EF4-FFF2-40B4-BE49-F238E27FC236}">
                  <a16:creationId xmlns:a16="http://schemas.microsoft.com/office/drawing/2014/main" id="{6E453307-3BF6-E6E5-048E-80922C81C127}"/>
                </a:ext>
              </a:extLst>
            </p:cNvPr>
            <p:cNvSpPr/>
            <p:nvPr/>
          </p:nvSpPr>
          <p:spPr>
            <a:xfrm>
              <a:off x="7050888" y="583098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38" name="Freeform: Shape 3537">
              <a:extLst>
                <a:ext uri="{FF2B5EF4-FFF2-40B4-BE49-F238E27FC236}">
                  <a16:creationId xmlns:a16="http://schemas.microsoft.com/office/drawing/2014/main" id="{DEF03D78-6142-8390-B074-272B921A9B4A}"/>
                </a:ext>
              </a:extLst>
            </p:cNvPr>
            <p:cNvSpPr/>
            <p:nvPr/>
          </p:nvSpPr>
          <p:spPr>
            <a:xfrm>
              <a:off x="7165144"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39" name="Freeform: Shape 3538">
              <a:extLst>
                <a:ext uri="{FF2B5EF4-FFF2-40B4-BE49-F238E27FC236}">
                  <a16:creationId xmlns:a16="http://schemas.microsoft.com/office/drawing/2014/main" id="{972B88DE-8456-D011-8721-28C7D433259C}"/>
                </a:ext>
              </a:extLst>
            </p:cNvPr>
            <p:cNvSpPr/>
            <p:nvPr/>
          </p:nvSpPr>
          <p:spPr>
            <a:xfrm>
              <a:off x="2366578"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40" name="Freeform: Shape 3539">
              <a:extLst>
                <a:ext uri="{FF2B5EF4-FFF2-40B4-BE49-F238E27FC236}">
                  <a16:creationId xmlns:a16="http://schemas.microsoft.com/office/drawing/2014/main" id="{D895F861-988B-C8BE-12EF-304F19D0A936}"/>
                </a:ext>
              </a:extLst>
            </p:cNvPr>
            <p:cNvSpPr/>
            <p:nvPr/>
          </p:nvSpPr>
          <p:spPr>
            <a:xfrm>
              <a:off x="2480790"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41" name="Freeform: Shape 3540">
              <a:extLst>
                <a:ext uri="{FF2B5EF4-FFF2-40B4-BE49-F238E27FC236}">
                  <a16:creationId xmlns:a16="http://schemas.microsoft.com/office/drawing/2014/main" id="{C53A9464-BD30-DE76-371B-1894FDA525AE}"/>
                </a:ext>
              </a:extLst>
            </p:cNvPr>
            <p:cNvSpPr/>
            <p:nvPr/>
          </p:nvSpPr>
          <p:spPr>
            <a:xfrm>
              <a:off x="2595046"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42" name="Freeform: Shape 3541">
              <a:extLst>
                <a:ext uri="{FF2B5EF4-FFF2-40B4-BE49-F238E27FC236}">
                  <a16:creationId xmlns:a16="http://schemas.microsoft.com/office/drawing/2014/main" id="{42A6F042-5146-F5B5-E41F-DD23613D2A49}"/>
                </a:ext>
              </a:extLst>
            </p:cNvPr>
            <p:cNvSpPr/>
            <p:nvPr/>
          </p:nvSpPr>
          <p:spPr>
            <a:xfrm>
              <a:off x="2709301"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43" name="Freeform: Shape 3542">
              <a:extLst>
                <a:ext uri="{FF2B5EF4-FFF2-40B4-BE49-F238E27FC236}">
                  <a16:creationId xmlns:a16="http://schemas.microsoft.com/office/drawing/2014/main" id="{45A9F77B-DA04-D060-7B1B-E59451CC107C}"/>
                </a:ext>
              </a:extLst>
            </p:cNvPr>
            <p:cNvSpPr/>
            <p:nvPr/>
          </p:nvSpPr>
          <p:spPr>
            <a:xfrm>
              <a:off x="2823557"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44" name="Freeform: Shape 3543">
              <a:extLst>
                <a:ext uri="{FF2B5EF4-FFF2-40B4-BE49-F238E27FC236}">
                  <a16:creationId xmlns:a16="http://schemas.microsoft.com/office/drawing/2014/main" id="{8E24037F-D2EB-B48B-CA7C-F9101675CEED}"/>
                </a:ext>
              </a:extLst>
            </p:cNvPr>
            <p:cNvSpPr/>
            <p:nvPr/>
          </p:nvSpPr>
          <p:spPr>
            <a:xfrm>
              <a:off x="2937813"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45" name="Freeform: Shape 3544">
              <a:extLst>
                <a:ext uri="{FF2B5EF4-FFF2-40B4-BE49-F238E27FC236}">
                  <a16:creationId xmlns:a16="http://schemas.microsoft.com/office/drawing/2014/main" id="{DDC6E90D-0B09-1758-D672-C8457593CF21}"/>
                </a:ext>
              </a:extLst>
            </p:cNvPr>
            <p:cNvSpPr/>
            <p:nvPr/>
          </p:nvSpPr>
          <p:spPr>
            <a:xfrm>
              <a:off x="3052069"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46" name="Freeform: Shape 3545">
              <a:extLst>
                <a:ext uri="{FF2B5EF4-FFF2-40B4-BE49-F238E27FC236}">
                  <a16:creationId xmlns:a16="http://schemas.microsoft.com/office/drawing/2014/main" id="{77870709-FCF2-FCD5-5659-9B0F5E0486DF}"/>
                </a:ext>
              </a:extLst>
            </p:cNvPr>
            <p:cNvSpPr/>
            <p:nvPr/>
          </p:nvSpPr>
          <p:spPr>
            <a:xfrm>
              <a:off x="3166325"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47" name="Freeform: Shape 3546">
              <a:extLst>
                <a:ext uri="{FF2B5EF4-FFF2-40B4-BE49-F238E27FC236}">
                  <a16:creationId xmlns:a16="http://schemas.microsoft.com/office/drawing/2014/main" id="{7BDA7205-2540-0C12-6F5C-59B1F07BE2F3}"/>
                </a:ext>
              </a:extLst>
            </p:cNvPr>
            <p:cNvSpPr/>
            <p:nvPr/>
          </p:nvSpPr>
          <p:spPr>
            <a:xfrm>
              <a:off x="3280580"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48" name="Freeform: Shape 3547">
              <a:extLst>
                <a:ext uri="{FF2B5EF4-FFF2-40B4-BE49-F238E27FC236}">
                  <a16:creationId xmlns:a16="http://schemas.microsoft.com/office/drawing/2014/main" id="{1A66C0F4-EEE1-047B-3981-4F42F07E69B1}"/>
                </a:ext>
              </a:extLst>
            </p:cNvPr>
            <p:cNvSpPr/>
            <p:nvPr/>
          </p:nvSpPr>
          <p:spPr>
            <a:xfrm>
              <a:off x="3394836"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49" name="Freeform: Shape 3548">
              <a:extLst>
                <a:ext uri="{FF2B5EF4-FFF2-40B4-BE49-F238E27FC236}">
                  <a16:creationId xmlns:a16="http://schemas.microsoft.com/office/drawing/2014/main" id="{B5DDC815-3CBE-CBE9-FBC0-228BFBA1FE89}"/>
                </a:ext>
              </a:extLst>
            </p:cNvPr>
            <p:cNvSpPr/>
            <p:nvPr/>
          </p:nvSpPr>
          <p:spPr>
            <a:xfrm>
              <a:off x="3509092"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50" name="Freeform: Shape 3549">
              <a:extLst>
                <a:ext uri="{FF2B5EF4-FFF2-40B4-BE49-F238E27FC236}">
                  <a16:creationId xmlns:a16="http://schemas.microsoft.com/office/drawing/2014/main" id="{96438A9A-AB9E-9096-6A52-0AEEFC74779D}"/>
                </a:ext>
              </a:extLst>
            </p:cNvPr>
            <p:cNvSpPr/>
            <p:nvPr/>
          </p:nvSpPr>
          <p:spPr>
            <a:xfrm>
              <a:off x="3623348"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51" name="Freeform: Shape 3550">
              <a:extLst>
                <a:ext uri="{FF2B5EF4-FFF2-40B4-BE49-F238E27FC236}">
                  <a16:creationId xmlns:a16="http://schemas.microsoft.com/office/drawing/2014/main" id="{7AE609D5-5D63-7D5F-A8C5-95AC61285C99}"/>
                </a:ext>
              </a:extLst>
            </p:cNvPr>
            <p:cNvSpPr/>
            <p:nvPr/>
          </p:nvSpPr>
          <p:spPr>
            <a:xfrm>
              <a:off x="3737603"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52" name="Freeform: Shape 3551">
              <a:extLst>
                <a:ext uri="{FF2B5EF4-FFF2-40B4-BE49-F238E27FC236}">
                  <a16:creationId xmlns:a16="http://schemas.microsoft.com/office/drawing/2014/main" id="{C87A77ED-54F9-33C2-3455-772A45A1DE76}"/>
                </a:ext>
              </a:extLst>
            </p:cNvPr>
            <p:cNvSpPr/>
            <p:nvPr/>
          </p:nvSpPr>
          <p:spPr>
            <a:xfrm>
              <a:off x="3851815"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53" name="Freeform: Shape 3552">
              <a:extLst>
                <a:ext uri="{FF2B5EF4-FFF2-40B4-BE49-F238E27FC236}">
                  <a16:creationId xmlns:a16="http://schemas.microsoft.com/office/drawing/2014/main" id="{3E292611-EB4B-E082-9A2B-03AF1ECC8001}"/>
                </a:ext>
              </a:extLst>
            </p:cNvPr>
            <p:cNvSpPr/>
            <p:nvPr/>
          </p:nvSpPr>
          <p:spPr>
            <a:xfrm>
              <a:off x="3966071"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54" name="Freeform: Shape 3553">
              <a:extLst>
                <a:ext uri="{FF2B5EF4-FFF2-40B4-BE49-F238E27FC236}">
                  <a16:creationId xmlns:a16="http://schemas.microsoft.com/office/drawing/2014/main" id="{00FE1503-CA5F-B513-FCCC-10C55DB1437E}"/>
                </a:ext>
              </a:extLst>
            </p:cNvPr>
            <p:cNvSpPr/>
            <p:nvPr/>
          </p:nvSpPr>
          <p:spPr>
            <a:xfrm>
              <a:off x="4080327"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55" name="Freeform: Shape 3554">
              <a:extLst>
                <a:ext uri="{FF2B5EF4-FFF2-40B4-BE49-F238E27FC236}">
                  <a16:creationId xmlns:a16="http://schemas.microsoft.com/office/drawing/2014/main" id="{9E3B30E6-594E-7ED2-A3FD-6E2B0E673D62}"/>
                </a:ext>
              </a:extLst>
            </p:cNvPr>
            <p:cNvSpPr/>
            <p:nvPr/>
          </p:nvSpPr>
          <p:spPr>
            <a:xfrm>
              <a:off x="4194582"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56" name="Freeform: Shape 3555">
              <a:extLst>
                <a:ext uri="{FF2B5EF4-FFF2-40B4-BE49-F238E27FC236}">
                  <a16:creationId xmlns:a16="http://schemas.microsoft.com/office/drawing/2014/main" id="{21CA53F3-B8D4-848C-BC80-8224FA72A99D}"/>
                </a:ext>
              </a:extLst>
            </p:cNvPr>
            <p:cNvSpPr/>
            <p:nvPr/>
          </p:nvSpPr>
          <p:spPr>
            <a:xfrm>
              <a:off x="4308838"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57" name="Freeform: Shape 3556">
              <a:extLst>
                <a:ext uri="{FF2B5EF4-FFF2-40B4-BE49-F238E27FC236}">
                  <a16:creationId xmlns:a16="http://schemas.microsoft.com/office/drawing/2014/main" id="{77B625DB-AB8B-9680-F1D3-DD874FCAD690}"/>
                </a:ext>
              </a:extLst>
            </p:cNvPr>
            <p:cNvSpPr/>
            <p:nvPr/>
          </p:nvSpPr>
          <p:spPr>
            <a:xfrm>
              <a:off x="4423094"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58" name="Freeform: Shape 3557">
              <a:extLst>
                <a:ext uri="{FF2B5EF4-FFF2-40B4-BE49-F238E27FC236}">
                  <a16:creationId xmlns:a16="http://schemas.microsoft.com/office/drawing/2014/main" id="{7D6A554B-1402-B534-13F7-794B31A84EFB}"/>
                </a:ext>
              </a:extLst>
            </p:cNvPr>
            <p:cNvSpPr/>
            <p:nvPr/>
          </p:nvSpPr>
          <p:spPr>
            <a:xfrm>
              <a:off x="4537350"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59" name="Freeform: Shape 3558">
              <a:extLst>
                <a:ext uri="{FF2B5EF4-FFF2-40B4-BE49-F238E27FC236}">
                  <a16:creationId xmlns:a16="http://schemas.microsoft.com/office/drawing/2014/main" id="{BDEC0457-755B-BF6F-6AB0-91DE2B7C6AAC}"/>
                </a:ext>
              </a:extLst>
            </p:cNvPr>
            <p:cNvSpPr/>
            <p:nvPr/>
          </p:nvSpPr>
          <p:spPr>
            <a:xfrm>
              <a:off x="4651605"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60" name="Freeform: Shape 3559">
              <a:extLst>
                <a:ext uri="{FF2B5EF4-FFF2-40B4-BE49-F238E27FC236}">
                  <a16:creationId xmlns:a16="http://schemas.microsoft.com/office/drawing/2014/main" id="{A984F7CA-8566-6C21-C0C1-15C3758DF791}"/>
                </a:ext>
              </a:extLst>
            </p:cNvPr>
            <p:cNvSpPr/>
            <p:nvPr/>
          </p:nvSpPr>
          <p:spPr>
            <a:xfrm>
              <a:off x="4765861"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61" name="Freeform: Shape 3560">
              <a:extLst>
                <a:ext uri="{FF2B5EF4-FFF2-40B4-BE49-F238E27FC236}">
                  <a16:creationId xmlns:a16="http://schemas.microsoft.com/office/drawing/2014/main" id="{C98EE62B-A5B7-7AFC-BC0A-40FD18C53499}"/>
                </a:ext>
              </a:extLst>
            </p:cNvPr>
            <p:cNvSpPr/>
            <p:nvPr/>
          </p:nvSpPr>
          <p:spPr>
            <a:xfrm>
              <a:off x="4880117"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62" name="Freeform: Shape 3561">
              <a:extLst>
                <a:ext uri="{FF2B5EF4-FFF2-40B4-BE49-F238E27FC236}">
                  <a16:creationId xmlns:a16="http://schemas.microsoft.com/office/drawing/2014/main" id="{CD54A045-DF97-1642-B103-766DDC922441}"/>
                </a:ext>
              </a:extLst>
            </p:cNvPr>
            <p:cNvSpPr/>
            <p:nvPr/>
          </p:nvSpPr>
          <p:spPr>
            <a:xfrm>
              <a:off x="4994373"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63" name="Freeform: Shape 3562">
              <a:extLst>
                <a:ext uri="{FF2B5EF4-FFF2-40B4-BE49-F238E27FC236}">
                  <a16:creationId xmlns:a16="http://schemas.microsoft.com/office/drawing/2014/main" id="{E85FF9CC-8C83-7428-AA1B-27D151668BBF}"/>
                </a:ext>
              </a:extLst>
            </p:cNvPr>
            <p:cNvSpPr/>
            <p:nvPr/>
          </p:nvSpPr>
          <p:spPr>
            <a:xfrm>
              <a:off x="5108629"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64" name="Freeform: Shape 3563">
              <a:extLst>
                <a:ext uri="{FF2B5EF4-FFF2-40B4-BE49-F238E27FC236}">
                  <a16:creationId xmlns:a16="http://schemas.microsoft.com/office/drawing/2014/main" id="{2B39A830-54E4-FD8F-84AD-43CF1F9DDCF8}"/>
                </a:ext>
              </a:extLst>
            </p:cNvPr>
            <p:cNvSpPr/>
            <p:nvPr/>
          </p:nvSpPr>
          <p:spPr>
            <a:xfrm>
              <a:off x="5222840"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65" name="Freeform: Shape 3564">
              <a:extLst>
                <a:ext uri="{FF2B5EF4-FFF2-40B4-BE49-F238E27FC236}">
                  <a16:creationId xmlns:a16="http://schemas.microsoft.com/office/drawing/2014/main" id="{F6ED2550-E306-CB63-9540-81B7E9C8A365}"/>
                </a:ext>
              </a:extLst>
            </p:cNvPr>
            <p:cNvSpPr/>
            <p:nvPr/>
          </p:nvSpPr>
          <p:spPr>
            <a:xfrm>
              <a:off x="5337096"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66" name="Freeform: Shape 3565">
              <a:extLst>
                <a:ext uri="{FF2B5EF4-FFF2-40B4-BE49-F238E27FC236}">
                  <a16:creationId xmlns:a16="http://schemas.microsoft.com/office/drawing/2014/main" id="{218C74C8-41D0-D719-0660-C9D7358A4D32}"/>
                </a:ext>
              </a:extLst>
            </p:cNvPr>
            <p:cNvSpPr/>
            <p:nvPr/>
          </p:nvSpPr>
          <p:spPr>
            <a:xfrm>
              <a:off x="5451352"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67" name="Freeform: Shape 3566">
              <a:extLst>
                <a:ext uri="{FF2B5EF4-FFF2-40B4-BE49-F238E27FC236}">
                  <a16:creationId xmlns:a16="http://schemas.microsoft.com/office/drawing/2014/main" id="{4B2B37F1-4155-446F-BF72-4A41FE370D20}"/>
                </a:ext>
              </a:extLst>
            </p:cNvPr>
            <p:cNvSpPr/>
            <p:nvPr/>
          </p:nvSpPr>
          <p:spPr>
            <a:xfrm>
              <a:off x="5565608"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68" name="Freeform: Shape 3567">
              <a:extLst>
                <a:ext uri="{FF2B5EF4-FFF2-40B4-BE49-F238E27FC236}">
                  <a16:creationId xmlns:a16="http://schemas.microsoft.com/office/drawing/2014/main" id="{FA32032B-A669-1B0C-1F65-8A200802B2B1}"/>
                </a:ext>
              </a:extLst>
            </p:cNvPr>
            <p:cNvSpPr/>
            <p:nvPr/>
          </p:nvSpPr>
          <p:spPr>
            <a:xfrm>
              <a:off x="5679863"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69" name="Freeform: Shape 3568">
              <a:extLst>
                <a:ext uri="{FF2B5EF4-FFF2-40B4-BE49-F238E27FC236}">
                  <a16:creationId xmlns:a16="http://schemas.microsoft.com/office/drawing/2014/main" id="{06FA5BDE-95C9-36BD-324E-4BF8EF4A07B7}"/>
                </a:ext>
              </a:extLst>
            </p:cNvPr>
            <p:cNvSpPr/>
            <p:nvPr/>
          </p:nvSpPr>
          <p:spPr>
            <a:xfrm>
              <a:off x="5794119"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70" name="Freeform: Shape 3569">
              <a:extLst>
                <a:ext uri="{FF2B5EF4-FFF2-40B4-BE49-F238E27FC236}">
                  <a16:creationId xmlns:a16="http://schemas.microsoft.com/office/drawing/2014/main" id="{D41D0BAF-4CE3-7670-EE18-06B052969B8D}"/>
                </a:ext>
              </a:extLst>
            </p:cNvPr>
            <p:cNvSpPr/>
            <p:nvPr/>
          </p:nvSpPr>
          <p:spPr>
            <a:xfrm>
              <a:off x="5908375"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71" name="Freeform: Shape 3570">
              <a:extLst>
                <a:ext uri="{FF2B5EF4-FFF2-40B4-BE49-F238E27FC236}">
                  <a16:creationId xmlns:a16="http://schemas.microsoft.com/office/drawing/2014/main" id="{637A0E70-C539-BEA4-22DB-AA5D537DB637}"/>
                </a:ext>
              </a:extLst>
            </p:cNvPr>
            <p:cNvSpPr/>
            <p:nvPr/>
          </p:nvSpPr>
          <p:spPr>
            <a:xfrm>
              <a:off x="6022631"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72" name="Freeform: Shape 3571">
              <a:extLst>
                <a:ext uri="{FF2B5EF4-FFF2-40B4-BE49-F238E27FC236}">
                  <a16:creationId xmlns:a16="http://schemas.microsoft.com/office/drawing/2014/main" id="{FCDFC179-4196-257B-B7E5-E1556203E962}"/>
                </a:ext>
              </a:extLst>
            </p:cNvPr>
            <p:cNvSpPr/>
            <p:nvPr/>
          </p:nvSpPr>
          <p:spPr>
            <a:xfrm>
              <a:off x="6136886"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73" name="Freeform: Shape 3572">
              <a:extLst>
                <a:ext uri="{FF2B5EF4-FFF2-40B4-BE49-F238E27FC236}">
                  <a16:creationId xmlns:a16="http://schemas.microsoft.com/office/drawing/2014/main" id="{C46CCFFE-FFDC-9145-DF0C-986F72F5CB59}"/>
                </a:ext>
              </a:extLst>
            </p:cNvPr>
            <p:cNvSpPr/>
            <p:nvPr/>
          </p:nvSpPr>
          <p:spPr>
            <a:xfrm>
              <a:off x="6251142"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74" name="Freeform: Shape 3573">
              <a:extLst>
                <a:ext uri="{FF2B5EF4-FFF2-40B4-BE49-F238E27FC236}">
                  <a16:creationId xmlns:a16="http://schemas.microsoft.com/office/drawing/2014/main" id="{D0C74AEB-D63B-37EA-7A33-73CCCA555046}"/>
                </a:ext>
              </a:extLst>
            </p:cNvPr>
            <p:cNvSpPr/>
            <p:nvPr/>
          </p:nvSpPr>
          <p:spPr>
            <a:xfrm>
              <a:off x="6365398"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75" name="Freeform: Shape 3574">
              <a:extLst>
                <a:ext uri="{FF2B5EF4-FFF2-40B4-BE49-F238E27FC236}">
                  <a16:creationId xmlns:a16="http://schemas.microsoft.com/office/drawing/2014/main" id="{EBB34D0F-004D-AF52-1F47-C8B3ECB35DC1}"/>
                </a:ext>
              </a:extLst>
            </p:cNvPr>
            <p:cNvSpPr/>
            <p:nvPr/>
          </p:nvSpPr>
          <p:spPr>
            <a:xfrm>
              <a:off x="6479610"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76" name="Freeform: Shape 3575">
              <a:extLst>
                <a:ext uri="{FF2B5EF4-FFF2-40B4-BE49-F238E27FC236}">
                  <a16:creationId xmlns:a16="http://schemas.microsoft.com/office/drawing/2014/main" id="{CCB16243-704B-79C2-2A06-226AB706F2DD}"/>
                </a:ext>
              </a:extLst>
            </p:cNvPr>
            <p:cNvSpPr/>
            <p:nvPr/>
          </p:nvSpPr>
          <p:spPr>
            <a:xfrm>
              <a:off x="6593865"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77" name="Freeform: Shape 3576">
              <a:extLst>
                <a:ext uri="{FF2B5EF4-FFF2-40B4-BE49-F238E27FC236}">
                  <a16:creationId xmlns:a16="http://schemas.microsoft.com/office/drawing/2014/main" id="{5017CDE1-2A28-093E-70A9-B9294F6DC340}"/>
                </a:ext>
              </a:extLst>
            </p:cNvPr>
            <p:cNvSpPr/>
            <p:nvPr/>
          </p:nvSpPr>
          <p:spPr>
            <a:xfrm>
              <a:off x="6708121" y="594523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78" name="Freeform: Shape 3577">
              <a:extLst>
                <a:ext uri="{FF2B5EF4-FFF2-40B4-BE49-F238E27FC236}">
                  <a16:creationId xmlns:a16="http://schemas.microsoft.com/office/drawing/2014/main" id="{23D1798F-EE5D-4D41-7D96-C04CE59D130B}"/>
                </a:ext>
              </a:extLst>
            </p:cNvPr>
            <p:cNvSpPr/>
            <p:nvPr/>
          </p:nvSpPr>
          <p:spPr>
            <a:xfrm>
              <a:off x="6822377"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79" name="Freeform: Shape 3578">
              <a:extLst>
                <a:ext uri="{FF2B5EF4-FFF2-40B4-BE49-F238E27FC236}">
                  <a16:creationId xmlns:a16="http://schemas.microsoft.com/office/drawing/2014/main" id="{D4CA310D-6BC3-0B1B-300B-E9E23A542945}"/>
                </a:ext>
              </a:extLst>
            </p:cNvPr>
            <p:cNvSpPr/>
            <p:nvPr/>
          </p:nvSpPr>
          <p:spPr>
            <a:xfrm>
              <a:off x="6936633"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80" name="Freeform: Shape 3579">
              <a:extLst>
                <a:ext uri="{FF2B5EF4-FFF2-40B4-BE49-F238E27FC236}">
                  <a16:creationId xmlns:a16="http://schemas.microsoft.com/office/drawing/2014/main" id="{E2050E2A-19A7-93C9-116B-B648249F1892}"/>
                </a:ext>
              </a:extLst>
            </p:cNvPr>
            <p:cNvSpPr/>
            <p:nvPr/>
          </p:nvSpPr>
          <p:spPr>
            <a:xfrm>
              <a:off x="7050888" y="594523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81" name="Freeform: Shape 3580">
              <a:extLst>
                <a:ext uri="{FF2B5EF4-FFF2-40B4-BE49-F238E27FC236}">
                  <a16:creationId xmlns:a16="http://schemas.microsoft.com/office/drawing/2014/main" id="{9635C6F5-4A86-5893-0DF1-4F00497D73F2}"/>
                </a:ext>
              </a:extLst>
            </p:cNvPr>
            <p:cNvSpPr/>
            <p:nvPr/>
          </p:nvSpPr>
          <p:spPr>
            <a:xfrm>
              <a:off x="7165144"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582" name="Freeform: Shape 3581">
              <a:extLst>
                <a:ext uri="{FF2B5EF4-FFF2-40B4-BE49-F238E27FC236}">
                  <a16:creationId xmlns:a16="http://schemas.microsoft.com/office/drawing/2014/main" id="{AD97BD8E-7266-C176-9402-CCC8221923A7}"/>
                </a:ext>
              </a:extLst>
            </p:cNvPr>
            <p:cNvSpPr/>
            <p:nvPr/>
          </p:nvSpPr>
          <p:spPr>
            <a:xfrm>
              <a:off x="2366578"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83" name="Freeform: Shape 3582">
              <a:extLst>
                <a:ext uri="{FF2B5EF4-FFF2-40B4-BE49-F238E27FC236}">
                  <a16:creationId xmlns:a16="http://schemas.microsoft.com/office/drawing/2014/main" id="{3605C04E-6A07-B01D-9261-206E2974FFA8}"/>
                </a:ext>
              </a:extLst>
            </p:cNvPr>
            <p:cNvSpPr/>
            <p:nvPr/>
          </p:nvSpPr>
          <p:spPr>
            <a:xfrm>
              <a:off x="2480790"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84" name="Freeform: Shape 3583">
              <a:extLst>
                <a:ext uri="{FF2B5EF4-FFF2-40B4-BE49-F238E27FC236}">
                  <a16:creationId xmlns:a16="http://schemas.microsoft.com/office/drawing/2014/main" id="{A691964C-6136-C1DF-E68B-C1B5DC1E970B}"/>
                </a:ext>
              </a:extLst>
            </p:cNvPr>
            <p:cNvSpPr/>
            <p:nvPr/>
          </p:nvSpPr>
          <p:spPr>
            <a:xfrm>
              <a:off x="2595046"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85" name="Freeform: Shape 3584">
              <a:extLst>
                <a:ext uri="{FF2B5EF4-FFF2-40B4-BE49-F238E27FC236}">
                  <a16:creationId xmlns:a16="http://schemas.microsoft.com/office/drawing/2014/main" id="{0ABE43B1-991F-3C16-62FB-C6E7A8599D08}"/>
                </a:ext>
              </a:extLst>
            </p:cNvPr>
            <p:cNvSpPr/>
            <p:nvPr/>
          </p:nvSpPr>
          <p:spPr>
            <a:xfrm>
              <a:off x="2709301"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86" name="Freeform: Shape 3585">
              <a:extLst>
                <a:ext uri="{FF2B5EF4-FFF2-40B4-BE49-F238E27FC236}">
                  <a16:creationId xmlns:a16="http://schemas.microsoft.com/office/drawing/2014/main" id="{AD7D93DD-E5E1-F286-1547-ABDA0A9D19D2}"/>
                </a:ext>
              </a:extLst>
            </p:cNvPr>
            <p:cNvSpPr/>
            <p:nvPr/>
          </p:nvSpPr>
          <p:spPr>
            <a:xfrm>
              <a:off x="2823557"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87" name="Freeform: Shape 3586">
              <a:extLst>
                <a:ext uri="{FF2B5EF4-FFF2-40B4-BE49-F238E27FC236}">
                  <a16:creationId xmlns:a16="http://schemas.microsoft.com/office/drawing/2014/main" id="{ED80F5FD-A111-613E-145A-42E281EB3AE7}"/>
                </a:ext>
              </a:extLst>
            </p:cNvPr>
            <p:cNvSpPr/>
            <p:nvPr/>
          </p:nvSpPr>
          <p:spPr>
            <a:xfrm>
              <a:off x="2937813"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88" name="Freeform: Shape 3587">
              <a:extLst>
                <a:ext uri="{FF2B5EF4-FFF2-40B4-BE49-F238E27FC236}">
                  <a16:creationId xmlns:a16="http://schemas.microsoft.com/office/drawing/2014/main" id="{0C2400C0-4470-3EC9-CD68-C1D20FC19A1E}"/>
                </a:ext>
              </a:extLst>
            </p:cNvPr>
            <p:cNvSpPr/>
            <p:nvPr/>
          </p:nvSpPr>
          <p:spPr>
            <a:xfrm>
              <a:off x="3052069"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89" name="Freeform: Shape 3588">
              <a:extLst>
                <a:ext uri="{FF2B5EF4-FFF2-40B4-BE49-F238E27FC236}">
                  <a16:creationId xmlns:a16="http://schemas.microsoft.com/office/drawing/2014/main" id="{4B7682E7-8183-33D1-EDB5-782FECE11656}"/>
                </a:ext>
              </a:extLst>
            </p:cNvPr>
            <p:cNvSpPr/>
            <p:nvPr/>
          </p:nvSpPr>
          <p:spPr>
            <a:xfrm>
              <a:off x="3166325"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90" name="Freeform: Shape 3589">
              <a:extLst>
                <a:ext uri="{FF2B5EF4-FFF2-40B4-BE49-F238E27FC236}">
                  <a16:creationId xmlns:a16="http://schemas.microsoft.com/office/drawing/2014/main" id="{964A44E4-473F-2DF1-477A-E0132B40F92A}"/>
                </a:ext>
              </a:extLst>
            </p:cNvPr>
            <p:cNvSpPr/>
            <p:nvPr/>
          </p:nvSpPr>
          <p:spPr>
            <a:xfrm>
              <a:off x="3280580"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91" name="Freeform: Shape 3590">
              <a:extLst>
                <a:ext uri="{FF2B5EF4-FFF2-40B4-BE49-F238E27FC236}">
                  <a16:creationId xmlns:a16="http://schemas.microsoft.com/office/drawing/2014/main" id="{374F5C5A-0F90-B60D-EC59-561007FD55FD}"/>
                </a:ext>
              </a:extLst>
            </p:cNvPr>
            <p:cNvSpPr/>
            <p:nvPr/>
          </p:nvSpPr>
          <p:spPr>
            <a:xfrm>
              <a:off x="3394836"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92" name="Freeform: Shape 3591">
              <a:extLst>
                <a:ext uri="{FF2B5EF4-FFF2-40B4-BE49-F238E27FC236}">
                  <a16:creationId xmlns:a16="http://schemas.microsoft.com/office/drawing/2014/main" id="{4B29C9D2-C09E-1A4C-A596-3DA5CB647384}"/>
                </a:ext>
              </a:extLst>
            </p:cNvPr>
            <p:cNvSpPr/>
            <p:nvPr/>
          </p:nvSpPr>
          <p:spPr>
            <a:xfrm>
              <a:off x="3509092"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93" name="Freeform: Shape 3592">
              <a:extLst>
                <a:ext uri="{FF2B5EF4-FFF2-40B4-BE49-F238E27FC236}">
                  <a16:creationId xmlns:a16="http://schemas.microsoft.com/office/drawing/2014/main" id="{24C0351C-8840-C83B-0B97-6E3457FCFA83}"/>
                </a:ext>
              </a:extLst>
            </p:cNvPr>
            <p:cNvSpPr/>
            <p:nvPr/>
          </p:nvSpPr>
          <p:spPr>
            <a:xfrm>
              <a:off x="3623348"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94" name="Freeform: Shape 3593">
              <a:extLst>
                <a:ext uri="{FF2B5EF4-FFF2-40B4-BE49-F238E27FC236}">
                  <a16:creationId xmlns:a16="http://schemas.microsoft.com/office/drawing/2014/main" id="{8FF4197C-A2F3-4452-ADF5-E58B2B361A38}"/>
                </a:ext>
              </a:extLst>
            </p:cNvPr>
            <p:cNvSpPr/>
            <p:nvPr/>
          </p:nvSpPr>
          <p:spPr>
            <a:xfrm>
              <a:off x="3737603"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95" name="Freeform: Shape 3594">
              <a:extLst>
                <a:ext uri="{FF2B5EF4-FFF2-40B4-BE49-F238E27FC236}">
                  <a16:creationId xmlns:a16="http://schemas.microsoft.com/office/drawing/2014/main" id="{77B85D9E-BC52-D5C3-718B-27725B04C8B4}"/>
                </a:ext>
              </a:extLst>
            </p:cNvPr>
            <p:cNvSpPr/>
            <p:nvPr/>
          </p:nvSpPr>
          <p:spPr>
            <a:xfrm>
              <a:off x="3851815"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96" name="Freeform: Shape 3595">
              <a:extLst>
                <a:ext uri="{FF2B5EF4-FFF2-40B4-BE49-F238E27FC236}">
                  <a16:creationId xmlns:a16="http://schemas.microsoft.com/office/drawing/2014/main" id="{7641E26F-B771-DEF8-CABE-438DCBB720EA}"/>
                </a:ext>
              </a:extLst>
            </p:cNvPr>
            <p:cNvSpPr/>
            <p:nvPr/>
          </p:nvSpPr>
          <p:spPr>
            <a:xfrm>
              <a:off x="3966071"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97" name="Freeform: Shape 3596">
              <a:extLst>
                <a:ext uri="{FF2B5EF4-FFF2-40B4-BE49-F238E27FC236}">
                  <a16:creationId xmlns:a16="http://schemas.microsoft.com/office/drawing/2014/main" id="{910B5B5C-FF27-D149-D439-393992466E10}"/>
                </a:ext>
              </a:extLst>
            </p:cNvPr>
            <p:cNvSpPr/>
            <p:nvPr/>
          </p:nvSpPr>
          <p:spPr>
            <a:xfrm>
              <a:off x="4080327"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98" name="Freeform: Shape 3597">
              <a:extLst>
                <a:ext uri="{FF2B5EF4-FFF2-40B4-BE49-F238E27FC236}">
                  <a16:creationId xmlns:a16="http://schemas.microsoft.com/office/drawing/2014/main" id="{02136E50-E562-0427-7716-AC7945E03EE7}"/>
                </a:ext>
              </a:extLst>
            </p:cNvPr>
            <p:cNvSpPr/>
            <p:nvPr/>
          </p:nvSpPr>
          <p:spPr>
            <a:xfrm>
              <a:off x="4194582"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599" name="Freeform: Shape 3598">
              <a:extLst>
                <a:ext uri="{FF2B5EF4-FFF2-40B4-BE49-F238E27FC236}">
                  <a16:creationId xmlns:a16="http://schemas.microsoft.com/office/drawing/2014/main" id="{64C5F7CC-CF73-EDC8-0FA8-D33FC3F1FBE4}"/>
                </a:ext>
              </a:extLst>
            </p:cNvPr>
            <p:cNvSpPr/>
            <p:nvPr/>
          </p:nvSpPr>
          <p:spPr>
            <a:xfrm>
              <a:off x="4308838"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00" name="Freeform: Shape 3599">
              <a:extLst>
                <a:ext uri="{FF2B5EF4-FFF2-40B4-BE49-F238E27FC236}">
                  <a16:creationId xmlns:a16="http://schemas.microsoft.com/office/drawing/2014/main" id="{5DE64443-FA17-3DC2-A906-B160424768B4}"/>
                </a:ext>
              </a:extLst>
            </p:cNvPr>
            <p:cNvSpPr/>
            <p:nvPr/>
          </p:nvSpPr>
          <p:spPr>
            <a:xfrm>
              <a:off x="4423094"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01" name="Freeform: Shape 3600">
              <a:extLst>
                <a:ext uri="{FF2B5EF4-FFF2-40B4-BE49-F238E27FC236}">
                  <a16:creationId xmlns:a16="http://schemas.microsoft.com/office/drawing/2014/main" id="{BD35D8B1-19A2-C7B8-C1F1-C6D4429F2102}"/>
                </a:ext>
              </a:extLst>
            </p:cNvPr>
            <p:cNvSpPr/>
            <p:nvPr/>
          </p:nvSpPr>
          <p:spPr>
            <a:xfrm>
              <a:off x="4537350"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02" name="Freeform: Shape 3601">
              <a:extLst>
                <a:ext uri="{FF2B5EF4-FFF2-40B4-BE49-F238E27FC236}">
                  <a16:creationId xmlns:a16="http://schemas.microsoft.com/office/drawing/2014/main" id="{C0C7F8F6-71BC-C8E7-D5DC-7DFFF150DDDD}"/>
                </a:ext>
              </a:extLst>
            </p:cNvPr>
            <p:cNvSpPr/>
            <p:nvPr/>
          </p:nvSpPr>
          <p:spPr>
            <a:xfrm>
              <a:off x="4651605"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03" name="Freeform: Shape 3602">
              <a:extLst>
                <a:ext uri="{FF2B5EF4-FFF2-40B4-BE49-F238E27FC236}">
                  <a16:creationId xmlns:a16="http://schemas.microsoft.com/office/drawing/2014/main" id="{51C2FE4F-5991-40E9-177D-AF60BB0C2B81}"/>
                </a:ext>
              </a:extLst>
            </p:cNvPr>
            <p:cNvSpPr/>
            <p:nvPr/>
          </p:nvSpPr>
          <p:spPr>
            <a:xfrm>
              <a:off x="4765861"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04" name="Freeform: Shape 3603">
              <a:extLst>
                <a:ext uri="{FF2B5EF4-FFF2-40B4-BE49-F238E27FC236}">
                  <a16:creationId xmlns:a16="http://schemas.microsoft.com/office/drawing/2014/main" id="{1EB5A6F2-23F6-E405-6987-DDD855F5BCC5}"/>
                </a:ext>
              </a:extLst>
            </p:cNvPr>
            <p:cNvSpPr/>
            <p:nvPr/>
          </p:nvSpPr>
          <p:spPr>
            <a:xfrm>
              <a:off x="4880117"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05" name="Freeform: Shape 3604">
              <a:extLst>
                <a:ext uri="{FF2B5EF4-FFF2-40B4-BE49-F238E27FC236}">
                  <a16:creationId xmlns:a16="http://schemas.microsoft.com/office/drawing/2014/main" id="{CB1A0222-7DB5-4D28-C637-2F3D4E134067}"/>
                </a:ext>
              </a:extLst>
            </p:cNvPr>
            <p:cNvSpPr/>
            <p:nvPr/>
          </p:nvSpPr>
          <p:spPr>
            <a:xfrm>
              <a:off x="4994373"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06" name="Freeform: Shape 3605">
              <a:extLst>
                <a:ext uri="{FF2B5EF4-FFF2-40B4-BE49-F238E27FC236}">
                  <a16:creationId xmlns:a16="http://schemas.microsoft.com/office/drawing/2014/main" id="{1DAD2682-2226-7653-7BAB-403D79003E7D}"/>
                </a:ext>
              </a:extLst>
            </p:cNvPr>
            <p:cNvSpPr/>
            <p:nvPr/>
          </p:nvSpPr>
          <p:spPr>
            <a:xfrm>
              <a:off x="5108629"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07" name="Freeform: Shape 3606">
              <a:extLst>
                <a:ext uri="{FF2B5EF4-FFF2-40B4-BE49-F238E27FC236}">
                  <a16:creationId xmlns:a16="http://schemas.microsoft.com/office/drawing/2014/main" id="{12C68F9D-1FBC-585B-87F6-D7D46E8720A9}"/>
                </a:ext>
              </a:extLst>
            </p:cNvPr>
            <p:cNvSpPr/>
            <p:nvPr/>
          </p:nvSpPr>
          <p:spPr>
            <a:xfrm>
              <a:off x="5222840"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08" name="Freeform: Shape 3607">
              <a:extLst>
                <a:ext uri="{FF2B5EF4-FFF2-40B4-BE49-F238E27FC236}">
                  <a16:creationId xmlns:a16="http://schemas.microsoft.com/office/drawing/2014/main" id="{ECE55315-FFE9-E582-3A43-4DFBAAE0015F}"/>
                </a:ext>
              </a:extLst>
            </p:cNvPr>
            <p:cNvSpPr/>
            <p:nvPr/>
          </p:nvSpPr>
          <p:spPr>
            <a:xfrm>
              <a:off x="5337096"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09" name="Freeform: Shape 3608">
              <a:extLst>
                <a:ext uri="{FF2B5EF4-FFF2-40B4-BE49-F238E27FC236}">
                  <a16:creationId xmlns:a16="http://schemas.microsoft.com/office/drawing/2014/main" id="{7721DB3C-52A9-B16F-CCE1-39492661DFC7}"/>
                </a:ext>
              </a:extLst>
            </p:cNvPr>
            <p:cNvSpPr/>
            <p:nvPr/>
          </p:nvSpPr>
          <p:spPr>
            <a:xfrm>
              <a:off x="5451352"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10" name="Freeform: Shape 3609">
              <a:extLst>
                <a:ext uri="{FF2B5EF4-FFF2-40B4-BE49-F238E27FC236}">
                  <a16:creationId xmlns:a16="http://schemas.microsoft.com/office/drawing/2014/main" id="{B5B56899-6B5A-0663-43E5-A91E42F6FF3C}"/>
                </a:ext>
              </a:extLst>
            </p:cNvPr>
            <p:cNvSpPr/>
            <p:nvPr/>
          </p:nvSpPr>
          <p:spPr>
            <a:xfrm>
              <a:off x="5565608"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11" name="Freeform: Shape 3610">
              <a:extLst>
                <a:ext uri="{FF2B5EF4-FFF2-40B4-BE49-F238E27FC236}">
                  <a16:creationId xmlns:a16="http://schemas.microsoft.com/office/drawing/2014/main" id="{048F987B-3ACD-D9ED-5B92-1967DB4447A5}"/>
                </a:ext>
              </a:extLst>
            </p:cNvPr>
            <p:cNvSpPr/>
            <p:nvPr/>
          </p:nvSpPr>
          <p:spPr>
            <a:xfrm>
              <a:off x="5679863"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12" name="Freeform: Shape 3611">
              <a:extLst>
                <a:ext uri="{FF2B5EF4-FFF2-40B4-BE49-F238E27FC236}">
                  <a16:creationId xmlns:a16="http://schemas.microsoft.com/office/drawing/2014/main" id="{B3359BC0-60DA-91D6-B3A6-E534F8866C62}"/>
                </a:ext>
              </a:extLst>
            </p:cNvPr>
            <p:cNvSpPr/>
            <p:nvPr/>
          </p:nvSpPr>
          <p:spPr>
            <a:xfrm>
              <a:off x="5794119"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13" name="Freeform: Shape 3612">
              <a:extLst>
                <a:ext uri="{FF2B5EF4-FFF2-40B4-BE49-F238E27FC236}">
                  <a16:creationId xmlns:a16="http://schemas.microsoft.com/office/drawing/2014/main" id="{F48DD416-1C5A-4878-384B-8BC4D2C63D90}"/>
                </a:ext>
              </a:extLst>
            </p:cNvPr>
            <p:cNvSpPr/>
            <p:nvPr/>
          </p:nvSpPr>
          <p:spPr>
            <a:xfrm>
              <a:off x="5908375"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14" name="Freeform: Shape 3613">
              <a:extLst>
                <a:ext uri="{FF2B5EF4-FFF2-40B4-BE49-F238E27FC236}">
                  <a16:creationId xmlns:a16="http://schemas.microsoft.com/office/drawing/2014/main" id="{36AC2CE1-5727-67E3-4CFC-8CFA01C3BA5F}"/>
                </a:ext>
              </a:extLst>
            </p:cNvPr>
            <p:cNvSpPr/>
            <p:nvPr/>
          </p:nvSpPr>
          <p:spPr>
            <a:xfrm>
              <a:off x="6022631"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15" name="Freeform: Shape 3614">
              <a:extLst>
                <a:ext uri="{FF2B5EF4-FFF2-40B4-BE49-F238E27FC236}">
                  <a16:creationId xmlns:a16="http://schemas.microsoft.com/office/drawing/2014/main" id="{77383CD3-2010-49BC-F3A6-E4CB8ED1ABAB}"/>
                </a:ext>
              </a:extLst>
            </p:cNvPr>
            <p:cNvSpPr/>
            <p:nvPr/>
          </p:nvSpPr>
          <p:spPr>
            <a:xfrm>
              <a:off x="6136886"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16" name="Freeform: Shape 3615">
              <a:extLst>
                <a:ext uri="{FF2B5EF4-FFF2-40B4-BE49-F238E27FC236}">
                  <a16:creationId xmlns:a16="http://schemas.microsoft.com/office/drawing/2014/main" id="{50987EDC-85C8-A77D-0FF0-4924009F6636}"/>
                </a:ext>
              </a:extLst>
            </p:cNvPr>
            <p:cNvSpPr/>
            <p:nvPr/>
          </p:nvSpPr>
          <p:spPr>
            <a:xfrm>
              <a:off x="6251142"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17" name="Freeform: Shape 3616">
              <a:extLst>
                <a:ext uri="{FF2B5EF4-FFF2-40B4-BE49-F238E27FC236}">
                  <a16:creationId xmlns:a16="http://schemas.microsoft.com/office/drawing/2014/main" id="{30CEBA24-CE49-BAF1-55ED-1C17EB38D94E}"/>
                </a:ext>
              </a:extLst>
            </p:cNvPr>
            <p:cNvSpPr/>
            <p:nvPr/>
          </p:nvSpPr>
          <p:spPr>
            <a:xfrm>
              <a:off x="6365398"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18" name="Freeform: Shape 3617">
              <a:extLst>
                <a:ext uri="{FF2B5EF4-FFF2-40B4-BE49-F238E27FC236}">
                  <a16:creationId xmlns:a16="http://schemas.microsoft.com/office/drawing/2014/main" id="{9DE3B275-0BDE-8C27-2176-585A21AC97C1}"/>
                </a:ext>
              </a:extLst>
            </p:cNvPr>
            <p:cNvSpPr/>
            <p:nvPr/>
          </p:nvSpPr>
          <p:spPr>
            <a:xfrm>
              <a:off x="6479610"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19" name="Freeform: Shape 3618">
              <a:extLst>
                <a:ext uri="{FF2B5EF4-FFF2-40B4-BE49-F238E27FC236}">
                  <a16:creationId xmlns:a16="http://schemas.microsoft.com/office/drawing/2014/main" id="{5F390694-28E5-E229-1D72-3CF5E952722F}"/>
                </a:ext>
              </a:extLst>
            </p:cNvPr>
            <p:cNvSpPr/>
            <p:nvPr/>
          </p:nvSpPr>
          <p:spPr>
            <a:xfrm>
              <a:off x="6593865"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20" name="Freeform: Shape 3619">
              <a:extLst>
                <a:ext uri="{FF2B5EF4-FFF2-40B4-BE49-F238E27FC236}">
                  <a16:creationId xmlns:a16="http://schemas.microsoft.com/office/drawing/2014/main" id="{1391CB22-5137-22F6-4A4B-4FD560EA0A76}"/>
                </a:ext>
              </a:extLst>
            </p:cNvPr>
            <p:cNvSpPr/>
            <p:nvPr/>
          </p:nvSpPr>
          <p:spPr>
            <a:xfrm>
              <a:off x="6708121" y="605949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21" name="Freeform: Shape 3620">
              <a:extLst>
                <a:ext uri="{FF2B5EF4-FFF2-40B4-BE49-F238E27FC236}">
                  <a16:creationId xmlns:a16="http://schemas.microsoft.com/office/drawing/2014/main" id="{C9C2A7B1-A331-DEFA-F38F-38D225220BA7}"/>
                </a:ext>
              </a:extLst>
            </p:cNvPr>
            <p:cNvSpPr/>
            <p:nvPr/>
          </p:nvSpPr>
          <p:spPr>
            <a:xfrm>
              <a:off x="6822377"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22" name="Freeform: Shape 3621">
              <a:extLst>
                <a:ext uri="{FF2B5EF4-FFF2-40B4-BE49-F238E27FC236}">
                  <a16:creationId xmlns:a16="http://schemas.microsoft.com/office/drawing/2014/main" id="{A86C58E4-0D45-BF4F-92E2-E53CD8D90540}"/>
                </a:ext>
              </a:extLst>
            </p:cNvPr>
            <p:cNvSpPr/>
            <p:nvPr/>
          </p:nvSpPr>
          <p:spPr>
            <a:xfrm>
              <a:off x="6936633"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23" name="Freeform: Shape 3622">
              <a:extLst>
                <a:ext uri="{FF2B5EF4-FFF2-40B4-BE49-F238E27FC236}">
                  <a16:creationId xmlns:a16="http://schemas.microsoft.com/office/drawing/2014/main" id="{CD9587D9-AC29-92F5-29F0-14D7E68F08F3}"/>
                </a:ext>
              </a:extLst>
            </p:cNvPr>
            <p:cNvSpPr/>
            <p:nvPr/>
          </p:nvSpPr>
          <p:spPr>
            <a:xfrm>
              <a:off x="7050888" y="605949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24" name="Freeform: Shape 3623">
              <a:extLst>
                <a:ext uri="{FF2B5EF4-FFF2-40B4-BE49-F238E27FC236}">
                  <a16:creationId xmlns:a16="http://schemas.microsoft.com/office/drawing/2014/main" id="{4717EC9C-9727-F935-F746-5F9122944183}"/>
                </a:ext>
              </a:extLst>
            </p:cNvPr>
            <p:cNvSpPr/>
            <p:nvPr/>
          </p:nvSpPr>
          <p:spPr>
            <a:xfrm>
              <a:off x="7165144"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25" name="Freeform: Shape 3624">
              <a:extLst>
                <a:ext uri="{FF2B5EF4-FFF2-40B4-BE49-F238E27FC236}">
                  <a16:creationId xmlns:a16="http://schemas.microsoft.com/office/drawing/2014/main" id="{9E586CEE-CF57-26DD-6262-06D846EF2C09}"/>
                </a:ext>
              </a:extLst>
            </p:cNvPr>
            <p:cNvSpPr/>
            <p:nvPr/>
          </p:nvSpPr>
          <p:spPr>
            <a:xfrm>
              <a:off x="2366578"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26" name="Freeform: Shape 3625">
              <a:extLst>
                <a:ext uri="{FF2B5EF4-FFF2-40B4-BE49-F238E27FC236}">
                  <a16:creationId xmlns:a16="http://schemas.microsoft.com/office/drawing/2014/main" id="{A42BF3F1-55AE-8686-1A1C-DD4A4A5F55EB}"/>
                </a:ext>
              </a:extLst>
            </p:cNvPr>
            <p:cNvSpPr/>
            <p:nvPr/>
          </p:nvSpPr>
          <p:spPr>
            <a:xfrm>
              <a:off x="2480790"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27" name="Freeform: Shape 3626">
              <a:extLst>
                <a:ext uri="{FF2B5EF4-FFF2-40B4-BE49-F238E27FC236}">
                  <a16:creationId xmlns:a16="http://schemas.microsoft.com/office/drawing/2014/main" id="{5C85AD6E-2B4A-FA4B-3B54-D0D6A2310480}"/>
                </a:ext>
              </a:extLst>
            </p:cNvPr>
            <p:cNvSpPr/>
            <p:nvPr/>
          </p:nvSpPr>
          <p:spPr>
            <a:xfrm>
              <a:off x="2595046"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28" name="Freeform: Shape 3627">
              <a:extLst>
                <a:ext uri="{FF2B5EF4-FFF2-40B4-BE49-F238E27FC236}">
                  <a16:creationId xmlns:a16="http://schemas.microsoft.com/office/drawing/2014/main" id="{9BF3C7CE-137B-E2EA-FE23-C5ED6E8BA475}"/>
                </a:ext>
              </a:extLst>
            </p:cNvPr>
            <p:cNvSpPr/>
            <p:nvPr/>
          </p:nvSpPr>
          <p:spPr>
            <a:xfrm>
              <a:off x="2709301"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29" name="Freeform: Shape 3628">
              <a:extLst>
                <a:ext uri="{FF2B5EF4-FFF2-40B4-BE49-F238E27FC236}">
                  <a16:creationId xmlns:a16="http://schemas.microsoft.com/office/drawing/2014/main" id="{ED1DBBD1-3F24-CC78-4CCF-B87619BA7BFF}"/>
                </a:ext>
              </a:extLst>
            </p:cNvPr>
            <p:cNvSpPr/>
            <p:nvPr/>
          </p:nvSpPr>
          <p:spPr>
            <a:xfrm>
              <a:off x="2823557"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30" name="Freeform: Shape 3629">
              <a:extLst>
                <a:ext uri="{FF2B5EF4-FFF2-40B4-BE49-F238E27FC236}">
                  <a16:creationId xmlns:a16="http://schemas.microsoft.com/office/drawing/2014/main" id="{F10A987F-4E13-B3F9-2164-92852F8FABA7}"/>
                </a:ext>
              </a:extLst>
            </p:cNvPr>
            <p:cNvSpPr/>
            <p:nvPr/>
          </p:nvSpPr>
          <p:spPr>
            <a:xfrm>
              <a:off x="2937813"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31" name="Freeform: Shape 3630">
              <a:extLst>
                <a:ext uri="{FF2B5EF4-FFF2-40B4-BE49-F238E27FC236}">
                  <a16:creationId xmlns:a16="http://schemas.microsoft.com/office/drawing/2014/main" id="{0C88C761-F074-D18C-06E4-658088F65B6A}"/>
                </a:ext>
              </a:extLst>
            </p:cNvPr>
            <p:cNvSpPr/>
            <p:nvPr/>
          </p:nvSpPr>
          <p:spPr>
            <a:xfrm>
              <a:off x="3052069"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32" name="Freeform: Shape 3631">
              <a:extLst>
                <a:ext uri="{FF2B5EF4-FFF2-40B4-BE49-F238E27FC236}">
                  <a16:creationId xmlns:a16="http://schemas.microsoft.com/office/drawing/2014/main" id="{7E7F0C3F-A21C-86AD-714E-6096CFA815CC}"/>
                </a:ext>
              </a:extLst>
            </p:cNvPr>
            <p:cNvSpPr/>
            <p:nvPr/>
          </p:nvSpPr>
          <p:spPr>
            <a:xfrm>
              <a:off x="3166325"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33" name="Freeform: Shape 3632">
              <a:extLst>
                <a:ext uri="{FF2B5EF4-FFF2-40B4-BE49-F238E27FC236}">
                  <a16:creationId xmlns:a16="http://schemas.microsoft.com/office/drawing/2014/main" id="{535C9DE9-7096-7D91-207D-8A1E77B89C43}"/>
                </a:ext>
              </a:extLst>
            </p:cNvPr>
            <p:cNvSpPr/>
            <p:nvPr/>
          </p:nvSpPr>
          <p:spPr>
            <a:xfrm>
              <a:off x="3280580"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34" name="Freeform: Shape 3633">
              <a:extLst>
                <a:ext uri="{FF2B5EF4-FFF2-40B4-BE49-F238E27FC236}">
                  <a16:creationId xmlns:a16="http://schemas.microsoft.com/office/drawing/2014/main" id="{67FECD9C-1BF0-D99C-4EB2-2FC6A7F88EA8}"/>
                </a:ext>
              </a:extLst>
            </p:cNvPr>
            <p:cNvSpPr/>
            <p:nvPr/>
          </p:nvSpPr>
          <p:spPr>
            <a:xfrm>
              <a:off x="3394836"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35" name="Freeform: Shape 3634">
              <a:extLst>
                <a:ext uri="{FF2B5EF4-FFF2-40B4-BE49-F238E27FC236}">
                  <a16:creationId xmlns:a16="http://schemas.microsoft.com/office/drawing/2014/main" id="{7A0B53C3-B24D-5D9F-D064-A0B8043E5E64}"/>
                </a:ext>
              </a:extLst>
            </p:cNvPr>
            <p:cNvSpPr/>
            <p:nvPr/>
          </p:nvSpPr>
          <p:spPr>
            <a:xfrm>
              <a:off x="3509092"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36" name="Freeform: Shape 3635">
              <a:extLst>
                <a:ext uri="{FF2B5EF4-FFF2-40B4-BE49-F238E27FC236}">
                  <a16:creationId xmlns:a16="http://schemas.microsoft.com/office/drawing/2014/main" id="{D83722C1-531E-4C27-B6F1-1F835153CA16}"/>
                </a:ext>
              </a:extLst>
            </p:cNvPr>
            <p:cNvSpPr/>
            <p:nvPr/>
          </p:nvSpPr>
          <p:spPr>
            <a:xfrm>
              <a:off x="3623348"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37" name="Freeform: Shape 3636">
              <a:extLst>
                <a:ext uri="{FF2B5EF4-FFF2-40B4-BE49-F238E27FC236}">
                  <a16:creationId xmlns:a16="http://schemas.microsoft.com/office/drawing/2014/main" id="{ECC37C64-6123-10B9-C69E-B614C7961D59}"/>
                </a:ext>
              </a:extLst>
            </p:cNvPr>
            <p:cNvSpPr/>
            <p:nvPr/>
          </p:nvSpPr>
          <p:spPr>
            <a:xfrm>
              <a:off x="3737603"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38" name="Freeform: Shape 3637">
              <a:extLst>
                <a:ext uri="{FF2B5EF4-FFF2-40B4-BE49-F238E27FC236}">
                  <a16:creationId xmlns:a16="http://schemas.microsoft.com/office/drawing/2014/main" id="{71EBFBA5-25E5-DF60-E81C-EE5EB317050F}"/>
                </a:ext>
              </a:extLst>
            </p:cNvPr>
            <p:cNvSpPr/>
            <p:nvPr/>
          </p:nvSpPr>
          <p:spPr>
            <a:xfrm>
              <a:off x="3851815"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39" name="Freeform: Shape 3638">
              <a:extLst>
                <a:ext uri="{FF2B5EF4-FFF2-40B4-BE49-F238E27FC236}">
                  <a16:creationId xmlns:a16="http://schemas.microsoft.com/office/drawing/2014/main" id="{61252306-9E3A-D387-8717-ACDDFCD68865}"/>
                </a:ext>
              </a:extLst>
            </p:cNvPr>
            <p:cNvSpPr/>
            <p:nvPr/>
          </p:nvSpPr>
          <p:spPr>
            <a:xfrm>
              <a:off x="3966071"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40" name="Freeform: Shape 3639">
              <a:extLst>
                <a:ext uri="{FF2B5EF4-FFF2-40B4-BE49-F238E27FC236}">
                  <a16:creationId xmlns:a16="http://schemas.microsoft.com/office/drawing/2014/main" id="{77195399-8A56-CF23-863D-C405B23EC435}"/>
                </a:ext>
              </a:extLst>
            </p:cNvPr>
            <p:cNvSpPr/>
            <p:nvPr/>
          </p:nvSpPr>
          <p:spPr>
            <a:xfrm>
              <a:off x="4080327"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41" name="Freeform: Shape 3640">
              <a:extLst>
                <a:ext uri="{FF2B5EF4-FFF2-40B4-BE49-F238E27FC236}">
                  <a16:creationId xmlns:a16="http://schemas.microsoft.com/office/drawing/2014/main" id="{163EF742-B274-D4D7-CF42-436C81AB59F8}"/>
                </a:ext>
              </a:extLst>
            </p:cNvPr>
            <p:cNvSpPr/>
            <p:nvPr/>
          </p:nvSpPr>
          <p:spPr>
            <a:xfrm>
              <a:off x="4194582"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42" name="Freeform: Shape 3641">
              <a:extLst>
                <a:ext uri="{FF2B5EF4-FFF2-40B4-BE49-F238E27FC236}">
                  <a16:creationId xmlns:a16="http://schemas.microsoft.com/office/drawing/2014/main" id="{880B634D-2EF1-A50E-36D9-58B65182739E}"/>
                </a:ext>
              </a:extLst>
            </p:cNvPr>
            <p:cNvSpPr/>
            <p:nvPr/>
          </p:nvSpPr>
          <p:spPr>
            <a:xfrm>
              <a:off x="4308838"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43" name="Freeform: Shape 3642">
              <a:extLst>
                <a:ext uri="{FF2B5EF4-FFF2-40B4-BE49-F238E27FC236}">
                  <a16:creationId xmlns:a16="http://schemas.microsoft.com/office/drawing/2014/main" id="{69456EF0-4251-9E51-6016-D73022A65BCF}"/>
                </a:ext>
              </a:extLst>
            </p:cNvPr>
            <p:cNvSpPr/>
            <p:nvPr/>
          </p:nvSpPr>
          <p:spPr>
            <a:xfrm>
              <a:off x="4423094"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44" name="Freeform: Shape 3643">
              <a:extLst>
                <a:ext uri="{FF2B5EF4-FFF2-40B4-BE49-F238E27FC236}">
                  <a16:creationId xmlns:a16="http://schemas.microsoft.com/office/drawing/2014/main" id="{2B6C3E46-28BA-9D15-2C42-AB81EEF70C1E}"/>
                </a:ext>
              </a:extLst>
            </p:cNvPr>
            <p:cNvSpPr/>
            <p:nvPr/>
          </p:nvSpPr>
          <p:spPr>
            <a:xfrm>
              <a:off x="4537350"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45" name="Freeform: Shape 3644">
              <a:extLst>
                <a:ext uri="{FF2B5EF4-FFF2-40B4-BE49-F238E27FC236}">
                  <a16:creationId xmlns:a16="http://schemas.microsoft.com/office/drawing/2014/main" id="{54ED25DA-33AC-38A5-67F6-0EEBF174E9B7}"/>
                </a:ext>
              </a:extLst>
            </p:cNvPr>
            <p:cNvSpPr/>
            <p:nvPr/>
          </p:nvSpPr>
          <p:spPr>
            <a:xfrm>
              <a:off x="4651605"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46" name="Freeform: Shape 3645">
              <a:extLst>
                <a:ext uri="{FF2B5EF4-FFF2-40B4-BE49-F238E27FC236}">
                  <a16:creationId xmlns:a16="http://schemas.microsoft.com/office/drawing/2014/main" id="{61CC6921-2551-F7D2-7CBC-43904D788B6B}"/>
                </a:ext>
              </a:extLst>
            </p:cNvPr>
            <p:cNvSpPr/>
            <p:nvPr/>
          </p:nvSpPr>
          <p:spPr>
            <a:xfrm>
              <a:off x="4765861"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47" name="Freeform: Shape 3646">
              <a:extLst>
                <a:ext uri="{FF2B5EF4-FFF2-40B4-BE49-F238E27FC236}">
                  <a16:creationId xmlns:a16="http://schemas.microsoft.com/office/drawing/2014/main" id="{BD5AB646-9817-8BE6-618B-9A7CD7840D6C}"/>
                </a:ext>
              </a:extLst>
            </p:cNvPr>
            <p:cNvSpPr/>
            <p:nvPr/>
          </p:nvSpPr>
          <p:spPr>
            <a:xfrm>
              <a:off x="4880117"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48" name="Freeform: Shape 3647">
              <a:extLst>
                <a:ext uri="{FF2B5EF4-FFF2-40B4-BE49-F238E27FC236}">
                  <a16:creationId xmlns:a16="http://schemas.microsoft.com/office/drawing/2014/main" id="{8E6312B7-FA89-BEA9-E17A-6A6554DBFEBD}"/>
                </a:ext>
              </a:extLst>
            </p:cNvPr>
            <p:cNvSpPr/>
            <p:nvPr/>
          </p:nvSpPr>
          <p:spPr>
            <a:xfrm>
              <a:off x="4994373"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49" name="Freeform: Shape 3648">
              <a:extLst>
                <a:ext uri="{FF2B5EF4-FFF2-40B4-BE49-F238E27FC236}">
                  <a16:creationId xmlns:a16="http://schemas.microsoft.com/office/drawing/2014/main" id="{AF6FE68A-6A7B-6548-DF13-82F6018B53B5}"/>
                </a:ext>
              </a:extLst>
            </p:cNvPr>
            <p:cNvSpPr/>
            <p:nvPr/>
          </p:nvSpPr>
          <p:spPr>
            <a:xfrm>
              <a:off x="5108629"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50" name="Freeform: Shape 3649">
              <a:extLst>
                <a:ext uri="{FF2B5EF4-FFF2-40B4-BE49-F238E27FC236}">
                  <a16:creationId xmlns:a16="http://schemas.microsoft.com/office/drawing/2014/main" id="{546C9203-EDC1-2C59-A3AF-FDA2A7FD535D}"/>
                </a:ext>
              </a:extLst>
            </p:cNvPr>
            <p:cNvSpPr/>
            <p:nvPr/>
          </p:nvSpPr>
          <p:spPr>
            <a:xfrm>
              <a:off x="5222840"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51" name="Freeform: Shape 3650">
              <a:extLst>
                <a:ext uri="{FF2B5EF4-FFF2-40B4-BE49-F238E27FC236}">
                  <a16:creationId xmlns:a16="http://schemas.microsoft.com/office/drawing/2014/main" id="{5D4765BE-31A0-52D5-56CD-25DEB36687DF}"/>
                </a:ext>
              </a:extLst>
            </p:cNvPr>
            <p:cNvSpPr/>
            <p:nvPr/>
          </p:nvSpPr>
          <p:spPr>
            <a:xfrm>
              <a:off x="5337096"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52" name="Freeform: Shape 3651">
              <a:extLst>
                <a:ext uri="{FF2B5EF4-FFF2-40B4-BE49-F238E27FC236}">
                  <a16:creationId xmlns:a16="http://schemas.microsoft.com/office/drawing/2014/main" id="{FB6E1481-A3A3-9188-FAFA-42D47D326BCE}"/>
                </a:ext>
              </a:extLst>
            </p:cNvPr>
            <p:cNvSpPr/>
            <p:nvPr/>
          </p:nvSpPr>
          <p:spPr>
            <a:xfrm>
              <a:off x="5451352"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53" name="Freeform: Shape 3652">
              <a:extLst>
                <a:ext uri="{FF2B5EF4-FFF2-40B4-BE49-F238E27FC236}">
                  <a16:creationId xmlns:a16="http://schemas.microsoft.com/office/drawing/2014/main" id="{B05E9EFD-8D95-25DE-C1B6-F034675CE985}"/>
                </a:ext>
              </a:extLst>
            </p:cNvPr>
            <p:cNvSpPr/>
            <p:nvPr/>
          </p:nvSpPr>
          <p:spPr>
            <a:xfrm>
              <a:off x="5565608"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54" name="Freeform: Shape 3653">
              <a:extLst>
                <a:ext uri="{FF2B5EF4-FFF2-40B4-BE49-F238E27FC236}">
                  <a16:creationId xmlns:a16="http://schemas.microsoft.com/office/drawing/2014/main" id="{F4477A79-C2DB-323A-29DD-BD1B85F2D486}"/>
                </a:ext>
              </a:extLst>
            </p:cNvPr>
            <p:cNvSpPr/>
            <p:nvPr/>
          </p:nvSpPr>
          <p:spPr>
            <a:xfrm>
              <a:off x="5679863"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55" name="Freeform: Shape 3654">
              <a:extLst>
                <a:ext uri="{FF2B5EF4-FFF2-40B4-BE49-F238E27FC236}">
                  <a16:creationId xmlns:a16="http://schemas.microsoft.com/office/drawing/2014/main" id="{7288A3FA-93AB-3B78-FE27-BC0B3A4A01AF}"/>
                </a:ext>
              </a:extLst>
            </p:cNvPr>
            <p:cNvSpPr/>
            <p:nvPr/>
          </p:nvSpPr>
          <p:spPr>
            <a:xfrm>
              <a:off x="5794119"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56" name="Freeform: Shape 3655">
              <a:extLst>
                <a:ext uri="{FF2B5EF4-FFF2-40B4-BE49-F238E27FC236}">
                  <a16:creationId xmlns:a16="http://schemas.microsoft.com/office/drawing/2014/main" id="{32553199-F03C-8D9D-4B6D-7DABB9844E72}"/>
                </a:ext>
              </a:extLst>
            </p:cNvPr>
            <p:cNvSpPr/>
            <p:nvPr/>
          </p:nvSpPr>
          <p:spPr>
            <a:xfrm>
              <a:off x="5908375"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57" name="Freeform: Shape 3656">
              <a:extLst>
                <a:ext uri="{FF2B5EF4-FFF2-40B4-BE49-F238E27FC236}">
                  <a16:creationId xmlns:a16="http://schemas.microsoft.com/office/drawing/2014/main" id="{D7D61B6D-7143-6016-232F-2777568E40B2}"/>
                </a:ext>
              </a:extLst>
            </p:cNvPr>
            <p:cNvSpPr/>
            <p:nvPr/>
          </p:nvSpPr>
          <p:spPr>
            <a:xfrm>
              <a:off x="6022631"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58" name="Freeform: Shape 3657">
              <a:extLst>
                <a:ext uri="{FF2B5EF4-FFF2-40B4-BE49-F238E27FC236}">
                  <a16:creationId xmlns:a16="http://schemas.microsoft.com/office/drawing/2014/main" id="{112D1D3F-8AE4-693A-4349-AB836A3E4DB0}"/>
                </a:ext>
              </a:extLst>
            </p:cNvPr>
            <p:cNvSpPr/>
            <p:nvPr/>
          </p:nvSpPr>
          <p:spPr>
            <a:xfrm>
              <a:off x="6136886"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59" name="Freeform: Shape 3658">
              <a:extLst>
                <a:ext uri="{FF2B5EF4-FFF2-40B4-BE49-F238E27FC236}">
                  <a16:creationId xmlns:a16="http://schemas.microsoft.com/office/drawing/2014/main" id="{00E428B9-D023-99D6-8D40-05BDCFF3D83B}"/>
                </a:ext>
              </a:extLst>
            </p:cNvPr>
            <p:cNvSpPr/>
            <p:nvPr/>
          </p:nvSpPr>
          <p:spPr>
            <a:xfrm>
              <a:off x="6251142"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60" name="Freeform: Shape 3659">
              <a:extLst>
                <a:ext uri="{FF2B5EF4-FFF2-40B4-BE49-F238E27FC236}">
                  <a16:creationId xmlns:a16="http://schemas.microsoft.com/office/drawing/2014/main" id="{298C2BF4-8606-62CD-5EF2-809C3774BB2F}"/>
                </a:ext>
              </a:extLst>
            </p:cNvPr>
            <p:cNvSpPr/>
            <p:nvPr/>
          </p:nvSpPr>
          <p:spPr>
            <a:xfrm>
              <a:off x="6365398"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61" name="Freeform: Shape 3660">
              <a:extLst>
                <a:ext uri="{FF2B5EF4-FFF2-40B4-BE49-F238E27FC236}">
                  <a16:creationId xmlns:a16="http://schemas.microsoft.com/office/drawing/2014/main" id="{37A20B00-09FF-DCCC-FAD6-69F055EFD91B}"/>
                </a:ext>
              </a:extLst>
            </p:cNvPr>
            <p:cNvSpPr/>
            <p:nvPr/>
          </p:nvSpPr>
          <p:spPr>
            <a:xfrm>
              <a:off x="6479610"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62" name="Freeform: Shape 3661">
              <a:extLst>
                <a:ext uri="{FF2B5EF4-FFF2-40B4-BE49-F238E27FC236}">
                  <a16:creationId xmlns:a16="http://schemas.microsoft.com/office/drawing/2014/main" id="{1FDFC5ED-DB2E-C167-5679-3BBA93DD19BD}"/>
                </a:ext>
              </a:extLst>
            </p:cNvPr>
            <p:cNvSpPr/>
            <p:nvPr/>
          </p:nvSpPr>
          <p:spPr>
            <a:xfrm>
              <a:off x="6593865"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63" name="Freeform: Shape 3662">
              <a:extLst>
                <a:ext uri="{FF2B5EF4-FFF2-40B4-BE49-F238E27FC236}">
                  <a16:creationId xmlns:a16="http://schemas.microsoft.com/office/drawing/2014/main" id="{E0C24281-3142-86A3-5DC4-D22320ED44C0}"/>
                </a:ext>
              </a:extLst>
            </p:cNvPr>
            <p:cNvSpPr/>
            <p:nvPr/>
          </p:nvSpPr>
          <p:spPr>
            <a:xfrm>
              <a:off x="6708121" y="617374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64" name="Freeform: Shape 3663">
              <a:extLst>
                <a:ext uri="{FF2B5EF4-FFF2-40B4-BE49-F238E27FC236}">
                  <a16:creationId xmlns:a16="http://schemas.microsoft.com/office/drawing/2014/main" id="{E11438EB-C13D-8FE9-B84B-BCDCF26D24D1}"/>
                </a:ext>
              </a:extLst>
            </p:cNvPr>
            <p:cNvSpPr/>
            <p:nvPr/>
          </p:nvSpPr>
          <p:spPr>
            <a:xfrm>
              <a:off x="6822377"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65" name="Freeform: Shape 3664">
              <a:extLst>
                <a:ext uri="{FF2B5EF4-FFF2-40B4-BE49-F238E27FC236}">
                  <a16:creationId xmlns:a16="http://schemas.microsoft.com/office/drawing/2014/main" id="{9753A3C8-7946-A998-0E66-1695DBD11D74}"/>
                </a:ext>
              </a:extLst>
            </p:cNvPr>
            <p:cNvSpPr/>
            <p:nvPr/>
          </p:nvSpPr>
          <p:spPr>
            <a:xfrm>
              <a:off x="6936633"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66" name="Freeform: Shape 3665">
              <a:extLst>
                <a:ext uri="{FF2B5EF4-FFF2-40B4-BE49-F238E27FC236}">
                  <a16:creationId xmlns:a16="http://schemas.microsoft.com/office/drawing/2014/main" id="{31BE3598-5985-C107-ECA5-BBB66016D7F7}"/>
                </a:ext>
              </a:extLst>
            </p:cNvPr>
            <p:cNvSpPr/>
            <p:nvPr/>
          </p:nvSpPr>
          <p:spPr>
            <a:xfrm>
              <a:off x="7050888" y="617374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67" name="Freeform: Shape 3666">
              <a:extLst>
                <a:ext uri="{FF2B5EF4-FFF2-40B4-BE49-F238E27FC236}">
                  <a16:creationId xmlns:a16="http://schemas.microsoft.com/office/drawing/2014/main" id="{23652C96-01D5-99CB-2F16-916F7F0151E4}"/>
                </a:ext>
              </a:extLst>
            </p:cNvPr>
            <p:cNvSpPr/>
            <p:nvPr/>
          </p:nvSpPr>
          <p:spPr>
            <a:xfrm>
              <a:off x="7165144"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668" name="Freeform: Shape 3667">
              <a:extLst>
                <a:ext uri="{FF2B5EF4-FFF2-40B4-BE49-F238E27FC236}">
                  <a16:creationId xmlns:a16="http://schemas.microsoft.com/office/drawing/2014/main" id="{A22948E6-326D-8FDF-15E2-191F87E674F6}"/>
                </a:ext>
              </a:extLst>
            </p:cNvPr>
            <p:cNvSpPr/>
            <p:nvPr/>
          </p:nvSpPr>
          <p:spPr>
            <a:xfrm>
              <a:off x="2366578"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69" name="Freeform: Shape 3668">
              <a:extLst>
                <a:ext uri="{FF2B5EF4-FFF2-40B4-BE49-F238E27FC236}">
                  <a16:creationId xmlns:a16="http://schemas.microsoft.com/office/drawing/2014/main" id="{6E9A753A-63FA-AA21-4300-C7060A8D81F0}"/>
                </a:ext>
              </a:extLst>
            </p:cNvPr>
            <p:cNvSpPr/>
            <p:nvPr/>
          </p:nvSpPr>
          <p:spPr>
            <a:xfrm>
              <a:off x="2480790"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70" name="Freeform: Shape 3669">
              <a:extLst>
                <a:ext uri="{FF2B5EF4-FFF2-40B4-BE49-F238E27FC236}">
                  <a16:creationId xmlns:a16="http://schemas.microsoft.com/office/drawing/2014/main" id="{9901BACA-8167-B87C-46AC-774CF0476426}"/>
                </a:ext>
              </a:extLst>
            </p:cNvPr>
            <p:cNvSpPr/>
            <p:nvPr/>
          </p:nvSpPr>
          <p:spPr>
            <a:xfrm>
              <a:off x="2595046"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71" name="Freeform: Shape 3670">
              <a:extLst>
                <a:ext uri="{FF2B5EF4-FFF2-40B4-BE49-F238E27FC236}">
                  <a16:creationId xmlns:a16="http://schemas.microsoft.com/office/drawing/2014/main" id="{95EFAF28-4797-8FBD-E439-48F5D859C871}"/>
                </a:ext>
              </a:extLst>
            </p:cNvPr>
            <p:cNvSpPr/>
            <p:nvPr/>
          </p:nvSpPr>
          <p:spPr>
            <a:xfrm>
              <a:off x="2709301"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72" name="Freeform: Shape 3671">
              <a:extLst>
                <a:ext uri="{FF2B5EF4-FFF2-40B4-BE49-F238E27FC236}">
                  <a16:creationId xmlns:a16="http://schemas.microsoft.com/office/drawing/2014/main" id="{5D049F2A-51E0-221C-7784-9F83B68986DB}"/>
                </a:ext>
              </a:extLst>
            </p:cNvPr>
            <p:cNvSpPr/>
            <p:nvPr/>
          </p:nvSpPr>
          <p:spPr>
            <a:xfrm>
              <a:off x="2823557"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73" name="Freeform: Shape 3672">
              <a:extLst>
                <a:ext uri="{FF2B5EF4-FFF2-40B4-BE49-F238E27FC236}">
                  <a16:creationId xmlns:a16="http://schemas.microsoft.com/office/drawing/2014/main" id="{497B02A5-2B90-3736-8E23-A588AEBD79E8}"/>
                </a:ext>
              </a:extLst>
            </p:cNvPr>
            <p:cNvSpPr/>
            <p:nvPr/>
          </p:nvSpPr>
          <p:spPr>
            <a:xfrm>
              <a:off x="2937813"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74" name="Freeform: Shape 3673">
              <a:extLst>
                <a:ext uri="{FF2B5EF4-FFF2-40B4-BE49-F238E27FC236}">
                  <a16:creationId xmlns:a16="http://schemas.microsoft.com/office/drawing/2014/main" id="{DD1640A4-72A4-F4FE-480D-D4BC89C68BD7}"/>
                </a:ext>
              </a:extLst>
            </p:cNvPr>
            <p:cNvSpPr/>
            <p:nvPr/>
          </p:nvSpPr>
          <p:spPr>
            <a:xfrm>
              <a:off x="3052069"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75" name="Freeform: Shape 3674">
              <a:extLst>
                <a:ext uri="{FF2B5EF4-FFF2-40B4-BE49-F238E27FC236}">
                  <a16:creationId xmlns:a16="http://schemas.microsoft.com/office/drawing/2014/main" id="{B4A72672-292A-77BA-BDF3-0FD374A9A20F}"/>
                </a:ext>
              </a:extLst>
            </p:cNvPr>
            <p:cNvSpPr/>
            <p:nvPr/>
          </p:nvSpPr>
          <p:spPr>
            <a:xfrm>
              <a:off x="3166325"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76" name="Freeform: Shape 3675">
              <a:extLst>
                <a:ext uri="{FF2B5EF4-FFF2-40B4-BE49-F238E27FC236}">
                  <a16:creationId xmlns:a16="http://schemas.microsoft.com/office/drawing/2014/main" id="{A40E8B91-FB08-BB57-ED35-B48415207AE5}"/>
                </a:ext>
              </a:extLst>
            </p:cNvPr>
            <p:cNvSpPr/>
            <p:nvPr/>
          </p:nvSpPr>
          <p:spPr>
            <a:xfrm>
              <a:off x="3280580"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77" name="Freeform: Shape 3676">
              <a:extLst>
                <a:ext uri="{FF2B5EF4-FFF2-40B4-BE49-F238E27FC236}">
                  <a16:creationId xmlns:a16="http://schemas.microsoft.com/office/drawing/2014/main" id="{F84F36D5-A572-875F-A9FD-3D21D2FBD0A2}"/>
                </a:ext>
              </a:extLst>
            </p:cNvPr>
            <p:cNvSpPr/>
            <p:nvPr/>
          </p:nvSpPr>
          <p:spPr>
            <a:xfrm>
              <a:off x="3394836"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78" name="Freeform: Shape 3677">
              <a:extLst>
                <a:ext uri="{FF2B5EF4-FFF2-40B4-BE49-F238E27FC236}">
                  <a16:creationId xmlns:a16="http://schemas.microsoft.com/office/drawing/2014/main" id="{221FAA2A-14AB-512E-6553-1E70470A892C}"/>
                </a:ext>
              </a:extLst>
            </p:cNvPr>
            <p:cNvSpPr/>
            <p:nvPr/>
          </p:nvSpPr>
          <p:spPr>
            <a:xfrm>
              <a:off x="3509092"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79" name="Freeform: Shape 3678">
              <a:extLst>
                <a:ext uri="{FF2B5EF4-FFF2-40B4-BE49-F238E27FC236}">
                  <a16:creationId xmlns:a16="http://schemas.microsoft.com/office/drawing/2014/main" id="{66995A06-E482-36C2-CB0D-0E3314266853}"/>
                </a:ext>
              </a:extLst>
            </p:cNvPr>
            <p:cNvSpPr/>
            <p:nvPr/>
          </p:nvSpPr>
          <p:spPr>
            <a:xfrm>
              <a:off x="3623348"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80" name="Freeform: Shape 3679">
              <a:extLst>
                <a:ext uri="{FF2B5EF4-FFF2-40B4-BE49-F238E27FC236}">
                  <a16:creationId xmlns:a16="http://schemas.microsoft.com/office/drawing/2014/main" id="{80D5893B-4DD3-A981-354A-5F4C4367E190}"/>
                </a:ext>
              </a:extLst>
            </p:cNvPr>
            <p:cNvSpPr/>
            <p:nvPr/>
          </p:nvSpPr>
          <p:spPr>
            <a:xfrm>
              <a:off x="3737603"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81" name="Freeform: Shape 3680">
              <a:extLst>
                <a:ext uri="{FF2B5EF4-FFF2-40B4-BE49-F238E27FC236}">
                  <a16:creationId xmlns:a16="http://schemas.microsoft.com/office/drawing/2014/main" id="{0842D692-DA45-71BD-8726-64BC24A2BCE5}"/>
                </a:ext>
              </a:extLst>
            </p:cNvPr>
            <p:cNvSpPr/>
            <p:nvPr/>
          </p:nvSpPr>
          <p:spPr>
            <a:xfrm>
              <a:off x="3851815"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82" name="Freeform: Shape 3681">
              <a:extLst>
                <a:ext uri="{FF2B5EF4-FFF2-40B4-BE49-F238E27FC236}">
                  <a16:creationId xmlns:a16="http://schemas.microsoft.com/office/drawing/2014/main" id="{6B8BFDB7-C8FD-533F-7CCF-A319CB106683}"/>
                </a:ext>
              </a:extLst>
            </p:cNvPr>
            <p:cNvSpPr/>
            <p:nvPr/>
          </p:nvSpPr>
          <p:spPr>
            <a:xfrm>
              <a:off x="3966071"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83" name="Freeform: Shape 3682">
              <a:extLst>
                <a:ext uri="{FF2B5EF4-FFF2-40B4-BE49-F238E27FC236}">
                  <a16:creationId xmlns:a16="http://schemas.microsoft.com/office/drawing/2014/main" id="{767A0663-6A14-6FFE-11D8-2C7C7A7B0D58}"/>
                </a:ext>
              </a:extLst>
            </p:cNvPr>
            <p:cNvSpPr/>
            <p:nvPr/>
          </p:nvSpPr>
          <p:spPr>
            <a:xfrm>
              <a:off x="4080327"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84" name="Freeform: Shape 3683">
              <a:extLst>
                <a:ext uri="{FF2B5EF4-FFF2-40B4-BE49-F238E27FC236}">
                  <a16:creationId xmlns:a16="http://schemas.microsoft.com/office/drawing/2014/main" id="{B3885BD1-E317-98C2-B837-51FDDAE5B607}"/>
                </a:ext>
              </a:extLst>
            </p:cNvPr>
            <p:cNvSpPr/>
            <p:nvPr/>
          </p:nvSpPr>
          <p:spPr>
            <a:xfrm>
              <a:off x="4194582"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85" name="Freeform: Shape 3684">
              <a:extLst>
                <a:ext uri="{FF2B5EF4-FFF2-40B4-BE49-F238E27FC236}">
                  <a16:creationId xmlns:a16="http://schemas.microsoft.com/office/drawing/2014/main" id="{94C68E1A-D027-A039-EDAB-AF6998FD4E8C}"/>
                </a:ext>
              </a:extLst>
            </p:cNvPr>
            <p:cNvSpPr/>
            <p:nvPr/>
          </p:nvSpPr>
          <p:spPr>
            <a:xfrm>
              <a:off x="4308838"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86" name="Freeform: Shape 3685">
              <a:extLst>
                <a:ext uri="{FF2B5EF4-FFF2-40B4-BE49-F238E27FC236}">
                  <a16:creationId xmlns:a16="http://schemas.microsoft.com/office/drawing/2014/main" id="{7CD35207-8259-2AAF-2BFB-9C1EDBEB9AF9}"/>
                </a:ext>
              </a:extLst>
            </p:cNvPr>
            <p:cNvSpPr/>
            <p:nvPr/>
          </p:nvSpPr>
          <p:spPr>
            <a:xfrm>
              <a:off x="4423094"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87" name="Freeform: Shape 3686">
              <a:extLst>
                <a:ext uri="{FF2B5EF4-FFF2-40B4-BE49-F238E27FC236}">
                  <a16:creationId xmlns:a16="http://schemas.microsoft.com/office/drawing/2014/main" id="{DEE9243B-BC2F-648D-01C2-5BCDD5F0ACD9}"/>
                </a:ext>
              </a:extLst>
            </p:cNvPr>
            <p:cNvSpPr/>
            <p:nvPr/>
          </p:nvSpPr>
          <p:spPr>
            <a:xfrm>
              <a:off x="4537350"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88" name="Freeform: Shape 3687">
              <a:extLst>
                <a:ext uri="{FF2B5EF4-FFF2-40B4-BE49-F238E27FC236}">
                  <a16:creationId xmlns:a16="http://schemas.microsoft.com/office/drawing/2014/main" id="{2883EB27-8887-66A5-068B-8FB46237085F}"/>
                </a:ext>
              </a:extLst>
            </p:cNvPr>
            <p:cNvSpPr/>
            <p:nvPr/>
          </p:nvSpPr>
          <p:spPr>
            <a:xfrm>
              <a:off x="4651605"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89" name="Freeform: Shape 3688">
              <a:extLst>
                <a:ext uri="{FF2B5EF4-FFF2-40B4-BE49-F238E27FC236}">
                  <a16:creationId xmlns:a16="http://schemas.microsoft.com/office/drawing/2014/main" id="{721DC38C-306A-F61A-4BA0-02245B45B70E}"/>
                </a:ext>
              </a:extLst>
            </p:cNvPr>
            <p:cNvSpPr/>
            <p:nvPr/>
          </p:nvSpPr>
          <p:spPr>
            <a:xfrm>
              <a:off x="4765861"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90" name="Freeform: Shape 3689">
              <a:extLst>
                <a:ext uri="{FF2B5EF4-FFF2-40B4-BE49-F238E27FC236}">
                  <a16:creationId xmlns:a16="http://schemas.microsoft.com/office/drawing/2014/main" id="{040F18DE-23BE-B60D-3BF7-110FE77E5221}"/>
                </a:ext>
              </a:extLst>
            </p:cNvPr>
            <p:cNvSpPr/>
            <p:nvPr/>
          </p:nvSpPr>
          <p:spPr>
            <a:xfrm>
              <a:off x="4880117"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91" name="Freeform: Shape 3690">
              <a:extLst>
                <a:ext uri="{FF2B5EF4-FFF2-40B4-BE49-F238E27FC236}">
                  <a16:creationId xmlns:a16="http://schemas.microsoft.com/office/drawing/2014/main" id="{1CAF9180-5046-7945-5AD3-8B67B7394E27}"/>
                </a:ext>
              </a:extLst>
            </p:cNvPr>
            <p:cNvSpPr/>
            <p:nvPr/>
          </p:nvSpPr>
          <p:spPr>
            <a:xfrm>
              <a:off x="4994373"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92" name="Freeform: Shape 3691">
              <a:extLst>
                <a:ext uri="{FF2B5EF4-FFF2-40B4-BE49-F238E27FC236}">
                  <a16:creationId xmlns:a16="http://schemas.microsoft.com/office/drawing/2014/main" id="{D6E55DB6-044E-99DB-CD11-0FBFE824D91A}"/>
                </a:ext>
              </a:extLst>
            </p:cNvPr>
            <p:cNvSpPr/>
            <p:nvPr/>
          </p:nvSpPr>
          <p:spPr>
            <a:xfrm>
              <a:off x="5108629"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93" name="Freeform: Shape 3692">
              <a:extLst>
                <a:ext uri="{FF2B5EF4-FFF2-40B4-BE49-F238E27FC236}">
                  <a16:creationId xmlns:a16="http://schemas.microsoft.com/office/drawing/2014/main" id="{B412654F-BE9E-28B5-0CA5-0734881842C4}"/>
                </a:ext>
              </a:extLst>
            </p:cNvPr>
            <p:cNvSpPr/>
            <p:nvPr/>
          </p:nvSpPr>
          <p:spPr>
            <a:xfrm>
              <a:off x="5222840"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94" name="Freeform: Shape 3693">
              <a:extLst>
                <a:ext uri="{FF2B5EF4-FFF2-40B4-BE49-F238E27FC236}">
                  <a16:creationId xmlns:a16="http://schemas.microsoft.com/office/drawing/2014/main" id="{BA7A864E-3678-4568-BD67-38AAB40B1A87}"/>
                </a:ext>
              </a:extLst>
            </p:cNvPr>
            <p:cNvSpPr/>
            <p:nvPr/>
          </p:nvSpPr>
          <p:spPr>
            <a:xfrm>
              <a:off x="5337096"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95" name="Freeform: Shape 3694">
              <a:extLst>
                <a:ext uri="{FF2B5EF4-FFF2-40B4-BE49-F238E27FC236}">
                  <a16:creationId xmlns:a16="http://schemas.microsoft.com/office/drawing/2014/main" id="{48E41EDC-B6D5-E67D-E28A-5799602FF70F}"/>
                </a:ext>
              </a:extLst>
            </p:cNvPr>
            <p:cNvSpPr/>
            <p:nvPr/>
          </p:nvSpPr>
          <p:spPr>
            <a:xfrm>
              <a:off x="5451352"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96" name="Freeform: Shape 3695">
              <a:extLst>
                <a:ext uri="{FF2B5EF4-FFF2-40B4-BE49-F238E27FC236}">
                  <a16:creationId xmlns:a16="http://schemas.microsoft.com/office/drawing/2014/main" id="{3C8BFF9E-4135-7FF3-EACB-CDD7DAAAA9B7}"/>
                </a:ext>
              </a:extLst>
            </p:cNvPr>
            <p:cNvSpPr/>
            <p:nvPr/>
          </p:nvSpPr>
          <p:spPr>
            <a:xfrm>
              <a:off x="5565608"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97" name="Freeform: Shape 3696">
              <a:extLst>
                <a:ext uri="{FF2B5EF4-FFF2-40B4-BE49-F238E27FC236}">
                  <a16:creationId xmlns:a16="http://schemas.microsoft.com/office/drawing/2014/main" id="{658C9DE7-CE28-F22C-33F5-7B7365FDE9EB}"/>
                </a:ext>
              </a:extLst>
            </p:cNvPr>
            <p:cNvSpPr/>
            <p:nvPr/>
          </p:nvSpPr>
          <p:spPr>
            <a:xfrm>
              <a:off x="5679863"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98" name="Freeform: Shape 3697">
              <a:extLst>
                <a:ext uri="{FF2B5EF4-FFF2-40B4-BE49-F238E27FC236}">
                  <a16:creationId xmlns:a16="http://schemas.microsoft.com/office/drawing/2014/main" id="{202815D6-CC6D-8FD5-D548-B867F9E2C8CF}"/>
                </a:ext>
              </a:extLst>
            </p:cNvPr>
            <p:cNvSpPr/>
            <p:nvPr/>
          </p:nvSpPr>
          <p:spPr>
            <a:xfrm>
              <a:off x="5794119"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699" name="Freeform: Shape 3698">
              <a:extLst>
                <a:ext uri="{FF2B5EF4-FFF2-40B4-BE49-F238E27FC236}">
                  <a16:creationId xmlns:a16="http://schemas.microsoft.com/office/drawing/2014/main" id="{A1F37A5D-41E0-2074-BBCC-2F9ED058857D}"/>
                </a:ext>
              </a:extLst>
            </p:cNvPr>
            <p:cNvSpPr/>
            <p:nvPr/>
          </p:nvSpPr>
          <p:spPr>
            <a:xfrm>
              <a:off x="5908375"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700" name="Freeform: Shape 3699">
              <a:extLst>
                <a:ext uri="{FF2B5EF4-FFF2-40B4-BE49-F238E27FC236}">
                  <a16:creationId xmlns:a16="http://schemas.microsoft.com/office/drawing/2014/main" id="{851968FD-BFF4-4C5F-A2E2-660BD8A4241A}"/>
                </a:ext>
              </a:extLst>
            </p:cNvPr>
            <p:cNvSpPr/>
            <p:nvPr/>
          </p:nvSpPr>
          <p:spPr>
            <a:xfrm>
              <a:off x="6022631"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701" name="Freeform: Shape 3700">
              <a:extLst>
                <a:ext uri="{FF2B5EF4-FFF2-40B4-BE49-F238E27FC236}">
                  <a16:creationId xmlns:a16="http://schemas.microsoft.com/office/drawing/2014/main" id="{A953D20E-0081-CD79-8ED0-10311667A42E}"/>
                </a:ext>
              </a:extLst>
            </p:cNvPr>
            <p:cNvSpPr/>
            <p:nvPr/>
          </p:nvSpPr>
          <p:spPr>
            <a:xfrm>
              <a:off x="6136886"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702" name="Freeform: Shape 3701">
              <a:extLst>
                <a:ext uri="{FF2B5EF4-FFF2-40B4-BE49-F238E27FC236}">
                  <a16:creationId xmlns:a16="http://schemas.microsoft.com/office/drawing/2014/main" id="{D8A2669E-89A5-52E7-AAD3-17C3B7D7E46A}"/>
                </a:ext>
              </a:extLst>
            </p:cNvPr>
            <p:cNvSpPr/>
            <p:nvPr/>
          </p:nvSpPr>
          <p:spPr>
            <a:xfrm>
              <a:off x="6251142"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703" name="Freeform: Shape 3702">
              <a:extLst>
                <a:ext uri="{FF2B5EF4-FFF2-40B4-BE49-F238E27FC236}">
                  <a16:creationId xmlns:a16="http://schemas.microsoft.com/office/drawing/2014/main" id="{8667435E-3D53-C47C-A0DF-2ABC1D388FB3}"/>
                </a:ext>
              </a:extLst>
            </p:cNvPr>
            <p:cNvSpPr/>
            <p:nvPr/>
          </p:nvSpPr>
          <p:spPr>
            <a:xfrm>
              <a:off x="6365398"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704" name="Freeform: Shape 3703">
              <a:extLst>
                <a:ext uri="{FF2B5EF4-FFF2-40B4-BE49-F238E27FC236}">
                  <a16:creationId xmlns:a16="http://schemas.microsoft.com/office/drawing/2014/main" id="{DF825348-9273-CE0F-1A2A-D856C6D15F85}"/>
                </a:ext>
              </a:extLst>
            </p:cNvPr>
            <p:cNvSpPr/>
            <p:nvPr/>
          </p:nvSpPr>
          <p:spPr>
            <a:xfrm>
              <a:off x="6479610"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705" name="Freeform: Shape 3704">
              <a:extLst>
                <a:ext uri="{FF2B5EF4-FFF2-40B4-BE49-F238E27FC236}">
                  <a16:creationId xmlns:a16="http://schemas.microsoft.com/office/drawing/2014/main" id="{2D767BD5-FE82-EDDA-0AB6-948CD051A51B}"/>
                </a:ext>
              </a:extLst>
            </p:cNvPr>
            <p:cNvSpPr/>
            <p:nvPr/>
          </p:nvSpPr>
          <p:spPr>
            <a:xfrm>
              <a:off x="6593865"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706" name="Freeform: Shape 3705">
              <a:extLst>
                <a:ext uri="{FF2B5EF4-FFF2-40B4-BE49-F238E27FC236}">
                  <a16:creationId xmlns:a16="http://schemas.microsoft.com/office/drawing/2014/main" id="{35595CBB-3C76-9B48-BBCD-7D4FFB8DAE91}"/>
                </a:ext>
              </a:extLst>
            </p:cNvPr>
            <p:cNvSpPr/>
            <p:nvPr/>
          </p:nvSpPr>
          <p:spPr>
            <a:xfrm>
              <a:off x="6708121" y="6288003"/>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707" name="Freeform: Shape 3706">
              <a:extLst>
                <a:ext uri="{FF2B5EF4-FFF2-40B4-BE49-F238E27FC236}">
                  <a16:creationId xmlns:a16="http://schemas.microsoft.com/office/drawing/2014/main" id="{16007C7F-BCDB-9A8E-C32B-046A45946C15}"/>
                </a:ext>
              </a:extLst>
            </p:cNvPr>
            <p:cNvSpPr/>
            <p:nvPr/>
          </p:nvSpPr>
          <p:spPr>
            <a:xfrm>
              <a:off x="6822377"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708" name="Freeform: Shape 3707">
              <a:extLst>
                <a:ext uri="{FF2B5EF4-FFF2-40B4-BE49-F238E27FC236}">
                  <a16:creationId xmlns:a16="http://schemas.microsoft.com/office/drawing/2014/main" id="{7A2400B6-A00B-0DF3-23EA-A13DC8EDAE2C}"/>
                </a:ext>
              </a:extLst>
            </p:cNvPr>
            <p:cNvSpPr/>
            <p:nvPr/>
          </p:nvSpPr>
          <p:spPr>
            <a:xfrm>
              <a:off x="6936633"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709" name="Freeform: Shape 3708">
              <a:extLst>
                <a:ext uri="{FF2B5EF4-FFF2-40B4-BE49-F238E27FC236}">
                  <a16:creationId xmlns:a16="http://schemas.microsoft.com/office/drawing/2014/main" id="{4487A5D1-A7EC-2BE9-E0D2-A6DA33D2969F}"/>
                </a:ext>
              </a:extLst>
            </p:cNvPr>
            <p:cNvSpPr/>
            <p:nvPr/>
          </p:nvSpPr>
          <p:spPr>
            <a:xfrm>
              <a:off x="7050888" y="6288003"/>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710" name="Freeform: Shape 3709">
              <a:extLst>
                <a:ext uri="{FF2B5EF4-FFF2-40B4-BE49-F238E27FC236}">
                  <a16:creationId xmlns:a16="http://schemas.microsoft.com/office/drawing/2014/main" id="{9921D9C8-92A7-BDFC-A808-0CB5A391FDA0}"/>
                </a:ext>
              </a:extLst>
            </p:cNvPr>
            <p:cNvSpPr/>
            <p:nvPr/>
          </p:nvSpPr>
          <p:spPr>
            <a:xfrm>
              <a:off x="7165144"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711" name="Freeform: Shape 3710">
              <a:extLst>
                <a:ext uri="{FF2B5EF4-FFF2-40B4-BE49-F238E27FC236}">
                  <a16:creationId xmlns:a16="http://schemas.microsoft.com/office/drawing/2014/main" id="{49304768-94A5-3113-067D-709E831BF30A}"/>
                </a:ext>
              </a:extLst>
            </p:cNvPr>
            <p:cNvSpPr/>
            <p:nvPr/>
          </p:nvSpPr>
          <p:spPr>
            <a:xfrm>
              <a:off x="2366578"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12" name="Freeform: Shape 3711">
              <a:extLst>
                <a:ext uri="{FF2B5EF4-FFF2-40B4-BE49-F238E27FC236}">
                  <a16:creationId xmlns:a16="http://schemas.microsoft.com/office/drawing/2014/main" id="{BA6801EF-8C84-1D4F-DBE7-9954B45CFF5F}"/>
                </a:ext>
              </a:extLst>
            </p:cNvPr>
            <p:cNvSpPr/>
            <p:nvPr/>
          </p:nvSpPr>
          <p:spPr>
            <a:xfrm>
              <a:off x="2480790"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13" name="Freeform: Shape 3712">
              <a:extLst>
                <a:ext uri="{FF2B5EF4-FFF2-40B4-BE49-F238E27FC236}">
                  <a16:creationId xmlns:a16="http://schemas.microsoft.com/office/drawing/2014/main" id="{B5F61F22-1194-CBA3-5D4D-8D8DB9FDFFC6}"/>
                </a:ext>
              </a:extLst>
            </p:cNvPr>
            <p:cNvSpPr/>
            <p:nvPr/>
          </p:nvSpPr>
          <p:spPr>
            <a:xfrm>
              <a:off x="2595046"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14" name="Freeform: Shape 3713">
              <a:extLst>
                <a:ext uri="{FF2B5EF4-FFF2-40B4-BE49-F238E27FC236}">
                  <a16:creationId xmlns:a16="http://schemas.microsoft.com/office/drawing/2014/main" id="{5F9A1AC5-0D80-AC66-A0C9-AF1986EA91C1}"/>
                </a:ext>
              </a:extLst>
            </p:cNvPr>
            <p:cNvSpPr/>
            <p:nvPr/>
          </p:nvSpPr>
          <p:spPr>
            <a:xfrm>
              <a:off x="2709301"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15" name="Freeform: Shape 3714">
              <a:extLst>
                <a:ext uri="{FF2B5EF4-FFF2-40B4-BE49-F238E27FC236}">
                  <a16:creationId xmlns:a16="http://schemas.microsoft.com/office/drawing/2014/main" id="{E3E3DBA6-6383-3FA6-6C9D-C7F0E2AD3E14}"/>
                </a:ext>
              </a:extLst>
            </p:cNvPr>
            <p:cNvSpPr/>
            <p:nvPr/>
          </p:nvSpPr>
          <p:spPr>
            <a:xfrm>
              <a:off x="2823557"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16" name="Freeform: Shape 3715">
              <a:extLst>
                <a:ext uri="{FF2B5EF4-FFF2-40B4-BE49-F238E27FC236}">
                  <a16:creationId xmlns:a16="http://schemas.microsoft.com/office/drawing/2014/main" id="{88EACF5B-87BE-A857-89A2-DBC8B940E1B0}"/>
                </a:ext>
              </a:extLst>
            </p:cNvPr>
            <p:cNvSpPr/>
            <p:nvPr/>
          </p:nvSpPr>
          <p:spPr>
            <a:xfrm>
              <a:off x="2937813"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17" name="Freeform: Shape 3716">
              <a:extLst>
                <a:ext uri="{FF2B5EF4-FFF2-40B4-BE49-F238E27FC236}">
                  <a16:creationId xmlns:a16="http://schemas.microsoft.com/office/drawing/2014/main" id="{393363C9-2036-14AA-941C-FE4DCEF8F266}"/>
                </a:ext>
              </a:extLst>
            </p:cNvPr>
            <p:cNvSpPr/>
            <p:nvPr/>
          </p:nvSpPr>
          <p:spPr>
            <a:xfrm>
              <a:off x="3052069"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18" name="Freeform: Shape 3717">
              <a:extLst>
                <a:ext uri="{FF2B5EF4-FFF2-40B4-BE49-F238E27FC236}">
                  <a16:creationId xmlns:a16="http://schemas.microsoft.com/office/drawing/2014/main" id="{D4EB9D03-36C3-04F1-C745-432916DB743D}"/>
                </a:ext>
              </a:extLst>
            </p:cNvPr>
            <p:cNvSpPr/>
            <p:nvPr/>
          </p:nvSpPr>
          <p:spPr>
            <a:xfrm>
              <a:off x="3166325"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19" name="Freeform: Shape 3718">
              <a:extLst>
                <a:ext uri="{FF2B5EF4-FFF2-40B4-BE49-F238E27FC236}">
                  <a16:creationId xmlns:a16="http://schemas.microsoft.com/office/drawing/2014/main" id="{624BB17B-E4F6-9909-2D32-285FB3629AD9}"/>
                </a:ext>
              </a:extLst>
            </p:cNvPr>
            <p:cNvSpPr/>
            <p:nvPr/>
          </p:nvSpPr>
          <p:spPr>
            <a:xfrm>
              <a:off x="3280580"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20" name="Freeform: Shape 3719">
              <a:extLst>
                <a:ext uri="{FF2B5EF4-FFF2-40B4-BE49-F238E27FC236}">
                  <a16:creationId xmlns:a16="http://schemas.microsoft.com/office/drawing/2014/main" id="{28C74BD8-CAC5-7F03-C588-8F657017C7DA}"/>
                </a:ext>
              </a:extLst>
            </p:cNvPr>
            <p:cNvSpPr/>
            <p:nvPr/>
          </p:nvSpPr>
          <p:spPr>
            <a:xfrm>
              <a:off x="3394836"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21" name="Freeform: Shape 3720">
              <a:extLst>
                <a:ext uri="{FF2B5EF4-FFF2-40B4-BE49-F238E27FC236}">
                  <a16:creationId xmlns:a16="http://schemas.microsoft.com/office/drawing/2014/main" id="{3D76524F-0C1B-1AE6-832E-9526E2EB8EFD}"/>
                </a:ext>
              </a:extLst>
            </p:cNvPr>
            <p:cNvSpPr/>
            <p:nvPr/>
          </p:nvSpPr>
          <p:spPr>
            <a:xfrm>
              <a:off x="3509092"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22" name="Freeform: Shape 3721">
              <a:extLst>
                <a:ext uri="{FF2B5EF4-FFF2-40B4-BE49-F238E27FC236}">
                  <a16:creationId xmlns:a16="http://schemas.microsoft.com/office/drawing/2014/main" id="{0B543F3B-EDEB-4460-1156-7111A5B78F66}"/>
                </a:ext>
              </a:extLst>
            </p:cNvPr>
            <p:cNvSpPr/>
            <p:nvPr/>
          </p:nvSpPr>
          <p:spPr>
            <a:xfrm>
              <a:off x="3623348"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23" name="Freeform: Shape 3722">
              <a:extLst>
                <a:ext uri="{FF2B5EF4-FFF2-40B4-BE49-F238E27FC236}">
                  <a16:creationId xmlns:a16="http://schemas.microsoft.com/office/drawing/2014/main" id="{298CAEDD-2068-A1CA-F9C2-6924C715F7EA}"/>
                </a:ext>
              </a:extLst>
            </p:cNvPr>
            <p:cNvSpPr/>
            <p:nvPr/>
          </p:nvSpPr>
          <p:spPr>
            <a:xfrm>
              <a:off x="3737603"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24" name="Freeform: Shape 3723">
              <a:extLst>
                <a:ext uri="{FF2B5EF4-FFF2-40B4-BE49-F238E27FC236}">
                  <a16:creationId xmlns:a16="http://schemas.microsoft.com/office/drawing/2014/main" id="{A56D5515-390B-B459-73D9-2771392BB11D}"/>
                </a:ext>
              </a:extLst>
            </p:cNvPr>
            <p:cNvSpPr/>
            <p:nvPr/>
          </p:nvSpPr>
          <p:spPr>
            <a:xfrm>
              <a:off x="3851815"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25" name="Freeform: Shape 3724">
              <a:extLst>
                <a:ext uri="{FF2B5EF4-FFF2-40B4-BE49-F238E27FC236}">
                  <a16:creationId xmlns:a16="http://schemas.microsoft.com/office/drawing/2014/main" id="{F921A7D8-88D4-72E2-7633-A5EAAA2B93C7}"/>
                </a:ext>
              </a:extLst>
            </p:cNvPr>
            <p:cNvSpPr/>
            <p:nvPr/>
          </p:nvSpPr>
          <p:spPr>
            <a:xfrm>
              <a:off x="3966071"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26" name="Freeform: Shape 3725">
              <a:extLst>
                <a:ext uri="{FF2B5EF4-FFF2-40B4-BE49-F238E27FC236}">
                  <a16:creationId xmlns:a16="http://schemas.microsoft.com/office/drawing/2014/main" id="{0D317EDE-9ED4-B46B-923E-93DE4BE0511E}"/>
                </a:ext>
              </a:extLst>
            </p:cNvPr>
            <p:cNvSpPr/>
            <p:nvPr/>
          </p:nvSpPr>
          <p:spPr>
            <a:xfrm>
              <a:off x="4080327"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27" name="Freeform: Shape 3726">
              <a:extLst>
                <a:ext uri="{FF2B5EF4-FFF2-40B4-BE49-F238E27FC236}">
                  <a16:creationId xmlns:a16="http://schemas.microsoft.com/office/drawing/2014/main" id="{5A57958C-7E13-5B57-A9B5-D7615AE5FDB9}"/>
                </a:ext>
              </a:extLst>
            </p:cNvPr>
            <p:cNvSpPr/>
            <p:nvPr/>
          </p:nvSpPr>
          <p:spPr>
            <a:xfrm>
              <a:off x="4194582"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28" name="Freeform: Shape 3727">
              <a:extLst>
                <a:ext uri="{FF2B5EF4-FFF2-40B4-BE49-F238E27FC236}">
                  <a16:creationId xmlns:a16="http://schemas.microsoft.com/office/drawing/2014/main" id="{D0080F46-41AC-1955-B6A5-5F23FD2C453D}"/>
                </a:ext>
              </a:extLst>
            </p:cNvPr>
            <p:cNvSpPr/>
            <p:nvPr/>
          </p:nvSpPr>
          <p:spPr>
            <a:xfrm>
              <a:off x="4308838"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29" name="Freeform: Shape 3728">
              <a:extLst>
                <a:ext uri="{FF2B5EF4-FFF2-40B4-BE49-F238E27FC236}">
                  <a16:creationId xmlns:a16="http://schemas.microsoft.com/office/drawing/2014/main" id="{A68A3027-FEDD-4E3A-4599-80968D171986}"/>
                </a:ext>
              </a:extLst>
            </p:cNvPr>
            <p:cNvSpPr/>
            <p:nvPr/>
          </p:nvSpPr>
          <p:spPr>
            <a:xfrm>
              <a:off x="4423094"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30" name="Freeform: Shape 3729">
              <a:extLst>
                <a:ext uri="{FF2B5EF4-FFF2-40B4-BE49-F238E27FC236}">
                  <a16:creationId xmlns:a16="http://schemas.microsoft.com/office/drawing/2014/main" id="{13C1CB66-8183-3F2B-A228-13CFC3E75893}"/>
                </a:ext>
              </a:extLst>
            </p:cNvPr>
            <p:cNvSpPr/>
            <p:nvPr/>
          </p:nvSpPr>
          <p:spPr>
            <a:xfrm>
              <a:off x="4537350"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31" name="Freeform: Shape 3730">
              <a:extLst>
                <a:ext uri="{FF2B5EF4-FFF2-40B4-BE49-F238E27FC236}">
                  <a16:creationId xmlns:a16="http://schemas.microsoft.com/office/drawing/2014/main" id="{CDC011DB-2534-83A6-434D-FA6B943FCB3F}"/>
                </a:ext>
              </a:extLst>
            </p:cNvPr>
            <p:cNvSpPr/>
            <p:nvPr/>
          </p:nvSpPr>
          <p:spPr>
            <a:xfrm>
              <a:off x="4651605"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32" name="Freeform: Shape 3731">
              <a:extLst>
                <a:ext uri="{FF2B5EF4-FFF2-40B4-BE49-F238E27FC236}">
                  <a16:creationId xmlns:a16="http://schemas.microsoft.com/office/drawing/2014/main" id="{0B3A7D88-3883-E02D-BFEE-F2F51FE960C1}"/>
                </a:ext>
              </a:extLst>
            </p:cNvPr>
            <p:cNvSpPr/>
            <p:nvPr/>
          </p:nvSpPr>
          <p:spPr>
            <a:xfrm>
              <a:off x="4765861"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33" name="Freeform: Shape 3732">
              <a:extLst>
                <a:ext uri="{FF2B5EF4-FFF2-40B4-BE49-F238E27FC236}">
                  <a16:creationId xmlns:a16="http://schemas.microsoft.com/office/drawing/2014/main" id="{D221441D-E6AD-669F-3A67-2ED6FE338629}"/>
                </a:ext>
              </a:extLst>
            </p:cNvPr>
            <p:cNvSpPr/>
            <p:nvPr/>
          </p:nvSpPr>
          <p:spPr>
            <a:xfrm>
              <a:off x="4880117"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34" name="Freeform: Shape 3733">
              <a:extLst>
                <a:ext uri="{FF2B5EF4-FFF2-40B4-BE49-F238E27FC236}">
                  <a16:creationId xmlns:a16="http://schemas.microsoft.com/office/drawing/2014/main" id="{207A991B-4394-96B8-1A09-0E9F5BF2CBEB}"/>
                </a:ext>
              </a:extLst>
            </p:cNvPr>
            <p:cNvSpPr/>
            <p:nvPr/>
          </p:nvSpPr>
          <p:spPr>
            <a:xfrm>
              <a:off x="4994373"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35" name="Freeform: Shape 3734">
              <a:extLst>
                <a:ext uri="{FF2B5EF4-FFF2-40B4-BE49-F238E27FC236}">
                  <a16:creationId xmlns:a16="http://schemas.microsoft.com/office/drawing/2014/main" id="{EAC3908F-5B89-72F5-A79E-DC34255D5B34}"/>
                </a:ext>
              </a:extLst>
            </p:cNvPr>
            <p:cNvSpPr/>
            <p:nvPr/>
          </p:nvSpPr>
          <p:spPr>
            <a:xfrm>
              <a:off x="5108629"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36" name="Freeform: Shape 3735">
              <a:extLst>
                <a:ext uri="{FF2B5EF4-FFF2-40B4-BE49-F238E27FC236}">
                  <a16:creationId xmlns:a16="http://schemas.microsoft.com/office/drawing/2014/main" id="{57487942-9CAD-2925-0EF9-1C344DD28590}"/>
                </a:ext>
              </a:extLst>
            </p:cNvPr>
            <p:cNvSpPr/>
            <p:nvPr/>
          </p:nvSpPr>
          <p:spPr>
            <a:xfrm>
              <a:off x="5222840"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37" name="Freeform: Shape 3736">
              <a:extLst>
                <a:ext uri="{FF2B5EF4-FFF2-40B4-BE49-F238E27FC236}">
                  <a16:creationId xmlns:a16="http://schemas.microsoft.com/office/drawing/2014/main" id="{8A3495A5-86D3-2FE3-21D1-F2C37EDF6EEE}"/>
                </a:ext>
              </a:extLst>
            </p:cNvPr>
            <p:cNvSpPr/>
            <p:nvPr/>
          </p:nvSpPr>
          <p:spPr>
            <a:xfrm>
              <a:off x="5337096"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38" name="Freeform: Shape 3737">
              <a:extLst>
                <a:ext uri="{FF2B5EF4-FFF2-40B4-BE49-F238E27FC236}">
                  <a16:creationId xmlns:a16="http://schemas.microsoft.com/office/drawing/2014/main" id="{73CBDE51-4800-6691-9404-59EC0B6D1515}"/>
                </a:ext>
              </a:extLst>
            </p:cNvPr>
            <p:cNvSpPr/>
            <p:nvPr/>
          </p:nvSpPr>
          <p:spPr>
            <a:xfrm>
              <a:off x="5451352"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39" name="Freeform: Shape 3738">
              <a:extLst>
                <a:ext uri="{FF2B5EF4-FFF2-40B4-BE49-F238E27FC236}">
                  <a16:creationId xmlns:a16="http://schemas.microsoft.com/office/drawing/2014/main" id="{A1EBA890-195D-E2F9-5156-BD1E205BD277}"/>
                </a:ext>
              </a:extLst>
            </p:cNvPr>
            <p:cNvSpPr/>
            <p:nvPr/>
          </p:nvSpPr>
          <p:spPr>
            <a:xfrm>
              <a:off x="5565608"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40" name="Freeform: Shape 3739">
              <a:extLst>
                <a:ext uri="{FF2B5EF4-FFF2-40B4-BE49-F238E27FC236}">
                  <a16:creationId xmlns:a16="http://schemas.microsoft.com/office/drawing/2014/main" id="{03E6A534-6B70-B0BA-18FA-7309680A8F07}"/>
                </a:ext>
              </a:extLst>
            </p:cNvPr>
            <p:cNvSpPr/>
            <p:nvPr/>
          </p:nvSpPr>
          <p:spPr>
            <a:xfrm>
              <a:off x="5679863"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41" name="Freeform: Shape 3740">
              <a:extLst>
                <a:ext uri="{FF2B5EF4-FFF2-40B4-BE49-F238E27FC236}">
                  <a16:creationId xmlns:a16="http://schemas.microsoft.com/office/drawing/2014/main" id="{452A53DF-04F0-C7A7-C9C3-BD730ED043D8}"/>
                </a:ext>
              </a:extLst>
            </p:cNvPr>
            <p:cNvSpPr/>
            <p:nvPr/>
          </p:nvSpPr>
          <p:spPr>
            <a:xfrm>
              <a:off x="5794119"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42" name="Freeform: Shape 3741">
              <a:extLst>
                <a:ext uri="{FF2B5EF4-FFF2-40B4-BE49-F238E27FC236}">
                  <a16:creationId xmlns:a16="http://schemas.microsoft.com/office/drawing/2014/main" id="{93797FD1-C927-7E06-2ECE-EB9166531E73}"/>
                </a:ext>
              </a:extLst>
            </p:cNvPr>
            <p:cNvSpPr/>
            <p:nvPr/>
          </p:nvSpPr>
          <p:spPr>
            <a:xfrm>
              <a:off x="5908375"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43" name="Freeform: Shape 3742">
              <a:extLst>
                <a:ext uri="{FF2B5EF4-FFF2-40B4-BE49-F238E27FC236}">
                  <a16:creationId xmlns:a16="http://schemas.microsoft.com/office/drawing/2014/main" id="{26F8AFE7-18CA-9628-EBDB-C6C67E798256}"/>
                </a:ext>
              </a:extLst>
            </p:cNvPr>
            <p:cNvSpPr/>
            <p:nvPr/>
          </p:nvSpPr>
          <p:spPr>
            <a:xfrm>
              <a:off x="6022631"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44" name="Freeform: Shape 3743">
              <a:extLst>
                <a:ext uri="{FF2B5EF4-FFF2-40B4-BE49-F238E27FC236}">
                  <a16:creationId xmlns:a16="http://schemas.microsoft.com/office/drawing/2014/main" id="{D3967D2D-A4FC-1606-2F34-3494435E7EDC}"/>
                </a:ext>
              </a:extLst>
            </p:cNvPr>
            <p:cNvSpPr/>
            <p:nvPr/>
          </p:nvSpPr>
          <p:spPr>
            <a:xfrm>
              <a:off x="6136886"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45" name="Freeform: Shape 3744">
              <a:extLst>
                <a:ext uri="{FF2B5EF4-FFF2-40B4-BE49-F238E27FC236}">
                  <a16:creationId xmlns:a16="http://schemas.microsoft.com/office/drawing/2014/main" id="{BB241E25-993A-C694-59FB-DBD0BE1CC77A}"/>
                </a:ext>
              </a:extLst>
            </p:cNvPr>
            <p:cNvSpPr/>
            <p:nvPr/>
          </p:nvSpPr>
          <p:spPr>
            <a:xfrm>
              <a:off x="6251142"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46" name="Freeform: Shape 3745">
              <a:extLst>
                <a:ext uri="{FF2B5EF4-FFF2-40B4-BE49-F238E27FC236}">
                  <a16:creationId xmlns:a16="http://schemas.microsoft.com/office/drawing/2014/main" id="{CB54C441-9956-9D45-414B-481A5C0C2EA6}"/>
                </a:ext>
              </a:extLst>
            </p:cNvPr>
            <p:cNvSpPr/>
            <p:nvPr/>
          </p:nvSpPr>
          <p:spPr>
            <a:xfrm>
              <a:off x="6365398"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47" name="Freeform: Shape 3746">
              <a:extLst>
                <a:ext uri="{FF2B5EF4-FFF2-40B4-BE49-F238E27FC236}">
                  <a16:creationId xmlns:a16="http://schemas.microsoft.com/office/drawing/2014/main" id="{BF6F2D99-5807-F5E5-27DE-6513E39DA3FB}"/>
                </a:ext>
              </a:extLst>
            </p:cNvPr>
            <p:cNvSpPr/>
            <p:nvPr/>
          </p:nvSpPr>
          <p:spPr>
            <a:xfrm>
              <a:off x="6479610"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48" name="Freeform: Shape 3747">
              <a:extLst>
                <a:ext uri="{FF2B5EF4-FFF2-40B4-BE49-F238E27FC236}">
                  <a16:creationId xmlns:a16="http://schemas.microsoft.com/office/drawing/2014/main" id="{66A00A65-B986-9FC2-FFA8-754217E71791}"/>
                </a:ext>
              </a:extLst>
            </p:cNvPr>
            <p:cNvSpPr/>
            <p:nvPr/>
          </p:nvSpPr>
          <p:spPr>
            <a:xfrm>
              <a:off x="6593865"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49" name="Freeform: Shape 3748">
              <a:extLst>
                <a:ext uri="{FF2B5EF4-FFF2-40B4-BE49-F238E27FC236}">
                  <a16:creationId xmlns:a16="http://schemas.microsoft.com/office/drawing/2014/main" id="{D35BE77D-468D-F1DA-AB0E-863E3A69D48B}"/>
                </a:ext>
              </a:extLst>
            </p:cNvPr>
            <p:cNvSpPr/>
            <p:nvPr/>
          </p:nvSpPr>
          <p:spPr>
            <a:xfrm>
              <a:off x="6708121" y="640225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50" name="Freeform: Shape 3749">
              <a:extLst>
                <a:ext uri="{FF2B5EF4-FFF2-40B4-BE49-F238E27FC236}">
                  <a16:creationId xmlns:a16="http://schemas.microsoft.com/office/drawing/2014/main" id="{BEF63D6B-F358-0ED3-7B4E-4EAACA48E9F1}"/>
                </a:ext>
              </a:extLst>
            </p:cNvPr>
            <p:cNvSpPr/>
            <p:nvPr/>
          </p:nvSpPr>
          <p:spPr>
            <a:xfrm>
              <a:off x="6822377"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51" name="Freeform: Shape 3750">
              <a:extLst>
                <a:ext uri="{FF2B5EF4-FFF2-40B4-BE49-F238E27FC236}">
                  <a16:creationId xmlns:a16="http://schemas.microsoft.com/office/drawing/2014/main" id="{BD0B05E3-8255-F35B-4F86-DD6E2EB90236}"/>
                </a:ext>
              </a:extLst>
            </p:cNvPr>
            <p:cNvSpPr/>
            <p:nvPr/>
          </p:nvSpPr>
          <p:spPr>
            <a:xfrm>
              <a:off x="6936633"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52" name="Freeform: Shape 3751">
              <a:extLst>
                <a:ext uri="{FF2B5EF4-FFF2-40B4-BE49-F238E27FC236}">
                  <a16:creationId xmlns:a16="http://schemas.microsoft.com/office/drawing/2014/main" id="{ACFF5D42-0DEA-F597-0B03-00BC49B8FB46}"/>
                </a:ext>
              </a:extLst>
            </p:cNvPr>
            <p:cNvSpPr/>
            <p:nvPr/>
          </p:nvSpPr>
          <p:spPr>
            <a:xfrm>
              <a:off x="7050888" y="640225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53" name="Freeform: Shape 3752">
              <a:extLst>
                <a:ext uri="{FF2B5EF4-FFF2-40B4-BE49-F238E27FC236}">
                  <a16:creationId xmlns:a16="http://schemas.microsoft.com/office/drawing/2014/main" id="{3B7DDE71-F28E-133A-D4ED-7208708B3D96}"/>
                </a:ext>
              </a:extLst>
            </p:cNvPr>
            <p:cNvSpPr/>
            <p:nvPr/>
          </p:nvSpPr>
          <p:spPr>
            <a:xfrm>
              <a:off x="7165144"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54" name="Freeform: Shape 3753">
              <a:extLst>
                <a:ext uri="{FF2B5EF4-FFF2-40B4-BE49-F238E27FC236}">
                  <a16:creationId xmlns:a16="http://schemas.microsoft.com/office/drawing/2014/main" id="{F48ADB4C-4E62-52E0-4BB5-68F123830B1F}"/>
                </a:ext>
              </a:extLst>
            </p:cNvPr>
            <p:cNvSpPr/>
            <p:nvPr/>
          </p:nvSpPr>
          <p:spPr>
            <a:xfrm>
              <a:off x="2366578"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55" name="Freeform: Shape 3754">
              <a:extLst>
                <a:ext uri="{FF2B5EF4-FFF2-40B4-BE49-F238E27FC236}">
                  <a16:creationId xmlns:a16="http://schemas.microsoft.com/office/drawing/2014/main" id="{921D0F1E-7AC1-421A-A415-BAC0A2E88412}"/>
                </a:ext>
              </a:extLst>
            </p:cNvPr>
            <p:cNvSpPr/>
            <p:nvPr/>
          </p:nvSpPr>
          <p:spPr>
            <a:xfrm>
              <a:off x="2480790"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56" name="Freeform: Shape 3755">
              <a:extLst>
                <a:ext uri="{FF2B5EF4-FFF2-40B4-BE49-F238E27FC236}">
                  <a16:creationId xmlns:a16="http://schemas.microsoft.com/office/drawing/2014/main" id="{761212E0-CC8C-072F-34D5-99302C67B74E}"/>
                </a:ext>
              </a:extLst>
            </p:cNvPr>
            <p:cNvSpPr/>
            <p:nvPr/>
          </p:nvSpPr>
          <p:spPr>
            <a:xfrm>
              <a:off x="2595046"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57" name="Freeform: Shape 3756">
              <a:extLst>
                <a:ext uri="{FF2B5EF4-FFF2-40B4-BE49-F238E27FC236}">
                  <a16:creationId xmlns:a16="http://schemas.microsoft.com/office/drawing/2014/main" id="{774C906A-0C97-2D58-BE77-FC839BC324BB}"/>
                </a:ext>
              </a:extLst>
            </p:cNvPr>
            <p:cNvSpPr/>
            <p:nvPr/>
          </p:nvSpPr>
          <p:spPr>
            <a:xfrm>
              <a:off x="2709301"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58" name="Freeform: Shape 3757">
              <a:extLst>
                <a:ext uri="{FF2B5EF4-FFF2-40B4-BE49-F238E27FC236}">
                  <a16:creationId xmlns:a16="http://schemas.microsoft.com/office/drawing/2014/main" id="{203FA485-63F1-5C10-661A-D9D064393C0A}"/>
                </a:ext>
              </a:extLst>
            </p:cNvPr>
            <p:cNvSpPr/>
            <p:nvPr/>
          </p:nvSpPr>
          <p:spPr>
            <a:xfrm>
              <a:off x="2823557"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59" name="Freeform: Shape 3758">
              <a:extLst>
                <a:ext uri="{FF2B5EF4-FFF2-40B4-BE49-F238E27FC236}">
                  <a16:creationId xmlns:a16="http://schemas.microsoft.com/office/drawing/2014/main" id="{F9B71B11-4F17-7A4D-408D-78DEB407E22A}"/>
                </a:ext>
              </a:extLst>
            </p:cNvPr>
            <p:cNvSpPr/>
            <p:nvPr/>
          </p:nvSpPr>
          <p:spPr>
            <a:xfrm>
              <a:off x="2937813"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60" name="Freeform: Shape 3759">
              <a:extLst>
                <a:ext uri="{FF2B5EF4-FFF2-40B4-BE49-F238E27FC236}">
                  <a16:creationId xmlns:a16="http://schemas.microsoft.com/office/drawing/2014/main" id="{B12A1964-FFAA-CFDF-3DA0-BCD7844B568A}"/>
                </a:ext>
              </a:extLst>
            </p:cNvPr>
            <p:cNvSpPr/>
            <p:nvPr/>
          </p:nvSpPr>
          <p:spPr>
            <a:xfrm>
              <a:off x="3052069"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61" name="Freeform: Shape 3760">
              <a:extLst>
                <a:ext uri="{FF2B5EF4-FFF2-40B4-BE49-F238E27FC236}">
                  <a16:creationId xmlns:a16="http://schemas.microsoft.com/office/drawing/2014/main" id="{675EE012-29E1-2A00-391F-0FE4749651BD}"/>
                </a:ext>
              </a:extLst>
            </p:cNvPr>
            <p:cNvSpPr/>
            <p:nvPr/>
          </p:nvSpPr>
          <p:spPr>
            <a:xfrm>
              <a:off x="3166325"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62" name="Freeform: Shape 3761">
              <a:extLst>
                <a:ext uri="{FF2B5EF4-FFF2-40B4-BE49-F238E27FC236}">
                  <a16:creationId xmlns:a16="http://schemas.microsoft.com/office/drawing/2014/main" id="{0E6B4513-9104-55FA-336C-BF351F33F3B1}"/>
                </a:ext>
              </a:extLst>
            </p:cNvPr>
            <p:cNvSpPr/>
            <p:nvPr/>
          </p:nvSpPr>
          <p:spPr>
            <a:xfrm>
              <a:off x="3280580"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63" name="Freeform: Shape 3762">
              <a:extLst>
                <a:ext uri="{FF2B5EF4-FFF2-40B4-BE49-F238E27FC236}">
                  <a16:creationId xmlns:a16="http://schemas.microsoft.com/office/drawing/2014/main" id="{CBDF2866-69B6-BE9C-6CD4-2E2411223719}"/>
                </a:ext>
              </a:extLst>
            </p:cNvPr>
            <p:cNvSpPr/>
            <p:nvPr/>
          </p:nvSpPr>
          <p:spPr>
            <a:xfrm>
              <a:off x="3394836"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64" name="Freeform: Shape 3763">
              <a:extLst>
                <a:ext uri="{FF2B5EF4-FFF2-40B4-BE49-F238E27FC236}">
                  <a16:creationId xmlns:a16="http://schemas.microsoft.com/office/drawing/2014/main" id="{66F585D0-4D03-739E-C146-EC79F20FF3DC}"/>
                </a:ext>
              </a:extLst>
            </p:cNvPr>
            <p:cNvSpPr/>
            <p:nvPr/>
          </p:nvSpPr>
          <p:spPr>
            <a:xfrm>
              <a:off x="3509092"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65" name="Freeform: Shape 3764">
              <a:extLst>
                <a:ext uri="{FF2B5EF4-FFF2-40B4-BE49-F238E27FC236}">
                  <a16:creationId xmlns:a16="http://schemas.microsoft.com/office/drawing/2014/main" id="{965A381E-A7D7-DEE7-3065-77C37D9F2E40}"/>
                </a:ext>
              </a:extLst>
            </p:cNvPr>
            <p:cNvSpPr/>
            <p:nvPr/>
          </p:nvSpPr>
          <p:spPr>
            <a:xfrm>
              <a:off x="3623348"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66" name="Freeform: Shape 3765">
              <a:extLst>
                <a:ext uri="{FF2B5EF4-FFF2-40B4-BE49-F238E27FC236}">
                  <a16:creationId xmlns:a16="http://schemas.microsoft.com/office/drawing/2014/main" id="{68A7A543-9E47-8243-9722-9169A11180BE}"/>
                </a:ext>
              </a:extLst>
            </p:cNvPr>
            <p:cNvSpPr/>
            <p:nvPr/>
          </p:nvSpPr>
          <p:spPr>
            <a:xfrm>
              <a:off x="3737603"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67" name="Freeform: Shape 3766">
              <a:extLst>
                <a:ext uri="{FF2B5EF4-FFF2-40B4-BE49-F238E27FC236}">
                  <a16:creationId xmlns:a16="http://schemas.microsoft.com/office/drawing/2014/main" id="{BE4896FD-090E-5193-160D-3F56A682BBA8}"/>
                </a:ext>
              </a:extLst>
            </p:cNvPr>
            <p:cNvSpPr/>
            <p:nvPr/>
          </p:nvSpPr>
          <p:spPr>
            <a:xfrm>
              <a:off x="3851815"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68" name="Freeform: Shape 3767">
              <a:extLst>
                <a:ext uri="{FF2B5EF4-FFF2-40B4-BE49-F238E27FC236}">
                  <a16:creationId xmlns:a16="http://schemas.microsoft.com/office/drawing/2014/main" id="{ED6024C7-5196-63B8-2D2E-97A94D2AF0DA}"/>
                </a:ext>
              </a:extLst>
            </p:cNvPr>
            <p:cNvSpPr/>
            <p:nvPr/>
          </p:nvSpPr>
          <p:spPr>
            <a:xfrm>
              <a:off x="3966071"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69" name="Freeform: Shape 3768">
              <a:extLst>
                <a:ext uri="{FF2B5EF4-FFF2-40B4-BE49-F238E27FC236}">
                  <a16:creationId xmlns:a16="http://schemas.microsoft.com/office/drawing/2014/main" id="{610C1F32-BA8F-0790-29B3-B83EECB6FBE7}"/>
                </a:ext>
              </a:extLst>
            </p:cNvPr>
            <p:cNvSpPr/>
            <p:nvPr/>
          </p:nvSpPr>
          <p:spPr>
            <a:xfrm>
              <a:off x="4080327"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70" name="Freeform: Shape 3769">
              <a:extLst>
                <a:ext uri="{FF2B5EF4-FFF2-40B4-BE49-F238E27FC236}">
                  <a16:creationId xmlns:a16="http://schemas.microsoft.com/office/drawing/2014/main" id="{6D6F6DCF-FBE7-0940-1B3D-619447C8118E}"/>
                </a:ext>
              </a:extLst>
            </p:cNvPr>
            <p:cNvSpPr/>
            <p:nvPr/>
          </p:nvSpPr>
          <p:spPr>
            <a:xfrm>
              <a:off x="4194582"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71" name="Freeform: Shape 3770">
              <a:extLst>
                <a:ext uri="{FF2B5EF4-FFF2-40B4-BE49-F238E27FC236}">
                  <a16:creationId xmlns:a16="http://schemas.microsoft.com/office/drawing/2014/main" id="{3F0B6462-E07F-B31B-4CC9-D0015483D8E9}"/>
                </a:ext>
              </a:extLst>
            </p:cNvPr>
            <p:cNvSpPr/>
            <p:nvPr/>
          </p:nvSpPr>
          <p:spPr>
            <a:xfrm>
              <a:off x="4308838"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72" name="Freeform: Shape 3771">
              <a:extLst>
                <a:ext uri="{FF2B5EF4-FFF2-40B4-BE49-F238E27FC236}">
                  <a16:creationId xmlns:a16="http://schemas.microsoft.com/office/drawing/2014/main" id="{7783994B-26A9-52B5-91E3-8842748D8B22}"/>
                </a:ext>
              </a:extLst>
            </p:cNvPr>
            <p:cNvSpPr/>
            <p:nvPr/>
          </p:nvSpPr>
          <p:spPr>
            <a:xfrm>
              <a:off x="4423094"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73" name="Freeform: Shape 3772">
              <a:extLst>
                <a:ext uri="{FF2B5EF4-FFF2-40B4-BE49-F238E27FC236}">
                  <a16:creationId xmlns:a16="http://schemas.microsoft.com/office/drawing/2014/main" id="{BFDA607A-04E1-43AC-8C45-1C08E4ED2C6B}"/>
                </a:ext>
              </a:extLst>
            </p:cNvPr>
            <p:cNvSpPr/>
            <p:nvPr/>
          </p:nvSpPr>
          <p:spPr>
            <a:xfrm>
              <a:off x="4537350"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74" name="Freeform: Shape 3773">
              <a:extLst>
                <a:ext uri="{FF2B5EF4-FFF2-40B4-BE49-F238E27FC236}">
                  <a16:creationId xmlns:a16="http://schemas.microsoft.com/office/drawing/2014/main" id="{B6D3DCF9-352C-AC56-587F-6EA4A23D47B9}"/>
                </a:ext>
              </a:extLst>
            </p:cNvPr>
            <p:cNvSpPr/>
            <p:nvPr/>
          </p:nvSpPr>
          <p:spPr>
            <a:xfrm>
              <a:off x="4651605"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75" name="Freeform: Shape 3774">
              <a:extLst>
                <a:ext uri="{FF2B5EF4-FFF2-40B4-BE49-F238E27FC236}">
                  <a16:creationId xmlns:a16="http://schemas.microsoft.com/office/drawing/2014/main" id="{0EE6948E-3715-5517-D599-55D0C871234A}"/>
                </a:ext>
              </a:extLst>
            </p:cNvPr>
            <p:cNvSpPr/>
            <p:nvPr/>
          </p:nvSpPr>
          <p:spPr>
            <a:xfrm>
              <a:off x="4765861"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76" name="Freeform: Shape 3775">
              <a:extLst>
                <a:ext uri="{FF2B5EF4-FFF2-40B4-BE49-F238E27FC236}">
                  <a16:creationId xmlns:a16="http://schemas.microsoft.com/office/drawing/2014/main" id="{A4085F6E-2536-B3A9-302A-C043169681A1}"/>
                </a:ext>
              </a:extLst>
            </p:cNvPr>
            <p:cNvSpPr/>
            <p:nvPr/>
          </p:nvSpPr>
          <p:spPr>
            <a:xfrm>
              <a:off x="4880117"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77" name="Freeform: Shape 3776">
              <a:extLst>
                <a:ext uri="{FF2B5EF4-FFF2-40B4-BE49-F238E27FC236}">
                  <a16:creationId xmlns:a16="http://schemas.microsoft.com/office/drawing/2014/main" id="{5F05727D-25A8-755F-9B92-2C51A8ACBDDE}"/>
                </a:ext>
              </a:extLst>
            </p:cNvPr>
            <p:cNvSpPr/>
            <p:nvPr/>
          </p:nvSpPr>
          <p:spPr>
            <a:xfrm>
              <a:off x="4994373"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78" name="Freeform: Shape 3777">
              <a:extLst>
                <a:ext uri="{FF2B5EF4-FFF2-40B4-BE49-F238E27FC236}">
                  <a16:creationId xmlns:a16="http://schemas.microsoft.com/office/drawing/2014/main" id="{7CE507A8-FFAC-4561-9DEB-3F27FA3DAF71}"/>
                </a:ext>
              </a:extLst>
            </p:cNvPr>
            <p:cNvSpPr/>
            <p:nvPr/>
          </p:nvSpPr>
          <p:spPr>
            <a:xfrm>
              <a:off x="5108629"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79" name="Freeform: Shape 3778">
              <a:extLst>
                <a:ext uri="{FF2B5EF4-FFF2-40B4-BE49-F238E27FC236}">
                  <a16:creationId xmlns:a16="http://schemas.microsoft.com/office/drawing/2014/main" id="{271CDBF8-7663-2EE8-5940-625B5CD23956}"/>
                </a:ext>
              </a:extLst>
            </p:cNvPr>
            <p:cNvSpPr/>
            <p:nvPr/>
          </p:nvSpPr>
          <p:spPr>
            <a:xfrm>
              <a:off x="5222840"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80" name="Freeform: Shape 3779">
              <a:extLst>
                <a:ext uri="{FF2B5EF4-FFF2-40B4-BE49-F238E27FC236}">
                  <a16:creationId xmlns:a16="http://schemas.microsoft.com/office/drawing/2014/main" id="{938B1F36-65EB-4EC9-52F4-60C786802750}"/>
                </a:ext>
              </a:extLst>
            </p:cNvPr>
            <p:cNvSpPr/>
            <p:nvPr/>
          </p:nvSpPr>
          <p:spPr>
            <a:xfrm>
              <a:off x="5337096"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81" name="Freeform: Shape 3780">
              <a:extLst>
                <a:ext uri="{FF2B5EF4-FFF2-40B4-BE49-F238E27FC236}">
                  <a16:creationId xmlns:a16="http://schemas.microsoft.com/office/drawing/2014/main" id="{292FFD6E-0267-EDB1-8298-82C767BF5360}"/>
                </a:ext>
              </a:extLst>
            </p:cNvPr>
            <p:cNvSpPr/>
            <p:nvPr/>
          </p:nvSpPr>
          <p:spPr>
            <a:xfrm>
              <a:off x="5451352"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82" name="Freeform: Shape 3781">
              <a:extLst>
                <a:ext uri="{FF2B5EF4-FFF2-40B4-BE49-F238E27FC236}">
                  <a16:creationId xmlns:a16="http://schemas.microsoft.com/office/drawing/2014/main" id="{871BA9FD-4769-4EAB-5A6F-810CFEB0F9E1}"/>
                </a:ext>
              </a:extLst>
            </p:cNvPr>
            <p:cNvSpPr/>
            <p:nvPr/>
          </p:nvSpPr>
          <p:spPr>
            <a:xfrm>
              <a:off x="5565608"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83" name="Freeform: Shape 3782">
              <a:extLst>
                <a:ext uri="{FF2B5EF4-FFF2-40B4-BE49-F238E27FC236}">
                  <a16:creationId xmlns:a16="http://schemas.microsoft.com/office/drawing/2014/main" id="{D6137A0C-3B5B-4B6D-ADC4-F9A136B6E5ED}"/>
                </a:ext>
              </a:extLst>
            </p:cNvPr>
            <p:cNvSpPr/>
            <p:nvPr/>
          </p:nvSpPr>
          <p:spPr>
            <a:xfrm>
              <a:off x="5679863"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84" name="Freeform: Shape 3783">
              <a:extLst>
                <a:ext uri="{FF2B5EF4-FFF2-40B4-BE49-F238E27FC236}">
                  <a16:creationId xmlns:a16="http://schemas.microsoft.com/office/drawing/2014/main" id="{F03C40A4-734B-640D-8CFD-3CDD5F5EB2A6}"/>
                </a:ext>
              </a:extLst>
            </p:cNvPr>
            <p:cNvSpPr/>
            <p:nvPr/>
          </p:nvSpPr>
          <p:spPr>
            <a:xfrm>
              <a:off x="5794119"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85" name="Freeform: Shape 3784">
              <a:extLst>
                <a:ext uri="{FF2B5EF4-FFF2-40B4-BE49-F238E27FC236}">
                  <a16:creationId xmlns:a16="http://schemas.microsoft.com/office/drawing/2014/main" id="{03C60007-1CC0-1B8A-588A-4DC6831FE4F4}"/>
                </a:ext>
              </a:extLst>
            </p:cNvPr>
            <p:cNvSpPr/>
            <p:nvPr/>
          </p:nvSpPr>
          <p:spPr>
            <a:xfrm>
              <a:off x="5908375"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86" name="Freeform: Shape 3785">
              <a:extLst>
                <a:ext uri="{FF2B5EF4-FFF2-40B4-BE49-F238E27FC236}">
                  <a16:creationId xmlns:a16="http://schemas.microsoft.com/office/drawing/2014/main" id="{515A3367-FB74-4415-343E-9846D68E0D1D}"/>
                </a:ext>
              </a:extLst>
            </p:cNvPr>
            <p:cNvSpPr/>
            <p:nvPr/>
          </p:nvSpPr>
          <p:spPr>
            <a:xfrm>
              <a:off x="6022631"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87" name="Freeform: Shape 3786">
              <a:extLst>
                <a:ext uri="{FF2B5EF4-FFF2-40B4-BE49-F238E27FC236}">
                  <a16:creationId xmlns:a16="http://schemas.microsoft.com/office/drawing/2014/main" id="{08205457-B3A3-D399-7AF6-F23D43D87A4C}"/>
                </a:ext>
              </a:extLst>
            </p:cNvPr>
            <p:cNvSpPr/>
            <p:nvPr/>
          </p:nvSpPr>
          <p:spPr>
            <a:xfrm>
              <a:off x="6136886"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88" name="Freeform: Shape 3787">
              <a:extLst>
                <a:ext uri="{FF2B5EF4-FFF2-40B4-BE49-F238E27FC236}">
                  <a16:creationId xmlns:a16="http://schemas.microsoft.com/office/drawing/2014/main" id="{3C0A4325-0797-5D64-D9FE-8828DFF68D42}"/>
                </a:ext>
              </a:extLst>
            </p:cNvPr>
            <p:cNvSpPr/>
            <p:nvPr/>
          </p:nvSpPr>
          <p:spPr>
            <a:xfrm>
              <a:off x="6251142"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89" name="Freeform: Shape 3788">
              <a:extLst>
                <a:ext uri="{FF2B5EF4-FFF2-40B4-BE49-F238E27FC236}">
                  <a16:creationId xmlns:a16="http://schemas.microsoft.com/office/drawing/2014/main" id="{6B64E814-BFE1-C901-9648-8797B3082D27}"/>
                </a:ext>
              </a:extLst>
            </p:cNvPr>
            <p:cNvSpPr/>
            <p:nvPr/>
          </p:nvSpPr>
          <p:spPr>
            <a:xfrm>
              <a:off x="6365398"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90" name="Freeform: Shape 3789">
              <a:extLst>
                <a:ext uri="{FF2B5EF4-FFF2-40B4-BE49-F238E27FC236}">
                  <a16:creationId xmlns:a16="http://schemas.microsoft.com/office/drawing/2014/main" id="{E39F14E8-3CC7-141A-6824-2F235B324148}"/>
                </a:ext>
              </a:extLst>
            </p:cNvPr>
            <p:cNvSpPr/>
            <p:nvPr/>
          </p:nvSpPr>
          <p:spPr>
            <a:xfrm>
              <a:off x="6479610"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91" name="Freeform: Shape 3790">
              <a:extLst>
                <a:ext uri="{FF2B5EF4-FFF2-40B4-BE49-F238E27FC236}">
                  <a16:creationId xmlns:a16="http://schemas.microsoft.com/office/drawing/2014/main" id="{3D87C16A-B255-6F5C-D9E0-9BD10C8DF272}"/>
                </a:ext>
              </a:extLst>
            </p:cNvPr>
            <p:cNvSpPr/>
            <p:nvPr/>
          </p:nvSpPr>
          <p:spPr>
            <a:xfrm>
              <a:off x="6593865"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92" name="Freeform: Shape 3791">
              <a:extLst>
                <a:ext uri="{FF2B5EF4-FFF2-40B4-BE49-F238E27FC236}">
                  <a16:creationId xmlns:a16="http://schemas.microsoft.com/office/drawing/2014/main" id="{41709931-E183-E19B-9195-492E648AF6DA}"/>
                </a:ext>
              </a:extLst>
            </p:cNvPr>
            <p:cNvSpPr/>
            <p:nvPr/>
          </p:nvSpPr>
          <p:spPr>
            <a:xfrm>
              <a:off x="6708121" y="651651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93" name="Freeform: Shape 3792">
              <a:extLst>
                <a:ext uri="{FF2B5EF4-FFF2-40B4-BE49-F238E27FC236}">
                  <a16:creationId xmlns:a16="http://schemas.microsoft.com/office/drawing/2014/main" id="{9542D497-24BF-6530-FB91-743509BF3D49}"/>
                </a:ext>
              </a:extLst>
            </p:cNvPr>
            <p:cNvSpPr/>
            <p:nvPr/>
          </p:nvSpPr>
          <p:spPr>
            <a:xfrm>
              <a:off x="6822377"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94" name="Freeform: Shape 3793">
              <a:extLst>
                <a:ext uri="{FF2B5EF4-FFF2-40B4-BE49-F238E27FC236}">
                  <a16:creationId xmlns:a16="http://schemas.microsoft.com/office/drawing/2014/main" id="{2C249FCC-39F3-1CBC-EE04-E640C129D56B}"/>
                </a:ext>
              </a:extLst>
            </p:cNvPr>
            <p:cNvSpPr/>
            <p:nvPr/>
          </p:nvSpPr>
          <p:spPr>
            <a:xfrm>
              <a:off x="6936633"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95" name="Freeform: Shape 3794">
              <a:extLst>
                <a:ext uri="{FF2B5EF4-FFF2-40B4-BE49-F238E27FC236}">
                  <a16:creationId xmlns:a16="http://schemas.microsoft.com/office/drawing/2014/main" id="{952B37F8-C908-A395-6CD8-0182E4360720}"/>
                </a:ext>
              </a:extLst>
            </p:cNvPr>
            <p:cNvSpPr/>
            <p:nvPr/>
          </p:nvSpPr>
          <p:spPr>
            <a:xfrm>
              <a:off x="7050888" y="651651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96" name="Freeform: Shape 3795">
              <a:extLst>
                <a:ext uri="{FF2B5EF4-FFF2-40B4-BE49-F238E27FC236}">
                  <a16:creationId xmlns:a16="http://schemas.microsoft.com/office/drawing/2014/main" id="{A3EA51F2-F407-DB6C-19FD-13A7271F1CB2}"/>
                </a:ext>
              </a:extLst>
            </p:cNvPr>
            <p:cNvSpPr/>
            <p:nvPr/>
          </p:nvSpPr>
          <p:spPr>
            <a:xfrm>
              <a:off x="7165144"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97" name="Freeform: Shape 3796">
              <a:extLst>
                <a:ext uri="{FF2B5EF4-FFF2-40B4-BE49-F238E27FC236}">
                  <a16:creationId xmlns:a16="http://schemas.microsoft.com/office/drawing/2014/main" id="{82E49CD5-4526-8CF3-50FA-13D8583EB183}"/>
                </a:ext>
              </a:extLst>
            </p:cNvPr>
            <p:cNvSpPr/>
            <p:nvPr/>
          </p:nvSpPr>
          <p:spPr>
            <a:xfrm>
              <a:off x="2366578"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98" name="Freeform: Shape 3797">
              <a:extLst>
                <a:ext uri="{FF2B5EF4-FFF2-40B4-BE49-F238E27FC236}">
                  <a16:creationId xmlns:a16="http://schemas.microsoft.com/office/drawing/2014/main" id="{C17E1A34-AD2E-3120-1CDD-DD262AE4730C}"/>
                </a:ext>
              </a:extLst>
            </p:cNvPr>
            <p:cNvSpPr/>
            <p:nvPr/>
          </p:nvSpPr>
          <p:spPr>
            <a:xfrm>
              <a:off x="2480790"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799" name="Freeform: Shape 3798">
              <a:extLst>
                <a:ext uri="{FF2B5EF4-FFF2-40B4-BE49-F238E27FC236}">
                  <a16:creationId xmlns:a16="http://schemas.microsoft.com/office/drawing/2014/main" id="{090CCB83-03FE-2335-74BF-B65E30DC9F68}"/>
                </a:ext>
              </a:extLst>
            </p:cNvPr>
            <p:cNvSpPr/>
            <p:nvPr/>
          </p:nvSpPr>
          <p:spPr>
            <a:xfrm>
              <a:off x="2595046"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00" name="Freeform: Shape 3799">
              <a:extLst>
                <a:ext uri="{FF2B5EF4-FFF2-40B4-BE49-F238E27FC236}">
                  <a16:creationId xmlns:a16="http://schemas.microsoft.com/office/drawing/2014/main" id="{AB13C9C8-DD2A-B24D-791D-F8C036DDBA1D}"/>
                </a:ext>
              </a:extLst>
            </p:cNvPr>
            <p:cNvSpPr/>
            <p:nvPr/>
          </p:nvSpPr>
          <p:spPr>
            <a:xfrm>
              <a:off x="2709301"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01" name="Freeform: Shape 3800">
              <a:extLst>
                <a:ext uri="{FF2B5EF4-FFF2-40B4-BE49-F238E27FC236}">
                  <a16:creationId xmlns:a16="http://schemas.microsoft.com/office/drawing/2014/main" id="{598D8445-C0B7-DE61-428E-05F5BF9DCFE1}"/>
                </a:ext>
              </a:extLst>
            </p:cNvPr>
            <p:cNvSpPr/>
            <p:nvPr/>
          </p:nvSpPr>
          <p:spPr>
            <a:xfrm>
              <a:off x="2823557"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02" name="Freeform: Shape 3801">
              <a:extLst>
                <a:ext uri="{FF2B5EF4-FFF2-40B4-BE49-F238E27FC236}">
                  <a16:creationId xmlns:a16="http://schemas.microsoft.com/office/drawing/2014/main" id="{7C617A2D-A3B7-2699-C0FE-5C1B56E3BBD9}"/>
                </a:ext>
              </a:extLst>
            </p:cNvPr>
            <p:cNvSpPr/>
            <p:nvPr/>
          </p:nvSpPr>
          <p:spPr>
            <a:xfrm>
              <a:off x="2937813"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03" name="Freeform: Shape 3802">
              <a:extLst>
                <a:ext uri="{FF2B5EF4-FFF2-40B4-BE49-F238E27FC236}">
                  <a16:creationId xmlns:a16="http://schemas.microsoft.com/office/drawing/2014/main" id="{BA3FF243-4B1F-313B-781C-2888B1BB5192}"/>
                </a:ext>
              </a:extLst>
            </p:cNvPr>
            <p:cNvSpPr/>
            <p:nvPr/>
          </p:nvSpPr>
          <p:spPr>
            <a:xfrm>
              <a:off x="3052069"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04" name="Freeform: Shape 3803">
              <a:extLst>
                <a:ext uri="{FF2B5EF4-FFF2-40B4-BE49-F238E27FC236}">
                  <a16:creationId xmlns:a16="http://schemas.microsoft.com/office/drawing/2014/main" id="{6E622817-3997-26A4-4825-8FFB8096C302}"/>
                </a:ext>
              </a:extLst>
            </p:cNvPr>
            <p:cNvSpPr/>
            <p:nvPr/>
          </p:nvSpPr>
          <p:spPr>
            <a:xfrm>
              <a:off x="3166325"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05" name="Freeform: Shape 3804">
              <a:extLst>
                <a:ext uri="{FF2B5EF4-FFF2-40B4-BE49-F238E27FC236}">
                  <a16:creationId xmlns:a16="http://schemas.microsoft.com/office/drawing/2014/main" id="{C38F675E-10A9-D883-053F-994631CEEADC}"/>
                </a:ext>
              </a:extLst>
            </p:cNvPr>
            <p:cNvSpPr/>
            <p:nvPr/>
          </p:nvSpPr>
          <p:spPr>
            <a:xfrm>
              <a:off x="3280580"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06" name="Freeform: Shape 3805">
              <a:extLst>
                <a:ext uri="{FF2B5EF4-FFF2-40B4-BE49-F238E27FC236}">
                  <a16:creationId xmlns:a16="http://schemas.microsoft.com/office/drawing/2014/main" id="{17DB84CF-6758-8D0A-1715-CFFDAC5F951B}"/>
                </a:ext>
              </a:extLst>
            </p:cNvPr>
            <p:cNvSpPr/>
            <p:nvPr/>
          </p:nvSpPr>
          <p:spPr>
            <a:xfrm>
              <a:off x="3394836"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07" name="Freeform: Shape 3806">
              <a:extLst>
                <a:ext uri="{FF2B5EF4-FFF2-40B4-BE49-F238E27FC236}">
                  <a16:creationId xmlns:a16="http://schemas.microsoft.com/office/drawing/2014/main" id="{FCFC97DD-7B78-431B-2EE3-3C091051D023}"/>
                </a:ext>
              </a:extLst>
            </p:cNvPr>
            <p:cNvSpPr/>
            <p:nvPr/>
          </p:nvSpPr>
          <p:spPr>
            <a:xfrm>
              <a:off x="3509092"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08" name="Freeform: Shape 3807">
              <a:extLst>
                <a:ext uri="{FF2B5EF4-FFF2-40B4-BE49-F238E27FC236}">
                  <a16:creationId xmlns:a16="http://schemas.microsoft.com/office/drawing/2014/main" id="{0BC3564F-857A-3D53-07CF-AAED3082E979}"/>
                </a:ext>
              </a:extLst>
            </p:cNvPr>
            <p:cNvSpPr/>
            <p:nvPr/>
          </p:nvSpPr>
          <p:spPr>
            <a:xfrm>
              <a:off x="3623348"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09" name="Freeform: Shape 3808">
              <a:extLst>
                <a:ext uri="{FF2B5EF4-FFF2-40B4-BE49-F238E27FC236}">
                  <a16:creationId xmlns:a16="http://schemas.microsoft.com/office/drawing/2014/main" id="{95870CEF-0778-8735-2545-01DDC2FB5F65}"/>
                </a:ext>
              </a:extLst>
            </p:cNvPr>
            <p:cNvSpPr/>
            <p:nvPr/>
          </p:nvSpPr>
          <p:spPr>
            <a:xfrm>
              <a:off x="3737603"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10" name="Freeform: Shape 3809">
              <a:extLst>
                <a:ext uri="{FF2B5EF4-FFF2-40B4-BE49-F238E27FC236}">
                  <a16:creationId xmlns:a16="http://schemas.microsoft.com/office/drawing/2014/main" id="{456BF4E4-2F8E-B723-3EAC-FB55858A17E1}"/>
                </a:ext>
              </a:extLst>
            </p:cNvPr>
            <p:cNvSpPr/>
            <p:nvPr/>
          </p:nvSpPr>
          <p:spPr>
            <a:xfrm>
              <a:off x="3851815"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11" name="Freeform: Shape 3810">
              <a:extLst>
                <a:ext uri="{FF2B5EF4-FFF2-40B4-BE49-F238E27FC236}">
                  <a16:creationId xmlns:a16="http://schemas.microsoft.com/office/drawing/2014/main" id="{17F09004-B887-BEBB-C5C0-23F9FBD3E0EB}"/>
                </a:ext>
              </a:extLst>
            </p:cNvPr>
            <p:cNvSpPr/>
            <p:nvPr/>
          </p:nvSpPr>
          <p:spPr>
            <a:xfrm>
              <a:off x="3966071"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12" name="Freeform: Shape 3811">
              <a:extLst>
                <a:ext uri="{FF2B5EF4-FFF2-40B4-BE49-F238E27FC236}">
                  <a16:creationId xmlns:a16="http://schemas.microsoft.com/office/drawing/2014/main" id="{E9A88E33-E7E3-3B08-79A4-E7518804C6A3}"/>
                </a:ext>
              </a:extLst>
            </p:cNvPr>
            <p:cNvSpPr/>
            <p:nvPr/>
          </p:nvSpPr>
          <p:spPr>
            <a:xfrm>
              <a:off x="4080327"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13" name="Freeform: Shape 3812">
              <a:extLst>
                <a:ext uri="{FF2B5EF4-FFF2-40B4-BE49-F238E27FC236}">
                  <a16:creationId xmlns:a16="http://schemas.microsoft.com/office/drawing/2014/main" id="{6A5F505A-A016-46EE-1147-46D13C471DD5}"/>
                </a:ext>
              </a:extLst>
            </p:cNvPr>
            <p:cNvSpPr/>
            <p:nvPr/>
          </p:nvSpPr>
          <p:spPr>
            <a:xfrm>
              <a:off x="4194582"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14" name="Freeform: Shape 3813">
              <a:extLst>
                <a:ext uri="{FF2B5EF4-FFF2-40B4-BE49-F238E27FC236}">
                  <a16:creationId xmlns:a16="http://schemas.microsoft.com/office/drawing/2014/main" id="{0CB9235D-B1B2-E148-B3A6-431643521A14}"/>
                </a:ext>
              </a:extLst>
            </p:cNvPr>
            <p:cNvSpPr/>
            <p:nvPr/>
          </p:nvSpPr>
          <p:spPr>
            <a:xfrm>
              <a:off x="4308838"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15" name="Freeform: Shape 3814">
              <a:extLst>
                <a:ext uri="{FF2B5EF4-FFF2-40B4-BE49-F238E27FC236}">
                  <a16:creationId xmlns:a16="http://schemas.microsoft.com/office/drawing/2014/main" id="{6CDD169E-C2A1-F1F8-C3EC-CE67EC289F80}"/>
                </a:ext>
              </a:extLst>
            </p:cNvPr>
            <p:cNvSpPr/>
            <p:nvPr/>
          </p:nvSpPr>
          <p:spPr>
            <a:xfrm>
              <a:off x="4423094"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16" name="Freeform: Shape 3815">
              <a:extLst>
                <a:ext uri="{FF2B5EF4-FFF2-40B4-BE49-F238E27FC236}">
                  <a16:creationId xmlns:a16="http://schemas.microsoft.com/office/drawing/2014/main" id="{9E16EB00-E094-E8BF-B66A-D53DB6E61AD1}"/>
                </a:ext>
              </a:extLst>
            </p:cNvPr>
            <p:cNvSpPr/>
            <p:nvPr/>
          </p:nvSpPr>
          <p:spPr>
            <a:xfrm>
              <a:off x="4537350"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17" name="Freeform: Shape 3816">
              <a:extLst>
                <a:ext uri="{FF2B5EF4-FFF2-40B4-BE49-F238E27FC236}">
                  <a16:creationId xmlns:a16="http://schemas.microsoft.com/office/drawing/2014/main" id="{244A33F8-BBCF-0747-370A-2072D2954FDA}"/>
                </a:ext>
              </a:extLst>
            </p:cNvPr>
            <p:cNvSpPr/>
            <p:nvPr/>
          </p:nvSpPr>
          <p:spPr>
            <a:xfrm>
              <a:off x="4651605"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18" name="Freeform: Shape 3817">
              <a:extLst>
                <a:ext uri="{FF2B5EF4-FFF2-40B4-BE49-F238E27FC236}">
                  <a16:creationId xmlns:a16="http://schemas.microsoft.com/office/drawing/2014/main" id="{DB9C2395-20E4-C307-C25B-68AA8E014A9E}"/>
                </a:ext>
              </a:extLst>
            </p:cNvPr>
            <p:cNvSpPr/>
            <p:nvPr/>
          </p:nvSpPr>
          <p:spPr>
            <a:xfrm>
              <a:off x="4765861"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19" name="Freeform: Shape 3818">
              <a:extLst>
                <a:ext uri="{FF2B5EF4-FFF2-40B4-BE49-F238E27FC236}">
                  <a16:creationId xmlns:a16="http://schemas.microsoft.com/office/drawing/2014/main" id="{3DE6B4AF-DD7B-B0C0-F205-BC20A61F1080}"/>
                </a:ext>
              </a:extLst>
            </p:cNvPr>
            <p:cNvSpPr/>
            <p:nvPr/>
          </p:nvSpPr>
          <p:spPr>
            <a:xfrm>
              <a:off x="4880117"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20" name="Freeform: Shape 3819">
              <a:extLst>
                <a:ext uri="{FF2B5EF4-FFF2-40B4-BE49-F238E27FC236}">
                  <a16:creationId xmlns:a16="http://schemas.microsoft.com/office/drawing/2014/main" id="{D740AEF4-F89D-F6D6-A991-CACDC4D79C08}"/>
                </a:ext>
              </a:extLst>
            </p:cNvPr>
            <p:cNvSpPr/>
            <p:nvPr/>
          </p:nvSpPr>
          <p:spPr>
            <a:xfrm>
              <a:off x="4994373"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21" name="Freeform: Shape 3820">
              <a:extLst>
                <a:ext uri="{FF2B5EF4-FFF2-40B4-BE49-F238E27FC236}">
                  <a16:creationId xmlns:a16="http://schemas.microsoft.com/office/drawing/2014/main" id="{B9D3F3BC-A0CD-3294-823B-9ABAA69E2CC3}"/>
                </a:ext>
              </a:extLst>
            </p:cNvPr>
            <p:cNvSpPr/>
            <p:nvPr/>
          </p:nvSpPr>
          <p:spPr>
            <a:xfrm>
              <a:off x="5108629"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22" name="Freeform: Shape 3821">
              <a:extLst>
                <a:ext uri="{FF2B5EF4-FFF2-40B4-BE49-F238E27FC236}">
                  <a16:creationId xmlns:a16="http://schemas.microsoft.com/office/drawing/2014/main" id="{4BDF3744-DC6A-93B0-4012-BD72DFEBFA20}"/>
                </a:ext>
              </a:extLst>
            </p:cNvPr>
            <p:cNvSpPr/>
            <p:nvPr/>
          </p:nvSpPr>
          <p:spPr>
            <a:xfrm>
              <a:off x="5222840"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23" name="Freeform: Shape 3822">
              <a:extLst>
                <a:ext uri="{FF2B5EF4-FFF2-40B4-BE49-F238E27FC236}">
                  <a16:creationId xmlns:a16="http://schemas.microsoft.com/office/drawing/2014/main" id="{FA25B52C-D296-5E7A-F6CB-C25807B9B5D2}"/>
                </a:ext>
              </a:extLst>
            </p:cNvPr>
            <p:cNvSpPr/>
            <p:nvPr/>
          </p:nvSpPr>
          <p:spPr>
            <a:xfrm>
              <a:off x="5337096"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24" name="Freeform: Shape 3823">
              <a:extLst>
                <a:ext uri="{FF2B5EF4-FFF2-40B4-BE49-F238E27FC236}">
                  <a16:creationId xmlns:a16="http://schemas.microsoft.com/office/drawing/2014/main" id="{C600E223-F921-2DDF-36C6-98E5241B3253}"/>
                </a:ext>
              </a:extLst>
            </p:cNvPr>
            <p:cNvSpPr/>
            <p:nvPr/>
          </p:nvSpPr>
          <p:spPr>
            <a:xfrm>
              <a:off x="5451352"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25" name="Freeform: Shape 3824">
              <a:extLst>
                <a:ext uri="{FF2B5EF4-FFF2-40B4-BE49-F238E27FC236}">
                  <a16:creationId xmlns:a16="http://schemas.microsoft.com/office/drawing/2014/main" id="{08C63A9A-7F14-FF38-C0AF-020BF89FF579}"/>
                </a:ext>
              </a:extLst>
            </p:cNvPr>
            <p:cNvSpPr/>
            <p:nvPr/>
          </p:nvSpPr>
          <p:spPr>
            <a:xfrm>
              <a:off x="5565608"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26" name="Freeform: Shape 3825">
              <a:extLst>
                <a:ext uri="{FF2B5EF4-FFF2-40B4-BE49-F238E27FC236}">
                  <a16:creationId xmlns:a16="http://schemas.microsoft.com/office/drawing/2014/main" id="{033DB639-892C-9545-3774-6742F8301207}"/>
                </a:ext>
              </a:extLst>
            </p:cNvPr>
            <p:cNvSpPr/>
            <p:nvPr/>
          </p:nvSpPr>
          <p:spPr>
            <a:xfrm>
              <a:off x="5679863"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27" name="Freeform: Shape 3826">
              <a:extLst>
                <a:ext uri="{FF2B5EF4-FFF2-40B4-BE49-F238E27FC236}">
                  <a16:creationId xmlns:a16="http://schemas.microsoft.com/office/drawing/2014/main" id="{AB3A3A26-0357-C28E-217A-2068C1886470}"/>
                </a:ext>
              </a:extLst>
            </p:cNvPr>
            <p:cNvSpPr/>
            <p:nvPr/>
          </p:nvSpPr>
          <p:spPr>
            <a:xfrm>
              <a:off x="5794119"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28" name="Freeform: Shape 3827">
              <a:extLst>
                <a:ext uri="{FF2B5EF4-FFF2-40B4-BE49-F238E27FC236}">
                  <a16:creationId xmlns:a16="http://schemas.microsoft.com/office/drawing/2014/main" id="{484DC6FD-80EA-E138-F5A8-1846EF6722A1}"/>
                </a:ext>
              </a:extLst>
            </p:cNvPr>
            <p:cNvSpPr/>
            <p:nvPr/>
          </p:nvSpPr>
          <p:spPr>
            <a:xfrm>
              <a:off x="5908375"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29" name="Freeform: Shape 3828">
              <a:extLst>
                <a:ext uri="{FF2B5EF4-FFF2-40B4-BE49-F238E27FC236}">
                  <a16:creationId xmlns:a16="http://schemas.microsoft.com/office/drawing/2014/main" id="{170428AF-A8E8-98D7-F1D0-96252397CCFF}"/>
                </a:ext>
              </a:extLst>
            </p:cNvPr>
            <p:cNvSpPr/>
            <p:nvPr/>
          </p:nvSpPr>
          <p:spPr>
            <a:xfrm>
              <a:off x="6022631"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30" name="Freeform: Shape 3829">
              <a:extLst>
                <a:ext uri="{FF2B5EF4-FFF2-40B4-BE49-F238E27FC236}">
                  <a16:creationId xmlns:a16="http://schemas.microsoft.com/office/drawing/2014/main" id="{53EC0B98-BC48-2E30-412C-0F289E765E1C}"/>
                </a:ext>
              </a:extLst>
            </p:cNvPr>
            <p:cNvSpPr/>
            <p:nvPr/>
          </p:nvSpPr>
          <p:spPr>
            <a:xfrm>
              <a:off x="6136886"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31" name="Freeform: Shape 3830">
              <a:extLst>
                <a:ext uri="{FF2B5EF4-FFF2-40B4-BE49-F238E27FC236}">
                  <a16:creationId xmlns:a16="http://schemas.microsoft.com/office/drawing/2014/main" id="{D8BA434D-2907-1DD5-6526-26E5962F5624}"/>
                </a:ext>
              </a:extLst>
            </p:cNvPr>
            <p:cNvSpPr/>
            <p:nvPr/>
          </p:nvSpPr>
          <p:spPr>
            <a:xfrm>
              <a:off x="6251142"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32" name="Freeform: Shape 3831">
              <a:extLst>
                <a:ext uri="{FF2B5EF4-FFF2-40B4-BE49-F238E27FC236}">
                  <a16:creationId xmlns:a16="http://schemas.microsoft.com/office/drawing/2014/main" id="{62E7C95B-9DB0-A236-471F-37522CA2B60A}"/>
                </a:ext>
              </a:extLst>
            </p:cNvPr>
            <p:cNvSpPr/>
            <p:nvPr/>
          </p:nvSpPr>
          <p:spPr>
            <a:xfrm>
              <a:off x="6365398"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33" name="Freeform: Shape 3832">
              <a:extLst>
                <a:ext uri="{FF2B5EF4-FFF2-40B4-BE49-F238E27FC236}">
                  <a16:creationId xmlns:a16="http://schemas.microsoft.com/office/drawing/2014/main" id="{702993ED-D741-BF1A-6B9E-9CD2319F2945}"/>
                </a:ext>
              </a:extLst>
            </p:cNvPr>
            <p:cNvSpPr/>
            <p:nvPr/>
          </p:nvSpPr>
          <p:spPr>
            <a:xfrm>
              <a:off x="6479610"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34" name="Freeform: Shape 3833">
              <a:extLst>
                <a:ext uri="{FF2B5EF4-FFF2-40B4-BE49-F238E27FC236}">
                  <a16:creationId xmlns:a16="http://schemas.microsoft.com/office/drawing/2014/main" id="{E0CD7B78-C054-15D5-0FAA-1BA07A9FA76F}"/>
                </a:ext>
              </a:extLst>
            </p:cNvPr>
            <p:cNvSpPr/>
            <p:nvPr/>
          </p:nvSpPr>
          <p:spPr>
            <a:xfrm>
              <a:off x="6593865"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35" name="Freeform: Shape 3834">
              <a:extLst>
                <a:ext uri="{FF2B5EF4-FFF2-40B4-BE49-F238E27FC236}">
                  <a16:creationId xmlns:a16="http://schemas.microsoft.com/office/drawing/2014/main" id="{D40E2472-CE59-D310-D274-A3A506536395}"/>
                </a:ext>
              </a:extLst>
            </p:cNvPr>
            <p:cNvSpPr/>
            <p:nvPr/>
          </p:nvSpPr>
          <p:spPr>
            <a:xfrm>
              <a:off x="6708121" y="663077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36" name="Freeform: Shape 3835">
              <a:extLst>
                <a:ext uri="{FF2B5EF4-FFF2-40B4-BE49-F238E27FC236}">
                  <a16:creationId xmlns:a16="http://schemas.microsoft.com/office/drawing/2014/main" id="{06FA9AC3-C22C-6511-C574-A5AEB9BAC556}"/>
                </a:ext>
              </a:extLst>
            </p:cNvPr>
            <p:cNvSpPr/>
            <p:nvPr/>
          </p:nvSpPr>
          <p:spPr>
            <a:xfrm>
              <a:off x="6822377"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37" name="Freeform: Shape 3836">
              <a:extLst>
                <a:ext uri="{FF2B5EF4-FFF2-40B4-BE49-F238E27FC236}">
                  <a16:creationId xmlns:a16="http://schemas.microsoft.com/office/drawing/2014/main" id="{7E340049-6F37-45A8-A418-C27F7DA839EA}"/>
                </a:ext>
              </a:extLst>
            </p:cNvPr>
            <p:cNvSpPr/>
            <p:nvPr/>
          </p:nvSpPr>
          <p:spPr>
            <a:xfrm>
              <a:off x="6936633"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38" name="Freeform: Shape 3837">
              <a:extLst>
                <a:ext uri="{FF2B5EF4-FFF2-40B4-BE49-F238E27FC236}">
                  <a16:creationId xmlns:a16="http://schemas.microsoft.com/office/drawing/2014/main" id="{DD7569B9-CB99-E8A7-4D2A-FBDD8F91A748}"/>
                </a:ext>
              </a:extLst>
            </p:cNvPr>
            <p:cNvSpPr/>
            <p:nvPr/>
          </p:nvSpPr>
          <p:spPr>
            <a:xfrm>
              <a:off x="7050888" y="663077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39" name="Freeform: Shape 3838">
              <a:extLst>
                <a:ext uri="{FF2B5EF4-FFF2-40B4-BE49-F238E27FC236}">
                  <a16:creationId xmlns:a16="http://schemas.microsoft.com/office/drawing/2014/main" id="{50FA83CB-9735-8B22-AB0A-2AFC013A0197}"/>
                </a:ext>
              </a:extLst>
            </p:cNvPr>
            <p:cNvSpPr/>
            <p:nvPr/>
          </p:nvSpPr>
          <p:spPr>
            <a:xfrm>
              <a:off x="7165144"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40" name="Freeform: Shape 3839">
              <a:extLst>
                <a:ext uri="{FF2B5EF4-FFF2-40B4-BE49-F238E27FC236}">
                  <a16:creationId xmlns:a16="http://schemas.microsoft.com/office/drawing/2014/main" id="{731237C4-19CB-7A1A-D7DE-2ED1099A6081}"/>
                </a:ext>
              </a:extLst>
            </p:cNvPr>
            <p:cNvSpPr/>
            <p:nvPr/>
          </p:nvSpPr>
          <p:spPr>
            <a:xfrm>
              <a:off x="2366578"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41" name="Freeform: Shape 3840">
              <a:extLst>
                <a:ext uri="{FF2B5EF4-FFF2-40B4-BE49-F238E27FC236}">
                  <a16:creationId xmlns:a16="http://schemas.microsoft.com/office/drawing/2014/main" id="{F7CCBFAD-4127-730A-4927-1C7C6D5B2B61}"/>
                </a:ext>
              </a:extLst>
            </p:cNvPr>
            <p:cNvSpPr/>
            <p:nvPr/>
          </p:nvSpPr>
          <p:spPr>
            <a:xfrm>
              <a:off x="2480790"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42" name="Freeform: Shape 3841">
              <a:extLst>
                <a:ext uri="{FF2B5EF4-FFF2-40B4-BE49-F238E27FC236}">
                  <a16:creationId xmlns:a16="http://schemas.microsoft.com/office/drawing/2014/main" id="{049FFA3B-60A4-D14A-7D67-836E78C5F7B1}"/>
                </a:ext>
              </a:extLst>
            </p:cNvPr>
            <p:cNvSpPr/>
            <p:nvPr/>
          </p:nvSpPr>
          <p:spPr>
            <a:xfrm>
              <a:off x="2595046"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43" name="Freeform: Shape 3842">
              <a:extLst>
                <a:ext uri="{FF2B5EF4-FFF2-40B4-BE49-F238E27FC236}">
                  <a16:creationId xmlns:a16="http://schemas.microsoft.com/office/drawing/2014/main" id="{500CF046-6397-90C1-04C7-B5554B3C3430}"/>
                </a:ext>
              </a:extLst>
            </p:cNvPr>
            <p:cNvSpPr/>
            <p:nvPr/>
          </p:nvSpPr>
          <p:spPr>
            <a:xfrm>
              <a:off x="2709301"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44" name="Freeform: Shape 3843">
              <a:extLst>
                <a:ext uri="{FF2B5EF4-FFF2-40B4-BE49-F238E27FC236}">
                  <a16:creationId xmlns:a16="http://schemas.microsoft.com/office/drawing/2014/main" id="{74B9A40D-E243-4FB7-014E-E26B0925934B}"/>
                </a:ext>
              </a:extLst>
            </p:cNvPr>
            <p:cNvSpPr/>
            <p:nvPr/>
          </p:nvSpPr>
          <p:spPr>
            <a:xfrm>
              <a:off x="2823557"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45" name="Freeform: Shape 3844">
              <a:extLst>
                <a:ext uri="{FF2B5EF4-FFF2-40B4-BE49-F238E27FC236}">
                  <a16:creationId xmlns:a16="http://schemas.microsoft.com/office/drawing/2014/main" id="{D1D585E6-03EA-3917-CE7F-2A9A7CE4B39E}"/>
                </a:ext>
              </a:extLst>
            </p:cNvPr>
            <p:cNvSpPr/>
            <p:nvPr/>
          </p:nvSpPr>
          <p:spPr>
            <a:xfrm>
              <a:off x="2937813"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46" name="Freeform: Shape 3845">
              <a:extLst>
                <a:ext uri="{FF2B5EF4-FFF2-40B4-BE49-F238E27FC236}">
                  <a16:creationId xmlns:a16="http://schemas.microsoft.com/office/drawing/2014/main" id="{A06FAB13-159B-9BBA-E37C-395829F1F557}"/>
                </a:ext>
              </a:extLst>
            </p:cNvPr>
            <p:cNvSpPr/>
            <p:nvPr/>
          </p:nvSpPr>
          <p:spPr>
            <a:xfrm>
              <a:off x="3052069"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47" name="Freeform: Shape 3846">
              <a:extLst>
                <a:ext uri="{FF2B5EF4-FFF2-40B4-BE49-F238E27FC236}">
                  <a16:creationId xmlns:a16="http://schemas.microsoft.com/office/drawing/2014/main" id="{B01E0744-EA0E-B5AF-1A7B-458F3B841E4C}"/>
                </a:ext>
              </a:extLst>
            </p:cNvPr>
            <p:cNvSpPr/>
            <p:nvPr/>
          </p:nvSpPr>
          <p:spPr>
            <a:xfrm>
              <a:off x="3166325"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48" name="Freeform: Shape 3847">
              <a:extLst>
                <a:ext uri="{FF2B5EF4-FFF2-40B4-BE49-F238E27FC236}">
                  <a16:creationId xmlns:a16="http://schemas.microsoft.com/office/drawing/2014/main" id="{BDF41BAE-3C10-B322-C8C9-913296ED1460}"/>
                </a:ext>
              </a:extLst>
            </p:cNvPr>
            <p:cNvSpPr/>
            <p:nvPr/>
          </p:nvSpPr>
          <p:spPr>
            <a:xfrm>
              <a:off x="3280580"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49" name="Freeform: Shape 3848">
              <a:extLst>
                <a:ext uri="{FF2B5EF4-FFF2-40B4-BE49-F238E27FC236}">
                  <a16:creationId xmlns:a16="http://schemas.microsoft.com/office/drawing/2014/main" id="{FFE8EC59-E5EC-E9D1-7BEB-A2DC63CC39DE}"/>
                </a:ext>
              </a:extLst>
            </p:cNvPr>
            <p:cNvSpPr/>
            <p:nvPr/>
          </p:nvSpPr>
          <p:spPr>
            <a:xfrm>
              <a:off x="3394836"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50" name="Freeform: Shape 3849">
              <a:extLst>
                <a:ext uri="{FF2B5EF4-FFF2-40B4-BE49-F238E27FC236}">
                  <a16:creationId xmlns:a16="http://schemas.microsoft.com/office/drawing/2014/main" id="{79043882-D6E2-7BB0-5414-DB1CE4B7E10F}"/>
                </a:ext>
              </a:extLst>
            </p:cNvPr>
            <p:cNvSpPr/>
            <p:nvPr/>
          </p:nvSpPr>
          <p:spPr>
            <a:xfrm>
              <a:off x="3509092"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51" name="Freeform: Shape 3850">
              <a:extLst>
                <a:ext uri="{FF2B5EF4-FFF2-40B4-BE49-F238E27FC236}">
                  <a16:creationId xmlns:a16="http://schemas.microsoft.com/office/drawing/2014/main" id="{3079D67A-1B09-63E8-B4F3-4195E9DB56EA}"/>
                </a:ext>
              </a:extLst>
            </p:cNvPr>
            <p:cNvSpPr/>
            <p:nvPr/>
          </p:nvSpPr>
          <p:spPr>
            <a:xfrm>
              <a:off x="3623348"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52" name="Freeform: Shape 3851">
              <a:extLst>
                <a:ext uri="{FF2B5EF4-FFF2-40B4-BE49-F238E27FC236}">
                  <a16:creationId xmlns:a16="http://schemas.microsoft.com/office/drawing/2014/main" id="{AA0FDB20-729A-3843-7F0C-0596127BD79E}"/>
                </a:ext>
              </a:extLst>
            </p:cNvPr>
            <p:cNvSpPr/>
            <p:nvPr/>
          </p:nvSpPr>
          <p:spPr>
            <a:xfrm>
              <a:off x="3737603"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53" name="Freeform: Shape 3852">
              <a:extLst>
                <a:ext uri="{FF2B5EF4-FFF2-40B4-BE49-F238E27FC236}">
                  <a16:creationId xmlns:a16="http://schemas.microsoft.com/office/drawing/2014/main" id="{C19A915D-C7D4-2F14-D704-7009DDCED7DB}"/>
                </a:ext>
              </a:extLst>
            </p:cNvPr>
            <p:cNvSpPr/>
            <p:nvPr/>
          </p:nvSpPr>
          <p:spPr>
            <a:xfrm>
              <a:off x="3851815"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54" name="Freeform: Shape 3853">
              <a:extLst>
                <a:ext uri="{FF2B5EF4-FFF2-40B4-BE49-F238E27FC236}">
                  <a16:creationId xmlns:a16="http://schemas.microsoft.com/office/drawing/2014/main" id="{58DBFF99-7C76-CA81-81DF-683B975CD3B6}"/>
                </a:ext>
              </a:extLst>
            </p:cNvPr>
            <p:cNvSpPr/>
            <p:nvPr/>
          </p:nvSpPr>
          <p:spPr>
            <a:xfrm>
              <a:off x="3966071"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55" name="Freeform: Shape 3854">
              <a:extLst>
                <a:ext uri="{FF2B5EF4-FFF2-40B4-BE49-F238E27FC236}">
                  <a16:creationId xmlns:a16="http://schemas.microsoft.com/office/drawing/2014/main" id="{D3D4A57B-A6B5-DA6A-4D4C-F5D7CB500C49}"/>
                </a:ext>
              </a:extLst>
            </p:cNvPr>
            <p:cNvSpPr/>
            <p:nvPr/>
          </p:nvSpPr>
          <p:spPr>
            <a:xfrm>
              <a:off x="4080327"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56" name="Freeform: Shape 3855">
              <a:extLst>
                <a:ext uri="{FF2B5EF4-FFF2-40B4-BE49-F238E27FC236}">
                  <a16:creationId xmlns:a16="http://schemas.microsoft.com/office/drawing/2014/main" id="{5BD042E2-B24F-17E3-B617-A6C7EBE482F7}"/>
                </a:ext>
              </a:extLst>
            </p:cNvPr>
            <p:cNvSpPr/>
            <p:nvPr/>
          </p:nvSpPr>
          <p:spPr>
            <a:xfrm>
              <a:off x="4194582"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57" name="Freeform: Shape 3856">
              <a:extLst>
                <a:ext uri="{FF2B5EF4-FFF2-40B4-BE49-F238E27FC236}">
                  <a16:creationId xmlns:a16="http://schemas.microsoft.com/office/drawing/2014/main" id="{7538C590-2D2F-D1B8-AF0B-F7D5955D869E}"/>
                </a:ext>
              </a:extLst>
            </p:cNvPr>
            <p:cNvSpPr/>
            <p:nvPr/>
          </p:nvSpPr>
          <p:spPr>
            <a:xfrm>
              <a:off x="4308838"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58" name="Freeform: Shape 3857">
              <a:extLst>
                <a:ext uri="{FF2B5EF4-FFF2-40B4-BE49-F238E27FC236}">
                  <a16:creationId xmlns:a16="http://schemas.microsoft.com/office/drawing/2014/main" id="{FBD94CFC-BD43-575A-2B95-C9D211913CB3}"/>
                </a:ext>
              </a:extLst>
            </p:cNvPr>
            <p:cNvSpPr/>
            <p:nvPr/>
          </p:nvSpPr>
          <p:spPr>
            <a:xfrm>
              <a:off x="4423094"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59" name="Freeform: Shape 3858">
              <a:extLst>
                <a:ext uri="{FF2B5EF4-FFF2-40B4-BE49-F238E27FC236}">
                  <a16:creationId xmlns:a16="http://schemas.microsoft.com/office/drawing/2014/main" id="{59F3A3C0-89E8-C1C0-7372-A59D505C1E61}"/>
                </a:ext>
              </a:extLst>
            </p:cNvPr>
            <p:cNvSpPr/>
            <p:nvPr/>
          </p:nvSpPr>
          <p:spPr>
            <a:xfrm>
              <a:off x="4537350"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60" name="Freeform: Shape 3859">
              <a:extLst>
                <a:ext uri="{FF2B5EF4-FFF2-40B4-BE49-F238E27FC236}">
                  <a16:creationId xmlns:a16="http://schemas.microsoft.com/office/drawing/2014/main" id="{802AECEE-DD95-ECEF-9A44-7B5899006401}"/>
                </a:ext>
              </a:extLst>
            </p:cNvPr>
            <p:cNvSpPr/>
            <p:nvPr/>
          </p:nvSpPr>
          <p:spPr>
            <a:xfrm>
              <a:off x="4651605"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61" name="Freeform: Shape 3860">
              <a:extLst>
                <a:ext uri="{FF2B5EF4-FFF2-40B4-BE49-F238E27FC236}">
                  <a16:creationId xmlns:a16="http://schemas.microsoft.com/office/drawing/2014/main" id="{F1829748-2F62-DF77-61F4-B73F4B591E0E}"/>
                </a:ext>
              </a:extLst>
            </p:cNvPr>
            <p:cNvSpPr/>
            <p:nvPr/>
          </p:nvSpPr>
          <p:spPr>
            <a:xfrm>
              <a:off x="4765861"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62" name="Freeform: Shape 3861">
              <a:extLst>
                <a:ext uri="{FF2B5EF4-FFF2-40B4-BE49-F238E27FC236}">
                  <a16:creationId xmlns:a16="http://schemas.microsoft.com/office/drawing/2014/main" id="{D16C4824-4DE4-AA90-2FB6-E0F10C77FC0A}"/>
                </a:ext>
              </a:extLst>
            </p:cNvPr>
            <p:cNvSpPr/>
            <p:nvPr/>
          </p:nvSpPr>
          <p:spPr>
            <a:xfrm>
              <a:off x="4880117"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63" name="Freeform: Shape 3862">
              <a:extLst>
                <a:ext uri="{FF2B5EF4-FFF2-40B4-BE49-F238E27FC236}">
                  <a16:creationId xmlns:a16="http://schemas.microsoft.com/office/drawing/2014/main" id="{C74134D2-99FE-8FFB-D333-C9B186EF2876}"/>
                </a:ext>
              </a:extLst>
            </p:cNvPr>
            <p:cNvSpPr/>
            <p:nvPr/>
          </p:nvSpPr>
          <p:spPr>
            <a:xfrm>
              <a:off x="4994373"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64" name="Freeform: Shape 3863">
              <a:extLst>
                <a:ext uri="{FF2B5EF4-FFF2-40B4-BE49-F238E27FC236}">
                  <a16:creationId xmlns:a16="http://schemas.microsoft.com/office/drawing/2014/main" id="{E89032D3-0C50-1434-115B-8EEB051062D1}"/>
                </a:ext>
              </a:extLst>
            </p:cNvPr>
            <p:cNvSpPr/>
            <p:nvPr/>
          </p:nvSpPr>
          <p:spPr>
            <a:xfrm>
              <a:off x="5108629"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65" name="Freeform: Shape 3864">
              <a:extLst>
                <a:ext uri="{FF2B5EF4-FFF2-40B4-BE49-F238E27FC236}">
                  <a16:creationId xmlns:a16="http://schemas.microsoft.com/office/drawing/2014/main" id="{E927AF89-4DB8-73AF-30A6-CDEA4EB56C40}"/>
                </a:ext>
              </a:extLst>
            </p:cNvPr>
            <p:cNvSpPr/>
            <p:nvPr/>
          </p:nvSpPr>
          <p:spPr>
            <a:xfrm>
              <a:off x="5222840"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66" name="Freeform: Shape 3865">
              <a:extLst>
                <a:ext uri="{FF2B5EF4-FFF2-40B4-BE49-F238E27FC236}">
                  <a16:creationId xmlns:a16="http://schemas.microsoft.com/office/drawing/2014/main" id="{949605C2-E53D-A49A-34E1-020E7C41E0D3}"/>
                </a:ext>
              </a:extLst>
            </p:cNvPr>
            <p:cNvSpPr/>
            <p:nvPr/>
          </p:nvSpPr>
          <p:spPr>
            <a:xfrm>
              <a:off x="5337096"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67" name="Freeform: Shape 3866">
              <a:extLst>
                <a:ext uri="{FF2B5EF4-FFF2-40B4-BE49-F238E27FC236}">
                  <a16:creationId xmlns:a16="http://schemas.microsoft.com/office/drawing/2014/main" id="{D0CD2785-6012-4326-1EDA-A8B905DE304C}"/>
                </a:ext>
              </a:extLst>
            </p:cNvPr>
            <p:cNvSpPr/>
            <p:nvPr/>
          </p:nvSpPr>
          <p:spPr>
            <a:xfrm>
              <a:off x="5451352"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68" name="Freeform: Shape 3867">
              <a:extLst>
                <a:ext uri="{FF2B5EF4-FFF2-40B4-BE49-F238E27FC236}">
                  <a16:creationId xmlns:a16="http://schemas.microsoft.com/office/drawing/2014/main" id="{DD8C4FA2-8EB4-947F-9FF0-FB3CF0D6B57A}"/>
                </a:ext>
              </a:extLst>
            </p:cNvPr>
            <p:cNvSpPr/>
            <p:nvPr/>
          </p:nvSpPr>
          <p:spPr>
            <a:xfrm>
              <a:off x="5565608"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69" name="Freeform: Shape 3868">
              <a:extLst>
                <a:ext uri="{FF2B5EF4-FFF2-40B4-BE49-F238E27FC236}">
                  <a16:creationId xmlns:a16="http://schemas.microsoft.com/office/drawing/2014/main" id="{C1BE2646-69DF-CEEE-AA20-C3F1BD0DD613}"/>
                </a:ext>
              </a:extLst>
            </p:cNvPr>
            <p:cNvSpPr/>
            <p:nvPr/>
          </p:nvSpPr>
          <p:spPr>
            <a:xfrm>
              <a:off x="5679863"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70" name="Freeform: Shape 3869">
              <a:extLst>
                <a:ext uri="{FF2B5EF4-FFF2-40B4-BE49-F238E27FC236}">
                  <a16:creationId xmlns:a16="http://schemas.microsoft.com/office/drawing/2014/main" id="{2F90F4E1-82B8-FB21-A2BD-E49C74181935}"/>
                </a:ext>
              </a:extLst>
            </p:cNvPr>
            <p:cNvSpPr/>
            <p:nvPr/>
          </p:nvSpPr>
          <p:spPr>
            <a:xfrm>
              <a:off x="5794119"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71" name="Freeform: Shape 3870">
              <a:extLst>
                <a:ext uri="{FF2B5EF4-FFF2-40B4-BE49-F238E27FC236}">
                  <a16:creationId xmlns:a16="http://schemas.microsoft.com/office/drawing/2014/main" id="{88E9F190-FAA9-5808-8B0A-B847C154A54A}"/>
                </a:ext>
              </a:extLst>
            </p:cNvPr>
            <p:cNvSpPr/>
            <p:nvPr/>
          </p:nvSpPr>
          <p:spPr>
            <a:xfrm>
              <a:off x="5908375"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72" name="Freeform: Shape 3871">
              <a:extLst>
                <a:ext uri="{FF2B5EF4-FFF2-40B4-BE49-F238E27FC236}">
                  <a16:creationId xmlns:a16="http://schemas.microsoft.com/office/drawing/2014/main" id="{C36BC2CE-9701-7EDC-7D77-E5B42CE2D926}"/>
                </a:ext>
              </a:extLst>
            </p:cNvPr>
            <p:cNvSpPr/>
            <p:nvPr/>
          </p:nvSpPr>
          <p:spPr>
            <a:xfrm>
              <a:off x="6022631"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73" name="Freeform: Shape 3872">
              <a:extLst>
                <a:ext uri="{FF2B5EF4-FFF2-40B4-BE49-F238E27FC236}">
                  <a16:creationId xmlns:a16="http://schemas.microsoft.com/office/drawing/2014/main" id="{64BD6DDB-0F5B-B512-92DA-1FFA05332112}"/>
                </a:ext>
              </a:extLst>
            </p:cNvPr>
            <p:cNvSpPr/>
            <p:nvPr/>
          </p:nvSpPr>
          <p:spPr>
            <a:xfrm>
              <a:off x="6136886"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74" name="Freeform: Shape 3873">
              <a:extLst>
                <a:ext uri="{FF2B5EF4-FFF2-40B4-BE49-F238E27FC236}">
                  <a16:creationId xmlns:a16="http://schemas.microsoft.com/office/drawing/2014/main" id="{102B48EF-D43A-17A2-6465-61787F2EF211}"/>
                </a:ext>
              </a:extLst>
            </p:cNvPr>
            <p:cNvSpPr/>
            <p:nvPr/>
          </p:nvSpPr>
          <p:spPr>
            <a:xfrm>
              <a:off x="6251142"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75" name="Freeform: Shape 3874">
              <a:extLst>
                <a:ext uri="{FF2B5EF4-FFF2-40B4-BE49-F238E27FC236}">
                  <a16:creationId xmlns:a16="http://schemas.microsoft.com/office/drawing/2014/main" id="{C5E1CFAD-A311-52A7-0515-061085FE227A}"/>
                </a:ext>
              </a:extLst>
            </p:cNvPr>
            <p:cNvSpPr/>
            <p:nvPr/>
          </p:nvSpPr>
          <p:spPr>
            <a:xfrm>
              <a:off x="6365398"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76" name="Freeform: Shape 3875">
              <a:extLst>
                <a:ext uri="{FF2B5EF4-FFF2-40B4-BE49-F238E27FC236}">
                  <a16:creationId xmlns:a16="http://schemas.microsoft.com/office/drawing/2014/main" id="{12EA0478-A421-C4B0-A3E9-87B19B4DC64B}"/>
                </a:ext>
              </a:extLst>
            </p:cNvPr>
            <p:cNvSpPr/>
            <p:nvPr/>
          </p:nvSpPr>
          <p:spPr>
            <a:xfrm>
              <a:off x="6479610"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77" name="Freeform: Shape 3876">
              <a:extLst>
                <a:ext uri="{FF2B5EF4-FFF2-40B4-BE49-F238E27FC236}">
                  <a16:creationId xmlns:a16="http://schemas.microsoft.com/office/drawing/2014/main" id="{A4A6BACD-CEF2-B66B-03D6-2FE53055470D}"/>
                </a:ext>
              </a:extLst>
            </p:cNvPr>
            <p:cNvSpPr/>
            <p:nvPr/>
          </p:nvSpPr>
          <p:spPr>
            <a:xfrm>
              <a:off x="6593865"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78" name="Freeform: Shape 3877">
              <a:extLst>
                <a:ext uri="{FF2B5EF4-FFF2-40B4-BE49-F238E27FC236}">
                  <a16:creationId xmlns:a16="http://schemas.microsoft.com/office/drawing/2014/main" id="{624C7CFC-3055-0DDA-A17F-2467598C3C31}"/>
                </a:ext>
              </a:extLst>
            </p:cNvPr>
            <p:cNvSpPr/>
            <p:nvPr/>
          </p:nvSpPr>
          <p:spPr>
            <a:xfrm>
              <a:off x="6708121" y="674502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79" name="Freeform: Shape 3878">
              <a:extLst>
                <a:ext uri="{FF2B5EF4-FFF2-40B4-BE49-F238E27FC236}">
                  <a16:creationId xmlns:a16="http://schemas.microsoft.com/office/drawing/2014/main" id="{7A348385-D528-EFA7-2938-75DEE3865347}"/>
                </a:ext>
              </a:extLst>
            </p:cNvPr>
            <p:cNvSpPr/>
            <p:nvPr/>
          </p:nvSpPr>
          <p:spPr>
            <a:xfrm>
              <a:off x="6822377"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80" name="Freeform: Shape 3879">
              <a:extLst>
                <a:ext uri="{FF2B5EF4-FFF2-40B4-BE49-F238E27FC236}">
                  <a16:creationId xmlns:a16="http://schemas.microsoft.com/office/drawing/2014/main" id="{BE79A6A4-01C0-28FC-C322-8CA7177D1DE0}"/>
                </a:ext>
              </a:extLst>
            </p:cNvPr>
            <p:cNvSpPr/>
            <p:nvPr/>
          </p:nvSpPr>
          <p:spPr>
            <a:xfrm>
              <a:off x="6936633"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81" name="Freeform: Shape 3880">
              <a:extLst>
                <a:ext uri="{FF2B5EF4-FFF2-40B4-BE49-F238E27FC236}">
                  <a16:creationId xmlns:a16="http://schemas.microsoft.com/office/drawing/2014/main" id="{4C4A09DA-1877-3257-F805-FFDB065885E8}"/>
                </a:ext>
              </a:extLst>
            </p:cNvPr>
            <p:cNvSpPr/>
            <p:nvPr/>
          </p:nvSpPr>
          <p:spPr>
            <a:xfrm>
              <a:off x="7050888" y="674502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82" name="Freeform: Shape 3881">
              <a:extLst>
                <a:ext uri="{FF2B5EF4-FFF2-40B4-BE49-F238E27FC236}">
                  <a16:creationId xmlns:a16="http://schemas.microsoft.com/office/drawing/2014/main" id="{A25C7D3D-78A4-B396-3A00-701F8D1A5BDA}"/>
                </a:ext>
              </a:extLst>
            </p:cNvPr>
            <p:cNvSpPr/>
            <p:nvPr/>
          </p:nvSpPr>
          <p:spPr>
            <a:xfrm>
              <a:off x="7165144"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3884" name="Freeform: Shape 3883">
              <a:extLst>
                <a:ext uri="{FF2B5EF4-FFF2-40B4-BE49-F238E27FC236}">
                  <a16:creationId xmlns:a16="http://schemas.microsoft.com/office/drawing/2014/main" id="{E24EA12F-765E-B733-79E8-AAE5D0E0239C}"/>
                </a:ext>
              </a:extLst>
            </p:cNvPr>
            <p:cNvSpPr/>
            <p:nvPr/>
          </p:nvSpPr>
          <p:spPr>
            <a:xfrm>
              <a:off x="7279135" y="343169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85" name="Freeform: Shape 3884">
              <a:extLst>
                <a:ext uri="{FF2B5EF4-FFF2-40B4-BE49-F238E27FC236}">
                  <a16:creationId xmlns:a16="http://schemas.microsoft.com/office/drawing/2014/main" id="{FAE19FB9-C36A-93A5-A37F-376126BF6571}"/>
                </a:ext>
              </a:extLst>
            </p:cNvPr>
            <p:cNvSpPr/>
            <p:nvPr/>
          </p:nvSpPr>
          <p:spPr>
            <a:xfrm>
              <a:off x="7393391"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86" name="Freeform: Shape 3885">
              <a:extLst>
                <a:ext uri="{FF2B5EF4-FFF2-40B4-BE49-F238E27FC236}">
                  <a16:creationId xmlns:a16="http://schemas.microsoft.com/office/drawing/2014/main" id="{7E4ADF99-D2AB-13EF-B668-5B90FA7BAA45}"/>
                </a:ext>
              </a:extLst>
            </p:cNvPr>
            <p:cNvSpPr/>
            <p:nvPr/>
          </p:nvSpPr>
          <p:spPr>
            <a:xfrm>
              <a:off x="7507646"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87" name="Freeform: Shape 3886">
              <a:extLst>
                <a:ext uri="{FF2B5EF4-FFF2-40B4-BE49-F238E27FC236}">
                  <a16:creationId xmlns:a16="http://schemas.microsoft.com/office/drawing/2014/main" id="{1F120E25-25C7-5288-376E-C3572D878CD4}"/>
                </a:ext>
              </a:extLst>
            </p:cNvPr>
            <p:cNvSpPr/>
            <p:nvPr/>
          </p:nvSpPr>
          <p:spPr>
            <a:xfrm>
              <a:off x="7621902"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88" name="Freeform: Shape 3887">
              <a:extLst>
                <a:ext uri="{FF2B5EF4-FFF2-40B4-BE49-F238E27FC236}">
                  <a16:creationId xmlns:a16="http://schemas.microsoft.com/office/drawing/2014/main" id="{FE615B6E-F412-22B6-EBED-59D2C5AA1E1D}"/>
                </a:ext>
              </a:extLst>
            </p:cNvPr>
            <p:cNvSpPr/>
            <p:nvPr/>
          </p:nvSpPr>
          <p:spPr>
            <a:xfrm>
              <a:off x="7736158" y="343169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89" name="Freeform: Shape 3888">
              <a:extLst>
                <a:ext uri="{FF2B5EF4-FFF2-40B4-BE49-F238E27FC236}">
                  <a16:creationId xmlns:a16="http://schemas.microsoft.com/office/drawing/2014/main" id="{724D4067-5CC4-9FBC-5CC2-A6CDF9CC8743}"/>
                </a:ext>
              </a:extLst>
            </p:cNvPr>
            <p:cNvSpPr/>
            <p:nvPr/>
          </p:nvSpPr>
          <p:spPr>
            <a:xfrm>
              <a:off x="7850414"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90" name="Freeform: Shape 3889">
              <a:extLst>
                <a:ext uri="{FF2B5EF4-FFF2-40B4-BE49-F238E27FC236}">
                  <a16:creationId xmlns:a16="http://schemas.microsoft.com/office/drawing/2014/main" id="{13F5A18C-53F0-D2B9-29BB-514BC577B21E}"/>
                </a:ext>
              </a:extLst>
            </p:cNvPr>
            <p:cNvSpPr/>
            <p:nvPr/>
          </p:nvSpPr>
          <p:spPr>
            <a:xfrm>
              <a:off x="7964669"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91" name="Freeform: Shape 3890">
              <a:extLst>
                <a:ext uri="{FF2B5EF4-FFF2-40B4-BE49-F238E27FC236}">
                  <a16:creationId xmlns:a16="http://schemas.microsoft.com/office/drawing/2014/main" id="{81C404D4-5875-B25C-370C-5E4F4FBCDD44}"/>
                </a:ext>
              </a:extLst>
            </p:cNvPr>
            <p:cNvSpPr/>
            <p:nvPr/>
          </p:nvSpPr>
          <p:spPr>
            <a:xfrm>
              <a:off x="8078925" y="343169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92" name="Freeform: Shape 3891">
              <a:extLst>
                <a:ext uri="{FF2B5EF4-FFF2-40B4-BE49-F238E27FC236}">
                  <a16:creationId xmlns:a16="http://schemas.microsoft.com/office/drawing/2014/main" id="{06EAEDD2-A303-C67A-31AB-D457D206A3DF}"/>
                </a:ext>
              </a:extLst>
            </p:cNvPr>
            <p:cNvSpPr/>
            <p:nvPr/>
          </p:nvSpPr>
          <p:spPr>
            <a:xfrm>
              <a:off x="8193181"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93" name="Freeform: Shape 3892">
              <a:extLst>
                <a:ext uri="{FF2B5EF4-FFF2-40B4-BE49-F238E27FC236}">
                  <a16:creationId xmlns:a16="http://schemas.microsoft.com/office/drawing/2014/main" id="{FE9A989C-91FB-DE51-B86A-8D7C57563CBD}"/>
                </a:ext>
              </a:extLst>
            </p:cNvPr>
            <p:cNvSpPr/>
            <p:nvPr/>
          </p:nvSpPr>
          <p:spPr>
            <a:xfrm>
              <a:off x="8307437"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94" name="Freeform: Shape 3893">
              <a:extLst>
                <a:ext uri="{FF2B5EF4-FFF2-40B4-BE49-F238E27FC236}">
                  <a16:creationId xmlns:a16="http://schemas.microsoft.com/office/drawing/2014/main" id="{319A36B8-8C8C-3C2B-29C1-43A4B359E22D}"/>
                </a:ext>
              </a:extLst>
            </p:cNvPr>
            <p:cNvSpPr/>
            <p:nvPr/>
          </p:nvSpPr>
          <p:spPr>
            <a:xfrm>
              <a:off x="8421648"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95" name="Freeform: Shape 3894">
              <a:extLst>
                <a:ext uri="{FF2B5EF4-FFF2-40B4-BE49-F238E27FC236}">
                  <a16:creationId xmlns:a16="http://schemas.microsoft.com/office/drawing/2014/main" id="{48CB926C-C27B-8FA0-0214-7C38B48F94AF}"/>
                </a:ext>
              </a:extLst>
            </p:cNvPr>
            <p:cNvSpPr/>
            <p:nvPr/>
          </p:nvSpPr>
          <p:spPr>
            <a:xfrm>
              <a:off x="8535904"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96" name="Freeform: Shape 3895">
              <a:extLst>
                <a:ext uri="{FF2B5EF4-FFF2-40B4-BE49-F238E27FC236}">
                  <a16:creationId xmlns:a16="http://schemas.microsoft.com/office/drawing/2014/main" id="{CC90A886-EB67-42FB-CE15-D74BE1CE9BCB}"/>
                </a:ext>
              </a:extLst>
            </p:cNvPr>
            <p:cNvSpPr/>
            <p:nvPr/>
          </p:nvSpPr>
          <p:spPr>
            <a:xfrm>
              <a:off x="8650160"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97" name="Freeform: Shape 3896">
              <a:extLst>
                <a:ext uri="{FF2B5EF4-FFF2-40B4-BE49-F238E27FC236}">
                  <a16:creationId xmlns:a16="http://schemas.microsoft.com/office/drawing/2014/main" id="{A2F1F1E0-D8F9-52E6-9ED7-A24389028866}"/>
                </a:ext>
              </a:extLst>
            </p:cNvPr>
            <p:cNvSpPr/>
            <p:nvPr/>
          </p:nvSpPr>
          <p:spPr>
            <a:xfrm>
              <a:off x="8764416"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98" name="Freeform: Shape 3897">
              <a:extLst>
                <a:ext uri="{FF2B5EF4-FFF2-40B4-BE49-F238E27FC236}">
                  <a16:creationId xmlns:a16="http://schemas.microsoft.com/office/drawing/2014/main" id="{264D886E-B058-CB18-B355-7B53F53237E3}"/>
                </a:ext>
              </a:extLst>
            </p:cNvPr>
            <p:cNvSpPr/>
            <p:nvPr/>
          </p:nvSpPr>
          <p:spPr>
            <a:xfrm>
              <a:off x="8878671" y="343169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899" name="Freeform: Shape 3898">
              <a:extLst>
                <a:ext uri="{FF2B5EF4-FFF2-40B4-BE49-F238E27FC236}">
                  <a16:creationId xmlns:a16="http://schemas.microsoft.com/office/drawing/2014/main" id="{91127EF7-8049-7A62-430F-79CF836E6915}"/>
                </a:ext>
              </a:extLst>
            </p:cNvPr>
            <p:cNvSpPr/>
            <p:nvPr/>
          </p:nvSpPr>
          <p:spPr>
            <a:xfrm>
              <a:off x="8992927"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00" name="Freeform: Shape 3899">
              <a:extLst>
                <a:ext uri="{FF2B5EF4-FFF2-40B4-BE49-F238E27FC236}">
                  <a16:creationId xmlns:a16="http://schemas.microsoft.com/office/drawing/2014/main" id="{050F6E0A-D4B6-8828-2AF9-FA07995F43F2}"/>
                </a:ext>
              </a:extLst>
            </p:cNvPr>
            <p:cNvSpPr/>
            <p:nvPr/>
          </p:nvSpPr>
          <p:spPr>
            <a:xfrm>
              <a:off x="9107183"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01" name="Freeform: Shape 3900">
              <a:extLst>
                <a:ext uri="{FF2B5EF4-FFF2-40B4-BE49-F238E27FC236}">
                  <a16:creationId xmlns:a16="http://schemas.microsoft.com/office/drawing/2014/main" id="{A2AACBBD-2344-AD1F-E6EE-9621F5081296}"/>
                </a:ext>
              </a:extLst>
            </p:cNvPr>
            <p:cNvSpPr/>
            <p:nvPr/>
          </p:nvSpPr>
          <p:spPr>
            <a:xfrm>
              <a:off x="9221439"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02" name="Freeform: Shape 3901">
              <a:extLst>
                <a:ext uri="{FF2B5EF4-FFF2-40B4-BE49-F238E27FC236}">
                  <a16:creationId xmlns:a16="http://schemas.microsoft.com/office/drawing/2014/main" id="{E8D5661E-857D-E88F-B599-1BF13B94A99C}"/>
                </a:ext>
              </a:extLst>
            </p:cNvPr>
            <p:cNvSpPr/>
            <p:nvPr/>
          </p:nvSpPr>
          <p:spPr>
            <a:xfrm>
              <a:off x="9335695" y="343169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03" name="Freeform: Shape 3902">
              <a:extLst>
                <a:ext uri="{FF2B5EF4-FFF2-40B4-BE49-F238E27FC236}">
                  <a16:creationId xmlns:a16="http://schemas.microsoft.com/office/drawing/2014/main" id="{170334A5-C8D0-211A-7813-37B7DD5276BE}"/>
                </a:ext>
              </a:extLst>
            </p:cNvPr>
            <p:cNvSpPr/>
            <p:nvPr/>
          </p:nvSpPr>
          <p:spPr>
            <a:xfrm>
              <a:off x="9449950"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04" name="Freeform: Shape 3903">
              <a:extLst>
                <a:ext uri="{FF2B5EF4-FFF2-40B4-BE49-F238E27FC236}">
                  <a16:creationId xmlns:a16="http://schemas.microsoft.com/office/drawing/2014/main" id="{30CB0C35-4A82-9AB1-EEEC-8714D6FCFCDA}"/>
                </a:ext>
              </a:extLst>
            </p:cNvPr>
            <p:cNvSpPr/>
            <p:nvPr/>
          </p:nvSpPr>
          <p:spPr>
            <a:xfrm>
              <a:off x="9564206"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05" name="Freeform: Shape 3904">
              <a:extLst>
                <a:ext uri="{FF2B5EF4-FFF2-40B4-BE49-F238E27FC236}">
                  <a16:creationId xmlns:a16="http://schemas.microsoft.com/office/drawing/2014/main" id="{A0B8D754-82E5-01DB-3E70-7CF48D4144DD}"/>
                </a:ext>
              </a:extLst>
            </p:cNvPr>
            <p:cNvSpPr/>
            <p:nvPr/>
          </p:nvSpPr>
          <p:spPr>
            <a:xfrm>
              <a:off x="9678418" y="343169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06" name="Freeform: Shape 3905">
              <a:extLst>
                <a:ext uri="{FF2B5EF4-FFF2-40B4-BE49-F238E27FC236}">
                  <a16:creationId xmlns:a16="http://schemas.microsoft.com/office/drawing/2014/main" id="{91FD80F8-53FD-BD08-2FB7-179C72CDB566}"/>
                </a:ext>
              </a:extLst>
            </p:cNvPr>
            <p:cNvSpPr/>
            <p:nvPr/>
          </p:nvSpPr>
          <p:spPr>
            <a:xfrm>
              <a:off x="9792674"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07" name="Freeform: Shape 3906">
              <a:extLst>
                <a:ext uri="{FF2B5EF4-FFF2-40B4-BE49-F238E27FC236}">
                  <a16:creationId xmlns:a16="http://schemas.microsoft.com/office/drawing/2014/main" id="{D5A45CA4-E3D8-82ED-5187-6F76EBD9F6BD}"/>
                </a:ext>
              </a:extLst>
            </p:cNvPr>
            <p:cNvSpPr/>
            <p:nvPr/>
          </p:nvSpPr>
          <p:spPr>
            <a:xfrm>
              <a:off x="9906929"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08" name="Freeform: Shape 3907">
              <a:extLst>
                <a:ext uri="{FF2B5EF4-FFF2-40B4-BE49-F238E27FC236}">
                  <a16:creationId xmlns:a16="http://schemas.microsoft.com/office/drawing/2014/main" id="{63C6ECC2-DFCB-408C-28E7-28CE9E44E4BF}"/>
                </a:ext>
              </a:extLst>
            </p:cNvPr>
            <p:cNvSpPr/>
            <p:nvPr/>
          </p:nvSpPr>
          <p:spPr>
            <a:xfrm>
              <a:off x="10021185"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09" name="Freeform: Shape 3908">
              <a:extLst>
                <a:ext uri="{FF2B5EF4-FFF2-40B4-BE49-F238E27FC236}">
                  <a16:creationId xmlns:a16="http://schemas.microsoft.com/office/drawing/2014/main" id="{347BB17A-24DC-8FAE-99F6-4C6D8DC403E0}"/>
                </a:ext>
              </a:extLst>
            </p:cNvPr>
            <p:cNvSpPr/>
            <p:nvPr/>
          </p:nvSpPr>
          <p:spPr>
            <a:xfrm>
              <a:off x="10135441"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10" name="Freeform: Shape 3909">
              <a:extLst>
                <a:ext uri="{FF2B5EF4-FFF2-40B4-BE49-F238E27FC236}">
                  <a16:creationId xmlns:a16="http://schemas.microsoft.com/office/drawing/2014/main" id="{D8839AF6-AC12-BEBF-E1D4-AE61679E8374}"/>
                </a:ext>
              </a:extLst>
            </p:cNvPr>
            <p:cNvSpPr/>
            <p:nvPr/>
          </p:nvSpPr>
          <p:spPr>
            <a:xfrm>
              <a:off x="10249697"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11" name="Freeform: Shape 3910">
              <a:extLst>
                <a:ext uri="{FF2B5EF4-FFF2-40B4-BE49-F238E27FC236}">
                  <a16:creationId xmlns:a16="http://schemas.microsoft.com/office/drawing/2014/main" id="{1CEF88A2-8FEA-98CF-14EB-E872373EE7A2}"/>
                </a:ext>
              </a:extLst>
            </p:cNvPr>
            <p:cNvSpPr/>
            <p:nvPr/>
          </p:nvSpPr>
          <p:spPr>
            <a:xfrm>
              <a:off x="10363952"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12" name="Freeform: Shape 3911">
              <a:extLst>
                <a:ext uri="{FF2B5EF4-FFF2-40B4-BE49-F238E27FC236}">
                  <a16:creationId xmlns:a16="http://schemas.microsoft.com/office/drawing/2014/main" id="{79E587DB-9D20-0518-3E7B-287F4F568882}"/>
                </a:ext>
              </a:extLst>
            </p:cNvPr>
            <p:cNvSpPr/>
            <p:nvPr/>
          </p:nvSpPr>
          <p:spPr>
            <a:xfrm>
              <a:off x="10478208" y="343169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13" name="Freeform: Shape 3912">
              <a:extLst>
                <a:ext uri="{FF2B5EF4-FFF2-40B4-BE49-F238E27FC236}">
                  <a16:creationId xmlns:a16="http://schemas.microsoft.com/office/drawing/2014/main" id="{416535DE-C89B-2727-6406-EFC688105C58}"/>
                </a:ext>
              </a:extLst>
            </p:cNvPr>
            <p:cNvSpPr/>
            <p:nvPr/>
          </p:nvSpPr>
          <p:spPr>
            <a:xfrm>
              <a:off x="10592464"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14" name="Freeform: Shape 3913">
              <a:extLst>
                <a:ext uri="{FF2B5EF4-FFF2-40B4-BE49-F238E27FC236}">
                  <a16:creationId xmlns:a16="http://schemas.microsoft.com/office/drawing/2014/main" id="{3945134F-ED92-27AF-8E08-FA73699FF24E}"/>
                </a:ext>
              </a:extLst>
            </p:cNvPr>
            <p:cNvSpPr/>
            <p:nvPr/>
          </p:nvSpPr>
          <p:spPr>
            <a:xfrm>
              <a:off x="10706720"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15" name="Freeform: Shape 3914">
              <a:extLst>
                <a:ext uri="{FF2B5EF4-FFF2-40B4-BE49-F238E27FC236}">
                  <a16:creationId xmlns:a16="http://schemas.microsoft.com/office/drawing/2014/main" id="{3A2B02F9-94E6-DBAF-4794-978DBB499261}"/>
                </a:ext>
              </a:extLst>
            </p:cNvPr>
            <p:cNvSpPr/>
            <p:nvPr/>
          </p:nvSpPr>
          <p:spPr>
            <a:xfrm>
              <a:off x="10820976" y="3431697"/>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16" name="Freeform: Shape 3915">
              <a:extLst>
                <a:ext uri="{FF2B5EF4-FFF2-40B4-BE49-F238E27FC236}">
                  <a16:creationId xmlns:a16="http://schemas.microsoft.com/office/drawing/2014/main" id="{7192B4C8-7D8F-E764-1D94-939A694419C2}"/>
                </a:ext>
              </a:extLst>
            </p:cNvPr>
            <p:cNvSpPr/>
            <p:nvPr/>
          </p:nvSpPr>
          <p:spPr>
            <a:xfrm>
              <a:off x="10935231"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17" name="Freeform: Shape 3916">
              <a:extLst>
                <a:ext uri="{FF2B5EF4-FFF2-40B4-BE49-F238E27FC236}">
                  <a16:creationId xmlns:a16="http://schemas.microsoft.com/office/drawing/2014/main" id="{2909CE84-0021-9944-84E5-7EECD82EF055}"/>
                </a:ext>
              </a:extLst>
            </p:cNvPr>
            <p:cNvSpPr/>
            <p:nvPr/>
          </p:nvSpPr>
          <p:spPr>
            <a:xfrm>
              <a:off x="11049443"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18" name="Freeform: Shape 3917">
              <a:extLst>
                <a:ext uri="{FF2B5EF4-FFF2-40B4-BE49-F238E27FC236}">
                  <a16:creationId xmlns:a16="http://schemas.microsoft.com/office/drawing/2014/main" id="{208A511D-A980-2024-5B73-372F20D55C38}"/>
                </a:ext>
              </a:extLst>
            </p:cNvPr>
            <p:cNvSpPr/>
            <p:nvPr/>
          </p:nvSpPr>
          <p:spPr>
            <a:xfrm>
              <a:off x="11163699" y="3431697"/>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19" name="Freeform: Shape 3918">
              <a:extLst>
                <a:ext uri="{FF2B5EF4-FFF2-40B4-BE49-F238E27FC236}">
                  <a16:creationId xmlns:a16="http://schemas.microsoft.com/office/drawing/2014/main" id="{B3488AA8-39B6-8A08-80B4-462ECBA69C23}"/>
                </a:ext>
              </a:extLst>
            </p:cNvPr>
            <p:cNvSpPr/>
            <p:nvPr/>
          </p:nvSpPr>
          <p:spPr>
            <a:xfrm>
              <a:off x="11277955"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20" name="Freeform: Shape 3919">
              <a:extLst>
                <a:ext uri="{FF2B5EF4-FFF2-40B4-BE49-F238E27FC236}">
                  <a16:creationId xmlns:a16="http://schemas.microsoft.com/office/drawing/2014/main" id="{C409E20D-C4BF-6D00-76B4-8A14AF222B8C}"/>
                </a:ext>
              </a:extLst>
            </p:cNvPr>
            <p:cNvSpPr/>
            <p:nvPr/>
          </p:nvSpPr>
          <p:spPr>
            <a:xfrm>
              <a:off x="11392210"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21" name="Freeform: Shape 3920">
              <a:extLst>
                <a:ext uri="{FF2B5EF4-FFF2-40B4-BE49-F238E27FC236}">
                  <a16:creationId xmlns:a16="http://schemas.microsoft.com/office/drawing/2014/main" id="{508E7656-A951-CAA1-1F46-DE9F50E23B38}"/>
                </a:ext>
              </a:extLst>
            </p:cNvPr>
            <p:cNvSpPr/>
            <p:nvPr/>
          </p:nvSpPr>
          <p:spPr>
            <a:xfrm>
              <a:off x="11506466" y="3431697"/>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22" name="Freeform: Shape 3921">
              <a:extLst>
                <a:ext uri="{FF2B5EF4-FFF2-40B4-BE49-F238E27FC236}">
                  <a16:creationId xmlns:a16="http://schemas.microsoft.com/office/drawing/2014/main" id="{59BF97DF-B1BD-8722-1BF9-0540A9359504}"/>
                </a:ext>
              </a:extLst>
            </p:cNvPr>
            <p:cNvSpPr/>
            <p:nvPr/>
          </p:nvSpPr>
          <p:spPr>
            <a:xfrm>
              <a:off x="11620722"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23" name="Freeform: Shape 3922">
              <a:extLst>
                <a:ext uri="{FF2B5EF4-FFF2-40B4-BE49-F238E27FC236}">
                  <a16:creationId xmlns:a16="http://schemas.microsoft.com/office/drawing/2014/main" id="{00F97496-025F-7C29-9AC8-F2D1C0E585CB}"/>
                </a:ext>
              </a:extLst>
            </p:cNvPr>
            <p:cNvSpPr/>
            <p:nvPr/>
          </p:nvSpPr>
          <p:spPr>
            <a:xfrm>
              <a:off x="11734978"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24" name="Freeform: Shape 3923">
              <a:extLst>
                <a:ext uri="{FF2B5EF4-FFF2-40B4-BE49-F238E27FC236}">
                  <a16:creationId xmlns:a16="http://schemas.microsoft.com/office/drawing/2014/main" id="{C1037DF5-A315-3032-ED86-5170AD9FE6EC}"/>
                </a:ext>
              </a:extLst>
            </p:cNvPr>
            <p:cNvSpPr/>
            <p:nvPr/>
          </p:nvSpPr>
          <p:spPr>
            <a:xfrm>
              <a:off x="11849233"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25" name="Freeform: Shape 3924">
              <a:extLst>
                <a:ext uri="{FF2B5EF4-FFF2-40B4-BE49-F238E27FC236}">
                  <a16:creationId xmlns:a16="http://schemas.microsoft.com/office/drawing/2014/main" id="{E7CD4EDF-CBB4-6B93-76FE-A02C80D75365}"/>
                </a:ext>
              </a:extLst>
            </p:cNvPr>
            <p:cNvSpPr/>
            <p:nvPr/>
          </p:nvSpPr>
          <p:spPr>
            <a:xfrm>
              <a:off x="11963489" y="343169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26" name="Freeform: Shape 3925">
              <a:extLst>
                <a:ext uri="{FF2B5EF4-FFF2-40B4-BE49-F238E27FC236}">
                  <a16:creationId xmlns:a16="http://schemas.microsoft.com/office/drawing/2014/main" id="{0F0FEFD7-E521-6001-1B78-B8660A25CD08}"/>
                </a:ext>
              </a:extLst>
            </p:cNvPr>
            <p:cNvSpPr/>
            <p:nvPr/>
          </p:nvSpPr>
          <p:spPr>
            <a:xfrm>
              <a:off x="12077745" y="3431697"/>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27" name="Freeform: Shape 3926">
              <a:extLst>
                <a:ext uri="{FF2B5EF4-FFF2-40B4-BE49-F238E27FC236}">
                  <a16:creationId xmlns:a16="http://schemas.microsoft.com/office/drawing/2014/main" id="{EDFF3F3A-900E-2350-C3F3-28964F7E7A47}"/>
                </a:ext>
              </a:extLst>
            </p:cNvPr>
            <p:cNvSpPr/>
            <p:nvPr/>
          </p:nvSpPr>
          <p:spPr>
            <a:xfrm>
              <a:off x="7279135" y="354595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28" name="Freeform: Shape 3927">
              <a:extLst>
                <a:ext uri="{FF2B5EF4-FFF2-40B4-BE49-F238E27FC236}">
                  <a16:creationId xmlns:a16="http://schemas.microsoft.com/office/drawing/2014/main" id="{FA4569FF-62CB-9DD2-E054-20B317BB6927}"/>
                </a:ext>
              </a:extLst>
            </p:cNvPr>
            <p:cNvSpPr/>
            <p:nvPr/>
          </p:nvSpPr>
          <p:spPr>
            <a:xfrm>
              <a:off x="7393391"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29" name="Freeform: Shape 3928">
              <a:extLst>
                <a:ext uri="{FF2B5EF4-FFF2-40B4-BE49-F238E27FC236}">
                  <a16:creationId xmlns:a16="http://schemas.microsoft.com/office/drawing/2014/main" id="{6E9EB31F-00BD-AA39-8A37-F56CAB4F2E39}"/>
                </a:ext>
              </a:extLst>
            </p:cNvPr>
            <p:cNvSpPr/>
            <p:nvPr/>
          </p:nvSpPr>
          <p:spPr>
            <a:xfrm>
              <a:off x="7507646"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30" name="Freeform: Shape 3929">
              <a:extLst>
                <a:ext uri="{FF2B5EF4-FFF2-40B4-BE49-F238E27FC236}">
                  <a16:creationId xmlns:a16="http://schemas.microsoft.com/office/drawing/2014/main" id="{8CD82009-463C-0851-1943-D6D764EF6002}"/>
                </a:ext>
              </a:extLst>
            </p:cNvPr>
            <p:cNvSpPr/>
            <p:nvPr/>
          </p:nvSpPr>
          <p:spPr>
            <a:xfrm>
              <a:off x="7621902"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31" name="Freeform: Shape 3930">
              <a:extLst>
                <a:ext uri="{FF2B5EF4-FFF2-40B4-BE49-F238E27FC236}">
                  <a16:creationId xmlns:a16="http://schemas.microsoft.com/office/drawing/2014/main" id="{F31169C8-F49E-7046-42F3-00C66654467F}"/>
                </a:ext>
              </a:extLst>
            </p:cNvPr>
            <p:cNvSpPr/>
            <p:nvPr/>
          </p:nvSpPr>
          <p:spPr>
            <a:xfrm>
              <a:off x="7736158" y="354595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32" name="Freeform: Shape 3931">
              <a:extLst>
                <a:ext uri="{FF2B5EF4-FFF2-40B4-BE49-F238E27FC236}">
                  <a16:creationId xmlns:a16="http://schemas.microsoft.com/office/drawing/2014/main" id="{6BBED7CC-2318-0541-B818-3D7BE5299DF1}"/>
                </a:ext>
              </a:extLst>
            </p:cNvPr>
            <p:cNvSpPr/>
            <p:nvPr/>
          </p:nvSpPr>
          <p:spPr>
            <a:xfrm>
              <a:off x="7850414"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33" name="Freeform: Shape 3932">
              <a:extLst>
                <a:ext uri="{FF2B5EF4-FFF2-40B4-BE49-F238E27FC236}">
                  <a16:creationId xmlns:a16="http://schemas.microsoft.com/office/drawing/2014/main" id="{950E7B8B-2B5C-E742-A587-D99080A24447}"/>
                </a:ext>
              </a:extLst>
            </p:cNvPr>
            <p:cNvSpPr/>
            <p:nvPr/>
          </p:nvSpPr>
          <p:spPr>
            <a:xfrm>
              <a:off x="7964669"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34" name="Freeform: Shape 3933">
              <a:extLst>
                <a:ext uri="{FF2B5EF4-FFF2-40B4-BE49-F238E27FC236}">
                  <a16:creationId xmlns:a16="http://schemas.microsoft.com/office/drawing/2014/main" id="{9B83094F-EB54-2B09-122A-32D05573439F}"/>
                </a:ext>
              </a:extLst>
            </p:cNvPr>
            <p:cNvSpPr/>
            <p:nvPr/>
          </p:nvSpPr>
          <p:spPr>
            <a:xfrm>
              <a:off x="8078925" y="354595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35" name="Freeform: Shape 3934">
              <a:extLst>
                <a:ext uri="{FF2B5EF4-FFF2-40B4-BE49-F238E27FC236}">
                  <a16:creationId xmlns:a16="http://schemas.microsoft.com/office/drawing/2014/main" id="{DFA4D933-247C-CA57-CBFC-980C43AEE254}"/>
                </a:ext>
              </a:extLst>
            </p:cNvPr>
            <p:cNvSpPr/>
            <p:nvPr/>
          </p:nvSpPr>
          <p:spPr>
            <a:xfrm>
              <a:off x="8193181"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36" name="Freeform: Shape 3935">
              <a:extLst>
                <a:ext uri="{FF2B5EF4-FFF2-40B4-BE49-F238E27FC236}">
                  <a16:creationId xmlns:a16="http://schemas.microsoft.com/office/drawing/2014/main" id="{346ABC59-4C8C-62D0-8CA4-28ECA0D04C15}"/>
                </a:ext>
              </a:extLst>
            </p:cNvPr>
            <p:cNvSpPr/>
            <p:nvPr/>
          </p:nvSpPr>
          <p:spPr>
            <a:xfrm>
              <a:off x="8307437"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37" name="Freeform: Shape 3936">
              <a:extLst>
                <a:ext uri="{FF2B5EF4-FFF2-40B4-BE49-F238E27FC236}">
                  <a16:creationId xmlns:a16="http://schemas.microsoft.com/office/drawing/2014/main" id="{3322B0C6-D3ED-024F-43AB-911C90EB7420}"/>
                </a:ext>
              </a:extLst>
            </p:cNvPr>
            <p:cNvSpPr/>
            <p:nvPr/>
          </p:nvSpPr>
          <p:spPr>
            <a:xfrm>
              <a:off x="8421648"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38" name="Freeform: Shape 3937">
              <a:extLst>
                <a:ext uri="{FF2B5EF4-FFF2-40B4-BE49-F238E27FC236}">
                  <a16:creationId xmlns:a16="http://schemas.microsoft.com/office/drawing/2014/main" id="{F2FDF80F-079A-E0DB-10FA-D757E9CBD8AC}"/>
                </a:ext>
              </a:extLst>
            </p:cNvPr>
            <p:cNvSpPr/>
            <p:nvPr/>
          </p:nvSpPr>
          <p:spPr>
            <a:xfrm>
              <a:off x="8535904"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39" name="Freeform: Shape 3938">
              <a:extLst>
                <a:ext uri="{FF2B5EF4-FFF2-40B4-BE49-F238E27FC236}">
                  <a16:creationId xmlns:a16="http://schemas.microsoft.com/office/drawing/2014/main" id="{1CD75356-1639-337C-5CA5-E62EF5E91C56}"/>
                </a:ext>
              </a:extLst>
            </p:cNvPr>
            <p:cNvSpPr/>
            <p:nvPr/>
          </p:nvSpPr>
          <p:spPr>
            <a:xfrm>
              <a:off x="8650160"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40" name="Freeform: Shape 3939">
              <a:extLst>
                <a:ext uri="{FF2B5EF4-FFF2-40B4-BE49-F238E27FC236}">
                  <a16:creationId xmlns:a16="http://schemas.microsoft.com/office/drawing/2014/main" id="{1981B186-8BE3-DBD4-2C13-96E9F16739C1}"/>
                </a:ext>
              </a:extLst>
            </p:cNvPr>
            <p:cNvSpPr/>
            <p:nvPr/>
          </p:nvSpPr>
          <p:spPr>
            <a:xfrm>
              <a:off x="8764416"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41" name="Freeform: Shape 3940">
              <a:extLst>
                <a:ext uri="{FF2B5EF4-FFF2-40B4-BE49-F238E27FC236}">
                  <a16:creationId xmlns:a16="http://schemas.microsoft.com/office/drawing/2014/main" id="{79E254A0-0B20-2A21-EFE7-A589C5CD4E6E}"/>
                </a:ext>
              </a:extLst>
            </p:cNvPr>
            <p:cNvSpPr/>
            <p:nvPr/>
          </p:nvSpPr>
          <p:spPr>
            <a:xfrm>
              <a:off x="8878671" y="354595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42" name="Freeform: Shape 3941">
              <a:extLst>
                <a:ext uri="{FF2B5EF4-FFF2-40B4-BE49-F238E27FC236}">
                  <a16:creationId xmlns:a16="http://schemas.microsoft.com/office/drawing/2014/main" id="{66B24011-4F67-28BA-508B-D9838DD75B36}"/>
                </a:ext>
              </a:extLst>
            </p:cNvPr>
            <p:cNvSpPr/>
            <p:nvPr/>
          </p:nvSpPr>
          <p:spPr>
            <a:xfrm>
              <a:off x="8992927"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43" name="Freeform: Shape 3942">
              <a:extLst>
                <a:ext uri="{FF2B5EF4-FFF2-40B4-BE49-F238E27FC236}">
                  <a16:creationId xmlns:a16="http://schemas.microsoft.com/office/drawing/2014/main" id="{6DCF91C6-9E8A-6390-B731-5949411209EA}"/>
                </a:ext>
              </a:extLst>
            </p:cNvPr>
            <p:cNvSpPr/>
            <p:nvPr/>
          </p:nvSpPr>
          <p:spPr>
            <a:xfrm>
              <a:off x="9107183"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44" name="Freeform: Shape 3943">
              <a:extLst>
                <a:ext uri="{FF2B5EF4-FFF2-40B4-BE49-F238E27FC236}">
                  <a16:creationId xmlns:a16="http://schemas.microsoft.com/office/drawing/2014/main" id="{6B0A986A-4D53-3749-8E31-CF48A686DAEB}"/>
                </a:ext>
              </a:extLst>
            </p:cNvPr>
            <p:cNvSpPr/>
            <p:nvPr/>
          </p:nvSpPr>
          <p:spPr>
            <a:xfrm>
              <a:off x="9221439"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45" name="Freeform: Shape 3944">
              <a:extLst>
                <a:ext uri="{FF2B5EF4-FFF2-40B4-BE49-F238E27FC236}">
                  <a16:creationId xmlns:a16="http://schemas.microsoft.com/office/drawing/2014/main" id="{B0396C88-AC67-3EBC-6289-F145968713CF}"/>
                </a:ext>
              </a:extLst>
            </p:cNvPr>
            <p:cNvSpPr/>
            <p:nvPr/>
          </p:nvSpPr>
          <p:spPr>
            <a:xfrm>
              <a:off x="9335695" y="354595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46" name="Freeform: Shape 3945">
              <a:extLst>
                <a:ext uri="{FF2B5EF4-FFF2-40B4-BE49-F238E27FC236}">
                  <a16:creationId xmlns:a16="http://schemas.microsoft.com/office/drawing/2014/main" id="{C10FADA7-F6A8-B3A0-65F4-9F0F81353FA1}"/>
                </a:ext>
              </a:extLst>
            </p:cNvPr>
            <p:cNvSpPr/>
            <p:nvPr/>
          </p:nvSpPr>
          <p:spPr>
            <a:xfrm>
              <a:off x="9449950"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47" name="Freeform: Shape 3946">
              <a:extLst>
                <a:ext uri="{FF2B5EF4-FFF2-40B4-BE49-F238E27FC236}">
                  <a16:creationId xmlns:a16="http://schemas.microsoft.com/office/drawing/2014/main" id="{F12CACC6-F0CA-2B35-2FF6-28372FBF3AC8}"/>
                </a:ext>
              </a:extLst>
            </p:cNvPr>
            <p:cNvSpPr/>
            <p:nvPr/>
          </p:nvSpPr>
          <p:spPr>
            <a:xfrm>
              <a:off x="9564206"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48" name="Freeform: Shape 3947">
              <a:extLst>
                <a:ext uri="{FF2B5EF4-FFF2-40B4-BE49-F238E27FC236}">
                  <a16:creationId xmlns:a16="http://schemas.microsoft.com/office/drawing/2014/main" id="{89587DF8-5E38-A7D6-94AC-06CFB09D7454}"/>
                </a:ext>
              </a:extLst>
            </p:cNvPr>
            <p:cNvSpPr/>
            <p:nvPr/>
          </p:nvSpPr>
          <p:spPr>
            <a:xfrm>
              <a:off x="9678418" y="354595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49" name="Freeform: Shape 3948">
              <a:extLst>
                <a:ext uri="{FF2B5EF4-FFF2-40B4-BE49-F238E27FC236}">
                  <a16:creationId xmlns:a16="http://schemas.microsoft.com/office/drawing/2014/main" id="{B8A3D2EA-13C6-6BB1-3054-ABFE67EC630D}"/>
                </a:ext>
              </a:extLst>
            </p:cNvPr>
            <p:cNvSpPr/>
            <p:nvPr/>
          </p:nvSpPr>
          <p:spPr>
            <a:xfrm>
              <a:off x="9792674"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50" name="Freeform: Shape 3949">
              <a:extLst>
                <a:ext uri="{FF2B5EF4-FFF2-40B4-BE49-F238E27FC236}">
                  <a16:creationId xmlns:a16="http://schemas.microsoft.com/office/drawing/2014/main" id="{D1983E06-4936-364D-FD10-1D5DCCB2C7D7}"/>
                </a:ext>
              </a:extLst>
            </p:cNvPr>
            <p:cNvSpPr/>
            <p:nvPr/>
          </p:nvSpPr>
          <p:spPr>
            <a:xfrm>
              <a:off x="9906929"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51" name="Freeform: Shape 3950">
              <a:extLst>
                <a:ext uri="{FF2B5EF4-FFF2-40B4-BE49-F238E27FC236}">
                  <a16:creationId xmlns:a16="http://schemas.microsoft.com/office/drawing/2014/main" id="{A79BF322-7C22-9022-1086-F2982BAD3EB6}"/>
                </a:ext>
              </a:extLst>
            </p:cNvPr>
            <p:cNvSpPr/>
            <p:nvPr/>
          </p:nvSpPr>
          <p:spPr>
            <a:xfrm>
              <a:off x="10021185"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52" name="Freeform: Shape 3951">
              <a:extLst>
                <a:ext uri="{FF2B5EF4-FFF2-40B4-BE49-F238E27FC236}">
                  <a16:creationId xmlns:a16="http://schemas.microsoft.com/office/drawing/2014/main" id="{6E600509-52D3-5DBA-F1F5-94BE334E1102}"/>
                </a:ext>
              </a:extLst>
            </p:cNvPr>
            <p:cNvSpPr/>
            <p:nvPr/>
          </p:nvSpPr>
          <p:spPr>
            <a:xfrm>
              <a:off x="10135441"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53" name="Freeform: Shape 3952">
              <a:extLst>
                <a:ext uri="{FF2B5EF4-FFF2-40B4-BE49-F238E27FC236}">
                  <a16:creationId xmlns:a16="http://schemas.microsoft.com/office/drawing/2014/main" id="{57A42B5E-E8CC-E989-207A-6CE6BB3B5656}"/>
                </a:ext>
              </a:extLst>
            </p:cNvPr>
            <p:cNvSpPr/>
            <p:nvPr/>
          </p:nvSpPr>
          <p:spPr>
            <a:xfrm>
              <a:off x="10249697"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54" name="Freeform: Shape 3953">
              <a:extLst>
                <a:ext uri="{FF2B5EF4-FFF2-40B4-BE49-F238E27FC236}">
                  <a16:creationId xmlns:a16="http://schemas.microsoft.com/office/drawing/2014/main" id="{36A9E74B-5AC8-522E-8120-A36253A91E1A}"/>
                </a:ext>
              </a:extLst>
            </p:cNvPr>
            <p:cNvSpPr/>
            <p:nvPr/>
          </p:nvSpPr>
          <p:spPr>
            <a:xfrm>
              <a:off x="10363952"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55" name="Freeform: Shape 3954">
              <a:extLst>
                <a:ext uri="{FF2B5EF4-FFF2-40B4-BE49-F238E27FC236}">
                  <a16:creationId xmlns:a16="http://schemas.microsoft.com/office/drawing/2014/main" id="{79B4194A-BB1C-3789-95BC-8A7D89A39ED2}"/>
                </a:ext>
              </a:extLst>
            </p:cNvPr>
            <p:cNvSpPr/>
            <p:nvPr/>
          </p:nvSpPr>
          <p:spPr>
            <a:xfrm>
              <a:off x="10478208" y="354595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56" name="Freeform: Shape 3955">
              <a:extLst>
                <a:ext uri="{FF2B5EF4-FFF2-40B4-BE49-F238E27FC236}">
                  <a16:creationId xmlns:a16="http://schemas.microsoft.com/office/drawing/2014/main" id="{BE7009DD-C133-91CF-5C3C-506C4654C275}"/>
                </a:ext>
              </a:extLst>
            </p:cNvPr>
            <p:cNvSpPr/>
            <p:nvPr/>
          </p:nvSpPr>
          <p:spPr>
            <a:xfrm>
              <a:off x="10592464"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57" name="Freeform: Shape 3956">
              <a:extLst>
                <a:ext uri="{FF2B5EF4-FFF2-40B4-BE49-F238E27FC236}">
                  <a16:creationId xmlns:a16="http://schemas.microsoft.com/office/drawing/2014/main" id="{D0D2A00A-C80A-4DCE-843A-5AC36D09C7F0}"/>
                </a:ext>
              </a:extLst>
            </p:cNvPr>
            <p:cNvSpPr/>
            <p:nvPr/>
          </p:nvSpPr>
          <p:spPr>
            <a:xfrm>
              <a:off x="10706720"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58" name="Freeform: Shape 3957">
              <a:extLst>
                <a:ext uri="{FF2B5EF4-FFF2-40B4-BE49-F238E27FC236}">
                  <a16:creationId xmlns:a16="http://schemas.microsoft.com/office/drawing/2014/main" id="{40B4B2AA-DC48-8218-BA32-3294CE874CCD}"/>
                </a:ext>
              </a:extLst>
            </p:cNvPr>
            <p:cNvSpPr/>
            <p:nvPr/>
          </p:nvSpPr>
          <p:spPr>
            <a:xfrm>
              <a:off x="10820976" y="3545952"/>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59" name="Freeform: Shape 3958">
              <a:extLst>
                <a:ext uri="{FF2B5EF4-FFF2-40B4-BE49-F238E27FC236}">
                  <a16:creationId xmlns:a16="http://schemas.microsoft.com/office/drawing/2014/main" id="{1BEA3519-1BEA-25E7-F90F-52926EC575CE}"/>
                </a:ext>
              </a:extLst>
            </p:cNvPr>
            <p:cNvSpPr/>
            <p:nvPr/>
          </p:nvSpPr>
          <p:spPr>
            <a:xfrm>
              <a:off x="10935231"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60" name="Freeform: Shape 3959">
              <a:extLst>
                <a:ext uri="{FF2B5EF4-FFF2-40B4-BE49-F238E27FC236}">
                  <a16:creationId xmlns:a16="http://schemas.microsoft.com/office/drawing/2014/main" id="{5A6BC282-85D5-8342-69E2-FED65536BD3D}"/>
                </a:ext>
              </a:extLst>
            </p:cNvPr>
            <p:cNvSpPr/>
            <p:nvPr/>
          </p:nvSpPr>
          <p:spPr>
            <a:xfrm>
              <a:off x="11049443"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61" name="Freeform: Shape 3960">
              <a:extLst>
                <a:ext uri="{FF2B5EF4-FFF2-40B4-BE49-F238E27FC236}">
                  <a16:creationId xmlns:a16="http://schemas.microsoft.com/office/drawing/2014/main" id="{DB12D4AB-8D71-5779-15AC-2CC28DFF9E4F}"/>
                </a:ext>
              </a:extLst>
            </p:cNvPr>
            <p:cNvSpPr/>
            <p:nvPr/>
          </p:nvSpPr>
          <p:spPr>
            <a:xfrm>
              <a:off x="11163699" y="3545952"/>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62" name="Freeform: Shape 3961">
              <a:extLst>
                <a:ext uri="{FF2B5EF4-FFF2-40B4-BE49-F238E27FC236}">
                  <a16:creationId xmlns:a16="http://schemas.microsoft.com/office/drawing/2014/main" id="{CD1D3748-8AEE-3F27-3B55-1A7B9E3C495D}"/>
                </a:ext>
              </a:extLst>
            </p:cNvPr>
            <p:cNvSpPr/>
            <p:nvPr/>
          </p:nvSpPr>
          <p:spPr>
            <a:xfrm>
              <a:off x="11277955"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63" name="Freeform: Shape 3962">
              <a:extLst>
                <a:ext uri="{FF2B5EF4-FFF2-40B4-BE49-F238E27FC236}">
                  <a16:creationId xmlns:a16="http://schemas.microsoft.com/office/drawing/2014/main" id="{8EA5D3CF-F11B-419F-7AD3-C6B0C41FE52D}"/>
                </a:ext>
              </a:extLst>
            </p:cNvPr>
            <p:cNvSpPr/>
            <p:nvPr/>
          </p:nvSpPr>
          <p:spPr>
            <a:xfrm>
              <a:off x="11392210"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64" name="Freeform: Shape 3963">
              <a:extLst>
                <a:ext uri="{FF2B5EF4-FFF2-40B4-BE49-F238E27FC236}">
                  <a16:creationId xmlns:a16="http://schemas.microsoft.com/office/drawing/2014/main" id="{4FFB5956-FA6D-1D7E-731E-0AE0907CC3C4}"/>
                </a:ext>
              </a:extLst>
            </p:cNvPr>
            <p:cNvSpPr/>
            <p:nvPr/>
          </p:nvSpPr>
          <p:spPr>
            <a:xfrm>
              <a:off x="11506466" y="3545952"/>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65" name="Freeform: Shape 3964">
              <a:extLst>
                <a:ext uri="{FF2B5EF4-FFF2-40B4-BE49-F238E27FC236}">
                  <a16:creationId xmlns:a16="http://schemas.microsoft.com/office/drawing/2014/main" id="{D5238876-7538-80F1-3D71-0A1656EEC8FC}"/>
                </a:ext>
              </a:extLst>
            </p:cNvPr>
            <p:cNvSpPr/>
            <p:nvPr/>
          </p:nvSpPr>
          <p:spPr>
            <a:xfrm>
              <a:off x="11620722"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66" name="Freeform: Shape 3965">
              <a:extLst>
                <a:ext uri="{FF2B5EF4-FFF2-40B4-BE49-F238E27FC236}">
                  <a16:creationId xmlns:a16="http://schemas.microsoft.com/office/drawing/2014/main" id="{1C88428D-D5F5-0AA5-57A8-07BF3A4C94F3}"/>
                </a:ext>
              </a:extLst>
            </p:cNvPr>
            <p:cNvSpPr/>
            <p:nvPr/>
          </p:nvSpPr>
          <p:spPr>
            <a:xfrm>
              <a:off x="11734978"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67" name="Freeform: Shape 3966">
              <a:extLst>
                <a:ext uri="{FF2B5EF4-FFF2-40B4-BE49-F238E27FC236}">
                  <a16:creationId xmlns:a16="http://schemas.microsoft.com/office/drawing/2014/main" id="{ECF509E5-801F-C1A1-E78D-1586DA5C0743}"/>
                </a:ext>
              </a:extLst>
            </p:cNvPr>
            <p:cNvSpPr/>
            <p:nvPr/>
          </p:nvSpPr>
          <p:spPr>
            <a:xfrm>
              <a:off x="11849233"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68" name="Freeform: Shape 3967">
              <a:extLst>
                <a:ext uri="{FF2B5EF4-FFF2-40B4-BE49-F238E27FC236}">
                  <a16:creationId xmlns:a16="http://schemas.microsoft.com/office/drawing/2014/main" id="{70BA9FE4-96B2-0826-7AFE-58F8770EFDAF}"/>
                </a:ext>
              </a:extLst>
            </p:cNvPr>
            <p:cNvSpPr/>
            <p:nvPr/>
          </p:nvSpPr>
          <p:spPr>
            <a:xfrm>
              <a:off x="11963489" y="354595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69" name="Freeform: Shape 3968">
              <a:extLst>
                <a:ext uri="{FF2B5EF4-FFF2-40B4-BE49-F238E27FC236}">
                  <a16:creationId xmlns:a16="http://schemas.microsoft.com/office/drawing/2014/main" id="{3D445CF2-42D8-25EA-1501-55FBFA8B2A19}"/>
                </a:ext>
              </a:extLst>
            </p:cNvPr>
            <p:cNvSpPr/>
            <p:nvPr/>
          </p:nvSpPr>
          <p:spPr>
            <a:xfrm>
              <a:off x="12077745" y="3545952"/>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70" name="Freeform: Shape 3969">
              <a:extLst>
                <a:ext uri="{FF2B5EF4-FFF2-40B4-BE49-F238E27FC236}">
                  <a16:creationId xmlns:a16="http://schemas.microsoft.com/office/drawing/2014/main" id="{DC737723-F67C-9C4B-0B30-028D19FFD942}"/>
                </a:ext>
              </a:extLst>
            </p:cNvPr>
            <p:cNvSpPr/>
            <p:nvPr/>
          </p:nvSpPr>
          <p:spPr>
            <a:xfrm>
              <a:off x="7279135" y="366020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71" name="Freeform: Shape 3970">
              <a:extLst>
                <a:ext uri="{FF2B5EF4-FFF2-40B4-BE49-F238E27FC236}">
                  <a16:creationId xmlns:a16="http://schemas.microsoft.com/office/drawing/2014/main" id="{0D5C373A-4A0D-11E3-B1C5-6FB8CB8F0BD3}"/>
                </a:ext>
              </a:extLst>
            </p:cNvPr>
            <p:cNvSpPr/>
            <p:nvPr/>
          </p:nvSpPr>
          <p:spPr>
            <a:xfrm>
              <a:off x="7393391"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72" name="Freeform: Shape 3971">
              <a:extLst>
                <a:ext uri="{FF2B5EF4-FFF2-40B4-BE49-F238E27FC236}">
                  <a16:creationId xmlns:a16="http://schemas.microsoft.com/office/drawing/2014/main" id="{F72226B3-CF54-915D-89F3-AD7937253EDC}"/>
                </a:ext>
              </a:extLst>
            </p:cNvPr>
            <p:cNvSpPr/>
            <p:nvPr/>
          </p:nvSpPr>
          <p:spPr>
            <a:xfrm>
              <a:off x="7507646"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73" name="Freeform: Shape 3972">
              <a:extLst>
                <a:ext uri="{FF2B5EF4-FFF2-40B4-BE49-F238E27FC236}">
                  <a16:creationId xmlns:a16="http://schemas.microsoft.com/office/drawing/2014/main" id="{59885240-13DA-5FE3-B3AA-ABE2176CA538}"/>
                </a:ext>
              </a:extLst>
            </p:cNvPr>
            <p:cNvSpPr/>
            <p:nvPr/>
          </p:nvSpPr>
          <p:spPr>
            <a:xfrm>
              <a:off x="7621902"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74" name="Freeform: Shape 3973">
              <a:extLst>
                <a:ext uri="{FF2B5EF4-FFF2-40B4-BE49-F238E27FC236}">
                  <a16:creationId xmlns:a16="http://schemas.microsoft.com/office/drawing/2014/main" id="{6F2404AB-1FE2-1151-0BFB-39D711F07430}"/>
                </a:ext>
              </a:extLst>
            </p:cNvPr>
            <p:cNvSpPr/>
            <p:nvPr/>
          </p:nvSpPr>
          <p:spPr>
            <a:xfrm>
              <a:off x="7736158" y="366020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75" name="Freeform: Shape 3974">
              <a:extLst>
                <a:ext uri="{FF2B5EF4-FFF2-40B4-BE49-F238E27FC236}">
                  <a16:creationId xmlns:a16="http://schemas.microsoft.com/office/drawing/2014/main" id="{1B483399-106B-50FE-6297-3DB0CCA993CC}"/>
                </a:ext>
              </a:extLst>
            </p:cNvPr>
            <p:cNvSpPr/>
            <p:nvPr/>
          </p:nvSpPr>
          <p:spPr>
            <a:xfrm>
              <a:off x="7850414"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76" name="Freeform: Shape 3975">
              <a:extLst>
                <a:ext uri="{FF2B5EF4-FFF2-40B4-BE49-F238E27FC236}">
                  <a16:creationId xmlns:a16="http://schemas.microsoft.com/office/drawing/2014/main" id="{BA33FBC6-C3FA-1E40-EFEE-C452F9CFFB7A}"/>
                </a:ext>
              </a:extLst>
            </p:cNvPr>
            <p:cNvSpPr/>
            <p:nvPr/>
          </p:nvSpPr>
          <p:spPr>
            <a:xfrm>
              <a:off x="7964669"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77" name="Freeform: Shape 3976">
              <a:extLst>
                <a:ext uri="{FF2B5EF4-FFF2-40B4-BE49-F238E27FC236}">
                  <a16:creationId xmlns:a16="http://schemas.microsoft.com/office/drawing/2014/main" id="{51435462-BB0C-7AEA-E826-8DA94CD91792}"/>
                </a:ext>
              </a:extLst>
            </p:cNvPr>
            <p:cNvSpPr/>
            <p:nvPr/>
          </p:nvSpPr>
          <p:spPr>
            <a:xfrm>
              <a:off x="8078925" y="366020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78" name="Freeform: Shape 3977">
              <a:extLst>
                <a:ext uri="{FF2B5EF4-FFF2-40B4-BE49-F238E27FC236}">
                  <a16:creationId xmlns:a16="http://schemas.microsoft.com/office/drawing/2014/main" id="{C8DF1987-D0F5-BADF-038D-C055C50B13AF}"/>
                </a:ext>
              </a:extLst>
            </p:cNvPr>
            <p:cNvSpPr/>
            <p:nvPr/>
          </p:nvSpPr>
          <p:spPr>
            <a:xfrm>
              <a:off x="8193181"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79" name="Freeform: Shape 3978">
              <a:extLst>
                <a:ext uri="{FF2B5EF4-FFF2-40B4-BE49-F238E27FC236}">
                  <a16:creationId xmlns:a16="http://schemas.microsoft.com/office/drawing/2014/main" id="{6C67E188-1B42-ECFB-1AD8-B54137A6B664}"/>
                </a:ext>
              </a:extLst>
            </p:cNvPr>
            <p:cNvSpPr/>
            <p:nvPr/>
          </p:nvSpPr>
          <p:spPr>
            <a:xfrm>
              <a:off x="8307437"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80" name="Freeform: Shape 3979">
              <a:extLst>
                <a:ext uri="{FF2B5EF4-FFF2-40B4-BE49-F238E27FC236}">
                  <a16:creationId xmlns:a16="http://schemas.microsoft.com/office/drawing/2014/main" id="{C5847D0A-E1EB-1EDD-3D71-D0D10A4B91EA}"/>
                </a:ext>
              </a:extLst>
            </p:cNvPr>
            <p:cNvSpPr/>
            <p:nvPr/>
          </p:nvSpPr>
          <p:spPr>
            <a:xfrm>
              <a:off x="8421648"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81" name="Freeform: Shape 3980">
              <a:extLst>
                <a:ext uri="{FF2B5EF4-FFF2-40B4-BE49-F238E27FC236}">
                  <a16:creationId xmlns:a16="http://schemas.microsoft.com/office/drawing/2014/main" id="{7A4D3910-25F7-F3DA-31D1-6151D2550C5A}"/>
                </a:ext>
              </a:extLst>
            </p:cNvPr>
            <p:cNvSpPr/>
            <p:nvPr/>
          </p:nvSpPr>
          <p:spPr>
            <a:xfrm>
              <a:off x="8535904"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82" name="Freeform: Shape 3981">
              <a:extLst>
                <a:ext uri="{FF2B5EF4-FFF2-40B4-BE49-F238E27FC236}">
                  <a16:creationId xmlns:a16="http://schemas.microsoft.com/office/drawing/2014/main" id="{01ADB18D-D9C1-4C75-FB1E-DA77CF4350F3}"/>
                </a:ext>
              </a:extLst>
            </p:cNvPr>
            <p:cNvSpPr/>
            <p:nvPr/>
          </p:nvSpPr>
          <p:spPr>
            <a:xfrm>
              <a:off x="8650160"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83" name="Freeform: Shape 3982">
              <a:extLst>
                <a:ext uri="{FF2B5EF4-FFF2-40B4-BE49-F238E27FC236}">
                  <a16:creationId xmlns:a16="http://schemas.microsoft.com/office/drawing/2014/main" id="{402097DD-0994-5FFD-C1A5-D72FA90961E7}"/>
                </a:ext>
              </a:extLst>
            </p:cNvPr>
            <p:cNvSpPr/>
            <p:nvPr/>
          </p:nvSpPr>
          <p:spPr>
            <a:xfrm>
              <a:off x="8764416"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84" name="Freeform: Shape 3983">
              <a:extLst>
                <a:ext uri="{FF2B5EF4-FFF2-40B4-BE49-F238E27FC236}">
                  <a16:creationId xmlns:a16="http://schemas.microsoft.com/office/drawing/2014/main" id="{D3E0A55D-CEA6-0706-4B2F-BCBFC2394942}"/>
                </a:ext>
              </a:extLst>
            </p:cNvPr>
            <p:cNvSpPr/>
            <p:nvPr/>
          </p:nvSpPr>
          <p:spPr>
            <a:xfrm>
              <a:off x="8878671" y="366020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85" name="Freeform: Shape 3984">
              <a:extLst>
                <a:ext uri="{FF2B5EF4-FFF2-40B4-BE49-F238E27FC236}">
                  <a16:creationId xmlns:a16="http://schemas.microsoft.com/office/drawing/2014/main" id="{96C44A3B-84C3-3EC0-BDD5-CDE942D2E8CA}"/>
                </a:ext>
              </a:extLst>
            </p:cNvPr>
            <p:cNvSpPr/>
            <p:nvPr/>
          </p:nvSpPr>
          <p:spPr>
            <a:xfrm>
              <a:off x="8992927"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86" name="Freeform: Shape 3985">
              <a:extLst>
                <a:ext uri="{FF2B5EF4-FFF2-40B4-BE49-F238E27FC236}">
                  <a16:creationId xmlns:a16="http://schemas.microsoft.com/office/drawing/2014/main" id="{303720F2-94EF-6361-4C5D-C2B68529D020}"/>
                </a:ext>
              </a:extLst>
            </p:cNvPr>
            <p:cNvSpPr/>
            <p:nvPr/>
          </p:nvSpPr>
          <p:spPr>
            <a:xfrm>
              <a:off x="9107183"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87" name="Freeform: Shape 3986">
              <a:extLst>
                <a:ext uri="{FF2B5EF4-FFF2-40B4-BE49-F238E27FC236}">
                  <a16:creationId xmlns:a16="http://schemas.microsoft.com/office/drawing/2014/main" id="{E4FA1FD2-CAC2-42D1-C4CB-09D61E6ED24F}"/>
                </a:ext>
              </a:extLst>
            </p:cNvPr>
            <p:cNvSpPr/>
            <p:nvPr/>
          </p:nvSpPr>
          <p:spPr>
            <a:xfrm>
              <a:off x="9221439"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88" name="Freeform: Shape 3987">
              <a:extLst>
                <a:ext uri="{FF2B5EF4-FFF2-40B4-BE49-F238E27FC236}">
                  <a16:creationId xmlns:a16="http://schemas.microsoft.com/office/drawing/2014/main" id="{7AA2A0A9-49A2-A434-C0A0-BDAD3E9E80C1}"/>
                </a:ext>
              </a:extLst>
            </p:cNvPr>
            <p:cNvSpPr/>
            <p:nvPr/>
          </p:nvSpPr>
          <p:spPr>
            <a:xfrm>
              <a:off x="9335695" y="366020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89" name="Freeform: Shape 3988">
              <a:extLst>
                <a:ext uri="{FF2B5EF4-FFF2-40B4-BE49-F238E27FC236}">
                  <a16:creationId xmlns:a16="http://schemas.microsoft.com/office/drawing/2014/main" id="{BC1B6CEF-7BDB-5CE6-D877-66ACE909B4F2}"/>
                </a:ext>
              </a:extLst>
            </p:cNvPr>
            <p:cNvSpPr/>
            <p:nvPr/>
          </p:nvSpPr>
          <p:spPr>
            <a:xfrm>
              <a:off x="9449950"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90" name="Freeform: Shape 3989">
              <a:extLst>
                <a:ext uri="{FF2B5EF4-FFF2-40B4-BE49-F238E27FC236}">
                  <a16:creationId xmlns:a16="http://schemas.microsoft.com/office/drawing/2014/main" id="{F25899D9-182A-2ABE-D146-2929DC8C3D3F}"/>
                </a:ext>
              </a:extLst>
            </p:cNvPr>
            <p:cNvSpPr/>
            <p:nvPr/>
          </p:nvSpPr>
          <p:spPr>
            <a:xfrm>
              <a:off x="9564206"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91" name="Freeform: Shape 3990">
              <a:extLst>
                <a:ext uri="{FF2B5EF4-FFF2-40B4-BE49-F238E27FC236}">
                  <a16:creationId xmlns:a16="http://schemas.microsoft.com/office/drawing/2014/main" id="{31AE8A3D-9B49-164A-9BA7-86B3F108BE27}"/>
                </a:ext>
              </a:extLst>
            </p:cNvPr>
            <p:cNvSpPr/>
            <p:nvPr/>
          </p:nvSpPr>
          <p:spPr>
            <a:xfrm>
              <a:off x="9678418" y="366020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92" name="Freeform: Shape 3991">
              <a:extLst>
                <a:ext uri="{FF2B5EF4-FFF2-40B4-BE49-F238E27FC236}">
                  <a16:creationId xmlns:a16="http://schemas.microsoft.com/office/drawing/2014/main" id="{9BF332C3-2BB6-1ECB-59DD-749E14BFE9C4}"/>
                </a:ext>
              </a:extLst>
            </p:cNvPr>
            <p:cNvSpPr/>
            <p:nvPr/>
          </p:nvSpPr>
          <p:spPr>
            <a:xfrm>
              <a:off x="9792674"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93" name="Freeform: Shape 3992">
              <a:extLst>
                <a:ext uri="{FF2B5EF4-FFF2-40B4-BE49-F238E27FC236}">
                  <a16:creationId xmlns:a16="http://schemas.microsoft.com/office/drawing/2014/main" id="{F796FF33-ED49-0225-2C5F-CD07D8CE622B}"/>
                </a:ext>
              </a:extLst>
            </p:cNvPr>
            <p:cNvSpPr/>
            <p:nvPr/>
          </p:nvSpPr>
          <p:spPr>
            <a:xfrm>
              <a:off x="9906929"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94" name="Freeform: Shape 3993">
              <a:extLst>
                <a:ext uri="{FF2B5EF4-FFF2-40B4-BE49-F238E27FC236}">
                  <a16:creationId xmlns:a16="http://schemas.microsoft.com/office/drawing/2014/main" id="{A78BE5E1-508C-FB02-E732-3815FFEEE79D}"/>
                </a:ext>
              </a:extLst>
            </p:cNvPr>
            <p:cNvSpPr/>
            <p:nvPr/>
          </p:nvSpPr>
          <p:spPr>
            <a:xfrm>
              <a:off x="10021185"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95" name="Freeform: Shape 3994">
              <a:extLst>
                <a:ext uri="{FF2B5EF4-FFF2-40B4-BE49-F238E27FC236}">
                  <a16:creationId xmlns:a16="http://schemas.microsoft.com/office/drawing/2014/main" id="{5D3B47D1-D64D-75C5-7E00-65B6DB0FB1C1}"/>
                </a:ext>
              </a:extLst>
            </p:cNvPr>
            <p:cNvSpPr/>
            <p:nvPr/>
          </p:nvSpPr>
          <p:spPr>
            <a:xfrm>
              <a:off x="10135441"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96" name="Freeform: Shape 3995">
              <a:extLst>
                <a:ext uri="{FF2B5EF4-FFF2-40B4-BE49-F238E27FC236}">
                  <a16:creationId xmlns:a16="http://schemas.microsoft.com/office/drawing/2014/main" id="{9A936880-0E84-B6EF-4E79-F92BD307D54F}"/>
                </a:ext>
              </a:extLst>
            </p:cNvPr>
            <p:cNvSpPr/>
            <p:nvPr/>
          </p:nvSpPr>
          <p:spPr>
            <a:xfrm>
              <a:off x="10249697"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97" name="Freeform: Shape 3996">
              <a:extLst>
                <a:ext uri="{FF2B5EF4-FFF2-40B4-BE49-F238E27FC236}">
                  <a16:creationId xmlns:a16="http://schemas.microsoft.com/office/drawing/2014/main" id="{E2C51F74-3AF3-64C8-7030-5C60955A9C2A}"/>
                </a:ext>
              </a:extLst>
            </p:cNvPr>
            <p:cNvSpPr/>
            <p:nvPr/>
          </p:nvSpPr>
          <p:spPr>
            <a:xfrm>
              <a:off x="10363952"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98" name="Freeform: Shape 3997">
              <a:extLst>
                <a:ext uri="{FF2B5EF4-FFF2-40B4-BE49-F238E27FC236}">
                  <a16:creationId xmlns:a16="http://schemas.microsoft.com/office/drawing/2014/main" id="{4987EF5E-8E42-7964-FB5C-17193A8437AC}"/>
                </a:ext>
              </a:extLst>
            </p:cNvPr>
            <p:cNvSpPr/>
            <p:nvPr/>
          </p:nvSpPr>
          <p:spPr>
            <a:xfrm>
              <a:off x="10478208" y="366020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3999" name="Freeform: Shape 3998">
              <a:extLst>
                <a:ext uri="{FF2B5EF4-FFF2-40B4-BE49-F238E27FC236}">
                  <a16:creationId xmlns:a16="http://schemas.microsoft.com/office/drawing/2014/main" id="{2AC98A94-4269-F9BC-00BA-48FF9624D924}"/>
                </a:ext>
              </a:extLst>
            </p:cNvPr>
            <p:cNvSpPr/>
            <p:nvPr/>
          </p:nvSpPr>
          <p:spPr>
            <a:xfrm>
              <a:off x="10592464"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00" name="Freeform: Shape 3999">
              <a:extLst>
                <a:ext uri="{FF2B5EF4-FFF2-40B4-BE49-F238E27FC236}">
                  <a16:creationId xmlns:a16="http://schemas.microsoft.com/office/drawing/2014/main" id="{2F180A9A-F71D-E6A1-D0D2-619D52D15A73}"/>
                </a:ext>
              </a:extLst>
            </p:cNvPr>
            <p:cNvSpPr/>
            <p:nvPr/>
          </p:nvSpPr>
          <p:spPr>
            <a:xfrm>
              <a:off x="10706720"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01" name="Freeform: Shape 4000">
              <a:extLst>
                <a:ext uri="{FF2B5EF4-FFF2-40B4-BE49-F238E27FC236}">
                  <a16:creationId xmlns:a16="http://schemas.microsoft.com/office/drawing/2014/main" id="{EBCCFBB9-58B4-4C17-E143-8DF319483BF2}"/>
                </a:ext>
              </a:extLst>
            </p:cNvPr>
            <p:cNvSpPr/>
            <p:nvPr/>
          </p:nvSpPr>
          <p:spPr>
            <a:xfrm>
              <a:off x="10820976" y="3660208"/>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02" name="Freeform: Shape 4001">
              <a:extLst>
                <a:ext uri="{FF2B5EF4-FFF2-40B4-BE49-F238E27FC236}">
                  <a16:creationId xmlns:a16="http://schemas.microsoft.com/office/drawing/2014/main" id="{0A959D43-C4F8-8808-F0CE-B56734C6EB33}"/>
                </a:ext>
              </a:extLst>
            </p:cNvPr>
            <p:cNvSpPr/>
            <p:nvPr/>
          </p:nvSpPr>
          <p:spPr>
            <a:xfrm>
              <a:off x="10935231"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03" name="Freeform: Shape 4002">
              <a:extLst>
                <a:ext uri="{FF2B5EF4-FFF2-40B4-BE49-F238E27FC236}">
                  <a16:creationId xmlns:a16="http://schemas.microsoft.com/office/drawing/2014/main" id="{B66D6DEF-3BDB-1919-0B96-B35AD93A8E1B}"/>
                </a:ext>
              </a:extLst>
            </p:cNvPr>
            <p:cNvSpPr/>
            <p:nvPr/>
          </p:nvSpPr>
          <p:spPr>
            <a:xfrm>
              <a:off x="11049443"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04" name="Freeform: Shape 4003">
              <a:extLst>
                <a:ext uri="{FF2B5EF4-FFF2-40B4-BE49-F238E27FC236}">
                  <a16:creationId xmlns:a16="http://schemas.microsoft.com/office/drawing/2014/main" id="{59D3B9D5-26FE-0F80-FC30-609A1CE95C5D}"/>
                </a:ext>
              </a:extLst>
            </p:cNvPr>
            <p:cNvSpPr/>
            <p:nvPr/>
          </p:nvSpPr>
          <p:spPr>
            <a:xfrm>
              <a:off x="11163699" y="3660208"/>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05" name="Freeform: Shape 4004">
              <a:extLst>
                <a:ext uri="{FF2B5EF4-FFF2-40B4-BE49-F238E27FC236}">
                  <a16:creationId xmlns:a16="http://schemas.microsoft.com/office/drawing/2014/main" id="{59154CEE-7B5C-D739-0DF1-1C69B830CBBB}"/>
                </a:ext>
              </a:extLst>
            </p:cNvPr>
            <p:cNvSpPr/>
            <p:nvPr/>
          </p:nvSpPr>
          <p:spPr>
            <a:xfrm>
              <a:off x="11277955"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06" name="Freeform: Shape 4005">
              <a:extLst>
                <a:ext uri="{FF2B5EF4-FFF2-40B4-BE49-F238E27FC236}">
                  <a16:creationId xmlns:a16="http://schemas.microsoft.com/office/drawing/2014/main" id="{C1D739B1-033A-6C90-A342-CE18A9A9DBCF}"/>
                </a:ext>
              </a:extLst>
            </p:cNvPr>
            <p:cNvSpPr/>
            <p:nvPr/>
          </p:nvSpPr>
          <p:spPr>
            <a:xfrm>
              <a:off x="11392210"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07" name="Freeform: Shape 4006">
              <a:extLst>
                <a:ext uri="{FF2B5EF4-FFF2-40B4-BE49-F238E27FC236}">
                  <a16:creationId xmlns:a16="http://schemas.microsoft.com/office/drawing/2014/main" id="{AA3D4FC7-192E-ADD4-3081-7BB74D113522}"/>
                </a:ext>
              </a:extLst>
            </p:cNvPr>
            <p:cNvSpPr/>
            <p:nvPr/>
          </p:nvSpPr>
          <p:spPr>
            <a:xfrm>
              <a:off x="11506466" y="3660208"/>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08" name="Freeform: Shape 4007">
              <a:extLst>
                <a:ext uri="{FF2B5EF4-FFF2-40B4-BE49-F238E27FC236}">
                  <a16:creationId xmlns:a16="http://schemas.microsoft.com/office/drawing/2014/main" id="{858BF685-1B7B-17EC-A40E-3DA6F9002C6E}"/>
                </a:ext>
              </a:extLst>
            </p:cNvPr>
            <p:cNvSpPr/>
            <p:nvPr/>
          </p:nvSpPr>
          <p:spPr>
            <a:xfrm>
              <a:off x="11620722"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09" name="Freeform: Shape 4008">
              <a:extLst>
                <a:ext uri="{FF2B5EF4-FFF2-40B4-BE49-F238E27FC236}">
                  <a16:creationId xmlns:a16="http://schemas.microsoft.com/office/drawing/2014/main" id="{0218F1C0-7584-4946-4BF5-7DE8E1478437}"/>
                </a:ext>
              </a:extLst>
            </p:cNvPr>
            <p:cNvSpPr/>
            <p:nvPr/>
          </p:nvSpPr>
          <p:spPr>
            <a:xfrm>
              <a:off x="11734978"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10" name="Freeform: Shape 4009">
              <a:extLst>
                <a:ext uri="{FF2B5EF4-FFF2-40B4-BE49-F238E27FC236}">
                  <a16:creationId xmlns:a16="http://schemas.microsoft.com/office/drawing/2014/main" id="{622E3C49-F292-D805-8E67-C0FECC75737B}"/>
                </a:ext>
              </a:extLst>
            </p:cNvPr>
            <p:cNvSpPr/>
            <p:nvPr/>
          </p:nvSpPr>
          <p:spPr>
            <a:xfrm>
              <a:off x="11849233"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11" name="Freeform: Shape 4010">
              <a:extLst>
                <a:ext uri="{FF2B5EF4-FFF2-40B4-BE49-F238E27FC236}">
                  <a16:creationId xmlns:a16="http://schemas.microsoft.com/office/drawing/2014/main" id="{031ED495-D5A0-33A5-453C-E7F88A43DEE4}"/>
                </a:ext>
              </a:extLst>
            </p:cNvPr>
            <p:cNvSpPr/>
            <p:nvPr/>
          </p:nvSpPr>
          <p:spPr>
            <a:xfrm>
              <a:off x="11963489" y="366020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12" name="Freeform: Shape 4011">
              <a:extLst>
                <a:ext uri="{FF2B5EF4-FFF2-40B4-BE49-F238E27FC236}">
                  <a16:creationId xmlns:a16="http://schemas.microsoft.com/office/drawing/2014/main" id="{AC5AAA8D-7A69-9E77-F4A6-1B1EE829ACC0}"/>
                </a:ext>
              </a:extLst>
            </p:cNvPr>
            <p:cNvSpPr/>
            <p:nvPr/>
          </p:nvSpPr>
          <p:spPr>
            <a:xfrm>
              <a:off x="12077745" y="3660208"/>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13" name="Freeform: Shape 4012">
              <a:extLst>
                <a:ext uri="{FF2B5EF4-FFF2-40B4-BE49-F238E27FC236}">
                  <a16:creationId xmlns:a16="http://schemas.microsoft.com/office/drawing/2014/main" id="{49630EB1-1F9B-A036-8B3E-6B9AD2A06E17}"/>
                </a:ext>
              </a:extLst>
            </p:cNvPr>
            <p:cNvSpPr/>
            <p:nvPr/>
          </p:nvSpPr>
          <p:spPr>
            <a:xfrm>
              <a:off x="7279135" y="377446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14" name="Freeform: Shape 4013">
              <a:extLst>
                <a:ext uri="{FF2B5EF4-FFF2-40B4-BE49-F238E27FC236}">
                  <a16:creationId xmlns:a16="http://schemas.microsoft.com/office/drawing/2014/main" id="{BEA4F1BD-97CC-8C1B-B63C-8EFCD6F5AFD3}"/>
                </a:ext>
              </a:extLst>
            </p:cNvPr>
            <p:cNvSpPr/>
            <p:nvPr/>
          </p:nvSpPr>
          <p:spPr>
            <a:xfrm>
              <a:off x="7393391"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15" name="Freeform: Shape 4014">
              <a:extLst>
                <a:ext uri="{FF2B5EF4-FFF2-40B4-BE49-F238E27FC236}">
                  <a16:creationId xmlns:a16="http://schemas.microsoft.com/office/drawing/2014/main" id="{5CCBD597-ECE6-6502-12A9-099F9B9CB1F9}"/>
                </a:ext>
              </a:extLst>
            </p:cNvPr>
            <p:cNvSpPr/>
            <p:nvPr/>
          </p:nvSpPr>
          <p:spPr>
            <a:xfrm>
              <a:off x="7507646"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16" name="Freeform: Shape 4015">
              <a:extLst>
                <a:ext uri="{FF2B5EF4-FFF2-40B4-BE49-F238E27FC236}">
                  <a16:creationId xmlns:a16="http://schemas.microsoft.com/office/drawing/2014/main" id="{A7D0DB6A-9D86-F23D-FCCA-2850205AA8E9}"/>
                </a:ext>
              </a:extLst>
            </p:cNvPr>
            <p:cNvSpPr/>
            <p:nvPr/>
          </p:nvSpPr>
          <p:spPr>
            <a:xfrm>
              <a:off x="7621902"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17" name="Freeform: Shape 4016">
              <a:extLst>
                <a:ext uri="{FF2B5EF4-FFF2-40B4-BE49-F238E27FC236}">
                  <a16:creationId xmlns:a16="http://schemas.microsoft.com/office/drawing/2014/main" id="{1C3B930B-6AAB-E02D-1118-66DAD22B1BE0}"/>
                </a:ext>
              </a:extLst>
            </p:cNvPr>
            <p:cNvSpPr/>
            <p:nvPr/>
          </p:nvSpPr>
          <p:spPr>
            <a:xfrm>
              <a:off x="7736158" y="377446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18" name="Freeform: Shape 4017">
              <a:extLst>
                <a:ext uri="{FF2B5EF4-FFF2-40B4-BE49-F238E27FC236}">
                  <a16:creationId xmlns:a16="http://schemas.microsoft.com/office/drawing/2014/main" id="{7A0C7D5B-2681-65E2-7B05-375E519B5BFB}"/>
                </a:ext>
              </a:extLst>
            </p:cNvPr>
            <p:cNvSpPr/>
            <p:nvPr/>
          </p:nvSpPr>
          <p:spPr>
            <a:xfrm>
              <a:off x="7850414"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19" name="Freeform: Shape 4018">
              <a:extLst>
                <a:ext uri="{FF2B5EF4-FFF2-40B4-BE49-F238E27FC236}">
                  <a16:creationId xmlns:a16="http://schemas.microsoft.com/office/drawing/2014/main" id="{259BAE69-F95D-A146-40F9-B1F9C5A6AF66}"/>
                </a:ext>
              </a:extLst>
            </p:cNvPr>
            <p:cNvSpPr/>
            <p:nvPr/>
          </p:nvSpPr>
          <p:spPr>
            <a:xfrm>
              <a:off x="7964669"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20" name="Freeform: Shape 4019">
              <a:extLst>
                <a:ext uri="{FF2B5EF4-FFF2-40B4-BE49-F238E27FC236}">
                  <a16:creationId xmlns:a16="http://schemas.microsoft.com/office/drawing/2014/main" id="{962A9391-C46D-A342-9D35-4A65688FEEE6}"/>
                </a:ext>
              </a:extLst>
            </p:cNvPr>
            <p:cNvSpPr/>
            <p:nvPr/>
          </p:nvSpPr>
          <p:spPr>
            <a:xfrm>
              <a:off x="8078925" y="377446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21" name="Freeform: Shape 4020">
              <a:extLst>
                <a:ext uri="{FF2B5EF4-FFF2-40B4-BE49-F238E27FC236}">
                  <a16:creationId xmlns:a16="http://schemas.microsoft.com/office/drawing/2014/main" id="{EBD9F5FD-0757-CB56-FF3C-2A33FCD7E2DB}"/>
                </a:ext>
              </a:extLst>
            </p:cNvPr>
            <p:cNvSpPr/>
            <p:nvPr/>
          </p:nvSpPr>
          <p:spPr>
            <a:xfrm>
              <a:off x="8193181"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22" name="Freeform: Shape 4021">
              <a:extLst>
                <a:ext uri="{FF2B5EF4-FFF2-40B4-BE49-F238E27FC236}">
                  <a16:creationId xmlns:a16="http://schemas.microsoft.com/office/drawing/2014/main" id="{67041148-19C5-DC45-DD97-31EFF3C657A2}"/>
                </a:ext>
              </a:extLst>
            </p:cNvPr>
            <p:cNvSpPr/>
            <p:nvPr/>
          </p:nvSpPr>
          <p:spPr>
            <a:xfrm>
              <a:off x="8307437"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23" name="Freeform: Shape 4022">
              <a:extLst>
                <a:ext uri="{FF2B5EF4-FFF2-40B4-BE49-F238E27FC236}">
                  <a16:creationId xmlns:a16="http://schemas.microsoft.com/office/drawing/2014/main" id="{7B169417-E4E7-724F-E3F3-876F91335DEC}"/>
                </a:ext>
              </a:extLst>
            </p:cNvPr>
            <p:cNvSpPr/>
            <p:nvPr/>
          </p:nvSpPr>
          <p:spPr>
            <a:xfrm>
              <a:off x="8421648"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24" name="Freeform: Shape 4023">
              <a:extLst>
                <a:ext uri="{FF2B5EF4-FFF2-40B4-BE49-F238E27FC236}">
                  <a16:creationId xmlns:a16="http://schemas.microsoft.com/office/drawing/2014/main" id="{830BFB5D-B901-D224-C56A-02639D6E5F17}"/>
                </a:ext>
              </a:extLst>
            </p:cNvPr>
            <p:cNvSpPr/>
            <p:nvPr/>
          </p:nvSpPr>
          <p:spPr>
            <a:xfrm>
              <a:off x="8535904"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25" name="Freeform: Shape 4024">
              <a:extLst>
                <a:ext uri="{FF2B5EF4-FFF2-40B4-BE49-F238E27FC236}">
                  <a16:creationId xmlns:a16="http://schemas.microsoft.com/office/drawing/2014/main" id="{CB54E468-C76C-714C-CDD7-72FA41B1F3AD}"/>
                </a:ext>
              </a:extLst>
            </p:cNvPr>
            <p:cNvSpPr/>
            <p:nvPr/>
          </p:nvSpPr>
          <p:spPr>
            <a:xfrm>
              <a:off x="8650160"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26" name="Freeform: Shape 4025">
              <a:extLst>
                <a:ext uri="{FF2B5EF4-FFF2-40B4-BE49-F238E27FC236}">
                  <a16:creationId xmlns:a16="http://schemas.microsoft.com/office/drawing/2014/main" id="{678F56F7-017C-3069-B084-D1AF4210E243}"/>
                </a:ext>
              </a:extLst>
            </p:cNvPr>
            <p:cNvSpPr/>
            <p:nvPr/>
          </p:nvSpPr>
          <p:spPr>
            <a:xfrm>
              <a:off x="8764416"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27" name="Freeform: Shape 4026">
              <a:extLst>
                <a:ext uri="{FF2B5EF4-FFF2-40B4-BE49-F238E27FC236}">
                  <a16:creationId xmlns:a16="http://schemas.microsoft.com/office/drawing/2014/main" id="{26DFB3DE-DEDA-4C1C-D375-D7B24D2BEA00}"/>
                </a:ext>
              </a:extLst>
            </p:cNvPr>
            <p:cNvSpPr/>
            <p:nvPr/>
          </p:nvSpPr>
          <p:spPr>
            <a:xfrm>
              <a:off x="8878671" y="377446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28" name="Freeform: Shape 4027">
              <a:extLst>
                <a:ext uri="{FF2B5EF4-FFF2-40B4-BE49-F238E27FC236}">
                  <a16:creationId xmlns:a16="http://schemas.microsoft.com/office/drawing/2014/main" id="{E60EF846-85E9-B020-A5F0-21C3D5A7FAFF}"/>
                </a:ext>
              </a:extLst>
            </p:cNvPr>
            <p:cNvSpPr/>
            <p:nvPr/>
          </p:nvSpPr>
          <p:spPr>
            <a:xfrm>
              <a:off x="8992927"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29" name="Freeform: Shape 4028">
              <a:extLst>
                <a:ext uri="{FF2B5EF4-FFF2-40B4-BE49-F238E27FC236}">
                  <a16:creationId xmlns:a16="http://schemas.microsoft.com/office/drawing/2014/main" id="{F0FCF06F-5AEB-4852-5E7B-BE121AD40615}"/>
                </a:ext>
              </a:extLst>
            </p:cNvPr>
            <p:cNvSpPr/>
            <p:nvPr/>
          </p:nvSpPr>
          <p:spPr>
            <a:xfrm>
              <a:off x="9107183"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30" name="Freeform: Shape 4029">
              <a:extLst>
                <a:ext uri="{FF2B5EF4-FFF2-40B4-BE49-F238E27FC236}">
                  <a16:creationId xmlns:a16="http://schemas.microsoft.com/office/drawing/2014/main" id="{86C9C4F1-546B-BAA6-EC5E-2BA3CDDD0C25}"/>
                </a:ext>
              </a:extLst>
            </p:cNvPr>
            <p:cNvSpPr/>
            <p:nvPr/>
          </p:nvSpPr>
          <p:spPr>
            <a:xfrm>
              <a:off x="9221439"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31" name="Freeform: Shape 4030">
              <a:extLst>
                <a:ext uri="{FF2B5EF4-FFF2-40B4-BE49-F238E27FC236}">
                  <a16:creationId xmlns:a16="http://schemas.microsoft.com/office/drawing/2014/main" id="{07EAB6AD-DC62-773A-5441-85D645468B54}"/>
                </a:ext>
              </a:extLst>
            </p:cNvPr>
            <p:cNvSpPr/>
            <p:nvPr/>
          </p:nvSpPr>
          <p:spPr>
            <a:xfrm>
              <a:off x="9335695" y="377446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32" name="Freeform: Shape 4031">
              <a:extLst>
                <a:ext uri="{FF2B5EF4-FFF2-40B4-BE49-F238E27FC236}">
                  <a16:creationId xmlns:a16="http://schemas.microsoft.com/office/drawing/2014/main" id="{5704092D-309B-EC3D-7340-790A69F6613C}"/>
                </a:ext>
              </a:extLst>
            </p:cNvPr>
            <p:cNvSpPr/>
            <p:nvPr/>
          </p:nvSpPr>
          <p:spPr>
            <a:xfrm>
              <a:off x="9449950"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33" name="Freeform: Shape 4032">
              <a:extLst>
                <a:ext uri="{FF2B5EF4-FFF2-40B4-BE49-F238E27FC236}">
                  <a16:creationId xmlns:a16="http://schemas.microsoft.com/office/drawing/2014/main" id="{05239196-62C7-84E5-1A45-13738D33D681}"/>
                </a:ext>
              </a:extLst>
            </p:cNvPr>
            <p:cNvSpPr/>
            <p:nvPr/>
          </p:nvSpPr>
          <p:spPr>
            <a:xfrm>
              <a:off x="9564206"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34" name="Freeform: Shape 4033">
              <a:extLst>
                <a:ext uri="{FF2B5EF4-FFF2-40B4-BE49-F238E27FC236}">
                  <a16:creationId xmlns:a16="http://schemas.microsoft.com/office/drawing/2014/main" id="{B4649D8D-47FD-A439-E7B7-C199D53098A2}"/>
                </a:ext>
              </a:extLst>
            </p:cNvPr>
            <p:cNvSpPr/>
            <p:nvPr/>
          </p:nvSpPr>
          <p:spPr>
            <a:xfrm>
              <a:off x="9678418" y="377446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35" name="Freeform: Shape 4034">
              <a:extLst>
                <a:ext uri="{FF2B5EF4-FFF2-40B4-BE49-F238E27FC236}">
                  <a16:creationId xmlns:a16="http://schemas.microsoft.com/office/drawing/2014/main" id="{1899CD36-03AB-E429-CC6E-38C2CA833727}"/>
                </a:ext>
              </a:extLst>
            </p:cNvPr>
            <p:cNvSpPr/>
            <p:nvPr/>
          </p:nvSpPr>
          <p:spPr>
            <a:xfrm>
              <a:off x="9792674"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36" name="Freeform: Shape 4035">
              <a:extLst>
                <a:ext uri="{FF2B5EF4-FFF2-40B4-BE49-F238E27FC236}">
                  <a16:creationId xmlns:a16="http://schemas.microsoft.com/office/drawing/2014/main" id="{DCC97D8D-52B0-6DE2-5321-13FBA6E55A50}"/>
                </a:ext>
              </a:extLst>
            </p:cNvPr>
            <p:cNvSpPr/>
            <p:nvPr/>
          </p:nvSpPr>
          <p:spPr>
            <a:xfrm>
              <a:off x="9906929"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37" name="Freeform: Shape 4036">
              <a:extLst>
                <a:ext uri="{FF2B5EF4-FFF2-40B4-BE49-F238E27FC236}">
                  <a16:creationId xmlns:a16="http://schemas.microsoft.com/office/drawing/2014/main" id="{0CD1352A-259D-137F-4BE7-CB5D97568D6A}"/>
                </a:ext>
              </a:extLst>
            </p:cNvPr>
            <p:cNvSpPr/>
            <p:nvPr/>
          </p:nvSpPr>
          <p:spPr>
            <a:xfrm>
              <a:off x="10021185"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38" name="Freeform: Shape 4037">
              <a:extLst>
                <a:ext uri="{FF2B5EF4-FFF2-40B4-BE49-F238E27FC236}">
                  <a16:creationId xmlns:a16="http://schemas.microsoft.com/office/drawing/2014/main" id="{2A27FD93-E288-6EE4-DDD7-3FEE0E127ED4}"/>
                </a:ext>
              </a:extLst>
            </p:cNvPr>
            <p:cNvSpPr/>
            <p:nvPr/>
          </p:nvSpPr>
          <p:spPr>
            <a:xfrm>
              <a:off x="10135441"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39" name="Freeform: Shape 4038">
              <a:extLst>
                <a:ext uri="{FF2B5EF4-FFF2-40B4-BE49-F238E27FC236}">
                  <a16:creationId xmlns:a16="http://schemas.microsoft.com/office/drawing/2014/main" id="{843935A0-A7A0-0E75-2CA5-F8D3C3DD0E6E}"/>
                </a:ext>
              </a:extLst>
            </p:cNvPr>
            <p:cNvSpPr/>
            <p:nvPr/>
          </p:nvSpPr>
          <p:spPr>
            <a:xfrm>
              <a:off x="10249697"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40" name="Freeform: Shape 4039">
              <a:extLst>
                <a:ext uri="{FF2B5EF4-FFF2-40B4-BE49-F238E27FC236}">
                  <a16:creationId xmlns:a16="http://schemas.microsoft.com/office/drawing/2014/main" id="{C004B0D7-F23D-77B6-B254-3B0C408F8953}"/>
                </a:ext>
              </a:extLst>
            </p:cNvPr>
            <p:cNvSpPr/>
            <p:nvPr/>
          </p:nvSpPr>
          <p:spPr>
            <a:xfrm>
              <a:off x="10363952"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41" name="Freeform: Shape 4040">
              <a:extLst>
                <a:ext uri="{FF2B5EF4-FFF2-40B4-BE49-F238E27FC236}">
                  <a16:creationId xmlns:a16="http://schemas.microsoft.com/office/drawing/2014/main" id="{1DBEC5A7-4CF7-9D0C-714B-5F69767E7434}"/>
                </a:ext>
              </a:extLst>
            </p:cNvPr>
            <p:cNvSpPr/>
            <p:nvPr/>
          </p:nvSpPr>
          <p:spPr>
            <a:xfrm>
              <a:off x="10478208" y="377446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42" name="Freeform: Shape 4041">
              <a:extLst>
                <a:ext uri="{FF2B5EF4-FFF2-40B4-BE49-F238E27FC236}">
                  <a16:creationId xmlns:a16="http://schemas.microsoft.com/office/drawing/2014/main" id="{2DAEB470-3653-E068-E7C8-C6649D7ECBC2}"/>
                </a:ext>
              </a:extLst>
            </p:cNvPr>
            <p:cNvSpPr/>
            <p:nvPr/>
          </p:nvSpPr>
          <p:spPr>
            <a:xfrm>
              <a:off x="10592464"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43" name="Freeform: Shape 4042">
              <a:extLst>
                <a:ext uri="{FF2B5EF4-FFF2-40B4-BE49-F238E27FC236}">
                  <a16:creationId xmlns:a16="http://schemas.microsoft.com/office/drawing/2014/main" id="{8DE81B77-2366-A570-45A6-BC34452903BB}"/>
                </a:ext>
              </a:extLst>
            </p:cNvPr>
            <p:cNvSpPr/>
            <p:nvPr/>
          </p:nvSpPr>
          <p:spPr>
            <a:xfrm>
              <a:off x="10706720"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44" name="Freeform: Shape 4043">
              <a:extLst>
                <a:ext uri="{FF2B5EF4-FFF2-40B4-BE49-F238E27FC236}">
                  <a16:creationId xmlns:a16="http://schemas.microsoft.com/office/drawing/2014/main" id="{B90CBA03-5C29-5D58-7AAC-B83D2308F0D4}"/>
                </a:ext>
              </a:extLst>
            </p:cNvPr>
            <p:cNvSpPr/>
            <p:nvPr/>
          </p:nvSpPr>
          <p:spPr>
            <a:xfrm>
              <a:off x="10820976" y="3774464"/>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45" name="Freeform: Shape 4044">
              <a:extLst>
                <a:ext uri="{FF2B5EF4-FFF2-40B4-BE49-F238E27FC236}">
                  <a16:creationId xmlns:a16="http://schemas.microsoft.com/office/drawing/2014/main" id="{A192E82F-6813-B824-AFA1-2BC49B4AC98E}"/>
                </a:ext>
              </a:extLst>
            </p:cNvPr>
            <p:cNvSpPr/>
            <p:nvPr/>
          </p:nvSpPr>
          <p:spPr>
            <a:xfrm>
              <a:off x="10935231"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46" name="Freeform: Shape 4045">
              <a:extLst>
                <a:ext uri="{FF2B5EF4-FFF2-40B4-BE49-F238E27FC236}">
                  <a16:creationId xmlns:a16="http://schemas.microsoft.com/office/drawing/2014/main" id="{98997B0F-2D33-F934-B9AE-A5F98F222453}"/>
                </a:ext>
              </a:extLst>
            </p:cNvPr>
            <p:cNvSpPr/>
            <p:nvPr/>
          </p:nvSpPr>
          <p:spPr>
            <a:xfrm>
              <a:off x="11049443"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47" name="Freeform: Shape 4046">
              <a:extLst>
                <a:ext uri="{FF2B5EF4-FFF2-40B4-BE49-F238E27FC236}">
                  <a16:creationId xmlns:a16="http://schemas.microsoft.com/office/drawing/2014/main" id="{71FDF9F2-EB13-AF5A-B6ED-0E8516C87A6E}"/>
                </a:ext>
              </a:extLst>
            </p:cNvPr>
            <p:cNvSpPr/>
            <p:nvPr/>
          </p:nvSpPr>
          <p:spPr>
            <a:xfrm>
              <a:off x="11163699" y="3774464"/>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48" name="Freeform: Shape 4047">
              <a:extLst>
                <a:ext uri="{FF2B5EF4-FFF2-40B4-BE49-F238E27FC236}">
                  <a16:creationId xmlns:a16="http://schemas.microsoft.com/office/drawing/2014/main" id="{508E14AF-F4EB-B092-FE26-E94002410449}"/>
                </a:ext>
              </a:extLst>
            </p:cNvPr>
            <p:cNvSpPr/>
            <p:nvPr/>
          </p:nvSpPr>
          <p:spPr>
            <a:xfrm>
              <a:off x="11277955"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49" name="Freeform: Shape 4048">
              <a:extLst>
                <a:ext uri="{FF2B5EF4-FFF2-40B4-BE49-F238E27FC236}">
                  <a16:creationId xmlns:a16="http://schemas.microsoft.com/office/drawing/2014/main" id="{64D8B39B-407B-B4C0-8B84-00096A1A9181}"/>
                </a:ext>
              </a:extLst>
            </p:cNvPr>
            <p:cNvSpPr/>
            <p:nvPr/>
          </p:nvSpPr>
          <p:spPr>
            <a:xfrm>
              <a:off x="11392210"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50" name="Freeform: Shape 4049">
              <a:extLst>
                <a:ext uri="{FF2B5EF4-FFF2-40B4-BE49-F238E27FC236}">
                  <a16:creationId xmlns:a16="http://schemas.microsoft.com/office/drawing/2014/main" id="{4B8E0FD3-6B6F-9507-E527-C2ABFC93914B}"/>
                </a:ext>
              </a:extLst>
            </p:cNvPr>
            <p:cNvSpPr/>
            <p:nvPr/>
          </p:nvSpPr>
          <p:spPr>
            <a:xfrm>
              <a:off x="11506466" y="3774464"/>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51" name="Freeform: Shape 4050">
              <a:extLst>
                <a:ext uri="{FF2B5EF4-FFF2-40B4-BE49-F238E27FC236}">
                  <a16:creationId xmlns:a16="http://schemas.microsoft.com/office/drawing/2014/main" id="{043C9D41-E936-3ECD-0BE8-79133E67EC92}"/>
                </a:ext>
              </a:extLst>
            </p:cNvPr>
            <p:cNvSpPr/>
            <p:nvPr/>
          </p:nvSpPr>
          <p:spPr>
            <a:xfrm>
              <a:off x="11620722"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52" name="Freeform: Shape 4051">
              <a:extLst>
                <a:ext uri="{FF2B5EF4-FFF2-40B4-BE49-F238E27FC236}">
                  <a16:creationId xmlns:a16="http://schemas.microsoft.com/office/drawing/2014/main" id="{2FCDB3AE-AABC-3BE3-1979-648408B8F289}"/>
                </a:ext>
              </a:extLst>
            </p:cNvPr>
            <p:cNvSpPr/>
            <p:nvPr/>
          </p:nvSpPr>
          <p:spPr>
            <a:xfrm>
              <a:off x="11734978"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53" name="Freeform: Shape 4052">
              <a:extLst>
                <a:ext uri="{FF2B5EF4-FFF2-40B4-BE49-F238E27FC236}">
                  <a16:creationId xmlns:a16="http://schemas.microsoft.com/office/drawing/2014/main" id="{AFD129F8-3F85-6535-4A43-205E384E6C7E}"/>
                </a:ext>
              </a:extLst>
            </p:cNvPr>
            <p:cNvSpPr/>
            <p:nvPr/>
          </p:nvSpPr>
          <p:spPr>
            <a:xfrm>
              <a:off x="11849233"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54" name="Freeform: Shape 4053">
              <a:extLst>
                <a:ext uri="{FF2B5EF4-FFF2-40B4-BE49-F238E27FC236}">
                  <a16:creationId xmlns:a16="http://schemas.microsoft.com/office/drawing/2014/main" id="{6336672E-004E-A2AB-67CE-CE20B1A87A3A}"/>
                </a:ext>
              </a:extLst>
            </p:cNvPr>
            <p:cNvSpPr/>
            <p:nvPr/>
          </p:nvSpPr>
          <p:spPr>
            <a:xfrm>
              <a:off x="11963489" y="377446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55" name="Freeform: Shape 4054">
              <a:extLst>
                <a:ext uri="{FF2B5EF4-FFF2-40B4-BE49-F238E27FC236}">
                  <a16:creationId xmlns:a16="http://schemas.microsoft.com/office/drawing/2014/main" id="{6F51E0BE-5236-8CB1-46DE-CF67140659BA}"/>
                </a:ext>
              </a:extLst>
            </p:cNvPr>
            <p:cNvSpPr/>
            <p:nvPr/>
          </p:nvSpPr>
          <p:spPr>
            <a:xfrm>
              <a:off x="12077745" y="3774464"/>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56" name="Freeform: Shape 4055">
              <a:extLst>
                <a:ext uri="{FF2B5EF4-FFF2-40B4-BE49-F238E27FC236}">
                  <a16:creationId xmlns:a16="http://schemas.microsoft.com/office/drawing/2014/main" id="{9AB8C3CC-7871-399F-31F7-59B4B9FE7C34}"/>
                </a:ext>
              </a:extLst>
            </p:cNvPr>
            <p:cNvSpPr/>
            <p:nvPr/>
          </p:nvSpPr>
          <p:spPr>
            <a:xfrm>
              <a:off x="7279135" y="388872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57" name="Freeform: Shape 4056">
              <a:extLst>
                <a:ext uri="{FF2B5EF4-FFF2-40B4-BE49-F238E27FC236}">
                  <a16:creationId xmlns:a16="http://schemas.microsoft.com/office/drawing/2014/main" id="{004A3744-3039-35F1-90DF-DEBC4469266D}"/>
                </a:ext>
              </a:extLst>
            </p:cNvPr>
            <p:cNvSpPr/>
            <p:nvPr/>
          </p:nvSpPr>
          <p:spPr>
            <a:xfrm>
              <a:off x="7393391"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58" name="Freeform: Shape 4057">
              <a:extLst>
                <a:ext uri="{FF2B5EF4-FFF2-40B4-BE49-F238E27FC236}">
                  <a16:creationId xmlns:a16="http://schemas.microsoft.com/office/drawing/2014/main" id="{C64A2B71-52DE-8DD6-A9A0-0B60948D6878}"/>
                </a:ext>
              </a:extLst>
            </p:cNvPr>
            <p:cNvSpPr/>
            <p:nvPr/>
          </p:nvSpPr>
          <p:spPr>
            <a:xfrm>
              <a:off x="7507646"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59" name="Freeform: Shape 4058">
              <a:extLst>
                <a:ext uri="{FF2B5EF4-FFF2-40B4-BE49-F238E27FC236}">
                  <a16:creationId xmlns:a16="http://schemas.microsoft.com/office/drawing/2014/main" id="{77F8C938-490D-BEA9-6780-3C548BA293B2}"/>
                </a:ext>
              </a:extLst>
            </p:cNvPr>
            <p:cNvSpPr/>
            <p:nvPr/>
          </p:nvSpPr>
          <p:spPr>
            <a:xfrm>
              <a:off x="7621902"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60" name="Freeform: Shape 4059">
              <a:extLst>
                <a:ext uri="{FF2B5EF4-FFF2-40B4-BE49-F238E27FC236}">
                  <a16:creationId xmlns:a16="http://schemas.microsoft.com/office/drawing/2014/main" id="{22FCA41A-528B-D58F-0D39-6171D9C58FDE}"/>
                </a:ext>
              </a:extLst>
            </p:cNvPr>
            <p:cNvSpPr/>
            <p:nvPr/>
          </p:nvSpPr>
          <p:spPr>
            <a:xfrm>
              <a:off x="7736158" y="388872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61" name="Freeform: Shape 4060">
              <a:extLst>
                <a:ext uri="{FF2B5EF4-FFF2-40B4-BE49-F238E27FC236}">
                  <a16:creationId xmlns:a16="http://schemas.microsoft.com/office/drawing/2014/main" id="{006D6348-783C-990C-92C0-7F345F5BC00A}"/>
                </a:ext>
              </a:extLst>
            </p:cNvPr>
            <p:cNvSpPr/>
            <p:nvPr/>
          </p:nvSpPr>
          <p:spPr>
            <a:xfrm>
              <a:off x="7850414"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62" name="Freeform: Shape 4061">
              <a:extLst>
                <a:ext uri="{FF2B5EF4-FFF2-40B4-BE49-F238E27FC236}">
                  <a16:creationId xmlns:a16="http://schemas.microsoft.com/office/drawing/2014/main" id="{9EAF3366-9848-838C-CBE6-A411DE9E4CBF}"/>
                </a:ext>
              </a:extLst>
            </p:cNvPr>
            <p:cNvSpPr/>
            <p:nvPr/>
          </p:nvSpPr>
          <p:spPr>
            <a:xfrm>
              <a:off x="7964669"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63" name="Freeform: Shape 4062">
              <a:extLst>
                <a:ext uri="{FF2B5EF4-FFF2-40B4-BE49-F238E27FC236}">
                  <a16:creationId xmlns:a16="http://schemas.microsoft.com/office/drawing/2014/main" id="{441AA351-7320-029C-43F7-6D60C0BEFECD}"/>
                </a:ext>
              </a:extLst>
            </p:cNvPr>
            <p:cNvSpPr/>
            <p:nvPr/>
          </p:nvSpPr>
          <p:spPr>
            <a:xfrm>
              <a:off x="8078925" y="388872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64" name="Freeform: Shape 4063">
              <a:extLst>
                <a:ext uri="{FF2B5EF4-FFF2-40B4-BE49-F238E27FC236}">
                  <a16:creationId xmlns:a16="http://schemas.microsoft.com/office/drawing/2014/main" id="{855CF123-B7EB-F787-6126-50C1AE67F711}"/>
                </a:ext>
              </a:extLst>
            </p:cNvPr>
            <p:cNvSpPr/>
            <p:nvPr/>
          </p:nvSpPr>
          <p:spPr>
            <a:xfrm>
              <a:off x="8193181"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65" name="Freeform: Shape 4064">
              <a:extLst>
                <a:ext uri="{FF2B5EF4-FFF2-40B4-BE49-F238E27FC236}">
                  <a16:creationId xmlns:a16="http://schemas.microsoft.com/office/drawing/2014/main" id="{1A12E9B5-ABD7-B2FA-0718-DE1C0C4DB5B7}"/>
                </a:ext>
              </a:extLst>
            </p:cNvPr>
            <p:cNvSpPr/>
            <p:nvPr/>
          </p:nvSpPr>
          <p:spPr>
            <a:xfrm>
              <a:off x="8307437"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66" name="Freeform: Shape 4065">
              <a:extLst>
                <a:ext uri="{FF2B5EF4-FFF2-40B4-BE49-F238E27FC236}">
                  <a16:creationId xmlns:a16="http://schemas.microsoft.com/office/drawing/2014/main" id="{B2896620-A38E-402E-2B6C-226A9ABC0496}"/>
                </a:ext>
              </a:extLst>
            </p:cNvPr>
            <p:cNvSpPr/>
            <p:nvPr/>
          </p:nvSpPr>
          <p:spPr>
            <a:xfrm>
              <a:off x="8421648"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67" name="Freeform: Shape 4066">
              <a:extLst>
                <a:ext uri="{FF2B5EF4-FFF2-40B4-BE49-F238E27FC236}">
                  <a16:creationId xmlns:a16="http://schemas.microsoft.com/office/drawing/2014/main" id="{E9C55FBC-C121-EE11-3524-856C4E6497D1}"/>
                </a:ext>
              </a:extLst>
            </p:cNvPr>
            <p:cNvSpPr/>
            <p:nvPr/>
          </p:nvSpPr>
          <p:spPr>
            <a:xfrm>
              <a:off x="8535904"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68" name="Freeform: Shape 4067">
              <a:extLst>
                <a:ext uri="{FF2B5EF4-FFF2-40B4-BE49-F238E27FC236}">
                  <a16:creationId xmlns:a16="http://schemas.microsoft.com/office/drawing/2014/main" id="{07412245-8841-85F6-B529-257E04C17537}"/>
                </a:ext>
              </a:extLst>
            </p:cNvPr>
            <p:cNvSpPr/>
            <p:nvPr/>
          </p:nvSpPr>
          <p:spPr>
            <a:xfrm>
              <a:off x="8650160"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69" name="Freeform: Shape 4068">
              <a:extLst>
                <a:ext uri="{FF2B5EF4-FFF2-40B4-BE49-F238E27FC236}">
                  <a16:creationId xmlns:a16="http://schemas.microsoft.com/office/drawing/2014/main" id="{CEA31030-7D48-B7A5-FC27-D673D01FEB21}"/>
                </a:ext>
              </a:extLst>
            </p:cNvPr>
            <p:cNvSpPr/>
            <p:nvPr/>
          </p:nvSpPr>
          <p:spPr>
            <a:xfrm>
              <a:off x="8764416"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70" name="Freeform: Shape 4069">
              <a:extLst>
                <a:ext uri="{FF2B5EF4-FFF2-40B4-BE49-F238E27FC236}">
                  <a16:creationId xmlns:a16="http://schemas.microsoft.com/office/drawing/2014/main" id="{4A3C29A1-33D8-B8D6-8507-B519FD060C5A}"/>
                </a:ext>
              </a:extLst>
            </p:cNvPr>
            <p:cNvSpPr/>
            <p:nvPr/>
          </p:nvSpPr>
          <p:spPr>
            <a:xfrm>
              <a:off x="8878671" y="388872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71" name="Freeform: Shape 4070">
              <a:extLst>
                <a:ext uri="{FF2B5EF4-FFF2-40B4-BE49-F238E27FC236}">
                  <a16:creationId xmlns:a16="http://schemas.microsoft.com/office/drawing/2014/main" id="{FEA96371-1C49-973B-505B-F116835FC5A3}"/>
                </a:ext>
              </a:extLst>
            </p:cNvPr>
            <p:cNvSpPr/>
            <p:nvPr/>
          </p:nvSpPr>
          <p:spPr>
            <a:xfrm>
              <a:off x="8992927"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72" name="Freeform: Shape 4071">
              <a:extLst>
                <a:ext uri="{FF2B5EF4-FFF2-40B4-BE49-F238E27FC236}">
                  <a16:creationId xmlns:a16="http://schemas.microsoft.com/office/drawing/2014/main" id="{C443BE61-D692-A91D-1192-3BD6576C770A}"/>
                </a:ext>
              </a:extLst>
            </p:cNvPr>
            <p:cNvSpPr/>
            <p:nvPr/>
          </p:nvSpPr>
          <p:spPr>
            <a:xfrm>
              <a:off x="9107183"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73" name="Freeform: Shape 4072">
              <a:extLst>
                <a:ext uri="{FF2B5EF4-FFF2-40B4-BE49-F238E27FC236}">
                  <a16:creationId xmlns:a16="http://schemas.microsoft.com/office/drawing/2014/main" id="{BB768517-884E-95C3-5FB3-627920498979}"/>
                </a:ext>
              </a:extLst>
            </p:cNvPr>
            <p:cNvSpPr/>
            <p:nvPr/>
          </p:nvSpPr>
          <p:spPr>
            <a:xfrm>
              <a:off x="9221439"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74" name="Freeform: Shape 4073">
              <a:extLst>
                <a:ext uri="{FF2B5EF4-FFF2-40B4-BE49-F238E27FC236}">
                  <a16:creationId xmlns:a16="http://schemas.microsoft.com/office/drawing/2014/main" id="{8BD37A45-F366-C729-59ED-D801FF2269F7}"/>
                </a:ext>
              </a:extLst>
            </p:cNvPr>
            <p:cNvSpPr/>
            <p:nvPr/>
          </p:nvSpPr>
          <p:spPr>
            <a:xfrm>
              <a:off x="9335695" y="388872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75" name="Freeform: Shape 4074">
              <a:extLst>
                <a:ext uri="{FF2B5EF4-FFF2-40B4-BE49-F238E27FC236}">
                  <a16:creationId xmlns:a16="http://schemas.microsoft.com/office/drawing/2014/main" id="{AA6E5A2F-E221-8FBC-A910-E4B6D1C570ED}"/>
                </a:ext>
              </a:extLst>
            </p:cNvPr>
            <p:cNvSpPr/>
            <p:nvPr/>
          </p:nvSpPr>
          <p:spPr>
            <a:xfrm>
              <a:off x="9449950"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76" name="Freeform: Shape 4075">
              <a:extLst>
                <a:ext uri="{FF2B5EF4-FFF2-40B4-BE49-F238E27FC236}">
                  <a16:creationId xmlns:a16="http://schemas.microsoft.com/office/drawing/2014/main" id="{1B8B856C-F0A2-581E-C7A0-ACD56D0CAC76}"/>
                </a:ext>
              </a:extLst>
            </p:cNvPr>
            <p:cNvSpPr/>
            <p:nvPr/>
          </p:nvSpPr>
          <p:spPr>
            <a:xfrm>
              <a:off x="9564206"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77" name="Freeform: Shape 4076">
              <a:extLst>
                <a:ext uri="{FF2B5EF4-FFF2-40B4-BE49-F238E27FC236}">
                  <a16:creationId xmlns:a16="http://schemas.microsoft.com/office/drawing/2014/main" id="{F483E2D4-25FC-57E1-372C-C6C097FA0113}"/>
                </a:ext>
              </a:extLst>
            </p:cNvPr>
            <p:cNvSpPr/>
            <p:nvPr/>
          </p:nvSpPr>
          <p:spPr>
            <a:xfrm>
              <a:off x="9678418" y="388872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78" name="Freeform: Shape 4077">
              <a:extLst>
                <a:ext uri="{FF2B5EF4-FFF2-40B4-BE49-F238E27FC236}">
                  <a16:creationId xmlns:a16="http://schemas.microsoft.com/office/drawing/2014/main" id="{D1833EA2-E87C-52E2-C3EA-D9CAF745EAC8}"/>
                </a:ext>
              </a:extLst>
            </p:cNvPr>
            <p:cNvSpPr/>
            <p:nvPr/>
          </p:nvSpPr>
          <p:spPr>
            <a:xfrm>
              <a:off x="9792674"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79" name="Freeform: Shape 4078">
              <a:extLst>
                <a:ext uri="{FF2B5EF4-FFF2-40B4-BE49-F238E27FC236}">
                  <a16:creationId xmlns:a16="http://schemas.microsoft.com/office/drawing/2014/main" id="{30721783-FC02-8047-8690-97171231984F}"/>
                </a:ext>
              </a:extLst>
            </p:cNvPr>
            <p:cNvSpPr/>
            <p:nvPr/>
          </p:nvSpPr>
          <p:spPr>
            <a:xfrm>
              <a:off x="9906929"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80" name="Freeform: Shape 4079">
              <a:extLst>
                <a:ext uri="{FF2B5EF4-FFF2-40B4-BE49-F238E27FC236}">
                  <a16:creationId xmlns:a16="http://schemas.microsoft.com/office/drawing/2014/main" id="{4F196219-EDB0-FCF3-D6CE-F9D597E0EADE}"/>
                </a:ext>
              </a:extLst>
            </p:cNvPr>
            <p:cNvSpPr/>
            <p:nvPr/>
          </p:nvSpPr>
          <p:spPr>
            <a:xfrm>
              <a:off x="10021185"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81" name="Freeform: Shape 4080">
              <a:extLst>
                <a:ext uri="{FF2B5EF4-FFF2-40B4-BE49-F238E27FC236}">
                  <a16:creationId xmlns:a16="http://schemas.microsoft.com/office/drawing/2014/main" id="{69B4A7CE-6496-4B37-CB6B-8FB27124E5EC}"/>
                </a:ext>
              </a:extLst>
            </p:cNvPr>
            <p:cNvSpPr/>
            <p:nvPr/>
          </p:nvSpPr>
          <p:spPr>
            <a:xfrm>
              <a:off x="10135441"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82" name="Freeform: Shape 4081">
              <a:extLst>
                <a:ext uri="{FF2B5EF4-FFF2-40B4-BE49-F238E27FC236}">
                  <a16:creationId xmlns:a16="http://schemas.microsoft.com/office/drawing/2014/main" id="{86141C2D-7BF4-041A-07BC-CA3E45DB2037}"/>
                </a:ext>
              </a:extLst>
            </p:cNvPr>
            <p:cNvSpPr/>
            <p:nvPr/>
          </p:nvSpPr>
          <p:spPr>
            <a:xfrm>
              <a:off x="10249697"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83" name="Freeform: Shape 4082">
              <a:extLst>
                <a:ext uri="{FF2B5EF4-FFF2-40B4-BE49-F238E27FC236}">
                  <a16:creationId xmlns:a16="http://schemas.microsoft.com/office/drawing/2014/main" id="{A5B23375-B1A9-0E66-779D-C98CD337832E}"/>
                </a:ext>
              </a:extLst>
            </p:cNvPr>
            <p:cNvSpPr/>
            <p:nvPr/>
          </p:nvSpPr>
          <p:spPr>
            <a:xfrm>
              <a:off x="10363952"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84" name="Freeform: Shape 4083">
              <a:extLst>
                <a:ext uri="{FF2B5EF4-FFF2-40B4-BE49-F238E27FC236}">
                  <a16:creationId xmlns:a16="http://schemas.microsoft.com/office/drawing/2014/main" id="{43512706-5013-420D-F58F-6870482ADDD3}"/>
                </a:ext>
              </a:extLst>
            </p:cNvPr>
            <p:cNvSpPr/>
            <p:nvPr/>
          </p:nvSpPr>
          <p:spPr>
            <a:xfrm>
              <a:off x="10478208" y="388872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85" name="Freeform: Shape 4084">
              <a:extLst>
                <a:ext uri="{FF2B5EF4-FFF2-40B4-BE49-F238E27FC236}">
                  <a16:creationId xmlns:a16="http://schemas.microsoft.com/office/drawing/2014/main" id="{369DCC56-1C4D-842C-028D-07352CBA12DB}"/>
                </a:ext>
              </a:extLst>
            </p:cNvPr>
            <p:cNvSpPr/>
            <p:nvPr/>
          </p:nvSpPr>
          <p:spPr>
            <a:xfrm>
              <a:off x="10592464"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86" name="Freeform: Shape 4085">
              <a:extLst>
                <a:ext uri="{FF2B5EF4-FFF2-40B4-BE49-F238E27FC236}">
                  <a16:creationId xmlns:a16="http://schemas.microsoft.com/office/drawing/2014/main" id="{4056FFCF-7383-B865-4D18-9F95F2157A84}"/>
                </a:ext>
              </a:extLst>
            </p:cNvPr>
            <p:cNvSpPr/>
            <p:nvPr/>
          </p:nvSpPr>
          <p:spPr>
            <a:xfrm>
              <a:off x="10706720"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87" name="Freeform: Shape 4086">
              <a:extLst>
                <a:ext uri="{FF2B5EF4-FFF2-40B4-BE49-F238E27FC236}">
                  <a16:creationId xmlns:a16="http://schemas.microsoft.com/office/drawing/2014/main" id="{D98AE4FC-C4EF-02BC-D77F-CF7AD71FA26B}"/>
                </a:ext>
              </a:extLst>
            </p:cNvPr>
            <p:cNvSpPr/>
            <p:nvPr/>
          </p:nvSpPr>
          <p:spPr>
            <a:xfrm>
              <a:off x="10820976" y="3888720"/>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88" name="Freeform: Shape 4087">
              <a:extLst>
                <a:ext uri="{FF2B5EF4-FFF2-40B4-BE49-F238E27FC236}">
                  <a16:creationId xmlns:a16="http://schemas.microsoft.com/office/drawing/2014/main" id="{8BEFC032-0493-20B5-35AB-71129F233ABE}"/>
                </a:ext>
              </a:extLst>
            </p:cNvPr>
            <p:cNvSpPr/>
            <p:nvPr/>
          </p:nvSpPr>
          <p:spPr>
            <a:xfrm>
              <a:off x="10935231"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89" name="Freeform: Shape 4088">
              <a:extLst>
                <a:ext uri="{FF2B5EF4-FFF2-40B4-BE49-F238E27FC236}">
                  <a16:creationId xmlns:a16="http://schemas.microsoft.com/office/drawing/2014/main" id="{3A41D1BB-EBFA-4B16-E997-0A4A4681FC50}"/>
                </a:ext>
              </a:extLst>
            </p:cNvPr>
            <p:cNvSpPr/>
            <p:nvPr/>
          </p:nvSpPr>
          <p:spPr>
            <a:xfrm>
              <a:off x="11049443"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90" name="Freeform: Shape 4089">
              <a:extLst>
                <a:ext uri="{FF2B5EF4-FFF2-40B4-BE49-F238E27FC236}">
                  <a16:creationId xmlns:a16="http://schemas.microsoft.com/office/drawing/2014/main" id="{47EA0903-DDA3-D9E7-0D72-31F3A15EEBC5}"/>
                </a:ext>
              </a:extLst>
            </p:cNvPr>
            <p:cNvSpPr/>
            <p:nvPr/>
          </p:nvSpPr>
          <p:spPr>
            <a:xfrm>
              <a:off x="11163699" y="3888720"/>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91" name="Freeform: Shape 4090">
              <a:extLst>
                <a:ext uri="{FF2B5EF4-FFF2-40B4-BE49-F238E27FC236}">
                  <a16:creationId xmlns:a16="http://schemas.microsoft.com/office/drawing/2014/main" id="{126196DE-17EF-B54A-4A23-1445B7390A56}"/>
                </a:ext>
              </a:extLst>
            </p:cNvPr>
            <p:cNvSpPr/>
            <p:nvPr/>
          </p:nvSpPr>
          <p:spPr>
            <a:xfrm>
              <a:off x="11277955"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92" name="Freeform: Shape 4091">
              <a:extLst>
                <a:ext uri="{FF2B5EF4-FFF2-40B4-BE49-F238E27FC236}">
                  <a16:creationId xmlns:a16="http://schemas.microsoft.com/office/drawing/2014/main" id="{F73D72E4-9CAC-3B1D-631D-9AB9BA7772A9}"/>
                </a:ext>
              </a:extLst>
            </p:cNvPr>
            <p:cNvSpPr/>
            <p:nvPr/>
          </p:nvSpPr>
          <p:spPr>
            <a:xfrm>
              <a:off x="11392210"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93" name="Freeform: Shape 4092">
              <a:extLst>
                <a:ext uri="{FF2B5EF4-FFF2-40B4-BE49-F238E27FC236}">
                  <a16:creationId xmlns:a16="http://schemas.microsoft.com/office/drawing/2014/main" id="{0F4A5B44-5831-FDCB-AC95-F08560862C35}"/>
                </a:ext>
              </a:extLst>
            </p:cNvPr>
            <p:cNvSpPr/>
            <p:nvPr/>
          </p:nvSpPr>
          <p:spPr>
            <a:xfrm>
              <a:off x="11506466" y="3888720"/>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94" name="Freeform: Shape 4093">
              <a:extLst>
                <a:ext uri="{FF2B5EF4-FFF2-40B4-BE49-F238E27FC236}">
                  <a16:creationId xmlns:a16="http://schemas.microsoft.com/office/drawing/2014/main" id="{EC1D9C1A-550D-5516-80A5-7794662B2CB4}"/>
                </a:ext>
              </a:extLst>
            </p:cNvPr>
            <p:cNvSpPr/>
            <p:nvPr/>
          </p:nvSpPr>
          <p:spPr>
            <a:xfrm>
              <a:off x="11620722"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95" name="Freeform: Shape 4094">
              <a:extLst>
                <a:ext uri="{FF2B5EF4-FFF2-40B4-BE49-F238E27FC236}">
                  <a16:creationId xmlns:a16="http://schemas.microsoft.com/office/drawing/2014/main" id="{29855B91-F30E-E8B1-8F85-631C934CBA07}"/>
                </a:ext>
              </a:extLst>
            </p:cNvPr>
            <p:cNvSpPr/>
            <p:nvPr/>
          </p:nvSpPr>
          <p:spPr>
            <a:xfrm>
              <a:off x="11734978"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96" name="Freeform: Shape 4095">
              <a:extLst>
                <a:ext uri="{FF2B5EF4-FFF2-40B4-BE49-F238E27FC236}">
                  <a16:creationId xmlns:a16="http://schemas.microsoft.com/office/drawing/2014/main" id="{5C97E06D-1DD5-45F5-F3D1-7A9182DBEC32}"/>
                </a:ext>
              </a:extLst>
            </p:cNvPr>
            <p:cNvSpPr/>
            <p:nvPr/>
          </p:nvSpPr>
          <p:spPr>
            <a:xfrm>
              <a:off x="11849233"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97" name="Freeform: Shape 4096">
              <a:extLst>
                <a:ext uri="{FF2B5EF4-FFF2-40B4-BE49-F238E27FC236}">
                  <a16:creationId xmlns:a16="http://schemas.microsoft.com/office/drawing/2014/main" id="{83174C5A-935E-D233-0886-DE20185B3369}"/>
                </a:ext>
              </a:extLst>
            </p:cNvPr>
            <p:cNvSpPr/>
            <p:nvPr/>
          </p:nvSpPr>
          <p:spPr>
            <a:xfrm>
              <a:off x="11963489" y="388872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98" name="Freeform: Shape 4097">
              <a:extLst>
                <a:ext uri="{FF2B5EF4-FFF2-40B4-BE49-F238E27FC236}">
                  <a16:creationId xmlns:a16="http://schemas.microsoft.com/office/drawing/2014/main" id="{36D1C00D-9895-0D4C-7A65-630D71D35E6E}"/>
                </a:ext>
              </a:extLst>
            </p:cNvPr>
            <p:cNvSpPr/>
            <p:nvPr/>
          </p:nvSpPr>
          <p:spPr>
            <a:xfrm>
              <a:off x="12077745" y="3888720"/>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099" name="Freeform: Shape 4098">
              <a:extLst>
                <a:ext uri="{FF2B5EF4-FFF2-40B4-BE49-F238E27FC236}">
                  <a16:creationId xmlns:a16="http://schemas.microsoft.com/office/drawing/2014/main" id="{E3FEBD67-7E6F-87BE-5636-26771104686E}"/>
                </a:ext>
              </a:extLst>
            </p:cNvPr>
            <p:cNvSpPr/>
            <p:nvPr/>
          </p:nvSpPr>
          <p:spPr>
            <a:xfrm>
              <a:off x="7279135" y="400297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00" name="Freeform: Shape 4099">
              <a:extLst>
                <a:ext uri="{FF2B5EF4-FFF2-40B4-BE49-F238E27FC236}">
                  <a16:creationId xmlns:a16="http://schemas.microsoft.com/office/drawing/2014/main" id="{E2F9A940-767B-6E61-EAEA-E5FB5374ED86}"/>
                </a:ext>
              </a:extLst>
            </p:cNvPr>
            <p:cNvSpPr/>
            <p:nvPr/>
          </p:nvSpPr>
          <p:spPr>
            <a:xfrm>
              <a:off x="7393391"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01" name="Freeform: Shape 4100">
              <a:extLst>
                <a:ext uri="{FF2B5EF4-FFF2-40B4-BE49-F238E27FC236}">
                  <a16:creationId xmlns:a16="http://schemas.microsoft.com/office/drawing/2014/main" id="{D2B7BBD0-A900-1E1C-4497-AF636F601793}"/>
                </a:ext>
              </a:extLst>
            </p:cNvPr>
            <p:cNvSpPr/>
            <p:nvPr/>
          </p:nvSpPr>
          <p:spPr>
            <a:xfrm>
              <a:off x="7507646"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02" name="Freeform: Shape 4101">
              <a:extLst>
                <a:ext uri="{FF2B5EF4-FFF2-40B4-BE49-F238E27FC236}">
                  <a16:creationId xmlns:a16="http://schemas.microsoft.com/office/drawing/2014/main" id="{2E52C69D-BDBE-09FB-0F81-7CC9852C477A}"/>
                </a:ext>
              </a:extLst>
            </p:cNvPr>
            <p:cNvSpPr/>
            <p:nvPr/>
          </p:nvSpPr>
          <p:spPr>
            <a:xfrm>
              <a:off x="7621902"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03" name="Freeform: Shape 4102">
              <a:extLst>
                <a:ext uri="{FF2B5EF4-FFF2-40B4-BE49-F238E27FC236}">
                  <a16:creationId xmlns:a16="http://schemas.microsoft.com/office/drawing/2014/main" id="{4A42AA24-18F4-B3C3-EE14-D04A92E064E3}"/>
                </a:ext>
              </a:extLst>
            </p:cNvPr>
            <p:cNvSpPr/>
            <p:nvPr/>
          </p:nvSpPr>
          <p:spPr>
            <a:xfrm>
              <a:off x="7736158" y="400297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04" name="Freeform: Shape 4103">
              <a:extLst>
                <a:ext uri="{FF2B5EF4-FFF2-40B4-BE49-F238E27FC236}">
                  <a16:creationId xmlns:a16="http://schemas.microsoft.com/office/drawing/2014/main" id="{8181C53F-8E0E-673D-A21C-065FBFEBF9A2}"/>
                </a:ext>
              </a:extLst>
            </p:cNvPr>
            <p:cNvSpPr/>
            <p:nvPr/>
          </p:nvSpPr>
          <p:spPr>
            <a:xfrm>
              <a:off x="7850414"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05" name="Freeform: Shape 4104">
              <a:extLst>
                <a:ext uri="{FF2B5EF4-FFF2-40B4-BE49-F238E27FC236}">
                  <a16:creationId xmlns:a16="http://schemas.microsoft.com/office/drawing/2014/main" id="{FCD58246-A6A5-0FB3-748B-736F0E80AAE8}"/>
                </a:ext>
              </a:extLst>
            </p:cNvPr>
            <p:cNvSpPr/>
            <p:nvPr/>
          </p:nvSpPr>
          <p:spPr>
            <a:xfrm>
              <a:off x="7964669"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06" name="Freeform: Shape 4105">
              <a:extLst>
                <a:ext uri="{FF2B5EF4-FFF2-40B4-BE49-F238E27FC236}">
                  <a16:creationId xmlns:a16="http://schemas.microsoft.com/office/drawing/2014/main" id="{6E68303D-A10C-E9E4-6EDC-225DD7B871DF}"/>
                </a:ext>
              </a:extLst>
            </p:cNvPr>
            <p:cNvSpPr/>
            <p:nvPr/>
          </p:nvSpPr>
          <p:spPr>
            <a:xfrm>
              <a:off x="8078925" y="400297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07" name="Freeform: Shape 4106">
              <a:extLst>
                <a:ext uri="{FF2B5EF4-FFF2-40B4-BE49-F238E27FC236}">
                  <a16:creationId xmlns:a16="http://schemas.microsoft.com/office/drawing/2014/main" id="{16A5B53D-C4D4-53AD-7BD6-BCA6D403B86D}"/>
                </a:ext>
              </a:extLst>
            </p:cNvPr>
            <p:cNvSpPr/>
            <p:nvPr/>
          </p:nvSpPr>
          <p:spPr>
            <a:xfrm>
              <a:off x="8193181"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08" name="Freeform: Shape 4107">
              <a:extLst>
                <a:ext uri="{FF2B5EF4-FFF2-40B4-BE49-F238E27FC236}">
                  <a16:creationId xmlns:a16="http://schemas.microsoft.com/office/drawing/2014/main" id="{8759FD27-D262-343A-186D-275EE0B4366A}"/>
                </a:ext>
              </a:extLst>
            </p:cNvPr>
            <p:cNvSpPr/>
            <p:nvPr/>
          </p:nvSpPr>
          <p:spPr>
            <a:xfrm>
              <a:off x="8307437"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09" name="Freeform: Shape 4108">
              <a:extLst>
                <a:ext uri="{FF2B5EF4-FFF2-40B4-BE49-F238E27FC236}">
                  <a16:creationId xmlns:a16="http://schemas.microsoft.com/office/drawing/2014/main" id="{66EE2F24-7F5B-7292-8651-62F67DA36669}"/>
                </a:ext>
              </a:extLst>
            </p:cNvPr>
            <p:cNvSpPr/>
            <p:nvPr/>
          </p:nvSpPr>
          <p:spPr>
            <a:xfrm>
              <a:off x="8421648"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10" name="Freeform: Shape 4109">
              <a:extLst>
                <a:ext uri="{FF2B5EF4-FFF2-40B4-BE49-F238E27FC236}">
                  <a16:creationId xmlns:a16="http://schemas.microsoft.com/office/drawing/2014/main" id="{750DA202-AD03-253A-244B-914713274B5B}"/>
                </a:ext>
              </a:extLst>
            </p:cNvPr>
            <p:cNvSpPr/>
            <p:nvPr/>
          </p:nvSpPr>
          <p:spPr>
            <a:xfrm>
              <a:off x="8535904"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11" name="Freeform: Shape 4110">
              <a:extLst>
                <a:ext uri="{FF2B5EF4-FFF2-40B4-BE49-F238E27FC236}">
                  <a16:creationId xmlns:a16="http://schemas.microsoft.com/office/drawing/2014/main" id="{A7B9322D-E266-2E8A-C564-493CE72763E3}"/>
                </a:ext>
              </a:extLst>
            </p:cNvPr>
            <p:cNvSpPr/>
            <p:nvPr/>
          </p:nvSpPr>
          <p:spPr>
            <a:xfrm>
              <a:off x="8650160"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12" name="Freeform: Shape 4111">
              <a:extLst>
                <a:ext uri="{FF2B5EF4-FFF2-40B4-BE49-F238E27FC236}">
                  <a16:creationId xmlns:a16="http://schemas.microsoft.com/office/drawing/2014/main" id="{921E3F9D-0C28-E075-3BD1-DE5C37DF836D}"/>
                </a:ext>
              </a:extLst>
            </p:cNvPr>
            <p:cNvSpPr/>
            <p:nvPr/>
          </p:nvSpPr>
          <p:spPr>
            <a:xfrm>
              <a:off x="8764416"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13" name="Freeform: Shape 4112">
              <a:extLst>
                <a:ext uri="{FF2B5EF4-FFF2-40B4-BE49-F238E27FC236}">
                  <a16:creationId xmlns:a16="http://schemas.microsoft.com/office/drawing/2014/main" id="{F9AFE0AC-46F9-9032-5C8C-5F5E2DD525E4}"/>
                </a:ext>
              </a:extLst>
            </p:cNvPr>
            <p:cNvSpPr/>
            <p:nvPr/>
          </p:nvSpPr>
          <p:spPr>
            <a:xfrm>
              <a:off x="8878671" y="400297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14" name="Freeform: Shape 4113">
              <a:extLst>
                <a:ext uri="{FF2B5EF4-FFF2-40B4-BE49-F238E27FC236}">
                  <a16:creationId xmlns:a16="http://schemas.microsoft.com/office/drawing/2014/main" id="{76EB74F2-3E5F-BCAA-454D-60B8648D2676}"/>
                </a:ext>
              </a:extLst>
            </p:cNvPr>
            <p:cNvSpPr/>
            <p:nvPr/>
          </p:nvSpPr>
          <p:spPr>
            <a:xfrm>
              <a:off x="8992927"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15" name="Freeform: Shape 4114">
              <a:extLst>
                <a:ext uri="{FF2B5EF4-FFF2-40B4-BE49-F238E27FC236}">
                  <a16:creationId xmlns:a16="http://schemas.microsoft.com/office/drawing/2014/main" id="{1D17231C-52E9-EEC2-CB81-4F0D7634908F}"/>
                </a:ext>
              </a:extLst>
            </p:cNvPr>
            <p:cNvSpPr/>
            <p:nvPr/>
          </p:nvSpPr>
          <p:spPr>
            <a:xfrm>
              <a:off x="9107183"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16" name="Freeform: Shape 4115">
              <a:extLst>
                <a:ext uri="{FF2B5EF4-FFF2-40B4-BE49-F238E27FC236}">
                  <a16:creationId xmlns:a16="http://schemas.microsoft.com/office/drawing/2014/main" id="{13E10E9F-8373-EDE5-89F4-0B3529A798EB}"/>
                </a:ext>
              </a:extLst>
            </p:cNvPr>
            <p:cNvSpPr/>
            <p:nvPr/>
          </p:nvSpPr>
          <p:spPr>
            <a:xfrm>
              <a:off x="9221439"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17" name="Freeform: Shape 4116">
              <a:extLst>
                <a:ext uri="{FF2B5EF4-FFF2-40B4-BE49-F238E27FC236}">
                  <a16:creationId xmlns:a16="http://schemas.microsoft.com/office/drawing/2014/main" id="{631F2C37-A31A-9F86-1708-3E63A573DF67}"/>
                </a:ext>
              </a:extLst>
            </p:cNvPr>
            <p:cNvSpPr/>
            <p:nvPr/>
          </p:nvSpPr>
          <p:spPr>
            <a:xfrm>
              <a:off x="9335695" y="400297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18" name="Freeform: Shape 4117">
              <a:extLst>
                <a:ext uri="{FF2B5EF4-FFF2-40B4-BE49-F238E27FC236}">
                  <a16:creationId xmlns:a16="http://schemas.microsoft.com/office/drawing/2014/main" id="{23889E34-E83A-05DC-A6A5-4A34D3672A47}"/>
                </a:ext>
              </a:extLst>
            </p:cNvPr>
            <p:cNvSpPr/>
            <p:nvPr/>
          </p:nvSpPr>
          <p:spPr>
            <a:xfrm>
              <a:off x="9449950"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19" name="Freeform: Shape 4118">
              <a:extLst>
                <a:ext uri="{FF2B5EF4-FFF2-40B4-BE49-F238E27FC236}">
                  <a16:creationId xmlns:a16="http://schemas.microsoft.com/office/drawing/2014/main" id="{A5C02AAD-CDED-ABE8-D642-01BD4BE2DA2F}"/>
                </a:ext>
              </a:extLst>
            </p:cNvPr>
            <p:cNvSpPr/>
            <p:nvPr/>
          </p:nvSpPr>
          <p:spPr>
            <a:xfrm>
              <a:off x="9564206"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20" name="Freeform: Shape 4119">
              <a:extLst>
                <a:ext uri="{FF2B5EF4-FFF2-40B4-BE49-F238E27FC236}">
                  <a16:creationId xmlns:a16="http://schemas.microsoft.com/office/drawing/2014/main" id="{F8639B26-C019-1D02-3C51-00A869010403}"/>
                </a:ext>
              </a:extLst>
            </p:cNvPr>
            <p:cNvSpPr/>
            <p:nvPr/>
          </p:nvSpPr>
          <p:spPr>
            <a:xfrm>
              <a:off x="9678418" y="400297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21" name="Freeform: Shape 4120">
              <a:extLst>
                <a:ext uri="{FF2B5EF4-FFF2-40B4-BE49-F238E27FC236}">
                  <a16:creationId xmlns:a16="http://schemas.microsoft.com/office/drawing/2014/main" id="{B8478507-4EF3-3B80-A0D3-395EB3663B29}"/>
                </a:ext>
              </a:extLst>
            </p:cNvPr>
            <p:cNvSpPr/>
            <p:nvPr/>
          </p:nvSpPr>
          <p:spPr>
            <a:xfrm>
              <a:off x="9792674"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22" name="Freeform: Shape 4121">
              <a:extLst>
                <a:ext uri="{FF2B5EF4-FFF2-40B4-BE49-F238E27FC236}">
                  <a16:creationId xmlns:a16="http://schemas.microsoft.com/office/drawing/2014/main" id="{F0B8DCE2-E7E5-01F7-7EA9-3A366FC6CB59}"/>
                </a:ext>
              </a:extLst>
            </p:cNvPr>
            <p:cNvSpPr/>
            <p:nvPr/>
          </p:nvSpPr>
          <p:spPr>
            <a:xfrm>
              <a:off x="9906929"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23" name="Freeform: Shape 4122">
              <a:extLst>
                <a:ext uri="{FF2B5EF4-FFF2-40B4-BE49-F238E27FC236}">
                  <a16:creationId xmlns:a16="http://schemas.microsoft.com/office/drawing/2014/main" id="{588F963B-87D1-3B5B-3A99-5EFE74EE9A51}"/>
                </a:ext>
              </a:extLst>
            </p:cNvPr>
            <p:cNvSpPr/>
            <p:nvPr/>
          </p:nvSpPr>
          <p:spPr>
            <a:xfrm>
              <a:off x="10021185"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24" name="Freeform: Shape 4123">
              <a:extLst>
                <a:ext uri="{FF2B5EF4-FFF2-40B4-BE49-F238E27FC236}">
                  <a16:creationId xmlns:a16="http://schemas.microsoft.com/office/drawing/2014/main" id="{B8517FD7-EB1A-1140-CD87-32BF419C776C}"/>
                </a:ext>
              </a:extLst>
            </p:cNvPr>
            <p:cNvSpPr/>
            <p:nvPr/>
          </p:nvSpPr>
          <p:spPr>
            <a:xfrm>
              <a:off x="10135441"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25" name="Freeform: Shape 4124">
              <a:extLst>
                <a:ext uri="{FF2B5EF4-FFF2-40B4-BE49-F238E27FC236}">
                  <a16:creationId xmlns:a16="http://schemas.microsoft.com/office/drawing/2014/main" id="{4A13BFD7-350E-21A2-DD94-F6BE9E6B41F4}"/>
                </a:ext>
              </a:extLst>
            </p:cNvPr>
            <p:cNvSpPr/>
            <p:nvPr/>
          </p:nvSpPr>
          <p:spPr>
            <a:xfrm>
              <a:off x="10249697"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26" name="Freeform: Shape 4125">
              <a:extLst>
                <a:ext uri="{FF2B5EF4-FFF2-40B4-BE49-F238E27FC236}">
                  <a16:creationId xmlns:a16="http://schemas.microsoft.com/office/drawing/2014/main" id="{A6F65D4A-0E74-FF6C-C10B-1CCA09F01941}"/>
                </a:ext>
              </a:extLst>
            </p:cNvPr>
            <p:cNvSpPr/>
            <p:nvPr/>
          </p:nvSpPr>
          <p:spPr>
            <a:xfrm>
              <a:off x="10363952"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27" name="Freeform: Shape 4126">
              <a:extLst>
                <a:ext uri="{FF2B5EF4-FFF2-40B4-BE49-F238E27FC236}">
                  <a16:creationId xmlns:a16="http://schemas.microsoft.com/office/drawing/2014/main" id="{F0B93BC9-3FBE-9748-1353-CB1652D49C21}"/>
                </a:ext>
              </a:extLst>
            </p:cNvPr>
            <p:cNvSpPr/>
            <p:nvPr/>
          </p:nvSpPr>
          <p:spPr>
            <a:xfrm>
              <a:off x="10478208" y="4002976"/>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28" name="Freeform: Shape 4127">
              <a:extLst>
                <a:ext uri="{FF2B5EF4-FFF2-40B4-BE49-F238E27FC236}">
                  <a16:creationId xmlns:a16="http://schemas.microsoft.com/office/drawing/2014/main" id="{615403F9-3E3A-B8CA-790C-806820F818FE}"/>
                </a:ext>
              </a:extLst>
            </p:cNvPr>
            <p:cNvSpPr/>
            <p:nvPr/>
          </p:nvSpPr>
          <p:spPr>
            <a:xfrm>
              <a:off x="10592464"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29" name="Freeform: Shape 4128">
              <a:extLst>
                <a:ext uri="{FF2B5EF4-FFF2-40B4-BE49-F238E27FC236}">
                  <a16:creationId xmlns:a16="http://schemas.microsoft.com/office/drawing/2014/main" id="{3B28763B-175B-5A06-C7CC-175C7A98D053}"/>
                </a:ext>
              </a:extLst>
            </p:cNvPr>
            <p:cNvSpPr/>
            <p:nvPr/>
          </p:nvSpPr>
          <p:spPr>
            <a:xfrm>
              <a:off x="10706720"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30" name="Freeform: Shape 4129">
              <a:extLst>
                <a:ext uri="{FF2B5EF4-FFF2-40B4-BE49-F238E27FC236}">
                  <a16:creationId xmlns:a16="http://schemas.microsoft.com/office/drawing/2014/main" id="{50E9CD79-2E6C-0561-675F-A3E86D3B2776}"/>
                </a:ext>
              </a:extLst>
            </p:cNvPr>
            <p:cNvSpPr/>
            <p:nvPr/>
          </p:nvSpPr>
          <p:spPr>
            <a:xfrm>
              <a:off x="10820976" y="4002976"/>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31" name="Freeform: Shape 4130">
              <a:extLst>
                <a:ext uri="{FF2B5EF4-FFF2-40B4-BE49-F238E27FC236}">
                  <a16:creationId xmlns:a16="http://schemas.microsoft.com/office/drawing/2014/main" id="{F884F361-632D-CBD4-7698-E935B0FE98A3}"/>
                </a:ext>
              </a:extLst>
            </p:cNvPr>
            <p:cNvSpPr/>
            <p:nvPr/>
          </p:nvSpPr>
          <p:spPr>
            <a:xfrm>
              <a:off x="10935231"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32" name="Freeform: Shape 4131">
              <a:extLst>
                <a:ext uri="{FF2B5EF4-FFF2-40B4-BE49-F238E27FC236}">
                  <a16:creationId xmlns:a16="http://schemas.microsoft.com/office/drawing/2014/main" id="{A075854F-6548-2874-C94F-33327244E1F5}"/>
                </a:ext>
              </a:extLst>
            </p:cNvPr>
            <p:cNvSpPr/>
            <p:nvPr/>
          </p:nvSpPr>
          <p:spPr>
            <a:xfrm>
              <a:off x="11049443"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33" name="Freeform: Shape 4132">
              <a:extLst>
                <a:ext uri="{FF2B5EF4-FFF2-40B4-BE49-F238E27FC236}">
                  <a16:creationId xmlns:a16="http://schemas.microsoft.com/office/drawing/2014/main" id="{8DE960E5-F579-F0BB-3BE3-8443C40B6B29}"/>
                </a:ext>
              </a:extLst>
            </p:cNvPr>
            <p:cNvSpPr/>
            <p:nvPr/>
          </p:nvSpPr>
          <p:spPr>
            <a:xfrm>
              <a:off x="11163699" y="4002976"/>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34" name="Freeform: Shape 4133">
              <a:extLst>
                <a:ext uri="{FF2B5EF4-FFF2-40B4-BE49-F238E27FC236}">
                  <a16:creationId xmlns:a16="http://schemas.microsoft.com/office/drawing/2014/main" id="{6AC9C3FF-6A8B-D992-8A7D-C7E64E22272F}"/>
                </a:ext>
              </a:extLst>
            </p:cNvPr>
            <p:cNvSpPr/>
            <p:nvPr/>
          </p:nvSpPr>
          <p:spPr>
            <a:xfrm>
              <a:off x="11277955"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35" name="Freeform: Shape 4134">
              <a:extLst>
                <a:ext uri="{FF2B5EF4-FFF2-40B4-BE49-F238E27FC236}">
                  <a16:creationId xmlns:a16="http://schemas.microsoft.com/office/drawing/2014/main" id="{3FA4B123-D1D2-C1AB-D1D2-E5BE956101A6}"/>
                </a:ext>
              </a:extLst>
            </p:cNvPr>
            <p:cNvSpPr/>
            <p:nvPr/>
          </p:nvSpPr>
          <p:spPr>
            <a:xfrm>
              <a:off x="11392210"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36" name="Freeform: Shape 4135">
              <a:extLst>
                <a:ext uri="{FF2B5EF4-FFF2-40B4-BE49-F238E27FC236}">
                  <a16:creationId xmlns:a16="http://schemas.microsoft.com/office/drawing/2014/main" id="{670C17BD-B893-57C0-0711-02AE34B9B842}"/>
                </a:ext>
              </a:extLst>
            </p:cNvPr>
            <p:cNvSpPr/>
            <p:nvPr/>
          </p:nvSpPr>
          <p:spPr>
            <a:xfrm>
              <a:off x="11506466" y="4002976"/>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37" name="Freeform: Shape 4136">
              <a:extLst>
                <a:ext uri="{FF2B5EF4-FFF2-40B4-BE49-F238E27FC236}">
                  <a16:creationId xmlns:a16="http://schemas.microsoft.com/office/drawing/2014/main" id="{D3AA4669-8E6F-1AF3-7C24-74571D7AE263}"/>
                </a:ext>
              </a:extLst>
            </p:cNvPr>
            <p:cNvSpPr/>
            <p:nvPr/>
          </p:nvSpPr>
          <p:spPr>
            <a:xfrm>
              <a:off x="11620722"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38" name="Freeform: Shape 4137">
              <a:extLst>
                <a:ext uri="{FF2B5EF4-FFF2-40B4-BE49-F238E27FC236}">
                  <a16:creationId xmlns:a16="http://schemas.microsoft.com/office/drawing/2014/main" id="{77F5B377-62B0-94AA-4AFE-717DEB9D7AD9}"/>
                </a:ext>
              </a:extLst>
            </p:cNvPr>
            <p:cNvSpPr/>
            <p:nvPr/>
          </p:nvSpPr>
          <p:spPr>
            <a:xfrm>
              <a:off x="11734978"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39" name="Freeform: Shape 4138">
              <a:extLst>
                <a:ext uri="{FF2B5EF4-FFF2-40B4-BE49-F238E27FC236}">
                  <a16:creationId xmlns:a16="http://schemas.microsoft.com/office/drawing/2014/main" id="{C21AC504-6936-00AE-491E-80539CAAC348}"/>
                </a:ext>
              </a:extLst>
            </p:cNvPr>
            <p:cNvSpPr/>
            <p:nvPr/>
          </p:nvSpPr>
          <p:spPr>
            <a:xfrm>
              <a:off x="11849233"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40" name="Freeform: Shape 4139">
              <a:extLst>
                <a:ext uri="{FF2B5EF4-FFF2-40B4-BE49-F238E27FC236}">
                  <a16:creationId xmlns:a16="http://schemas.microsoft.com/office/drawing/2014/main" id="{269E9146-BD69-14CF-E169-D4FD09E23374}"/>
                </a:ext>
              </a:extLst>
            </p:cNvPr>
            <p:cNvSpPr/>
            <p:nvPr/>
          </p:nvSpPr>
          <p:spPr>
            <a:xfrm>
              <a:off x="11963489" y="4002976"/>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41" name="Freeform: Shape 4140">
              <a:extLst>
                <a:ext uri="{FF2B5EF4-FFF2-40B4-BE49-F238E27FC236}">
                  <a16:creationId xmlns:a16="http://schemas.microsoft.com/office/drawing/2014/main" id="{55B35C97-4AAE-97F5-E777-9F8874F0B5FD}"/>
                </a:ext>
              </a:extLst>
            </p:cNvPr>
            <p:cNvSpPr/>
            <p:nvPr/>
          </p:nvSpPr>
          <p:spPr>
            <a:xfrm>
              <a:off x="12077745" y="4002976"/>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42" name="Freeform: Shape 4141">
              <a:extLst>
                <a:ext uri="{FF2B5EF4-FFF2-40B4-BE49-F238E27FC236}">
                  <a16:creationId xmlns:a16="http://schemas.microsoft.com/office/drawing/2014/main" id="{DBE804E5-0A80-70ED-E48F-11D21EDE68A1}"/>
                </a:ext>
              </a:extLst>
            </p:cNvPr>
            <p:cNvSpPr/>
            <p:nvPr/>
          </p:nvSpPr>
          <p:spPr>
            <a:xfrm>
              <a:off x="7279135" y="411723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43" name="Freeform: Shape 4142">
              <a:extLst>
                <a:ext uri="{FF2B5EF4-FFF2-40B4-BE49-F238E27FC236}">
                  <a16:creationId xmlns:a16="http://schemas.microsoft.com/office/drawing/2014/main" id="{B158467D-A607-3805-FD11-9F57BD7D5C89}"/>
                </a:ext>
              </a:extLst>
            </p:cNvPr>
            <p:cNvSpPr/>
            <p:nvPr/>
          </p:nvSpPr>
          <p:spPr>
            <a:xfrm>
              <a:off x="7393391"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44" name="Freeform: Shape 4143">
              <a:extLst>
                <a:ext uri="{FF2B5EF4-FFF2-40B4-BE49-F238E27FC236}">
                  <a16:creationId xmlns:a16="http://schemas.microsoft.com/office/drawing/2014/main" id="{8DAB9E1D-6E14-CCA2-2434-5CA3B7B694AF}"/>
                </a:ext>
              </a:extLst>
            </p:cNvPr>
            <p:cNvSpPr/>
            <p:nvPr/>
          </p:nvSpPr>
          <p:spPr>
            <a:xfrm>
              <a:off x="7507646"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45" name="Freeform: Shape 4144">
              <a:extLst>
                <a:ext uri="{FF2B5EF4-FFF2-40B4-BE49-F238E27FC236}">
                  <a16:creationId xmlns:a16="http://schemas.microsoft.com/office/drawing/2014/main" id="{CBFC2BAB-9B6D-6419-BA44-6EC44A1C3858}"/>
                </a:ext>
              </a:extLst>
            </p:cNvPr>
            <p:cNvSpPr/>
            <p:nvPr/>
          </p:nvSpPr>
          <p:spPr>
            <a:xfrm>
              <a:off x="7621902"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46" name="Freeform: Shape 4145">
              <a:extLst>
                <a:ext uri="{FF2B5EF4-FFF2-40B4-BE49-F238E27FC236}">
                  <a16:creationId xmlns:a16="http://schemas.microsoft.com/office/drawing/2014/main" id="{85C6759C-CBDD-3931-62A9-8CF9E2CB08D3}"/>
                </a:ext>
              </a:extLst>
            </p:cNvPr>
            <p:cNvSpPr/>
            <p:nvPr/>
          </p:nvSpPr>
          <p:spPr>
            <a:xfrm>
              <a:off x="7736158" y="411723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47" name="Freeform: Shape 4146">
              <a:extLst>
                <a:ext uri="{FF2B5EF4-FFF2-40B4-BE49-F238E27FC236}">
                  <a16:creationId xmlns:a16="http://schemas.microsoft.com/office/drawing/2014/main" id="{4CAD0CCC-0158-6D31-0051-17522B517F4A}"/>
                </a:ext>
              </a:extLst>
            </p:cNvPr>
            <p:cNvSpPr/>
            <p:nvPr/>
          </p:nvSpPr>
          <p:spPr>
            <a:xfrm>
              <a:off x="7850414"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48" name="Freeform: Shape 4147">
              <a:extLst>
                <a:ext uri="{FF2B5EF4-FFF2-40B4-BE49-F238E27FC236}">
                  <a16:creationId xmlns:a16="http://schemas.microsoft.com/office/drawing/2014/main" id="{0F560033-BCA2-6705-33E1-013D7F8D2E9A}"/>
                </a:ext>
              </a:extLst>
            </p:cNvPr>
            <p:cNvSpPr/>
            <p:nvPr/>
          </p:nvSpPr>
          <p:spPr>
            <a:xfrm>
              <a:off x="7964669"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49" name="Freeform: Shape 4148">
              <a:extLst>
                <a:ext uri="{FF2B5EF4-FFF2-40B4-BE49-F238E27FC236}">
                  <a16:creationId xmlns:a16="http://schemas.microsoft.com/office/drawing/2014/main" id="{8BC26343-E52B-EEB9-FDA9-8D4D824FA4BD}"/>
                </a:ext>
              </a:extLst>
            </p:cNvPr>
            <p:cNvSpPr/>
            <p:nvPr/>
          </p:nvSpPr>
          <p:spPr>
            <a:xfrm>
              <a:off x="8078925" y="411723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50" name="Freeform: Shape 4149">
              <a:extLst>
                <a:ext uri="{FF2B5EF4-FFF2-40B4-BE49-F238E27FC236}">
                  <a16:creationId xmlns:a16="http://schemas.microsoft.com/office/drawing/2014/main" id="{93166DFA-A540-129B-6EC1-1B11256028F7}"/>
                </a:ext>
              </a:extLst>
            </p:cNvPr>
            <p:cNvSpPr/>
            <p:nvPr/>
          </p:nvSpPr>
          <p:spPr>
            <a:xfrm>
              <a:off x="8193181"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51" name="Freeform: Shape 4150">
              <a:extLst>
                <a:ext uri="{FF2B5EF4-FFF2-40B4-BE49-F238E27FC236}">
                  <a16:creationId xmlns:a16="http://schemas.microsoft.com/office/drawing/2014/main" id="{AA8A588F-F650-78AE-12E9-A2E6DD4AB52C}"/>
                </a:ext>
              </a:extLst>
            </p:cNvPr>
            <p:cNvSpPr/>
            <p:nvPr/>
          </p:nvSpPr>
          <p:spPr>
            <a:xfrm>
              <a:off x="8307437"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52" name="Freeform: Shape 4151">
              <a:extLst>
                <a:ext uri="{FF2B5EF4-FFF2-40B4-BE49-F238E27FC236}">
                  <a16:creationId xmlns:a16="http://schemas.microsoft.com/office/drawing/2014/main" id="{178B3037-3B37-85E4-0C4D-43E5E145C781}"/>
                </a:ext>
              </a:extLst>
            </p:cNvPr>
            <p:cNvSpPr/>
            <p:nvPr/>
          </p:nvSpPr>
          <p:spPr>
            <a:xfrm>
              <a:off x="8421648"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53" name="Freeform: Shape 4152">
              <a:extLst>
                <a:ext uri="{FF2B5EF4-FFF2-40B4-BE49-F238E27FC236}">
                  <a16:creationId xmlns:a16="http://schemas.microsoft.com/office/drawing/2014/main" id="{CEB2F44E-6CAA-4E61-C208-6DBFB235B587}"/>
                </a:ext>
              </a:extLst>
            </p:cNvPr>
            <p:cNvSpPr/>
            <p:nvPr/>
          </p:nvSpPr>
          <p:spPr>
            <a:xfrm>
              <a:off x="8535904"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54" name="Freeform: Shape 4153">
              <a:extLst>
                <a:ext uri="{FF2B5EF4-FFF2-40B4-BE49-F238E27FC236}">
                  <a16:creationId xmlns:a16="http://schemas.microsoft.com/office/drawing/2014/main" id="{3F234ADE-B364-47CA-8750-4674C258C2DB}"/>
                </a:ext>
              </a:extLst>
            </p:cNvPr>
            <p:cNvSpPr/>
            <p:nvPr/>
          </p:nvSpPr>
          <p:spPr>
            <a:xfrm>
              <a:off x="8650160"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55" name="Freeform: Shape 4154">
              <a:extLst>
                <a:ext uri="{FF2B5EF4-FFF2-40B4-BE49-F238E27FC236}">
                  <a16:creationId xmlns:a16="http://schemas.microsoft.com/office/drawing/2014/main" id="{1E17BDD9-55A6-F9F6-845A-879D23CA3E3E}"/>
                </a:ext>
              </a:extLst>
            </p:cNvPr>
            <p:cNvSpPr/>
            <p:nvPr/>
          </p:nvSpPr>
          <p:spPr>
            <a:xfrm>
              <a:off x="8764416"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56" name="Freeform: Shape 4155">
              <a:extLst>
                <a:ext uri="{FF2B5EF4-FFF2-40B4-BE49-F238E27FC236}">
                  <a16:creationId xmlns:a16="http://schemas.microsoft.com/office/drawing/2014/main" id="{27FF9303-E930-D933-75B6-76093B0A4319}"/>
                </a:ext>
              </a:extLst>
            </p:cNvPr>
            <p:cNvSpPr/>
            <p:nvPr/>
          </p:nvSpPr>
          <p:spPr>
            <a:xfrm>
              <a:off x="8878671" y="411723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57" name="Freeform: Shape 4156">
              <a:extLst>
                <a:ext uri="{FF2B5EF4-FFF2-40B4-BE49-F238E27FC236}">
                  <a16:creationId xmlns:a16="http://schemas.microsoft.com/office/drawing/2014/main" id="{90163882-841E-41F1-274C-9DCC092D8A0A}"/>
                </a:ext>
              </a:extLst>
            </p:cNvPr>
            <p:cNvSpPr/>
            <p:nvPr/>
          </p:nvSpPr>
          <p:spPr>
            <a:xfrm>
              <a:off x="8992927"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58" name="Freeform: Shape 4157">
              <a:extLst>
                <a:ext uri="{FF2B5EF4-FFF2-40B4-BE49-F238E27FC236}">
                  <a16:creationId xmlns:a16="http://schemas.microsoft.com/office/drawing/2014/main" id="{6FD6F7C7-C44E-34C0-FCE7-FCF10FA2A28A}"/>
                </a:ext>
              </a:extLst>
            </p:cNvPr>
            <p:cNvSpPr/>
            <p:nvPr/>
          </p:nvSpPr>
          <p:spPr>
            <a:xfrm>
              <a:off x="9107183"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59" name="Freeform: Shape 4158">
              <a:extLst>
                <a:ext uri="{FF2B5EF4-FFF2-40B4-BE49-F238E27FC236}">
                  <a16:creationId xmlns:a16="http://schemas.microsoft.com/office/drawing/2014/main" id="{D18B9508-864A-4BB3-D579-C3D123714FEC}"/>
                </a:ext>
              </a:extLst>
            </p:cNvPr>
            <p:cNvSpPr/>
            <p:nvPr/>
          </p:nvSpPr>
          <p:spPr>
            <a:xfrm>
              <a:off x="9221439"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60" name="Freeform: Shape 4159">
              <a:extLst>
                <a:ext uri="{FF2B5EF4-FFF2-40B4-BE49-F238E27FC236}">
                  <a16:creationId xmlns:a16="http://schemas.microsoft.com/office/drawing/2014/main" id="{31AAE76F-044B-1D98-D796-A06B5BF7A886}"/>
                </a:ext>
              </a:extLst>
            </p:cNvPr>
            <p:cNvSpPr/>
            <p:nvPr/>
          </p:nvSpPr>
          <p:spPr>
            <a:xfrm>
              <a:off x="9335695" y="411723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61" name="Freeform: Shape 4160">
              <a:extLst>
                <a:ext uri="{FF2B5EF4-FFF2-40B4-BE49-F238E27FC236}">
                  <a16:creationId xmlns:a16="http://schemas.microsoft.com/office/drawing/2014/main" id="{F0739A7E-4F3A-76A8-6199-660E28BB16F8}"/>
                </a:ext>
              </a:extLst>
            </p:cNvPr>
            <p:cNvSpPr/>
            <p:nvPr/>
          </p:nvSpPr>
          <p:spPr>
            <a:xfrm>
              <a:off x="9449950"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62" name="Freeform: Shape 4161">
              <a:extLst>
                <a:ext uri="{FF2B5EF4-FFF2-40B4-BE49-F238E27FC236}">
                  <a16:creationId xmlns:a16="http://schemas.microsoft.com/office/drawing/2014/main" id="{EB4FE300-D738-E933-06BB-1DD39B020CA6}"/>
                </a:ext>
              </a:extLst>
            </p:cNvPr>
            <p:cNvSpPr/>
            <p:nvPr/>
          </p:nvSpPr>
          <p:spPr>
            <a:xfrm>
              <a:off x="9564206"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63" name="Freeform: Shape 4162">
              <a:extLst>
                <a:ext uri="{FF2B5EF4-FFF2-40B4-BE49-F238E27FC236}">
                  <a16:creationId xmlns:a16="http://schemas.microsoft.com/office/drawing/2014/main" id="{694EABF7-3297-2368-A6C8-9F21D80E1FD2}"/>
                </a:ext>
              </a:extLst>
            </p:cNvPr>
            <p:cNvSpPr/>
            <p:nvPr/>
          </p:nvSpPr>
          <p:spPr>
            <a:xfrm>
              <a:off x="9678418" y="411723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64" name="Freeform: Shape 4163">
              <a:extLst>
                <a:ext uri="{FF2B5EF4-FFF2-40B4-BE49-F238E27FC236}">
                  <a16:creationId xmlns:a16="http://schemas.microsoft.com/office/drawing/2014/main" id="{EDD200F2-A297-A4D8-E7E1-E3A8AB5C6B13}"/>
                </a:ext>
              </a:extLst>
            </p:cNvPr>
            <p:cNvSpPr/>
            <p:nvPr/>
          </p:nvSpPr>
          <p:spPr>
            <a:xfrm>
              <a:off x="9792674"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65" name="Freeform: Shape 4164">
              <a:extLst>
                <a:ext uri="{FF2B5EF4-FFF2-40B4-BE49-F238E27FC236}">
                  <a16:creationId xmlns:a16="http://schemas.microsoft.com/office/drawing/2014/main" id="{457CD299-7E90-A08A-94B9-73F933CBCC1F}"/>
                </a:ext>
              </a:extLst>
            </p:cNvPr>
            <p:cNvSpPr/>
            <p:nvPr/>
          </p:nvSpPr>
          <p:spPr>
            <a:xfrm>
              <a:off x="9906929"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66" name="Freeform: Shape 4165">
              <a:extLst>
                <a:ext uri="{FF2B5EF4-FFF2-40B4-BE49-F238E27FC236}">
                  <a16:creationId xmlns:a16="http://schemas.microsoft.com/office/drawing/2014/main" id="{FBDCB25E-B26C-9C17-F8F7-93056AA60C2B}"/>
                </a:ext>
              </a:extLst>
            </p:cNvPr>
            <p:cNvSpPr/>
            <p:nvPr/>
          </p:nvSpPr>
          <p:spPr>
            <a:xfrm>
              <a:off x="10021185"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67" name="Freeform: Shape 4166">
              <a:extLst>
                <a:ext uri="{FF2B5EF4-FFF2-40B4-BE49-F238E27FC236}">
                  <a16:creationId xmlns:a16="http://schemas.microsoft.com/office/drawing/2014/main" id="{678C28C6-E813-58BD-9BCC-F8D2CA5936DA}"/>
                </a:ext>
              </a:extLst>
            </p:cNvPr>
            <p:cNvSpPr/>
            <p:nvPr/>
          </p:nvSpPr>
          <p:spPr>
            <a:xfrm>
              <a:off x="10135441"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68" name="Freeform: Shape 4167">
              <a:extLst>
                <a:ext uri="{FF2B5EF4-FFF2-40B4-BE49-F238E27FC236}">
                  <a16:creationId xmlns:a16="http://schemas.microsoft.com/office/drawing/2014/main" id="{0F913059-D2EC-14D8-2834-7DD1E8F47833}"/>
                </a:ext>
              </a:extLst>
            </p:cNvPr>
            <p:cNvSpPr/>
            <p:nvPr/>
          </p:nvSpPr>
          <p:spPr>
            <a:xfrm>
              <a:off x="10249697"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69" name="Freeform: Shape 4168">
              <a:extLst>
                <a:ext uri="{FF2B5EF4-FFF2-40B4-BE49-F238E27FC236}">
                  <a16:creationId xmlns:a16="http://schemas.microsoft.com/office/drawing/2014/main" id="{D5EE37D1-C425-A7CF-A936-C787BE4735F8}"/>
                </a:ext>
              </a:extLst>
            </p:cNvPr>
            <p:cNvSpPr/>
            <p:nvPr/>
          </p:nvSpPr>
          <p:spPr>
            <a:xfrm>
              <a:off x="10363952"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70" name="Freeform: Shape 4169">
              <a:extLst>
                <a:ext uri="{FF2B5EF4-FFF2-40B4-BE49-F238E27FC236}">
                  <a16:creationId xmlns:a16="http://schemas.microsoft.com/office/drawing/2014/main" id="{50BF8B2A-3CF3-1F11-58BE-C7A2E9C9AAA9}"/>
                </a:ext>
              </a:extLst>
            </p:cNvPr>
            <p:cNvSpPr/>
            <p:nvPr/>
          </p:nvSpPr>
          <p:spPr>
            <a:xfrm>
              <a:off x="10478208" y="411723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71" name="Freeform: Shape 4170">
              <a:extLst>
                <a:ext uri="{FF2B5EF4-FFF2-40B4-BE49-F238E27FC236}">
                  <a16:creationId xmlns:a16="http://schemas.microsoft.com/office/drawing/2014/main" id="{77D26A7E-7877-52EC-B0DD-59D3CFAC7607}"/>
                </a:ext>
              </a:extLst>
            </p:cNvPr>
            <p:cNvSpPr/>
            <p:nvPr/>
          </p:nvSpPr>
          <p:spPr>
            <a:xfrm>
              <a:off x="10592464"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72" name="Freeform: Shape 4171">
              <a:extLst>
                <a:ext uri="{FF2B5EF4-FFF2-40B4-BE49-F238E27FC236}">
                  <a16:creationId xmlns:a16="http://schemas.microsoft.com/office/drawing/2014/main" id="{7A3EC16E-972F-A785-5668-888CC26B3054}"/>
                </a:ext>
              </a:extLst>
            </p:cNvPr>
            <p:cNvSpPr/>
            <p:nvPr/>
          </p:nvSpPr>
          <p:spPr>
            <a:xfrm>
              <a:off x="10706720"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73" name="Freeform: Shape 4172">
              <a:extLst>
                <a:ext uri="{FF2B5EF4-FFF2-40B4-BE49-F238E27FC236}">
                  <a16:creationId xmlns:a16="http://schemas.microsoft.com/office/drawing/2014/main" id="{99818665-DECE-C24A-AB6E-2DF33D4F9A11}"/>
                </a:ext>
              </a:extLst>
            </p:cNvPr>
            <p:cNvSpPr/>
            <p:nvPr/>
          </p:nvSpPr>
          <p:spPr>
            <a:xfrm>
              <a:off x="10820976" y="4117231"/>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74" name="Freeform: Shape 4173">
              <a:extLst>
                <a:ext uri="{FF2B5EF4-FFF2-40B4-BE49-F238E27FC236}">
                  <a16:creationId xmlns:a16="http://schemas.microsoft.com/office/drawing/2014/main" id="{36849468-5268-B9EA-76E7-BA62203289CC}"/>
                </a:ext>
              </a:extLst>
            </p:cNvPr>
            <p:cNvSpPr/>
            <p:nvPr/>
          </p:nvSpPr>
          <p:spPr>
            <a:xfrm>
              <a:off x="10935231"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75" name="Freeform: Shape 4174">
              <a:extLst>
                <a:ext uri="{FF2B5EF4-FFF2-40B4-BE49-F238E27FC236}">
                  <a16:creationId xmlns:a16="http://schemas.microsoft.com/office/drawing/2014/main" id="{A2994C29-310E-6466-0E6C-6BA2BBCB0354}"/>
                </a:ext>
              </a:extLst>
            </p:cNvPr>
            <p:cNvSpPr/>
            <p:nvPr/>
          </p:nvSpPr>
          <p:spPr>
            <a:xfrm>
              <a:off x="11049443"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76" name="Freeform: Shape 4175">
              <a:extLst>
                <a:ext uri="{FF2B5EF4-FFF2-40B4-BE49-F238E27FC236}">
                  <a16:creationId xmlns:a16="http://schemas.microsoft.com/office/drawing/2014/main" id="{51AE581D-00E4-6B25-FC4E-55380E8A2101}"/>
                </a:ext>
              </a:extLst>
            </p:cNvPr>
            <p:cNvSpPr/>
            <p:nvPr/>
          </p:nvSpPr>
          <p:spPr>
            <a:xfrm>
              <a:off x="11163699" y="4117231"/>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77" name="Freeform: Shape 4176">
              <a:extLst>
                <a:ext uri="{FF2B5EF4-FFF2-40B4-BE49-F238E27FC236}">
                  <a16:creationId xmlns:a16="http://schemas.microsoft.com/office/drawing/2014/main" id="{DACE320A-20D6-9144-6F18-42138E4777CB}"/>
                </a:ext>
              </a:extLst>
            </p:cNvPr>
            <p:cNvSpPr/>
            <p:nvPr/>
          </p:nvSpPr>
          <p:spPr>
            <a:xfrm>
              <a:off x="11277955"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78" name="Freeform: Shape 4177">
              <a:extLst>
                <a:ext uri="{FF2B5EF4-FFF2-40B4-BE49-F238E27FC236}">
                  <a16:creationId xmlns:a16="http://schemas.microsoft.com/office/drawing/2014/main" id="{CBC58C2E-BA6A-638C-12AE-0BFDE3948BBA}"/>
                </a:ext>
              </a:extLst>
            </p:cNvPr>
            <p:cNvSpPr/>
            <p:nvPr/>
          </p:nvSpPr>
          <p:spPr>
            <a:xfrm>
              <a:off x="11392210"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79" name="Freeform: Shape 4178">
              <a:extLst>
                <a:ext uri="{FF2B5EF4-FFF2-40B4-BE49-F238E27FC236}">
                  <a16:creationId xmlns:a16="http://schemas.microsoft.com/office/drawing/2014/main" id="{7886DB12-8BDF-E026-7B4D-82F9D483B88E}"/>
                </a:ext>
              </a:extLst>
            </p:cNvPr>
            <p:cNvSpPr/>
            <p:nvPr/>
          </p:nvSpPr>
          <p:spPr>
            <a:xfrm>
              <a:off x="11506466" y="4117231"/>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80" name="Freeform: Shape 4179">
              <a:extLst>
                <a:ext uri="{FF2B5EF4-FFF2-40B4-BE49-F238E27FC236}">
                  <a16:creationId xmlns:a16="http://schemas.microsoft.com/office/drawing/2014/main" id="{026627E6-D9F3-F866-DA94-5A08D8A62E9E}"/>
                </a:ext>
              </a:extLst>
            </p:cNvPr>
            <p:cNvSpPr/>
            <p:nvPr/>
          </p:nvSpPr>
          <p:spPr>
            <a:xfrm>
              <a:off x="11620722"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81" name="Freeform: Shape 4180">
              <a:extLst>
                <a:ext uri="{FF2B5EF4-FFF2-40B4-BE49-F238E27FC236}">
                  <a16:creationId xmlns:a16="http://schemas.microsoft.com/office/drawing/2014/main" id="{1C4658EB-996D-AC64-B8A1-E7AA9418D997}"/>
                </a:ext>
              </a:extLst>
            </p:cNvPr>
            <p:cNvSpPr/>
            <p:nvPr/>
          </p:nvSpPr>
          <p:spPr>
            <a:xfrm>
              <a:off x="11734978"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82" name="Freeform: Shape 4181">
              <a:extLst>
                <a:ext uri="{FF2B5EF4-FFF2-40B4-BE49-F238E27FC236}">
                  <a16:creationId xmlns:a16="http://schemas.microsoft.com/office/drawing/2014/main" id="{DAD66FD3-C7A1-776F-7782-E95603EDDDEF}"/>
                </a:ext>
              </a:extLst>
            </p:cNvPr>
            <p:cNvSpPr/>
            <p:nvPr/>
          </p:nvSpPr>
          <p:spPr>
            <a:xfrm>
              <a:off x="11849233"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83" name="Freeform: Shape 4182">
              <a:extLst>
                <a:ext uri="{FF2B5EF4-FFF2-40B4-BE49-F238E27FC236}">
                  <a16:creationId xmlns:a16="http://schemas.microsoft.com/office/drawing/2014/main" id="{4C1ACE4C-5353-EA47-2DEB-216A87C87950}"/>
                </a:ext>
              </a:extLst>
            </p:cNvPr>
            <p:cNvSpPr/>
            <p:nvPr/>
          </p:nvSpPr>
          <p:spPr>
            <a:xfrm>
              <a:off x="11963489" y="411723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84" name="Freeform: Shape 4183">
              <a:extLst>
                <a:ext uri="{FF2B5EF4-FFF2-40B4-BE49-F238E27FC236}">
                  <a16:creationId xmlns:a16="http://schemas.microsoft.com/office/drawing/2014/main" id="{9ADF520B-EF25-D587-CC8D-8B00BD418CD5}"/>
                </a:ext>
              </a:extLst>
            </p:cNvPr>
            <p:cNvSpPr/>
            <p:nvPr/>
          </p:nvSpPr>
          <p:spPr>
            <a:xfrm>
              <a:off x="12077745" y="4117231"/>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85" name="Freeform: Shape 4184">
              <a:extLst>
                <a:ext uri="{FF2B5EF4-FFF2-40B4-BE49-F238E27FC236}">
                  <a16:creationId xmlns:a16="http://schemas.microsoft.com/office/drawing/2014/main" id="{3AEE3443-9E66-29DF-3FFA-79FBA7AF1741}"/>
                </a:ext>
              </a:extLst>
            </p:cNvPr>
            <p:cNvSpPr/>
            <p:nvPr/>
          </p:nvSpPr>
          <p:spPr>
            <a:xfrm>
              <a:off x="7279135" y="423144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86" name="Freeform: Shape 4185">
              <a:extLst>
                <a:ext uri="{FF2B5EF4-FFF2-40B4-BE49-F238E27FC236}">
                  <a16:creationId xmlns:a16="http://schemas.microsoft.com/office/drawing/2014/main" id="{809ECA7D-3162-8F96-50F4-BF131A621F56}"/>
                </a:ext>
              </a:extLst>
            </p:cNvPr>
            <p:cNvSpPr/>
            <p:nvPr/>
          </p:nvSpPr>
          <p:spPr>
            <a:xfrm>
              <a:off x="7393391"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87" name="Freeform: Shape 4186">
              <a:extLst>
                <a:ext uri="{FF2B5EF4-FFF2-40B4-BE49-F238E27FC236}">
                  <a16:creationId xmlns:a16="http://schemas.microsoft.com/office/drawing/2014/main" id="{CF363CC7-C1D6-2332-2CFB-D1C63B1C4E11}"/>
                </a:ext>
              </a:extLst>
            </p:cNvPr>
            <p:cNvSpPr/>
            <p:nvPr/>
          </p:nvSpPr>
          <p:spPr>
            <a:xfrm>
              <a:off x="7507646"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88" name="Freeform: Shape 4187">
              <a:extLst>
                <a:ext uri="{FF2B5EF4-FFF2-40B4-BE49-F238E27FC236}">
                  <a16:creationId xmlns:a16="http://schemas.microsoft.com/office/drawing/2014/main" id="{F86441D8-5443-58CF-C720-24FEFCDBEA56}"/>
                </a:ext>
              </a:extLst>
            </p:cNvPr>
            <p:cNvSpPr/>
            <p:nvPr/>
          </p:nvSpPr>
          <p:spPr>
            <a:xfrm>
              <a:off x="7621902"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89" name="Freeform: Shape 4188">
              <a:extLst>
                <a:ext uri="{FF2B5EF4-FFF2-40B4-BE49-F238E27FC236}">
                  <a16:creationId xmlns:a16="http://schemas.microsoft.com/office/drawing/2014/main" id="{EB5B572F-4904-ED48-B86A-696F68BAB402}"/>
                </a:ext>
              </a:extLst>
            </p:cNvPr>
            <p:cNvSpPr/>
            <p:nvPr/>
          </p:nvSpPr>
          <p:spPr>
            <a:xfrm>
              <a:off x="7736158" y="423144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90" name="Freeform: Shape 4189">
              <a:extLst>
                <a:ext uri="{FF2B5EF4-FFF2-40B4-BE49-F238E27FC236}">
                  <a16:creationId xmlns:a16="http://schemas.microsoft.com/office/drawing/2014/main" id="{AC1D2D10-1D2E-74A8-6947-9DAE47C14696}"/>
                </a:ext>
              </a:extLst>
            </p:cNvPr>
            <p:cNvSpPr/>
            <p:nvPr/>
          </p:nvSpPr>
          <p:spPr>
            <a:xfrm>
              <a:off x="7850414"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91" name="Freeform: Shape 4190">
              <a:extLst>
                <a:ext uri="{FF2B5EF4-FFF2-40B4-BE49-F238E27FC236}">
                  <a16:creationId xmlns:a16="http://schemas.microsoft.com/office/drawing/2014/main" id="{C2AD4B70-B4BE-1B4B-BE0A-5B2B381F3EF1}"/>
                </a:ext>
              </a:extLst>
            </p:cNvPr>
            <p:cNvSpPr/>
            <p:nvPr/>
          </p:nvSpPr>
          <p:spPr>
            <a:xfrm>
              <a:off x="7964669"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92" name="Freeform: Shape 4191">
              <a:extLst>
                <a:ext uri="{FF2B5EF4-FFF2-40B4-BE49-F238E27FC236}">
                  <a16:creationId xmlns:a16="http://schemas.microsoft.com/office/drawing/2014/main" id="{D32A2055-9B6B-7B5C-69E4-F979AA4CD867}"/>
                </a:ext>
              </a:extLst>
            </p:cNvPr>
            <p:cNvSpPr/>
            <p:nvPr/>
          </p:nvSpPr>
          <p:spPr>
            <a:xfrm>
              <a:off x="8078925" y="423144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93" name="Freeform: Shape 4192">
              <a:extLst>
                <a:ext uri="{FF2B5EF4-FFF2-40B4-BE49-F238E27FC236}">
                  <a16:creationId xmlns:a16="http://schemas.microsoft.com/office/drawing/2014/main" id="{40A394C9-B99D-0706-919E-3BAE471F5638}"/>
                </a:ext>
              </a:extLst>
            </p:cNvPr>
            <p:cNvSpPr/>
            <p:nvPr/>
          </p:nvSpPr>
          <p:spPr>
            <a:xfrm>
              <a:off x="8193181"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94" name="Freeform: Shape 4193">
              <a:extLst>
                <a:ext uri="{FF2B5EF4-FFF2-40B4-BE49-F238E27FC236}">
                  <a16:creationId xmlns:a16="http://schemas.microsoft.com/office/drawing/2014/main" id="{58F67817-B7E5-8A36-8FE1-3242A432933C}"/>
                </a:ext>
              </a:extLst>
            </p:cNvPr>
            <p:cNvSpPr/>
            <p:nvPr/>
          </p:nvSpPr>
          <p:spPr>
            <a:xfrm>
              <a:off x="8307437"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95" name="Freeform: Shape 4194">
              <a:extLst>
                <a:ext uri="{FF2B5EF4-FFF2-40B4-BE49-F238E27FC236}">
                  <a16:creationId xmlns:a16="http://schemas.microsoft.com/office/drawing/2014/main" id="{FE4612E7-CEBB-9D7D-8513-5000B8FC1985}"/>
                </a:ext>
              </a:extLst>
            </p:cNvPr>
            <p:cNvSpPr/>
            <p:nvPr/>
          </p:nvSpPr>
          <p:spPr>
            <a:xfrm>
              <a:off x="8421648"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96" name="Freeform: Shape 4195">
              <a:extLst>
                <a:ext uri="{FF2B5EF4-FFF2-40B4-BE49-F238E27FC236}">
                  <a16:creationId xmlns:a16="http://schemas.microsoft.com/office/drawing/2014/main" id="{032A3F1D-B12E-0CE8-9FBB-AA273FEE2FF8}"/>
                </a:ext>
              </a:extLst>
            </p:cNvPr>
            <p:cNvSpPr/>
            <p:nvPr/>
          </p:nvSpPr>
          <p:spPr>
            <a:xfrm>
              <a:off x="8535904"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97" name="Freeform: Shape 4196">
              <a:extLst>
                <a:ext uri="{FF2B5EF4-FFF2-40B4-BE49-F238E27FC236}">
                  <a16:creationId xmlns:a16="http://schemas.microsoft.com/office/drawing/2014/main" id="{24F8832C-FD76-8B6B-9873-C4C1A31AEEAB}"/>
                </a:ext>
              </a:extLst>
            </p:cNvPr>
            <p:cNvSpPr/>
            <p:nvPr/>
          </p:nvSpPr>
          <p:spPr>
            <a:xfrm>
              <a:off x="8650160"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98" name="Freeform: Shape 4197">
              <a:extLst>
                <a:ext uri="{FF2B5EF4-FFF2-40B4-BE49-F238E27FC236}">
                  <a16:creationId xmlns:a16="http://schemas.microsoft.com/office/drawing/2014/main" id="{0D280017-DB5F-3046-116E-91CC688D2BC8}"/>
                </a:ext>
              </a:extLst>
            </p:cNvPr>
            <p:cNvSpPr/>
            <p:nvPr/>
          </p:nvSpPr>
          <p:spPr>
            <a:xfrm>
              <a:off x="8764416"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199" name="Freeform: Shape 4198">
              <a:extLst>
                <a:ext uri="{FF2B5EF4-FFF2-40B4-BE49-F238E27FC236}">
                  <a16:creationId xmlns:a16="http://schemas.microsoft.com/office/drawing/2014/main" id="{A19482B6-A8C6-1388-5859-B3B11F0D74C1}"/>
                </a:ext>
              </a:extLst>
            </p:cNvPr>
            <p:cNvSpPr/>
            <p:nvPr/>
          </p:nvSpPr>
          <p:spPr>
            <a:xfrm>
              <a:off x="8878671" y="423144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00" name="Freeform: Shape 4199">
              <a:extLst>
                <a:ext uri="{FF2B5EF4-FFF2-40B4-BE49-F238E27FC236}">
                  <a16:creationId xmlns:a16="http://schemas.microsoft.com/office/drawing/2014/main" id="{A4361368-F2F6-E20F-933A-54F47D8AE6E6}"/>
                </a:ext>
              </a:extLst>
            </p:cNvPr>
            <p:cNvSpPr/>
            <p:nvPr/>
          </p:nvSpPr>
          <p:spPr>
            <a:xfrm>
              <a:off x="8992927"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01" name="Freeform: Shape 4200">
              <a:extLst>
                <a:ext uri="{FF2B5EF4-FFF2-40B4-BE49-F238E27FC236}">
                  <a16:creationId xmlns:a16="http://schemas.microsoft.com/office/drawing/2014/main" id="{2031B01C-3A7B-600A-AB40-5E474434289C}"/>
                </a:ext>
              </a:extLst>
            </p:cNvPr>
            <p:cNvSpPr/>
            <p:nvPr/>
          </p:nvSpPr>
          <p:spPr>
            <a:xfrm>
              <a:off x="9107183"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02" name="Freeform: Shape 4201">
              <a:extLst>
                <a:ext uri="{FF2B5EF4-FFF2-40B4-BE49-F238E27FC236}">
                  <a16:creationId xmlns:a16="http://schemas.microsoft.com/office/drawing/2014/main" id="{3C6BB437-B94B-F51B-6902-C6F7E90AF752}"/>
                </a:ext>
              </a:extLst>
            </p:cNvPr>
            <p:cNvSpPr/>
            <p:nvPr/>
          </p:nvSpPr>
          <p:spPr>
            <a:xfrm>
              <a:off x="9221439"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03" name="Freeform: Shape 4202">
              <a:extLst>
                <a:ext uri="{FF2B5EF4-FFF2-40B4-BE49-F238E27FC236}">
                  <a16:creationId xmlns:a16="http://schemas.microsoft.com/office/drawing/2014/main" id="{3E1DEFC0-5BE1-7394-4C86-6E3FC8D1E2F5}"/>
                </a:ext>
              </a:extLst>
            </p:cNvPr>
            <p:cNvSpPr/>
            <p:nvPr/>
          </p:nvSpPr>
          <p:spPr>
            <a:xfrm>
              <a:off x="9335695" y="423144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04" name="Freeform: Shape 4203">
              <a:extLst>
                <a:ext uri="{FF2B5EF4-FFF2-40B4-BE49-F238E27FC236}">
                  <a16:creationId xmlns:a16="http://schemas.microsoft.com/office/drawing/2014/main" id="{DEA00E0B-07A8-DFD2-9E40-62E20724384C}"/>
                </a:ext>
              </a:extLst>
            </p:cNvPr>
            <p:cNvSpPr/>
            <p:nvPr/>
          </p:nvSpPr>
          <p:spPr>
            <a:xfrm>
              <a:off x="9449950"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05" name="Freeform: Shape 4204">
              <a:extLst>
                <a:ext uri="{FF2B5EF4-FFF2-40B4-BE49-F238E27FC236}">
                  <a16:creationId xmlns:a16="http://schemas.microsoft.com/office/drawing/2014/main" id="{D01D4EC3-6F11-E1FC-AD9D-352608919350}"/>
                </a:ext>
              </a:extLst>
            </p:cNvPr>
            <p:cNvSpPr/>
            <p:nvPr/>
          </p:nvSpPr>
          <p:spPr>
            <a:xfrm>
              <a:off x="9564206"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06" name="Freeform: Shape 4205">
              <a:extLst>
                <a:ext uri="{FF2B5EF4-FFF2-40B4-BE49-F238E27FC236}">
                  <a16:creationId xmlns:a16="http://schemas.microsoft.com/office/drawing/2014/main" id="{3B7040E7-7BBE-1A18-9276-02D7510EA6BA}"/>
                </a:ext>
              </a:extLst>
            </p:cNvPr>
            <p:cNvSpPr/>
            <p:nvPr/>
          </p:nvSpPr>
          <p:spPr>
            <a:xfrm>
              <a:off x="9678418" y="423144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07" name="Freeform: Shape 4206">
              <a:extLst>
                <a:ext uri="{FF2B5EF4-FFF2-40B4-BE49-F238E27FC236}">
                  <a16:creationId xmlns:a16="http://schemas.microsoft.com/office/drawing/2014/main" id="{5D68090B-CD5D-6E6C-8016-EB9AD62785F8}"/>
                </a:ext>
              </a:extLst>
            </p:cNvPr>
            <p:cNvSpPr/>
            <p:nvPr/>
          </p:nvSpPr>
          <p:spPr>
            <a:xfrm>
              <a:off x="9792674"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08" name="Freeform: Shape 4207">
              <a:extLst>
                <a:ext uri="{FF2B5EF4-FFF2-40B4-BE49-F238E27FC236}">
                  <a16:creationId xmlns:a16="http://schemas.microsoft.com/office/drawing/2014/main" id="{7BCAC7BB-69E0-8F0C-9494-447F73419CFF}"/>
                </a:ext>
              </a:extLst>
            </p:cNvPr>
            <p:cNvSpPr/>
            <p:nvPr/>
          </p:nvSpPr>
          <p:spPr>
            <a:xfrm>
              <a:off x="9906929"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09" name="Freeform: Shape 4208">
              <a:extLst>
                <a:ext uri="{FF2B5EF4-FFF2-40B4-BE49-F238E27FC236}">
                  <a16:creationId xmlns:a16="http://schemas.microsoft.com/office/drawing/2014/main" id="{9B18570F-138D-D4C5-10CF-FCD0B35EE0CD}"/>
                </a:ext>
              </a:extLst>
            </p:cNvPr>
            <p:cNvSpPr/>
            <p:nvPr/>
          </p:nvSpPr>
          <p:spPr>
            <a:xfrm>
              <a:off x="10021185"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10" name="Freeform: Shape 4209">
              <a:extLst>
                <a:ext uri="{FF2B5EF4-FFF2-40B4-BE49-F238E27FC236}">
                  <a16:creationId xmlns:a16="http://schemas.microsoft.com/office/drawing/2014/main" id="{0F8510CC-3165-25C2-AAB1-6D156792D2B6}"/>
                </a:ext>
              </a:extLst>
            </p:cNvPr>
            <p:cNvSpPr/>
            <p:nvPr/>
          </p:nvSpPr>
          <p:spPr>
            <a:xfrm>
              <a:off x="10135441"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11" name="Freeform: Shape 4210">
              <a:extLst>
                <a:ext uri="{FF2B5EF4-FFF2-40B4-BE49-F238E27FC236}">
                  <a16:creationId xmlns:a16="http://schemas.microsoft.com/office/drawing/2014/main" id="{A276C764-118A-CAC0-E0AD-F984127D14D8}"/>
                </a:ext>
              </a:extLst>
            </p:cNvPr>
            <p:cNvSpPr/>
            <p:nvPr/>
          </p:nvSpPr>
          <p:spPr>
            <a:xfrm>
              <a:off x="10249697"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12" name="Freeform: Shape 4211">
              <a:extLst>
                <a:ext uri="{FF2B5EF4-FFF2-40B4-BE49-F238E27FC236}">
                  <a16:creationId xmlns:a16="http://schemas.microsoft.com/office/drawing/2014/main" id="{AC9DC48C-1970-41C3-12AA-8A8D1430ADD8}"/>
                </a:ext>
              </a:extLst>
            </p:cNvPr>
            <p:cNvSpPr/>
            <p:nvPr/>
          </p:nvSpPr>
          <p:spPr>
            <a:xfrm>
              <a:off x="10363952"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13" name="Freeform: Shape 4212">
              <a:extLst>
                <a:ext uri="{FF2B5EF4-FFF2-40B4-BE49-F238E27FC236}">
                  <a16:creationId xmlns:a16="http://schemas.microsoft.com/office/drawing/2014/main" id="{61366C77-B77A-CFF7-D4D4-BDAB5359BF3D}"/>
                </a:ext>
              </a:extLst>
            </p:cNvPr>
            <p:cNvSpPr/>
            <p:nvPr/>
          </p:nvSpPr>
          <p:spPr>
            <a:xfrm>
              <a:off x="10478208" y="423144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14" name="Freeform: Shape 4213">
              <a:extLst>
                <a:ext uri="{FF2B5EF4-FFF2-40B4-BE49-F238E27FC236}">
                  <a16:creationId xmlns:a16="http://schemas.microsoft.com/office/drawing/2014/main" id="{BAB85C22-761C-4B67-25CE-132FDC9B168A}"/>
                </a:ext>
              </a:extLst>
            </p:cNvPr>
            <p:cNvSpPr/>
            <p:nvPr/>
          </p:nvSpPr>
          <p:spPr>
            <a:xfrm>
              <a:off x="10592464"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15" name="Freeform: Shape 4214">
              <a:extLst>
                <a:ext uri="{FF2B5EF4-FFF2-40B4-BE49-F238E27FC236}">
                  <a16:creationId xmlns:a16="http://schemas.microsoft.com/office/drawing/2014/main" id="{17BE5C03-5524-4773-6112-9AE2BC47F80A}"/>
                </a:ext>
              </a:extLst>
            </p:cNvPr>
            <p:cNvSpPr/>
            <p:nvPr/>
          </p:nvSpPr>
          <p:spPr>
            <a:xfrm>
              <a:off x="10706720"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16" name="Freeform: Shape 4215">
              <a:extLst>
                <a:ext uri="{FF2B5EF4-FFF2-40B4-BE49-F238E27FC236}">
                  <a16:creationId xmlns:a16="http://schemas.microsoft.com/office/drawing/2014/main" id="{C192E6BB-252F-2B13-7E46-57054A02B116}"/>
                </a:ext>
              </a:extLst>
            </p:cNvPr>
            <p:cNvSpPr/>
            <p:nvPr/>
          </p:nvSpPr>
          <p:spPr>
            <a:xfrm>
              <a:off x="10820976" y="4231443"/>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17" name="Freeform: Shape 4216">
              <a:extLst>
                <a:ext uri="{FF2B5EF4-FFF2-40B4-BE49-F238E27FC236}">
                  <a16:creationId xmlns:a16="http://schemas.microsoft.com/office/drawing/2014/main" id="{88F3D28B-3732-0E83-D800-F743CD518583}"/>
                </a:ext>
              </a:extLst>
            </p:cNvPr>
            <p:cNvSpPr/>
            <p:nvPr/>
          </p:nvSpPr>
          <p:spPr>
            <a:xfrm>
              <a:off x="10935231"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18" name="Freeform: Shape 4217">
              <a:extLst>
                <a:ext uri="{FF2B5EF4-FFF2-40B4-BE49-F238E27FC236}">
                  <a16:creationId xmlns:a16="http://schemas.microsoft.com/office/drawing/2014/main" id="{10068D38-F6EB-33F8-A18D-3B230EB35BA7}"/>
                </a:ext>
              </a:extLst>
            </p:cNvPr>
            <p:cNvSpPr/>
            <p:nvPr/>
          </p:nvSpPr>
          <p:spPr>
            <a:xfrm>
              <a:off x="11049443"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19" name="Freeform: Shape 4218">
              <a:extLst>
                <a:ext uri="{FF2B5EF4-FFF2-40B4-BE49-F238E27FC236}">
                  <a16:creationId xmlns:a16="http://schemas.microsoft.com/office/drawing/2014/main" id="{2040E4B2-4C3F-9049-62B4-32FB0ACA3CBB}"/>
                </a:ext>
              </a:extLst>
            </p:cNvPr>
            <p:cNvSpPr/>
            <p:nvPr/>
          </p:nvSpPr>
          <p:spPr>
            <a:xfrm>
              <a:off x="11163699" y="4231443"/>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20" name="Freeform: Shape 4219">
              <a:extLst>
                <a:ext uri="{FF2B5EF4-FFF2-40B4-BE49-F238E27FC236}">
                  <a16:creationId xmlns:a16="http://schemas.microsoft.com/office/drawing/2014/main" id="{16E63265-C877-7756-7C98-CF70CFF3C712}"/>
                </a:ext>
              </a:extLst>
            </p:cNvPr>
            <p:cNvSpPr/>
            <p:nvPr/>
          </p:nvSpPr>
          <p:spPr>
            <a:xfrm>
              <a:off x="11277955"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21" name="Freeform: Shape 4220">
              <a:extLst>
                <a:ext uri="{FF2B5EF4-FFF2-40B4-BE49-F238E27FC236}">
                  <a16:creationId xmlns:a16="http://schemas.microsoft.com/office/drawing/2014/main" id="{21CE5B08-A499-01E8-95A6-6CABA88E15C1}"/>
                </a:ext>
              </a:extLst>
            </p:cNvPr>
            <p:cNvSpPr/>
            <p:nvPr/>
          </p:nvSpPr>
          <p:spPr>
            <a:xfrm>
              <a:off x="11392210"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22" name="Freeform: Shape 4221">
              <a:extLst>
                <a:ext uri="{FF2B5EF4-FFF2-40B4-BE49-F238E27FC236}">
                  <a16:creationId xmlns:a16="http://schemas.microsoft.com/office/drawing/2014/main" id="{6676E7DA-0611-D486-E303-2524CF97A47D}"/>
                </a:ext>
              </a:extLst>
            </p:cNvPr>
            <p:cNvSpPr/>
            <p:nvPr/>
          </p:nvSpPr>
          <p:spPr>
            <a:xfrm>
              <a:off x="11506466" y="4231443"/>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23" name="Freeform: Shape 4222">
              <a:extLst>
                <a:ext uri="{FF2B5EF4-FFF2-40B4-BE49-F238E27FC236}">
                  <a16:creationId xmlns:a16="http://schemas.microsoft.com/office/drawing/2014/main" id="{6D647C05-D66D-7282-8964-14A3C0711E2E}"/>
                </a:ext>
              </a:extLst>
            </p:cNvPr>
            <p:cNvSpPr/>
            <p:nvPr/>
          </p:nvSpPr>
          <p:spPr>
            <a:xfrm>
              <a:off x="11620722"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24" name="Freeform: Shape 4223">
              <a:extLst>
                <a:ext uri="{FF2B5EF4-FFF2-40B4-BE49-F238E27FC236}">
                  <a16:creationId xmlns:a16="http://schemas.microsoft.com/office/drawing/2014/main" id="{2B5AD98A-2155-644F-96BB-AA386E58CEB0}"/>
                </a:ext>
              </a:extLst>
            </p:cNvPr>
            <p:cNvSpPr/>
            <p:nvPr/>
          </p:nvSpPr>
          <p:spPr>
            <a:xfrm>
              <a:off x="11734978"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25" name="Freeform: Shape 4224">
              <a:extLst>
                <a:ext uri="{FF2B5EF4-FFF2-40B4-BE49-F238E27FC236}">
                  <a16:creationId xmlns:a16="http://schemas.microsoft.com/office/drawing/2014/main" id="{2D9479C5-EA57-4782-8E75-359C0AD4F28E}"/>
                </a:ext>
              </a:extLst>
            </p:cNvPr>
            <p:cNvSpPr/>
            <p:nvPr/>
          </p:nvSpPr>
          <p:spPr>
            <a:xfrm>
              <a:off x="11849233"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26" name="Freeform: Shape 4225">
              <a:extLst>
                <a:ext uri="{FF2B5EF4-FFF2-40B4-BE49-F238E27FC236}">
                  <a16:creationId xmlns:a16="http://schemas.microsoft.com/office/drawing/2014/main" id="{1762B155-565E-025E-6D54-6EE840FECAC4}"/>
                </a:ext>
              </a:extLst>
            </p:cNvPr>
            <p:cNvSpPr/>
            <p:nvPr/>
          </p:nvSpPr>
          <p:spPr>
            <a:xfrm>
              <a:off x="11963489" y="423144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27" name="Freeform: Shape 4226">
              <a:extLst>
                <a:ext uri="{FF2B5EF4-FFF2-40B4-BE49-F238E27FC236}">
                  <a16:creationId xmlns:a16="http://schemas.microsoft.com/office/drawing/2014/main" id="{8FAC8775-208F-BAFE-21A2-E14FE18B47F1}"/>
                </a:ext>
              </a:extLst>
            </p:cNvPr>
            <p:cNvSpPr/>
            <p:nvPr/>
          </p:nvSpPr>
          <p:spPr>
            <a:xfrm>
              <a:off x="12077745" y="4231443"/>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28" name="Freeform: Shape 4227">
              <a:extLst>
                <a:ext uri="{FF2B5EF4-FFF2-40B4-BE49-F238E27FC236}">
                  <a16:creationId xmlns:a16="http://schemas.microsoft.com/office/drawing/2014/main" id="{AD2AE351-3405-7ABF-119F-0BDB18693B62}"/>
                </a:ext>
              </a:extLst>
            </p:cNvPr>
            <p:cNvSpPr/>
            <p:nvPr/>
          </p:nvSpPr>
          <p:spPr>
            <a:xfrm>
              <a:off x="7279135" y="434569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29" name="Freeform: Shape 4228">
              <a:extLst>
                <a:ext uri="{FF2B5EF4-FFF2-40B4-BE49-F238E27FC236}">
                  <a16:creationId xmlns:a16="http://schemas.microsoft.com/office/drawing/2014/main" id="{B244AC6F-B252-C5CD-017E-917F07070F78}"/>
                </a:ext>
              </a:extLst>
            </p:cNvPr>
            <p:cNvSpPr/>
            <p:nvPr/>
          </p:nvSpPr>
          <p:spPr>
            <a:xfrm>
              <a:off x="7393391"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30" name="Freeform: Shape 4229">
              <a:extLst>
                <a:ext uri="{FF2B5EF4-FFF2-40B4-BE49-F238E27FC236}">
                  <a16:creationId xmlns:a16="http://schemas.microsoft.com/office/drawing/2014/main" id="{19C7047B-3C58-267A-DA9F-4F3A74CD53F9}"/>
                </a:ext>
              </a:extLst>
            </p:cNvPr>
            <p:cNvSpPr/>
            <p:nvPr/>
          </p:nvSpPr>
          <p:spPr>
            <a:xfrm>
              <a:off x="7507646"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31" name="Freeform: Shape 4230">
              <a:extLst>
                <a:ext uri="{FF2B5EF4-FFF2-40B4-BE49-F238E27FC236}">
                  <a16:creationId xmlns:a16="http://schemas.microsoft.com/office/drawing/2014/main" id="{C6181709-E02B-5CE4-1B0B-1EDDC8BB84A1}"/>
                </a:ext>
              </a:extLst>
            </p:cNvPr>
            <p:cNvSpPr/>
            <p:nvPr/>
          </p:nvSpPr>
          <p:spPr>
            <a:xfrm>
              <a:off x="7621902"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32" name="Freeform: Shape 4231">
              <a:extLst>
                <a:ext uri="{FF2B5EF4-FFF2-40B4-BE49-F238E27FC236}">
                  <a16:creationId xmlns:a16="http://schemas.microsoft.com/office/drawing/2014/main" id="{0555D136-D25D-B25B-79BE-408459061DC5}"/>
                </a:ext>
              </a:extLst>
            </p:cNvPr>
            <p:cNvSpPr/>
            <p:nvPr/>
          </p:nvSpPr>
          <p:spPr>
            <a:xfrm>
              <a:off x="7736158" y="434569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33" name="Freeform: Shape 4232">
              <a:extLst>
                <a:ext uri="{FF2B5EF4-FFF2-40B4-BE49-F238E27FC236}">
                  <a16:creationId xmlns:a16="http://schemas.microsoft.com/office/drawing/2014/main" id="{3F620198-9A36-B31D-C155-894CB70F3F52}"/>
                </a:ext>
              </a:extLst>
            </p:cNvPr>
            <p:cNvSpPr/>
            <p:nvPr/>
          </p:nvSpPr>
          <p:spPr>
            <a:xfrm>
              <a:off x="7850414"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34" name="Freeform: Shape 4233">
              <a:extLst>
                <a:ext uri="{FF2B5EF4-FFF2-40B4-BE49-F238E27FC236}">
                  <a16:creationId xmlns:a16="http://schemas.microsoft.com/office/drawing/2014/main" id="{EDEC1E96-184C-8DDB-A534-4177C35A12D6}"/>
                </a:ext>
              </a:extLst>
            </p:cNvPr>
            <p:cNvSpPr/>
            <p:nvPr/>
          </p:nvSpPr>
          <p:spPr>
            <a:xfrm>
              <a:off x="7964669"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35" name="Freeform: Shape 4234">
              <a:extLst>
                <a:ext uri="{FF2B5EF4-FFF2-40B4-BE49-F238E27FC236}">
                  <a16:creationId xmlns:a16="http://schemas.microsoft.com/office/drawing/2014/main" id="{F9C82F07-D5DF-9AA9-474C-F746C71813AF}"/>
                </a:ext>
              </a:extLst>
            </p:cNvPr>
            <p:cNvSpPr/>
            <p:nvPr/>
          </p:nvSpPr>
          <p:spPr>
            <a:xfrm>
              <a:off x="8078925" y="434569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36" name="Freeform: Shape 4235">
              <a:extLst>
                <a:ext uri="{FF2B5EF4-FFF2-40B4-BE49-F238E27FC236}">
                  <a16:creationId xmlns:a16="http://schemas.microsoft.com/office/drawing/2014/main" id="{5E60E88B-C02B-D4A3-D75C-65F2846F674A}"/>
                </a:ext>
              </a:extLst>
            </p:cNvPr>
            <p:cNvSpPr/>
            <p:nvPr/>
          </p:nvSpPr>
          <p:spPr>
            <a:xfrm>
              <a:off x="8193181"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37" name="Freeform: Shape 4236">
              <a:extLst>
                <a:ext uri="{FF2B5EF4-FFF2-40B4-BE49-F238E27FC236}">
                  <a16:creationId xmlns:a16="http://schemas.microsoft.com/office/drawing/2014/main" id="{8BD98BAA-25B8-7F92-028D-C37E5484D6AF}"/>
                </a:ext>
              </a:extLst>
            </p:cNvPr>
            <p:cNvSpPr/>
            <p:nvPr/>
          </p:nvSpPr>
          <p:spPr>
            <a:xfrm>
              <a:off x="8307437"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38" name="Freeform: Shape 4237">
              <a:extLst>
                <a:ext uri="{FF2B5EF4-FFF2-40B4-BE49-F238E27FC236}">
                  <a16:creationId xmlns:a16="http://schemas.microsoft.com/office/drawing/2014/main" id="{F6437C42-D42C-181B-D3E5-4569652B1563}"/>
                </a:ext>
              </a:extLst>
            </p:cNvPr>
            <p:cNvSpPr/>
            <p:nvPr/>
          </p:nvSpPr>
          <p:spPr>
            <a:xfrm>
              <a:off x="8421648"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39" name="Freeform: Shape 4238">
              <a:extLst>
                <a:ext uri="{FF2B5EF4-FFF2-40B4-BE49-F238E27FC236}">
                  <a16:creationId xmlns:a16="http://schemas.microsoft.com/office/drawing/2014/main" id="{BA3744D4-48B7-8278-10DF-91E83FB6E3E9}"/>
                </a:ext>
              </a:extLst>
            </p:cNvPr>
            <p:cNvSpPr/>
            <p:nvPr/>
          </p:nvSpPr>
          <p:spPr>
            <a:xfrm>
              <a:off x="8535904"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40" name="Freeform: Shape 4239">
              <a:extLst>
                <a:ext uri="{FF2B5EF4-FFF2-40B4-BE49-F238E27FC236}">
                  <a16:creationId xmlns:a16="http://schemas.microsoft.com/office/drawing/2014/main" id="{F31A291B-8ED1-999B-2873-B1A482C97D32}"/>
                </a:ext>
              </a:extLst>
            </p:cNvPr>
            <p:cNvSpPr/>
            <p:nvPr/>
          </p:nvSpPr>
          <p:spPr>
            <a:xfrm>
              <a:off x="8650160"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41" name="Freeform: Shape 4240">
              <a:extLst>
                <a:ext uri="{FF2B5EF4-FFF2-40B4-BE49-F238E27FC236}">
                  <a16:creationId xmlns:a16="http://schemas.microsoft.com/office/drawing/2014/main" id="{FEB00DF0-4A9C-8F5B-8A98-8AFF45778755}"/>
                </a:ext>
              </a:extLst>
            </p:cNvPr>
            <p:cNvSpPr/>
            <p:nvPr/>
          </p:nvSpPr>
          <p:spPr>
            <a:xfrm>
              <a:off x="8764416"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42" name="Freeform: Shape 4241">
              <a:extLst>
                <a:ext uri="{FF2B5EF4-FFF2-40B4-BE49-F238E27FC236}">
                  <a16:creationId xmlns:a16="http://schemas.microsoft.com/office/drawing/2014/main" id="{79CA4755-C1A9-1AE3-0F27-34EBADB9E59B}"/>
                </a:ext>
              </a:extLst>
            </p:cNvPr>
            <p:cNvSpPr/>
            <p:nvPr/>
          </p:nvSpPr>
          <p:spPr>
            <a:xfrm>
              <a:off x="8878671" y="434569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43" name="Freeform: Shape 4242">
              <a:extLst>
                <a:ext uri="{FF2B5EF4-FFF2-40B4-BE49-F238E27FC236}">
                  <a16:creationId xmlns:a16="http://schemas.microsoft.com/office/drawing/2014/main" id="{268C999D-9519-050F-95A1-895E006C527F}"/>
                </a:ext>
              </a:extLst>
            </p:cNvPr>
            <p:cNvSpPr/>
            <p:nvPr/>
          </p:nvSpPr>
          <p:spPr>
            <a:xfrm>
              <a:off x="8992927"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44" name="Freeform: Shape 4243">
              <a:extLst>
                <a:ext uri="{FF2B5EF4-FFF2-40B4-BE49-F238E27FC236}">
                  <a16:creationId xmlns:a16="http://schemas.microsoft.com/office/drawing/2014/main" id="{B1621174-A9D3-B2AE-6225-C654DF607973}"/>
                </a:ext>
              </a:extLst>
            </p:cNvPr>
            <p:cNvSpPr/>
            <p:nvPr/>
          </p:nvSpPr>
          <p:spPr>
            <a:xfrm>
              <a:off x="9107183"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45" name="Freeform: Shape 4244">
              <a:extLst>
                <a:ext uri="{FF2B5EF4-FFF2-40B4-BE49-F238E27FC236}">
                  <a16:creationId xmlns:a16="http://schemas.microsoft.com/office/drawing/2014/main" id="{5B956AF8-DDFD-035C-3689-1F0F669A739E}"/>
                </a:ext>
              </a:extLst>
            </p:cNvPr>
            <p:cNvSpPr/>
            <p:nvPr/>
          </p:nvSpPr>
          <p:spPr>
            <a:xfrm>
              <a:off x="9221439"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46" name="Freeform: Shape 4245">
              <a:extLst>
                <a:ext uri="{FF2B5EF4-FFF2-40B4-BE49-F238E27FC236}">
                  <a16:creationId xmlns:a16="http://schemas.microsoft.com/office/drawing/2014/main" id="{66D2AD54-BAFE-7126-3725-EAE2ADA9CE89}"/>
                </a:ext>
              </a:extLst>
            </p:cNvPr>
            <p:cNvSpPr/>
            <p:nvPr/>
          </p:nvSpPr>
          <p:spPr>
            <a:xfrm>
              <a:off x="9335695" y="434569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47" name="Freeform: Shape 4246">
              <a:extLst>
                <a:ext uri="{FF2B5EF4-FFF2-40B4-BE49-F238E27FC236}">
                  <a16:creationId xmlns:a16="http://schemas.microsoft.com/office/drawing/2014/main" id="{86EBF36A-735B-E3B7-6D28-0C9C645AFCE6}"/>
                </a:ext>
              </a:extLst>
            </p:cNvPr>
            <p:cNvSpPr/>
            <p:nvPr/>
          </p:nvSpPr>
          <p:spPr>
            <a:xfrm>
              <a:off x="9449950"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48" name="Freeform: Shape 4247">
              <a:extLst>
                <a:ext uri="{FF2B5EF4-FFF2-40B4-BE49-F238E27FC236}">
                  <a16:creationId xmlns:a16="http://schemas.microsoft.com/office/drawing/2014/main" id="{008B47A5-75FF-64F5-288D-C4761A828CBB}"/>
                </a:ext>
              </a:extLst>
            </p:cNvPr>
            <p:cNvSpPr/>
            <p:nvPr/>
          </p:nvSpPr>
          <p:spPr>
            <a:xfrm>
              <a:off x="9564206"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49" name="Freeform: Shape 4248">
              <a:extLst>
                <a:ext uri="{FF2B5EF4-FFF2-40B4-BE49-F238E27FC236}">
                  <a16:creationId xmlns:a16="http://schemas.microsoft.com/office/drawing/2014/main" id="{865C7C31-DA7B-E054-9301-184DFEBA334A}"/>
                </a:ext>
              </a:extLst>
            </p:cNvPr>
            <p:cNvSpPr/>
            <p:nvPr/>
          </p:nvSpPr>
          <p:spPr>
            <a:xfrm>
              <a:off x="9678418" y="434569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50" name="Freeform: Shape 4249">
              <a:extLst>
                <a:ext uri="{FF2B5EF4-FFF2-40B4-BE49-F238E27FC236}">
                  <a16:creationId xmlns:a16="http://schemas.microsoft.com/office/drawing/2014/main" id="{124A4011-9F76-1910-389E-851E956B3141}"/>
                </a:ext>
              </a:extLst>
            </p:cNvPr>
            <p:cNvSpPr/>
            <p:nvPr/>
          </p:nvSpPr>
          <p:spPr>
            <a:xfrm>
              <a:off x="9792674"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51" name="Freeform: Shape 4250">
              <a:extLst>
                <a:ext uri="{FF2B5EF4-FFF2-40B4-BE49-F238E27FC236}">
                  <a16:creationId xmlns:a16="http://schemas.microsoft.com/office/drawing/2014/main" id="{ED68764E-818B-8CA1-526B-4AFF29F2096A}"/>
                </a:ext>
              </a:extLst>
            </p:cNvPr>
            <p:cNvSpPr/>
            <p:nvPr/>
          </p:nvSpPr>
          <p:spPr>
            <a:xfrm>
              <a:off x="9906929"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52" name="Freeform: Shape 4251">
              <a:extLst>
                <a:ext uri="{FF2B5EF4-FFF2-40B4-BE49-F238E27FC236}">
                  <a16:creationId xmlns:a16="http://schemas.microsoft.com/office/drawing/2014/main" id="{62D8B594-DD43-E57B-EA98-6A6E9532245D}"/>
                </a:ext>
              </a:extLst>
            </p:cNvPr>
            <p:cNvSpPr/>
            <p:nvPr/>
          </p:nvSpPr>
          <p:spPr>
            <a:xfrm>
              <a:off x="10021185"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53" name="Freeform: Shape 4252">
              <a:extLst>
                <a:ext uri="{FF2B5EF4-FFF2-40B4-BE49-F238E27FC236}">
                  <a16:creationId xmlns:a16="http://schemas.microsoft.com/office/drawing/2014/main" id="{0C418520-D858-E370-FE9C-86C7D60EA3D9}"/>
                </a:ext>
              </a:extLst>
            </p:cNvPr>
            <p:cNvSpPr/>
            <p:nvPr/>
          </p:nvSpPr>
          <p:spPr>
            <a:xfrm>
              <a:off x="10135441"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54" name="Freeform: Shape 4253">
              <a:extLst>
                <a:ext uri="{FF2B5EF4-FFF2-40B4-BE49-F238E27FC236}">
                  <a16:creationId xmlns:a16="http://schemas.microsoft.com/office/drawing/2014/main" id="{E04187D5-5C8D-B439-2675-DA0B8453236F}"/>
                </a:ext>
              </a:extLst>
            </p:cNvPr>
            <p:cNvSpPr/>
            <p:nvPr/>
          </p:nvSpPr>
          <p:spPr>
            <a:xfrm>
              <a:off x="10249697"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55" name="Freeform: Shape 4254">
              <a:extLst>
                <a:ext uri="{FF2B5EF4-FFF2-40B4-BE49-F238E27FC236}">
                  <a16:creationId xmlns:a16="http://schemas.microsoft.com/office/drawing/2014/main" id="{5450F581-18D7-8A68-E0B1-ADFAD7076B0D}"/>
                </a:ext>
              </a:extLst>
            </p:cNvPr>
            <p:cNvSpPr/>
            <p:nvPr/>
          </p:nvSpPr>
          <p:spPr>
            <a:xfrm>
              <a:off x="10363952"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56" name="Freeform: Shape 4255">
              <a:extLst>
                <a:ext uri="{FF2B5EF4-FFF2-40B4-BE49-F238E27FC236}">
                  <a16:creationId xmlns:a16="http://schemas.microsoft.com/office/drawing/2014/main" id="{8E44F265-2C10-8087-11F6-A11EE156D9CF}"/>
                </a:ext>
              </a:extLst>
            </p:cNvPr>
            <p:cNvSpPr/>
            <p:nvPr/>
          </p:nvSpPr>
          <p:spPr>
            <a:xfrm>
              <a:off x="10478208" y="434569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57" name="Freeform: Shape 4256">
              <a:extLst>
                <a:ext uri="{FF2B5EF4-FFF2-40B4-BE49-F238E27FC236}">
                  <a16:creationId xmlns:a16="http://schemas.microsoft.com/office/drawing/2014/main" id="{6A23BF20-0BE3-F945-368F-440FE34AC22F}"/>
                </a:ext>
              </a:extLst>
            </p:cNvPr>
            <p:cNvSpPr/>
            <p:nvPr/>
          </p:nvSpPr>
          <p:spPr>
            <a:xfrm>
              <a:off x="10592464"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58" name="Freeform: Shape 4257">
              <a:extLst>
                <a:ext uri="{FF2B5EF4-FFF2-40B4-BE49-F238E27FC236}">
                  <a16:creationId xmlns:a16="http://schemas.microsoft.com/office/drawing/2014/main" id="{B3A5F499-97DA-C4DD-42DF-ED2D4CBC805D}"/>
                </a:ext>
              </a:extLst>
            </p:cNvPr>
            <p:cNvSpPr/>
            <p:nvPr/>
          </p:nvSpPr>
          <p:spPr>
            <a:xfrm>
              <a:off x="10706720"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59" name="Freeform: Shape 4258">
              <a:extLst>
                <a:ext uri="{FF2B5EF4-FFF2-40B4-BE49-F238E27FC236}">
                  <a16:creationId xmlns:a16="http://schemas.microsoft.com/office/drawing/2014/main" id="{A797886D-C4F6-D2FD-D613-59B23ABE759A}"/>
                </a:ext>
              </a:extLst>
            </p:cNvPr>
            <p:cNvSpPr/>
            <p:nvPr/>
          </p:nvSpPr>
          <p:spPr>
            <a:xfrm>
              <a:off x="10820976" y="4345699"/>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60" name="Freeform: Shape 4259">
              <a:extLst>
                <a:ext uri="{FF2B5EF4-FFF2-40B4-BE49-F238E27FC236}">
                  <a16:creationId xmlns:a16="http://schemas.microsoft.com/office/drawing/2014/main" id="{99EC6A71-D476-B350-2D8D-2B6369FFFA88}"/>
                </a:ext>
              </a:extLst>
            </p:cNvPr>
            <p:cNvSpPr/>
            <p:nvPr/>
          </p:nvSpPr>
          <p:spPr>
            <a:xfrm>
              <a:off x="10935231"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61" name="Freeform: Shape 4260">
              <a:extLst>
                <a:ext uri="{FF2B5EF4-FFF2-40B4-BE49-F238E27FC236}">
                  <a16:creationId xmlns:a16="http://schemas.microsoft.com/office/drawing/2014/main" id="{442A1152-F659-2D54-1F1B-4A60328232AD}"/>
                </a:ext>
              </a:extLst>
            </p:cNvPr>
            <p:cNvSpPr/>
            <p:nvPr/>
          </p:nvSpPr>
          <p:spPr>
            <a:xfrm>
              <a:off x="11049443"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62" name="Freeform: Shape 4261">
              <a:extLst>
                <a:ext uri="{FF2B5EF4-FFF2-40B4-BE49-F238E27FC236}">
                  <a16:creationId xmlns:a16="http://schemas.microsoft.com/office/drawing/2014/main" id="{B426C5BD-E25A-A937-EAB8-15BB4ACAEADE}"/>
                </a:ext>
              </a:extLst>
            </p:cNvPr>
            <p:cNvSpPr/>
            <p:nvPr/>
          </p:nvSpPr>
          <p:spPr>
            <a:xfrm>
              <a:off x="11163699" y="4345699"/>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63" name="Freeform: Shape 4262">
              <a:extLst>
                <a:ext uri="{FF2B5EF4-FFF2-40B4-BE49-F238E27FC236}">
                  <a16:creationId xmlns:a16="http://schemas.microsoft.com/office/drawing/2014/main" id="{EDC6F4AE-C4EB-9DDF-2320-D3F54FA03800}"/>
                </a:ext>
              </a:extLst>
            </p:cNvPr>
            <p:cNvSpPr/>
            <p:nvPr/>
          </p:nvSpPr>
          <p:spPr>
            <a:xfrm>
              <a:off x="11277955"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64" name="Freeform: Shape 4263">
              <a:extLst>
                <a:ext uri="{FF2B5EF4-FFF2-40B4-BE49-F238E27FC236}">
                  <a16:creationId xmlns:a16="http://schemas.microsoft.com/office/drawing/2014/main" id="{A8155C02-C1AF-ED13-55DB-C6589A38AAF4}"/>
                </a:ext>
              </a:extLst>
            </p:cNvPr>
            <p:cNvSpPr/>
            <p:nvPr/>
          </p:nvSpPr>
          <p:spPr>
            <a:xfrm>
              <a:off x="11392210"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65" name="Freeform: Shape 4264">
              <a:extLst>
                <a:ext uri="{FF2B5EF4-FFF2-40B4-BE49-F238E27FC236}">
                  <a16:creationId xmlns:a16="http://schemas.microsoft.com/office/drawing/2014/main" id="{CE8C1292-BE6B-23C3-20D4-3E62F57B3105}"/>
                </a:ext>
              </a:extLst>
            </p:cNvPr>
            <p:cNvSpPr/>
            <p:nvPr/>
          </p:nvSpPr>
          <p:spPr>
            <a:xfrm>
              <a:off x="11506466" y="4345699"/>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66" name="Freeform: Shape 4265">
              <a:extLst>
                <a:ext uri="{FF2B5EF4-FFF2-40B4-BE49-F238E27FC236}">
                  <a16:creationId xmlns:a16="http://schemas.microsoft.com/office/drawing/2014/main" id="{A5CB2E61-3A29-DFCA-FA88-409D3E031107}"/>
                </a:ext>
              </a:extLst>
            </p:cNvPr>
            <p:cNvSpPr/>
            <p:nvPr/>
          </p:nvSpPr>
          <p:spPr>
            <a:xfrm>
              <a:off x="11620722"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67" name="Freeform: Shape 4266">
              <a:extLst>
                <a:ext uri="{FF2B5EF4-FFF2-40B4-BE49-F238E27FC236}">
                  <a16:creationId xmlns:a16="http://schemas.microsoft.com/office/drawing/2014/main" id="{F51C3696-6146-5F4E-4910-EC303BE72B5F}"/>
                </a:ext>
              </a:extLst>
            </p:cNvPr>
            <p:cNvSpPr/>
            <p:nvPr/>
          </p:nvSpPr>
          <p:spPr>
            <a:xfrm>
              <a:off x="11734978"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68" name="Freeform: Shape 4267">
              <a:extLst>
                <a:ext uri="{FF2B5EF4-FFF2-40B4-BE49-F238E27FC236}">
                  <a16:creationId xmlns:a16="http://schemas.microsoft.com/office/drawing/2014/main" id="{481E7536-B06D-4770-F450-79A79172259F}"/>
                </a:ext>
              </a:extLst>
            </p:cNvPr>
            <p:cNvSpPr/>
            <p:nvPr/>
          </p:nvSpPr>
          <p:spPr>
            <a:xfrm>
              <a:off x="11849233"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69" name="Freeform: Shape 4268">
              <a:extLst>
                <a:ext uri="{FF2B5EF4-FFF2-40B4-BE49-F238E27FC236}">
                  <a16:creationId xmlns:a16="http://schemas.microsoft.com/office/drawing/2014/main" id="{BD9C0B42-0F15-19F5-77A8-2D6E8D17C3E4}"/>
                </a:ext>
              </a:extLst>
            </p:cNvPr>
            <p:cNvSpPr/>
            <p:nvPr/>
          </p:nvSpPr>
          <p:spPr>
            <a:xfrm>
              <a:off x="11963489" y="434569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70" name="Freeform: Shape 4269">
              <a:extLst>
                <a:ext uri="{FF2B5EF4-FFF2-40B4-BE49-F238E27FC236}">
                  <a16:creationId xmlns:a16="http://schemas.microsoft.com/office/drawing/2014/main" id="{273778D9-B878-3CE5-AED1-866CAD2C0388}"/>
                </a:ext>
              </a:extLst>
            </p:cNvPr>
            <p:cNvSpPr/>
            <p:nvPr/>
          </p:nvSpPr>
          <p:spPr>
            <a:xfrm>
              <a:off x="12077745" y="4345699"/>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71" name="Freeform: Shape 4270">
              <a:extLst>
                <a:ext uri="{FF2B5EF4-FFF2-40B4-BE49-F238E27FC236}">
                  <a16:creationId xmlns:a16="http://schemas.microsoft.com/office/drawing/2014/main" id="{D7C3DA08-50FE-6F6D-15EE-EE29BC4F4E7E}"/>
                </a:ext>
              </a:extLst>
            </p:cNvPr>
            <p:cNvSpPr/>
            <p:nvPr/>
          </p:nvSpPr>
          <p:spPr>
            <a:xfrm>
              <a:off x="7279135" y="445995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72" name="Freeform: Shape 4271">
              <a:extLst>
                <a:ext uri="{FF2B5EF4-FFF2-40B4-BE49-F238E27FC236}">
                  <a16:creationId xmlns:a16="http://schemas.microsoft.com/office/drawing/2014/main" id="{36748C41-ACA0-A607-14A2-383C87362E80}"/>
                </a:ext>
              </a:extLst>
            </p:cNvPr>
            <p:cNvSpPr/>
            <p:nvPr/>
          </p:nvSpPr>
          <p:spPr>
            <a:xfrm>
              <a:off x="7393391"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73" name="Freeform: Shape 4272">
              <a:extLst>
                <a:ext uri="{FF2B5EF4-FFF2-40B4-BE49-F238E27FC236}">
                  <a16:creationId xmlns:a16="http://schemas.microsoft.com/office/drawing/2014/main" id="{5508954D-2CA8-0B80-5F6E-F5E64AE0B42B}"/>
                </a:ext>
              </a:extLst>
            </p:cNvPr>
            <p:cNvSpPr/>
            <p:nvPr/>
          </p:nvSpPr>
          <p:spPr>
            <a:xfrm>
              <a:off x="7507646"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74" name="Freeform: Shape 4273">
              <a:extLst>
                <a:ext uri="{FF2B5EF4-FFF2-40B4-BE49-F238E27FC236}">
                  <a16:creationId xmlns:a16="http://schemas.microsoft.com/office/drawing/2014/main" id="{483E0CE6-2D32-4A6E-5C65-3D49FD4F5AFD}"/>
                </a:ext>
              </a:extLst>
            </p:cNvPr>
            <p:cNvSpPr/>
            <p:nvPr/>
          </p:nvSpPr>
          <p:spPr>
            <a:xfrm>
              <a:off x="7621902"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75" name="Freeform: Shape 4274">
              <a:extLst>
                <a:ext uri="{FF2B5EF4-FFF2-40B4-BE49-F238E27FC236}">
                  <a16:creationId xmlns:a16="http://schemas.microsoft.com/office/drawing/2014/main" id="{FFF34CB7-C53E-C63B-46AD-A79F0BD0EBBB}"/>
                </a:ext>
              </a:extLst>
            </p:cNvPr>
            <p:cNvSpPr/>
            <p:nvPr/>
          </p:nvSpPr>
          <p:spPr>
            <a:xfrm>
              <a:off x="7736158" y="445995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76" name="Freeform: Shape 4275">
              <a:extLst>
                <a:ext uri="{FF2B5EF4-FFF2-40B4-BE49-F238E27FC236}">
                  <a16:creationId xmlns:a16="http://schemas.microsoft.com/office/drawing/2014/main" id="{AA2B4BF6-719E-19FD-EE94-D0D9333D191C}"/>
                </a:ext>
              </a:extLst>
            </p:cNvPr>
            <p:cNvSpPr/>
            <p:nvPr/>
          </p:nvSpPr>
          <p:spPr>
            <a:xfrm>
              <a:off x="7850414"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77" name="Freeform: Shape 4276">
              <a:extLst>
                <a:ext uri="{FF2B5EF4-FFF2-40B4-BE49-F238E27FC236}">
                  <a16:creationId xmlns:a16="http://schemas.microsoft.com/office/drawing/2014/main" id="{E1026738-2487-823A-A567-3879AC8EE3C9}"/>
                </a:ext>
              </a:extLst>
            </p:cNvPr>
            <p:cNvSpPr/>
            <p:nvPr/>
          </p:nvSpPr>
          <p:spPr>
            <a:xfrm>
              <a:off x="7964669"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78" name="Freeform: Shape 4277">
              <a:extLst>
                <a:ext uri="{FF2B5EF4-FFF2-40B4-BE49-F238E27FC236}">
                  <a16:creationId xmlns:a16="http://schemas.microsoft.com/office/drawing/2014/main" id="{11367553-057B-1798-92EE-FE34E0DC716B}"/>
                </a:ext>
              </a:extLst>
            </p:cNvPr>
            <p:cNvSpPr/>
            <p:nvPr/>
          </p:nvSpPr>
          <p:spPr>
            <a:xfrm>
              <a:off x="8078925" y="445995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79" name="Freeform: Shape 4278">
              <a:extLst>
                <a:ext uri="{FF2B5EF4-FFF2-40B4-BE49-F238E27FC236}">
                  <a16:creationId xmlns:a16="http://schemas.microsoft.com/office/drawing/2014/main" id="{0ECE414D-62D1-305A-DAFC-7018509495AC}"/>
                </a:ext>
              </a:extLst>
            </p:cNvPr>
            <p:cNvSpPr/>
            <p:nvPr/>
          </p:nvSpPr>
          <p:spPr>
            <a:xfrm>
              <a:off x="8193181"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80" name="Freeform: Shape 4279">
              <a:extLst>
                <a:ext uri="{FF2B5EF4-FFF2-40B4-BE49-F238E27FC236}">
                  <a16:creationId xmlns:a16="http://schemas.microsoft.com/office/drawing/2014/main" id="{1BA825DA-48C5-92FC-9078-362236429DE0}"/>
                </a:ext>
              </a:extLst>
            </p:cNvPr>
            <p:cNvSpPr/>
            <p:nvPr/>
          </p:nvSpPr>
          <p:spPr>
            <a:xfrm>
              <a:off x="8307437"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81" name="Freeform: Shape 4280">
              <a:extLst>
                <a:ext uri="{FF2B5EF4-FFF2-40B4-BE49-F238E27FC236}">
                  <a16:creationId xmlns:a16="http://schemas.microsoft.com/office/drawing/2014/main" id="{3BC67D7A-1513-0FDD-307A-CDC01B4C503E}"/>
                </a:ext>
              </a:extLst>
            </p:cNvPr>
            <p:cNvSpPr/>
            <p:nvPr/>
          </p:nvSpPr>
          <p:spPr>
            <a:xfrm>
              <a:off x="8421648"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82" name="Freeform: Shape 4281">
              <a:extLst>
                <a:ext uri="{FF2B5EF4-FFF2-40B4-BE49-F238E27FC236}">
                  <a16:creationId xmlns:a16="http://schemas.microsoft.com/office/drawing/2014/main" id="{B9D5FD16-5355-30E4-6E5B-CE3FC7E79B99}"/>
                </a:ext>
              </a:extLst>
            </p:cNvPr>
            <p:cNvSpPr/>
            <p:nvPr/>
          </p:nvSpPr>
          <p:spPr>
            <a:xfrm>
              <a:off x="8535904"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83" name="Freeform: Shape 4282">
              <a:extLst>
                <a:ext uri="{FF2B5EF4-FFF2-40B4-BE49-F238E27FC236}">
                  <a16:creationId xmlns:a16="http://schemas.microsoft.com/office/drawing/2014/main" id="{C4F518F1-C854-8820-7159-083C4608F742}"/>
                </a:ext>
              </a:extLst>
            </p:cNvPr>
            <p:cNvSpPr/>
            <p:nvPr/>
          </p:nvSpPr>
          <p:spPr>
            <a:xfrm>
              <a:off x="8650160"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84" name="Freeform: Shape 4283">
              <a:extLst>
                <a:ext uri="{FF2B5EF4-FFF2-40B4-BE49-F238E27FC236}">
                  <a16:creationId xmlns:a16="http://schemas.microsoft.com/office/drawing/2014/main" id="{8D879914-F347-29A5-6244-D033DDDD4F13}"/>
                </a:ext>
              </a:extLst>
            </p:cNvPr>
            <p:cNvSpPr/>
            <p:nvPr/>
          </p:nvSpPr>
          <p:spPr>
            <a:xfrm>
              <a:off x="8764416"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85" name="Freeform: Shape 4284">
              <a:extLst>
                <a:ext uri="{FF2B5EF4-FFF2-40B4-BE49-F238E27FC236}">
                  <a16:creationId xmlns:a16="http://schemas.microsoft.com/office/drawing/2014/main" id="{8744D4BB-7D02-77F7-A96E-EC43DFB8A82D}"/>
                </a:ext>
              </a:extLst>
            </p:cNvPr>
            <p:cNvSpPr/>
            <p:nvPr/>
          </p:nvSpPr>
          <p:spPr>
            <a:xfrm>
              <a:off x="8878671" y="445995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86" name="Freeform: Shape 4285">
              <a:extLst>
                <a:ext uri="{FF2B5EF4-FFF2-40B4-BE49-F238E27FC236}">
                  <a16:creationId xmlns:a16="http://schemas.microsoft.com/office/drawing/2014/main" id="{7F60A34F-FC22-878C-7158-0344C3B0FB31}"/>
                </a:ext>
              </a:extLst>
            </p:cNvPr>
            <p:cNvSpPr/>
            <p:nvPr/>
          </p:nvSpPr>
          <p:spPr>
            <a:xfrm>
              <a:off x="8992927"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87" name="Freeform: Shape 4286">
              <a:extLst>
                <a:ext uri="{FF2B5EF4-FFF2-40B4-BE49-F238E27FC236}">
                  <a16:creationId xmlns:a16="http://schemas.microsoft.com/office/drawing/2014/main" id="{C986257F-7D3C-2F59-89B2-4508BFD5F76F}"/>
                </a:ext>
              </a:extLst>
            </p:cNvPr>
            <p:cNvSpPr/>
            <p:nvPr/>
          </p:nvSpPr>
          <p:spPr>
            <a:xfrm>
              <a:off x="9107183"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88" name="Freeform: Shape 4287">
              <a:extLst>
                <a:ext uri="{FF2B5EF4-FFF2-40B4-BE49-F238E27FC236}">
                  <a16:creationId xmlns:a16="http://schemas.microsoft.com/office/drawing/2014/main" id="{6A528D1E-D768-C040-ADBF-A0C13C7DAC0E}"/>
                </a:ext>
              </a:extLst>
            </p:cNvPr>
            <p:cNvSpPr/>
            <p:nvPr/>
          </p:nvSpPr>
          <p:spPr>
            <a:xfrm>
              <a:off x="9221439"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89" name="Freeform: Shape 4288">
              <a:extLst>
                <a:ext uri="{FF2B5EF4-FFF2-40B4-BE49-F238E27FC236}">
                  <a16:creationId xmlns:a16="http://schemas.microsoft.com/office/drawing/2014/main" id="{5967240D-ABC6-8E3A-3E3C-EE37DEEAC39D}"/>
                </a:ext>
              </a:extLst>
            </p:cNvPr>
            <p:cNvSpPr/>
            <p:nvPr/>
          </p:nvSpPr>
          <p:spPr>
            <a:xfrm>
              <a:off x="9335695" y="445995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90" name="Freeform: Shape 4289">
              <a:extLst>
                <a:ext uri="{FF2B5EF4-FFF2-40B4-BE49-F238E27FC236}">
                  <a16:creationId xmlns:a16="http://schemas.microsoft.com/office/drawing/2014/main" id="{743AFC35-8C71-6EE3-0926-220363E7AA2B}"/>
                </a:ext>
              </a:extLst>
            </p:cNvPr>
            <p:cNvSpPr/>
            <p:nvPr/>
          </p:nvSpPr>
          <p:spPr>
            <a:xfrm>
              <a:off x="9449950"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91" name="Freeform: Shape 4290">
              <a:extLst>
                <a:ext uri="{FF2B5EF4-FFF2-40B4-BE49-F238E27FC236}">
                  <a16:creationId xmlns:a16="http://schemas.microsoft.com/office/drawing/2014/main" id="{7CF0E406-8BB9-2626-EECB-9DB7B78633E5}"/>
                </a:ext>
              </a:extLst>
            </p:cNvPr>
            <p:cNvSpPr/>
            <p:nvPr/>
          </p:nvSpPr>
          <p:spPr>
            <a:xfrm>
              <a:off x="9564206"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92" name="Freeform: Shape 4291">
              <a:extLst>
                <a:ext uri="{FF2B5EF4-FFF2-40B4-BE49-F238E27FC236}">
                  <a16:creationId xmlns:a16="http://schemas.microsoft.com/office/drawing/2014/main" id="{E9283400-DBCE-9567-2B3D-9EFAE5A77B98}"/>
                </a:ext>
              </a:extLst>
            </p:cNvPr>
            <p:cNvSpPr/>
            <p:nvPr/>
          </p:nvSpPr>
          <p:spPr>
            <a:xfrm>
              <a:off x="9678418" y="445995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93" name="Freeform: Shape 4292">
              <a:extLst>
                <a:ext uri="{FF2B5EF4-FFF2-40B4-BE49-F238E27FC236}">
                  <a16:creationId xmlns:a16="http://schemas.microsoft.com/office/drawing/2014/main" id="{C9CA1A7F-35B9-A900-F140-BD2B880CD8DD}"/>
                </a:ext>
              </a:extLst>
            </p:cNvPr>
            <p:cNvSpPr/>
            <p:nvPr/>
          </p:nvSpPr>
          <p:spPr>
            <a:xfrm>
              <a:off x="9792674"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94" name="Freeform: Shape 4293">
              <a:extLst>
                <a:ext uri="{FF2B5EF4-FFF2-40B4-BE49-F238E27FC236}">
                  <a16:creationId xmlns:a16="http://schemas.microsoft.com/office/drawing/2014/main" id="{A11E9548-A149-9F07-DFEE-49229558696E}"/>
                </a:ext>
              </a:extLst>
            </p:cNvPr>
            <p:cNvSpPr/>
            <p:nvPr/>
          </p:nvSpPr>
          <p:spPr>
            <a:xfrm>
              <a:off x="9906929"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95" name="Freeform: Shape 4294">
              <a:extLst>
                <a:ext uri="{FF2B5EF4-FFF2-40B4-BE49-F238E27FC236}">
                  <a16:creationId xmlns:a16="http://schemas.microsoft.com/office/drawing/2014/main" id="{EF3396D2-6047-2582-082B-EF7AA3B36EE8}"/>
                </a:ext>
              </a:extLst>
            </p:cNvPr>
            <p:cNvSpPr/>
            <p:nvPr/>
          </p:nvSpPr>
          <p:spPr>
            <a:xfrm>
              <a:off x="10021185"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96" name="Freeform: Shape 4295">
              <a:extLst>
                <a:ext uri="{FF2B5EF4-FFF2-40B4-BE49-F238E27FC236}">
                  <a16:creationId xmlns:a16="http://schemas.microsoft.com/office/drawing/2014/main" id="{3B0E8473-A6CB-3AC3-8DBE-38DC1CA18B2E}"/>
                </a:ext>
              </a:extLst>
            </p:cNvPr>
            <p:cNvSpPr/>
            <p:nvPr/>
          </p:nvSpPr>
          <p:spPr>
            <a:xfrm>
              <a:off x="10135441"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97" name="Freeform: Shape 4296">
              <a:extLst>
                <a:ext uri="{FF2B5EF4-FFF2-40B4-BE49-F238E27FC236}">
                  <a16:creationId xmlns:a16="http://schemas.microsoft.com/office/drawing/2014/main" id="{2011B257-8A3A-2F37-6C33-315EEC39B12D}"/>
                </a:ext>
              </a:extLst>
            </p:cNvPr>
            <p:cNvSpPr/>
            <p:nvPr/>
          </p:nvSpPr>
          <p:spPr>
            <a:xfrm>
              <a:off x="10249697"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98" name="Freeform: Shape 4297">
              <a:extLst>
                <a:ext uri="{FF2B5EF4-FFF2-40B4-BE49-F238E27FC236}">
                  <a16:creationId xmlns:a16="http://schemas.microsoft.com/office/drawing/2014/main" id="{240DD3AD-A9F2-F4B1-73A3-67C04734B639}"/>
                </a:ext>
              </a:extLst>
            </p:cNvPr>
            <p:cNvSpPr/>
            <p:nvPr/>
          </p:nvSpPr>
          <p:spPr>
            <a:xfrm>
              <a:off x="10363952"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299" name="Freeform: Shape 4298">
              <a:extLst>
                <a:ext uri="{FF2B5EF4-FFF2-40B4-BE49-F238E27FC236}">
                  <a16:creationId xmlns:a16="http://schemas.microsoft.com/office/drawing/2014/main" id="{61A80969-220C-7C71-08E4-93051558A6B0}"/>
                </a:ext>
              </a:extLst>
            </p:cNvPr>
            <p:cNvSpPr/>
            <p:nvPr/>
          </p:nvSpPr>
          <p:spPr>
            <a:xfrm>
              <a:off x="10478208" y="445995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00" name="Freeform: Shape 4299">
              <a:extLst>
                <a:ext uri="{FF2B5EF4-FFF2-40B4-BE49-F238E27FC236}">
                  <a16:creationId xmlns:a16="http://schemas.microsoft.com/office/drawing/2014/main" id="{96D2B290-59AC-A806-FEDF-6D666BC6E9A5}"/>
                </a:ext>
              </a:extLst>
            </p:cNvPr>
            <p:cNvSpPr/>
            <p:nvPr/>
          </p:nvSpPr>
          <p:spPr>
            <a:xfrm>
              <a:off x="10592464"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01" name="Freeform: Shape 4300">
              <a:extLst>
                <a:ext uri="{FF2B5EF4-FFF2-40B4-BE49-F238E27FC236}">
                  <a16:creationId xmlns:a16="http://schemas.microsoft.com/office/drawing/2014/main" id="{8418DB22-0494-0DDB-DA29-68E54A1CB7E4}"/>
                </a:ext>
              </a:extLst>
            </p:cNvPr>
            <p:cNvSpPr/>
            <p:nvPr/>
          </p:nvSpPr>
          <p:spPr>
            <a:xfrm>
              <a:off x="10706720"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02" name="Freeform: Shape 4301">
              <a:extLst>
                <a:ext uri="{FF2B5EF4-FFF2-40B4-BE49-F238E27FC236}">
                  <a16:creationId xmlns:a16="http://schemas.microsoft.com/office/drawing/2014/main" id="{2495E84A-D81B-8B57-2309-682E26D62301}"/>
                </a:ext>
              </a:extLst>
            </p:cNvPr>
            <p:cNvSpPr/>
            <p:nvPr/>
          </p:nvSpPr>
          <p:spPr>
            <a:xfrm>
              <a:off x="10820976" y="4459955"/>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03" name="Freeform: Shape 4302">
              <a:extLst>
                <a:ext uri="{FF2B5EF4-FFF2-40B4-BE49-F238E27FC236}">
                  <a16:creationId xmlns:a16="http://schemas.microsoft.com/office/drawing/2014/main" id="{671D069F-3FD2-790A-924C-2B1DF52326CB}"/>
                </a:ext>
              </a:extLst>
            </p:cNvPr>
            <p:cNvSpPr/>
            <p:nvPr/>
          </p:nvSpPr>
          <p:spPr>
            <a:xfrm>
              <a:off x="10935231"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04" name="Freeform: Shape 4303">
              <a:extLst>
                <a:ext uri="{FF2B5EF4-FFF2-40B4-BE49-F238E27FC236}">
                  <a16:creationId xmlns:a16="http://schemas.microsoft.com/office/drawing/2014/main" id="{AF9C45F8-6CA3-83A1-A318-BBBCBE81C0B2}"/>
                </a:ext>
              </a:extLst>
            </p:cNvPr>
            <p:cNvSpPr/>
            <p:nvPr/>
          </p:nvSpPr>
          <p:spPr>
            <a:xfrm>
              <a:off x="11049443"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05" name="Freeform: Shape 4304">
              <a:extLst>
                <a:ext uri="{FF2B5EF4-FFF2-40B4-BE49-F238E27FC236}">
                  <a16:creationId xmlns:a16="http://schemas.microsoft.com/office/drawing/2014/main" id="{7E9920A4-E8DE-D0C3-55C7-619C2E1852FC}"/>
                </a:ext>
              </a:extLst>
            </p:cNvPr>
            <p:cNvSpPr/>
            <p:nvPr/>
          </p:nvSpPr>
          <p:spPr>
            <a:xfrm>
              <a:off x="11163699" y="4459955"/>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06" name="Freeform: Shape 4305">
              <a:extLst>
                <a:ext uri="{FF2B5EF4-FFF2-40B4-BE49-F238E27FC236}">
                  <a16:creationId xmlns:a16="http://schemas.microsoft.com/office/drawing/2014/main" id="{B85DC943-8CB7-5822-7992-DE57FBFB818A}"/>
                </a:ext>
              </a:extLst>
            </p:cNvPr>
            <p:cNvSpPr/>
            <p:nvPr/>
          </p:nvSpPr>
          <p:spPr>
            <a:xfrm>
              <a:off x="11277955"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07" name="Freeform: Shape 4306">
              <a:extLst>
                <a:ext uri="{FF2B5EF4-FFF2-40B4-BE49-F238E27FC236}">
                  <a16:creationId xmlns:a16="http://schemas.microsoft.com/office/drawing/2014/main" id="{4177F235-EE85-1428-E968-5B7A21642E1C}"/>
                </a:ext>
              </a:extLst>
            </p:cNvPr>
            <p:cNvSpPr/>
            <p:nvPr/>
          </p:nvSpPr>
          <p:spPr>
            <a:xfrm>
              <a:off x="11392210"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08" name="Freeform: Shape 4307">
              <a:extLst>
                <a:ext uri="{FF2B5EF4-FFF2-40B4-BE49-F238E27FC236}">
                  <a16:creationId xmlns:a16="http://schemas.microsoft.com/office/drawing/2014/main" id="{0209237A-D2FF-A444-9DE3-BE89EEDF6711}"/>
                </a:ext>
              </a:extLst>
            </p:cNvPr>
            <p:cNvSpPr/>
            <p:nvPr/>
          </p:nvSpPr>
          <p:spPr>
            <a:xfrm>
              <a:off x="11506466" y="4459955"/>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09" name="Freeform: Shape 4308">
              <a:extLst>
                <a:ext uri="{FF2B5EF4-FFF2-40B4-BE49-F238E27FC236}">
                  <a16:creationId xmlns:a16="http://schemas.microsoft.com/office/drawing/2014/main" id="{925FF48C-9FD4-BAE1-34E6-135DD7D25D7B}"/>
                </a:ext>
              </a:extLst>
            </p:cNvPr>
            <p:cNvSpPr/>
            <p:nvPr/>
          </p:nvSpPr>
          <p:spPr>
            <a:xfrm>
              <a:off x="11620722"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10" name="Freeform: Shape 4309">
              <a:extLst>
                <a:ext uri="{FF2B5EF4-FFF2-40B4-BE49-F238E27FC236}">
                  <a16:creationId xmlns:a16="http://schemas.microsoft.com/office/drawing/2014/main" id="{7B1F02FC-91ED-2134-C6AD-523D19AB3397}"/>
                </a:ext>
              </a:extLst>
            </p:cNvPr>
            <p:cNvSpPr/>
            <p:nvPr/>
          </p:nvSpPr>
          <p:spPr>
            <a:xfrm>
              <a:off x="11734978"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11" name="Freeform: Shape 4310">
              <a:extLst>
                <a:ext uri="{FF2B5EF4-FFF2-40B4-BE49-F238E27FC236}">
                  <a16:creationId xmlns:a16="http://schemas.microsoft.com/office/drawing/2014/main" id="{467D1F51-2F8C-E713-370B-614C2341E4DE}"/>
                </a:ext>
              </a:extLst>
            </p:cNvPr>
            <p:cNvSpPr/>
            <p:nvPr/>
          </p:nvSpPr>
          <p:spPr>
            <a:xfrm>
              <a:off x="11849233"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12" name="Freeform: Shape 4311">
              <a:extLst>
                <a:ext uri="{FF2B5EF4-FFF2-40B4-BE49-F238E27FC236}">
                  <a16:creationId xmlns:a16="http://schemas.microsoft.com/office/drawing/2014/main" id="{C5B277CB-752A-6AAB-72DE-E109C858C9BA}"/>
                </a:ext>
              </a:extLst>
            </p:cNvPr>
            <p:cNvSpPr/>
            <p:nvPr/>
          </p:nvSpPr>
          <p:spPr>
            <a:xfrm>
              <a:off x="11963489" y="445995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13" name="Freeform: Shape 4312">
              <a:extLst>
                <a:ext uri="{FF2B5EF4-FFF2-40B4-BE49-F238E27FC236}">
                  <a16:creationId xmlns:a16="http://schemas.microsoft.com/office/drawing/2014/main" id="{5D96C34B-14EA-724A-01A4-F4E6A94389E2}"/>
                </a:ext>
              </a:extLst>
            </p:cNvPr>
            <p:cNvSpPr/>
            <p:nvPr/>
          </p:nvSpPr>
          <p:spPr>
            <a:xfrm>
              <a:off x="12077745" y="4459955"/>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14" name="Freeform: Shape 4313">
              <a:extLst>
                <a:ext uri="{FF2B5EF4-FFF2-40B4-BE49-F238E27FC236}">
                  <a16:creationId xmlns:a16="http://schemas.microsoft.com/office/drawing/2014/main" id="{9CF1E48C-F410-C2E6-2D3C-D65DE5D13EC6}"/>
                </a:ext>
              </a:extLst>
            </p:cNvPr>
            <p:cNvSpPr/>
            <p:nvPr/>
          </p:nvSpPr>
          <p:spPr>
            <a:xfrm>
              <a:off x="7279135" y="457421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15" name="Freeform: Shape 4314">
              <a:extLst>
                <a:ext uri="{FF2B5EF4-FFF2-40B4-BE49-F238E27FC236}">
                  <a16:creationId xmlns:a16="http://schemas.microsoft.com/office/drawing/2014/main" id="{5038852A-926A-5D30-81A9-5E8B10456CBC}"/>
                </a:ext>
              </a:extLst>
            </p:cNvPr>
            <p:cNvSpPr/>
            <p:nvPr/>
          </p:nvSpPr>
          <p:spPr>
            <a:xfrm>
              <a:off x="7393391"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16" name="Freeform: Shape 4315">
              <a:extLst>
                <a:ext uri="{FF2B5EF4-FFF2-40B4-BE49-F238E27FC236}">
                  <a16:creationId xmlns:a16="http://schemas.microsoft.com/office/drawing/2014/main" id="{F2F3B7E4-8B08-4D93-DAB9-285F30C6568E}"/>
                </a:ext>
              </a:extLst>
            </p:cNvPr>
            <p:cNvSpPr/>
            <p:nvPr/>
          </p:nvSpPr>
          <p:spPr>
            <a:xfrm>
              <a:off x="7507646"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17" name="Freeform: Shape 4316">
              <a:extLst>
                <a:ext uri="{FF2B5EF4-FFF2-40B4-BE49-F238E27FC236}">
                  <a16:creationId xmlns:a16="http://schemas.microsoft.com/office/drawing/2014/main" id="{457E9734-2F83-D925-87C8-F3554AD1A68C}"/>
                </a:ext>
              </a:extLst>
            </p:cNvPr>
            <p:cNvSpPr/>
            <p:nvPr/>
          </p:nvSpPr>
          <p:spPr>
            <a:xfrm>
              <a:off x="7621902"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18" name="Freeform: Shape 4317">
              <a:extLst>
                <a:ext uri="{FF2B5EF4-FFF2-40B4-BE49-F238E27FC236}">
                  <a16:creationId xmlns:a16="http://schemas.microsoft.com/office/drawing/2014/main" id="{6160E0E3-BDBE-D1B6-E40B-D355CA97478F}"/>
                </a:ext>
              </a:extLst>
            </p:cNvPr>
            <p:cNvSpPr/>
            <p:nvPr/>
          </p:nvSpPr>
          <p:spPr>
            <a:xfrm>
              <a:off x="7736158" y="457421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19" name="Freeform: Shape 4318">
              <a:extLst>
                <a:ext uri="{FF2B5EF4-FFF2-40B4-BE49-F238E27FC236}">
                  <a16:creationId xmlns:a16="http://schemas.microsoft.com/office/drawing/2014/main" id="{4CB94B14-140D-75A8-303F-9B8E430DBA62}"/>
                </a:ext>
              </a:extLst>
            </p:cNvPr>
            <p:cNvSpPr/>
            <p:nvPr/>
          </p:nvSpPr>
          <p:spPr>
            <a:xfrm>
              <a:off x="7850414"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20" name="Freeform: Shape 4319">
              <a:extLst>
                <a:ext uri="{FF2B5EF4-FFF2-40B4-BE49-F238E27FC236}">
                  <a16:creationId xmlns:a16="http://schemas.microsoft.com/office/drawing/2014/main" id="{91C4E000-4065-0149-1D44-F8B34F3FB0AD}"/>
                </a:ext>
              </a:extLst>
            </p:cNvPr>
            <p:cNvSpPr/>
            <p:nvPr/>
          </p:nvSpPr>
          <p:spPr>
            <a:xfrm>
              <a:off x="7964669"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21" name="Freeform: Shape 4320">
              <a:extLst>
                <a:ext uri="{FF2B5EF4-FFF2-40B4-BE49-F238E27FC236}">
                  <a16:creationId xmlns:a16="http://schemas.microsoft.com/office/drawing/2014/main" id="{90EAB088-FA1D-EA7B-97DF-01FAD17E9E8C}"/>
                </a:ext>
              </a:extLst>
            </p:cNvPr>
            <p:cNvSpPr/>
            <p:nvPr/>
          </p:nvSpPr>
          <p:spPr>
            <a:xfrm>
              <a:off x="8078925" y="457421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22" name="Freeform: Shape 4321">
              <a:extLst>
                <a:ext uri="{FF2B5EF4-FFF2-40B4-BE49-F238E27FC236}">
                  <a16:creationId xmlns:a16="http://schemas.microsoft.com/office/drawing/2014/main" id="{3EDF25FC-1C20-6A7A-5FBE-5886DE8DE5CA}"/>
                </a:ext>
              </a:extLst>
            </p:cNvPr>
            <p:cNvSpPr/>
            <p:nvPr/>
          </p:nvSpPr>
          <p:spPr>
            <a:xfrm>
              <a:off x="8193181"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23" name="Freeform: Shape 4322">
              <a:extLst>
                <a:ext uri="{FF2B5EF4-FFF2-40B4-BE49-F238E27FC236}">
                  <a16:creationId xmlns:a16="http://schemas.microsoft.com/office/drawing/2014/main" id="{99ABFBA4-E2B2-6CCC-FA22-5CFC4E26CCCA}"/>
                </a:ext>
              </a:extLst>
            </p:cNvPr>
            <p:cNvSpPr/>
            <p:nvPr/>
          </p:nvSpPr>
          <p:spPr>
            <a:xfrm>
              <a:off x="8307437"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24" name="Freeform: Shape 4323">
              <a:extLst>
                <a:ext uri="{FF2B5EF4-FFF2-40B4-BE49-F238E27FC236}">
                  <a16:creationId xmlns:a16="http://schemas.microsoft.com/office/drawing/2014/main" id="{EC0D729E-A2DF-9170-5275-01244B9CC28C}"/>
                </a:ext>
              </a:extLst>
            </p:cNvPr>
            <p:cNvSpPr/>
            <p:nvPr/>
          </p:nvSpPr>
          <p:spPr>
            <a:xfrm>
              <a:off x="8421648"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25" name="Freeform: Shape 4324">
              <a:extLst>
                <a:ext uri="{FF2B5EF4-FFF2-40B4-BE49-F238E27FC236}">
                  <a16:creationId xmlns:a16="http://schemas.microsoft.com/office/drawing/2014/main" id="{C301102B-A364-2D6A-261A-B708F3365192}"/>
                </a:ext>
              </a:extLst>
            </p:cNvPr>
            <p:cNvSpPr/>
            <p:nvPr/>
          </p:nvSpPr>
          <p:spPr>
            <a:xfrm>
              <a:off x="8535904"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26" name="Freeform: Shape 4325">
              <a:extLst>
                <a:ext uri="{FF2B5EF4-FFF2-40B4-BE49-F238E27FC236}">
                  <a16:creationId xmlns:a16="http://schemas.microsoft.com/office/drawing/2014/main" id="{646EF843-DCB6-8883-A699-382FF47F5F79}"/>
                </a:ext>
              </a:extLst>
            </p:cNvPr>
            <p:cNvSpPr/>
            <p:nvPr/>
          </p:nvSpPr>
          <p:spPr>
            <a:xfrm>
              <a:off x="8650160"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27" name="Freeform: Shape 4326">
              <a:extLst>
                <a:ext uri="{FF2B5EF4-FFF2-40B4-BE49-F238E27FC236}">
                  <a16:creationId xmlns:a16="http://schemas.microsoft.com/office/drawing/2014/main" id="{D136B47A-E981-62E4-5327-67259AB3AC8A}"/>
                </a:ext>
              </a:extLst>
            </p:cNvPr>
            <p:cNvSpPr/>
            <p:nvPr/>
          </p:nvSpPr>
          <p:spPr>
            <a:xfrm>
              <a:off x="8764416"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28" name="Freeform: Shape 4327">
              <a:extLst>
                <a:ext uri="{FF2B5EF4-FFF2-40B4-BE49-F238E27FC236}">
                  <a16:creationId xmlns:a16="http://schemas.microsoft.com/office/drawing/2014/main" id="{3425660B-5659-A925-B508-22D6AEBE02C6}"/>
                </a:ext>
              </a:extLst>
            </p:cNvPr>
            <p:cNvSpPr/>
            <p:nvPr/>
          </p:nvSpPr>
          <p:spPr>
            <a:xfrm>
              <a:off x="8878671" y="457421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29" name="Freeform: Shape 4328">
              <a:extLst>
                <a:ext uri="{FF2B5EF4-FFF2-40B4-BE49-F238E27FC236}">
                  <a16:creationId xmlns:a16="http://schemas.microsoft.com/office/drawing/2014/main" id="{41F1E1D9-61D1-5916-1CC0-FC4502C4BDFF}"/>
                </a:ext>
              </a:extLst>
            </p:cNvPr>
            <p:cNvSpPr/>
            <p:nvPr/>
          </p:nvSpPr>
          <p:spPr>
            <a:xfrm>
              <a:off x="8992927"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30" name="Freeform: Shape 4329">
              <a:extLst>
                <a:ext uri="{FF2B5EF4-FFF2-40B4-BE49-F238E27FC236}">
                  <a16:creationId xmlns:a16="http://schemas.microsoft.com/office/drawing/2014/main" id="{CB8F9477-9BE5-8E18-BE41-EC7A3C04D3A5}"/>
                </a:ext>
              </a:extLst>
            </p:cNvPr>
            <p:cNvSpPr/>
            <p:nvPr/>
          </p:nvSpPr>
          <p:spPr>
            <a:xfrm>
              <a:off x="9107183"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31" name="Freeform: Shape 4330">
              <a:extLst>
                <a:ext uri="{FF2B5EF4-FFF2-40B4-BE49-F238E27FC236}">
                  <a16:creationId xmlns:a16="http://schemas.microsoft.com/office/drawing/2014/main" id="{8C04C0C1-48BC-5D36-4690-6279F48236EE}"/>
                </a:ext>
              </a:extLst>
            </p:cNvPr>
            <p:cNvSpPr/>
            <p:nvPr/>
          </p:nvSpPr>
          <p:spPr>
            <a:xfrm>
              <a:off x="9221439"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32" name="Freeform: Shape 4331">
              <a:extLst>
                <a:ext uri="{FF2B5EF4-FFF2-40B4-BE49-F238E27FC236}">
                  <a16:creationId xmlns:a16="http://schemas.microsoft.com/office/drawing/2014/main" id="{028F6046-10E3-F936-74F3-8C232E88631D}"/>
                </a:ext>
              </a:extLst>
            </p:cNvPr>
            <p:cNvSpPr/>
            <p:nvPr/>
          </p:nvSpPr>
          <p:spPr>
            <a:xfrm>
              <a:off x="9335695" y="457421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33" name="Freeform: Shape 4332">
              <a:extLst>
                <a:ext uri="{FF2B5EF4-FFF2-40B4-BE49-F238E27FC236}">
                  <a16:creationId xmlns:a16="http://schemas.microsoft.com/office/drawing/2014/main" id="{4C996DFA-79F9-05AE-9BED-D3705EEA4C81}"/>
                </a:ext>
              </a:extLst>
            </p:cNvPr>
            <p:cNvSpPr/>
            <p:nvPr/>
          </p:nvSpPr>
          <p:spPr>
            <a:xfrm>
              <a:off x="9449950"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34" name="Freeform: Shape 4333">
              <a:extLst>
                <a:ext uri="{FF2B5EF4-FFF2-40B4-BE49-F238E27FC236}">
                  <a16:creationId xmlns:a16="http://schemas.microsoft.com/office/drawing/2014/main" id="{6528CCC8-38E3-BF38-021E-7A37241E8544}"/>
                </a:ext>
              </a:extLst>
            </p:cNvPr>
            <p:cNvSpPr/>
            <p:nvPr/>
          </p:nvSpPr>
          <p:spPr>
            <a:xfrm>
              <a:off x="9564206"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35" name="Freeform: Shape 4334">
              <a:extLst>
                <a:ext uri="{FF2B5EF4-FFF2-40B4-BE49-F238E27FC236}">
                  <a16:creationId xmlns:a16="http://schemas.microsoft.com/office/drawing/2014/main" id="{6DA0536E-81BD-45DB-C371-3572171107C7}"/>
                </a:ext>
              </a:extLst>
            </p:cNvPr>
            <p:cNvSpPr/>
            <p:nvPr/>
          </p:nvSpPr>
          <p:spPr>
            <a:xfrm>
              <a:off x="9678418" y="457421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36" name="Freeform: Shape 4335">
              <a:extLst>
                <a:ext uri="{FF2B5EF4-FFF2-40B4-BE49-F238E27FC236}">
                  <a16:creationId xmlns:a16="http://schemas.microsoft.com/office/drawing/2014/main" id="{DEF409DD-9E3E-F195-733A-5ED614D43504}"/>
                </a:ext>
              </a:extLst>
            </p:cNvPr>
            <p:cNvSpPr/>
            <p:nvPr/>
          </p:nvSpPr>
          <p:spPr>
            <a:xfrm>
              <a:off x="9792674"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37" name="Freeform: Shape 4336">
              <a:extLst>
                <a:ext uri="{FF2B5EF4-FFF2-40B4-BE49-F238E27FC236}">
                  <a16:creationId xmlns:a16="http://schemas.microsoft.com/office/drawing/2014/main" id="{B6A99EB3-2E54-B713-7C43-C1D1A214DDAA}"/>
                </a:ext>
              </a:extLst>
            </p:cNvPr>
            <p:cNvSpPr/>
            <p:nvPr/>
          </p:nvSpPr>
          <p:spPr>
            <a:xfrm>
              <a:off x="9906929"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38" name="Freeform: Shape 4337">
              <a:extLst>
                <a:ext uri="{FF2B5EF4-FFF2-40B4-BE49-F238E27FC236}">
                  <a16:creationId xmlns:a16="http://schemas.microsoft.com/office/drawing/2014/main" id="{DF7048CD-CDCB-EB6D-7157-6F83CEBE91EB}"/>
                </a:ext>
              </a:extLst>
            </p:cNvPr>
            <p:cNvSpPr/>
            <p:nvPr/>
          </p:nvSpPr>
          <p:spPr>
            <a:xfrm>
              <a:off x="10021185"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39" name="Freeform: Shape 4338">
              <a:extLst>
                <a:ext uri="{FF2B5EF4-FFF2-40B4-BE49-F238E27FC236}">
                  <a16:creationId xmlns:a16="http://schemas.microsoft.com/office/drawing/2014/main" id="{FB246918-274B-B60D-B996-23C062EA5B66}"/>
                </a:ext>
              </a:extLst>
            </p:cNvPr>
            <p:cNvSpPr/>
            <p:nvPr/>
          </p:nvSpPr>
          <p:spPr>
            <a:xfrm>
              <a:off x="10135441"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40" name="Freeform: Shape 4339">
              <a:extLst>
                <a:ext uri="{FF2B5EF4-FFF2-40B4-BE49-F238E27FC236}">
                  <a16:creationId xmlns:a16="http://schemas.microsoft.com/office/drawing/2014/main" id="{9E6034EF-19C1-BB8D-869C-A653C1F753E1}"/>
                </a:ext>
              </a:extLst>
            </p:cNvPr>
            <p:cNvSpPr/>
            <p:nvPr/>
          </p:nvSpPr>
          <p:spPr>
            <a:xfrm>
              <a:off x="10249697"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41" name="Freeform: Shape 4340">
              <a:extLst>
                <a:ext uri="{FF2B5EF4-FFF2-40B4-BE49-F238E27FC236}">
                  <a16:creationId xmlns:a16="http://schemas.microsoft.com/office/drawing/2014/main" id="{0DA1E7E9-46C8-475A-EBAE-F3D575E26F6B}"/>
                </a:ext>
              </a:extLst>
            </p:cNvPr>
            <p:cNvSpPr/>
            <p:nvPr/>
          </p:nvSpPr>
          <p:spPr>
            <a:xfrm>
              <a:off x="10363952"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42" name="Freeform: Shape 4341">
              <a:extLst>
                <a:ext uri="{FF2B5EF4-FFF2-40B4-BE49-F238E27FC236}">
                  <a16:creationId xmlns:a16="http://schemas.microsoft.com/office/drawing/2014/main" id="{458C6E31-A4C6-7F80-055F-3CB4383DFB28}"/>
                </a:ext>
              </a:extLst>
            </p:cNvPr>
            <p:cNvSpPr/>
            <p:nvPr/>
          </p:nvSpPr>
          <p:spPr>
            <a:xfrm>
              <a:off x="10478208" y="457421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43" name="Freeform: Shape 4342">
              <a:extLst>
                <a:ext uri="{FF2B5EF4-FFF2-40B4-BE49-F238E27FC236}">
                  <a16:creationId xmlns:a16="http://schemas.microsoft.com/office/drawing/2014/main" id="{2877DF3C-9FE6-931B-3C83-6AB40FAB7197}"/>
                </a:ext>
              </a:extLst>
            </p:cNvPr>
            <p:cNvSpPr/>
            <p:nvPr/>
          </p:nvSpPr>
          <p:spPr>
            <a:xfrm>
              <a:off x="10592464"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44" name="Freeform: Shape 4343">
              <a:extLst>
                <a:ext uri="{FF2B5EF4-FFF2-40B4-BE49-F238E27FC236}">
                  <a16:creationId xmlns:a16="http://schemas.microsoft.com/office/drawing/2014/main" id="{481EBEDA-B11D-B2B8-6DEA-946AFAB2CCAD}"/>
                </a:ext>
              </a:extLst>
            </p:cNvPr>
            <p:cNvSpPr/>
            <p:nvPr/>
          </p:nvSpPr>
          <p:spPr>
            <a:xfrm>
              <a:off x="10706720"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45" name="Freeform: Shape 4344">
              <a:extLst>
                <a:ext uri="{FF2B5EF4-FFF2-40B4-BE49-F238E27FC236}">
                  <a16:creationId xmlns:a16="http://schemas.microsoft.com/office/drawing/2014/main" id="{06F7FB6A-BE56-A325-5B73-4FEAE5444CE3}"/>
                </a:ext>
              </a:extLst>
            </p:cNvPr>
            <p:cNvSpPr/>
            <p:nvPr/>
          </p:nvSpPr>
          <p:spPr>
            <a:xfrm>
              <a:off x="10820976" y="4574210"/>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46" name="Freeform: Shape 4345">
              <a:extLst>
                <a:ext uri="{FF2B5EF4-FFF2-40B4-BE49-F238E27FC236}">
                  <a16:creationId xmlns:a16="http://schemas.microsoft.com/office/drawing/2014/main" id="{83E3A96E-B85A-44FD-2615-D92518DF89F5}"/>
                </a:ext>
              </a:extLst>
            </p:cNvPr>
            <p:cNvSpPr/>
            <p:nvPr/>
          </p:nvSpPr>
          <p:spPr>
            <a:xfrm>
              <a:off x="10935231"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47" name="Freeform: Shape 4346">
              <a:extLst>
                <a:ext uri="{FF2B5EF4-FFF2-40B4-BE49-F238E27FC236}">
                  <a16:creationId xmlns:a16="http://schemas.microsoft.com/office/drawing/2014/main" id="{C73D22C2-E7BF-9B31-4FAB-09EA0CE0A597}"/>
                </a:ext>
              </a:extLst>
            </p:cNvPr>
            <p:cNvSpPr/>
            <p:nvPr/>
          </p:nvSpPr>
          <p:spPr>
            <a:xfrm>
              <a:off x="11049443"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48" name="Freeform: Shape 4347">
              <a:extLst>
                <a:ext uri="{FF2B5EF4-FFF2-40B4-BE49-F238E27FC236}">
                  <a16:creationId xmlns:a16="http://schemas.microsoft.com/office/drawing/2014/main" id="{B54D7C96-4DD9-C382-71E6-EE670A9B343A}"/>
                </a:ext>
              </a:extLst>
            </p:cNvPr>
            <p:cNvSpPr/>
            <p:nvPr/>
          </p:nvSpPr>
          <p:spPr>
            <a:xfrm>
              <a:off x="11163699" y="4574210"/>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49" name="Freeform: Shape 4348">
              <a:extLst>
                <a:ext uri="{FF2B5EF4-FFF2-40B4-BE49-F238E27FC236}">
                  <a16:creationId xmlns:a16="http://schemas.microsoft.com/office/drawing/2014/main" id="{8621E78F-F951-2887-B975-198CFD18682A}"/>
                </a:ext>
              </a:extLst>
            </p:cNvPr>
            <p:cNvSpPr/>
            <p:nvPr/>
          </p:nvSpPr>
          <p:spPr>
            <a:xfrm>
              <a:off x="11277955"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50" name="Freeform: Shape 4349">
              <a:extLst>
                <a:ext uri="{FF2B5EF4-FFF2-40B4-BE49-F238E27FC236}">
                  <a16:creationId xmlns:a16="http://schemas.microsoft.com/office/drawing/2014/main" id="{C9BEEB09-4184-886F-BB14-8C78DEF953E8}"/>
                </a:ext>
              </a:extLst>
            </p:cNvPr>
            <p:cNvSpPr/>
            <p:nvPr/>
          </p:nvSpPr>
          <p:spPr>
            <a:xfrm>
              <a:off x="11392210"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51" name="Freeform: Shape 4350">
              <a:extLst>
                <a:ext uri="{FF2B5EF4-FFF2-40B4-BE49-F238E27FC236}">
                  <a16:creationId xmlns:a16="http://schemas.microsoft.com/office/drawing/2014/main" id="{69DEAFE0-5F94-4018-C2DE-0E6CC4B64B4E}"/>
                </a:ext>
              </a:extLst>
            </p:cNvPr>
            <p:cNvSpPr/>
            <p:nvPr/>
          </p:nvSpPr>
          <p:spPr>
            <a:xfrm>
              <a:off x="11506466" y="4574210"/>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52" name="Freeform: Shape 4351">
              <a:extLst>
                <a:ext uri="{FF2B5EF4-FFF2-40B4-BE49-F238E27FC236}">
                  <a16:creationId xmlns:a16="http://schemas.microsoft.com/office/drawing/2014/main" id="{5BF40184-1530-D536-C156-DA447965D395}"/>
                </a:ext>
              </a:extLst>
            </p:cNvPr>
            <p:cNvSpPr/>
            <p:nvPr/>
          </p:nvSpPr>
          <p:spPr>
            <a:xfrm>
              <a:off x="11620722"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53" name="Freeform: Shape 4352">
              <a:extLst>
                <a:ext uri="{FF2B5EF4-FFF2-40B4-BE49-F238E27FC236}">
                  <a16:creationId xmlns:a16="http://schemas.microsoft.com/office/drawing/2014/main" id="{95045732-A3C8-9FA1-AAE5-56200917361C}"/>
                </a:ext>
              </a:extLst>
            </p:cNvPr>
            <p:cNvSpPr/>
            <p:nvPr/>
          </p:nvSpPr>
          <p:spPr>
            <a:xfrm>
              <a:off x="11734978"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54" name="Freeform: Shape 4353">
              <a:extLst>
                <a:ext uri="{FF2B5EF4-FFF2-40B4-BE49-F238E27FC236}">
                  <a16:creationId xmlns:a16="http://schemas.microsoft.com/office/drawing/2014/main" id="{98569A8C-0B37-55EB-8902-CAC555FFFEB7}"/>
                </a:ext>
              </a:extLst>
            </p:cNvPr>
            <p:cNvSpPr/>
            <p:nvPr/>
          </p:nvSpPr>
          <p:spPr>
            <a:xfrm>
              <a:off x="11849233"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55" name="Freeform: Shape 4354">
              <a:extLst>
                <a:ext uri="{FF2B5EF4-FFF2-40B4-BE49-F238E27FC236}">
                  <a16:creationId xmlns:a16="http://schemas.microsoft.com/office/drawing/2014/main" id="{F8D8608E-C2A8-A767-C85D-EB4157911B86}"/>
                </a:ext>
              </a:extLst>
            </p:cNvPr>
            <p:cNvSpPr/>
            <p:nvPr/>
          </p:nvSpPr>
          <p:spPr>
            <a:xfrm>
              <a:off x="11963489" y="457421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56" name="Freeform: Shape 4355">
              <a:extLst>
                <a:ext uri="{FF2B5EF4-FFF2-40B4-BE49-F238E27FC236}">
                  <a16:creationId xmlns:a16="http://schemas.microsoft.com/office/drawing/2014/main" id="{29ADD3D5-1739-9172-4BAB-30A7175C8E02}"/>
                </a:ext>
              </a:extLst>
            </p:cNvPr>
            <p:cNvSpPr/>
            <p:nvPr/>
          </p:nvSpPr>
          <p:spPr>
            <a:xfrm>
              <a:off x="12077745" y="4574210"/>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357" name="Freeform: Shape 4356">
              <a:extLst>
                <a:ext uri="{FF2B5EF4-FFF2-40B4-BE49-F238E27FC236}">
                  <a16:creationId xmlns:a16="http://schemas.microsoft.com/office/drawing/2014/main" id="{DECED706-7198-344D-5200-D3B2AAAEED8C}"/>
                </a:ext>
              </a:extLst>
            </p:cNvPr>
            <p:cNvSpPr/>
            <p:nvPr/>
          </p:nvSpPr>
          <p:spPr>
            <a:xfrm>
              <a:off x="7279135" y="468846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58" name="Freeform: Shape 4357">
              <a:extLst>
                <a:ext uri="{FF2B5EF4-FFF2-40B4-BE49-F238E27FC236}">
                  <a16:creationId xmlns:a16="http://schemas.microsoft.com/office/drawing/2014/main" id="{622CD942-6FAF-4470-044F-83801F3D7C50}"/>
                </a:ext>
              </a:extLst>
            </p:cNvPr>
            <p:cNvSpPr/>
            <p:nvPr/>
          </p:nvSpPr>
          <p:spPr>
            <a:xfrm>
              <a:off x="7393391"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59" name="Freeform: Shape 4358">
              <a:extLst>
                <a:ext uri="{FF2B5EF4-FFF2-40B4-BE49-F238E27FC236}">
                  <a16:creationId xmlns:a16="http://schemas.microsoft.com/office/drawing/2014/main" id="{1C7A0C2D-9361-8B02-E6D0-AE2664DFECD5}"/>
                </a:ext>
              </a:extLst>
            </p:cNvPr>
            <p:cNvSpPr/>
            <p:nvPr/>
          </p:nvSpPr>
          <p:spPr>
            <a:xfrm>
              <a:off x="7507646"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60" name="Freeform: Shape 4359">
              <a:extLst>
                <a:ext uri="{FF2B5EF4-FFF2-40B4-BE49-F238E27FC236}">
                  <a16:creationId xmlns:a16="http://schemas.microsoft.com/office/drawing/2014/main" id="{C4F03A06-6ECF-A441-4940-AE41F83775A8}"/>
                </a:ext>
              </a:extLst>
            </p:cNvPr>
            <p:cNvSpPr/>
            <p:nvPr/>
          </p:nvSpPr>
          <p:spPr>
            <a:xfrm>
              <a:off x="7621902"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61" name="Freeform: Shape 4360">
              <a:extLst>
                <a:ext uri="{FF2B5EF4-FFF2-40B4-BE49-F238E27FC236}">
                  <a16:creationId xmlns:a16="http://schemas.microsoft.com/office/drawing/2014/main" id="{FB13F2D1-6A63-57D4-CBC9-E76FBB0C6290}"/>
                </a:ext>
              </a:extLst>
            </p:cNvPr>
            <p:cNvSpPr/>
            <p:nvPr/>
          </p:nvSpPr>
          <p:spPr>
            <a:xfrm>
              <a:off x="7736158" y="468846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62" name="Freeform: Shape 4361">
              <a:extLst>
                <a:ext uri="{FF2B5EF4-FFF2-40B4-BE49-F238E27FC236}">
                  <a16:creationId xmlns:a16="http://schemas.microsoft.com/office/drawing/2014/main" id="{255363AB-2F61-C651-804A-AD80FBA24365}"/>
                </a:ext>
              </a:extLst>
            </p:cNvPr>
            <p:cNvSpPr/>
            <p:nvPr/>
          </p:nvSpPr>
          <p:spPr>
            <a:xfrm>
              <a:off x="7850414"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63" name="Freeform: Shape 4362">
              <a:extLst>
                <a:ext uri="{FF2B5EF4-FFF2-40B4-BE49-F238E27FC236}">
                  <a16:creationId xmlns:a16="http://schemas.microsoft.com/office/drawing/2014/main" id="{5266B7C3-5808-8282-DCB8-F0E2E104B5B2}"/>
                </a:ext>
              </a:extLst>
            </p:cNvPr>
            <p:cNvSpPr/>
            <p:nvPr/>
          </p:nvSpPr>
          <p:spPr>
            <a:xfrm>
              <a:off x="7964669"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64" name="Freeform: Shape 4363">
              <a:extLst>
                <a:ext uri="{FF2B5EF4-FFF2-40B4-BE49-F238E27FC236}">
                  <a16:creationId xmlns:a16="http://schemas.microsoft.com/office/drawing/2014/main" id="{AD6139C0-3AF7-CD3D-DE68-8651D391CEC5}"/>
                </a:ext>
              </a:extLst>
            </p:cNvPr>
            <p:cNvSpPr/>
            <p:nvPr/>
          </p:nvSpPr>
          <p:spPr>
            <a:xfrm>
              <a:off x="8078925" y="468846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65" name="Freeform: Shape 4364">
              <a:extLst>
                <a:ext uri="{FF2B5EF4-FFF2-40B4-BE49-F238E27FC236}">
                  <a16:creationId xmlns:a16="http://schemas.microsoft.com/office/drawing/2014/main" id="{25D4DB5B-0DD0-0985-38BD-1FF72222F5D0}"/>
                </a:ext>
              </a:extLst>
            </p:cNvPr>
            <p:cNvSpPr/>
            <p:nvPr/>
          </p:nvSpPr>
          <p:spPr>
            <a:xfrm>
              <a:off x="8193181"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66" name="Freeform: Shape 4365">
              <a:extLst>
                <a:ext uri="{FF2B5EF4-FFF2-40B4-BE49-F238E27FC236}">
                  <a16:creationId xmlns:a16="http://schemas.microsoft.com/office/drawing/2014/main" id="{7EF79207-EABF-C4E9-5DEF-33FC12E65C50}"/>
                </a:ext>
              </a:extLst>
            </p:cNvPr>
            <p:cNvSpPr/>
            <p:nvPr/>
          </p:nvSpPr>
          <p:spPr>
            <a:xfrm>
              <a:off x="8307437"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67" name="Freeform: Shape 4366">
              <a:extLst>
                <a:ext uri="{FF2B5EF4-FFF2-40B4-BE49-F238E27FC236}">
                  <a16:creationId xmlns:a16="http://schemas.microsoft.com/office/drawing/2014/main" id="{5417D294-991F-D9E5-F249-95355E718E08}"/>
                </a:ext>
              </a:extLst>
            </p:cNvPr>
            <p:cNvSpPr/>
            <p:nvPr/>
          </p:nvSpPr>
          <p:spPr>
            <a:xfrm>
              <a:off x="8421648"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68" name="Freeform: Shape 4367">
              <a:extLst>
                <a:ext uri="{FF2B5EF4-FFF2-40B4-BE49-F238E27FC236}">
                  <a16:creationId xmlns:a16="http://schemas.microsoft.com/office/drawing/2014/main" id="{0068ECAC-49A3-2381-078E-A47FAC2BFEE0}"/>
                </a:ext>
              </a:extLst>
            </p:cNvPr>
            <p:cNvSpPr/>
            <p:nvPr/>
          </p:nvSpPr>
          <p:spPr>
            <a:xfrm>
              <a:off x="8535904"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69" name="Freeform: Shape 4368">
              <a:extLst>
                <a:ext uri="{FF2B5EF4-FFF2-40B4-BE49-F238E27FC236}">
                  <a16:creationId xmlns:a16="http://schemas.microsoft.com/office/drawing/2014/main" id="{89CC50D7-B6F3-602D-D18A-E4204347DBE4}"/>
                </a:ext>
              </a:extLst>
            </p:cNvPr>
            <p:cNvSpPr/>
            <p:nvPr/>
          </p:nvSpPr>
          <p:spPr>
            <a:xfrm>
              <a:off x="8650160"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70" name="Freeform: Shape 4369">
              <a:extLst>
                <a:ext uri="{FF2B5EF4-FFF2-40B4-BE49-F238E27FC236}">
                  <a16:creationId xmlns:a16="http://schemas.microsoft.com/office/drawing/2014/main" id="{0E11AF99-67ED-6234-E064-C5E390849692}"/>
                </a:ext>
              </a:extLst>
            </p:cNvPr>
            <p:cNvSpPr/>
            <p:nvPr/>
          </p:nvSpPr>
          <p:spPr>
            <a:xfrm>
              <a:off x="8764416"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71" name="Freeform: Shape 4370">
              <a:extLst>
                <a:ext uri="{FF2B5EF4-FFF2-40B4-BE49-F238E27FC236}">
                  <a16:creationId xmlns:a16="http://schemas.microsoft.com/office/drawing/2014/main" id="{AF616189-8FCE-E1A9-A7DF-973D37B01BC4}"/>
                </a:ext>
              </a:extLst>
            </p:cNvPr>
            <p:cNvSpPr/>
            <p:nvPr/>
          </p:nvSpPr>
          <p:spPr>
            <a:xfrm>
              <a:off x="8878671" y="468846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72" name="Freeform: Shape 4371">
              <a:extLst>
                <a:ext uri="{FF2B5EF4-FFF2-40B4-BE49-F238E27FC236}">
                  <a16:creationId xmlns:a16="http://schemas.microsoft.com/office/drawing/2014/main" id="{4824DE76-B643-2CB3-C3A0-BB560C2B6E9A}"/>
                </a:ext>
              </a:extLst>
            </p:cNvPr>
            <p:cNvSpPr/>
            <p:nvPr/>
          </p:nvSpPr>
          <p:spPr>
            <a:xfrm>
              <a:off x="8992927"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73" name="Freeform: Shape 4372">
              <a:extLst>
                <a:ext uri="{FF2B5EF4-FFF2-40B4-BE49-F238E27FC236}">
                  <a16:creationId xmlns:a16="http://schemas.microsoft.com/office/drawing/2014/main" id="{31F88740-EF53-C861-C131-43B58E5E95F3}"/>
                </a:ext>
              </a:extLst>
            </p:cNvPr>
            <p:cNvSpPr/>
            <p:nvPr/>
          </p:nvSpPr>
          <p:spPr>
            <a:xfrm>
              <a:off x="9107183"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74" name="Freeform: Shape 4373">
              <a:extLst>
                <a:ext uri="{FF2B5EF4-FFF2-40B4-BE49-F238E27FC236}">
                  <a16:creationId xmlns:a16="http://schemas.microsoft.com/office/drawing/2014/main" id="{A3C4267E-7A1E-D7F7-1878-FC78C735C566}"/>
                </a:ext>
              </a:extLst>
            </p:cNvPr>
            <p:cNvSpPr/>
            <p:nvPr/>
          </p:nvSpPr>
          <p:spPr>
            <a:xfrm>
              <a:off x="9221439"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75" name="Freeform: Shape 4374">
              <a:extLst>
                <a:ext uri="{FF2B5EF4-FFF2-40B4-BE49-F238E27FC236}">
                  <a16:creationId xmlns:a16="http://schemas.microsoft.com/office/drawing/2014/main" id="{EE46737C-6B5A-BF2F-E755-7DD4D2377705}"/>
                </a:ext>
              </a:extLst>
            </p:cNvPr>
            <p:cNvSpPr/>
            <p:nvPr/>
          </p:nvSpPr>
          <p:spPr>
            <a:xfrm>
              <a:off x="9335695" y="468846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76" name="Freeform: Shape 4375">
              <a:extLst>
                <a:ext uri="{FF2B5EF4-FFF2-40B4-BE49-F238E27FC236}">
                  <a16:creationId xmlns:a16="http://schemas.microsoft.com/office/drawing/2014/main" id="{3B164193-2D0A-0F6F-034B-62D7A75A1C48}"/>
                </a:ext>
              </a:extLst>
            </p:cNvPr>
            <p:cNvSpPr/>
            <p:nvPr/>
          </p:nvSpPr>
          <p:spPr>
            <a:xfrm>
              <a:off x="9449950"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77" name="Freeform: Shape 4376">
              <a:extLst>
                <a:ext uri="{FF2B5EF4-FFF2-40B4-BE49-F238E27FC236}">
                  <a16:creationId xmlns:a16="http://schemas.microsoft.com/office/drawing/2014/main" id="{A72C9075-757E-F804-9ABD-5118F5744E71}"/>
                </a:ext>
              </a:extLst>
            </p:cNvPr>
            <p:cNvSpPr/>
            <p:nvPr/>
          </p:nvSpPr>
          <p:spPr>
            <a:xfrm>
              <a:off x="9564206"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78" name="Freeform: Shape 4377">
              <a:extLst>
                <a:ext uri="{FF2B5EF4-FFF2-40B4-BE49-F238E27FC236}">
                  <a16:creationId xmlns:a16="http://schemas.microsoft.com/office/drawing/2014/main" id="{E0FA44A7-D762-B841-0795-9139170F496A}"/>
                </a:ext>
              </a:extLst>
            </p:cNvPr>
            <p:cNvSpPr/>
            <p:nvPr/>
          </p:nvSpPr>
          <p:spPr>
            <a:xfrm>
              <a:off x="9678418" y="468846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79" name="Freeform: Shape 4378">
              <a:extLst>
                <a:ext uri="{FF2B5EF4-FFF2-40B4-BE49-F238E27FC236}">
                  <a16:creationId xmlns:a16="http://schemas.microsoft.com/office/drawing/2014/main" id="{217EED68-5759-E20C-B6B4-8722F23C9234}"/>
                </a:ext>
              </a:extLst>
            </p:cNvPr>
            <p:cNvSpPr/>
            <p:nvPr/>
          </p:nvSpPr>
          <p:spPr>
            <a:xfrm>
              <a:off x="9792674"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80" name="Freeform: Shape 4379">
              <a:extLst>
                <a:ext uri="{FF2B5EF4-FFF2-40B4-BE49-F238E27FC236}">
                  <a16:creationId xmlns:a16="http://schemas.microsoft.com/office/drawing/2014/main" id="{7BBB29FA-28DD-B601-F7D1-555150E91378}"/>
                </a:ext>
              </a:extLst>
            </p:cNvPr>
            <p:cNvSpPr/>
            <p:nvPr/>
          </p:nvSpPr>
          <p:spPr>
            <a:xfrm>
              <a:off x="9906929"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81" name="Freeform: Shape 4380">
              <a:extLst>
                <a:ext uri="{FF2B5EF4-FFF2-40B4-BE49-F238E27FC236}">
                  <a16:creationId xmlns:a16="http://schemas.microsoft.com/office/drawing/2014/main" id="{A53BDB87-A08B-1CF1-837E-85910ED7C32D}"/>
                </a:ext>
              </a:extLst>
            </p:cNvPr>
            <p:cNvSpPr/>
            <p:nvPr/>
          </p:nvSpPr>
          <p:spPr>
            <a:xfrm>
              <a:off x="10021185"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82" name="Freeform: Shape 4381">
              <a:extLst>
                <a:ext uri="{FF2B5EF4-FFF2-40B4-BE49-F238E27FC236}">
                  <a16:creationId xmlns:a16="http://schemas.microsoft.com/office/drawing/2014/main" id="{54AF0504-A098-9639-4E4B-ACDA549E6F08}"/>
                </a:ext>
              </a:extLst>
            </p:cNvPr>
            <p:cNvSpPr/>
            <p:nvPr/>
          </p:nvSpPr>
          <p:spPr>
            <a:xfrm>
              <a:off x="10135441"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83" name="Freeform: Shape 4382">
              <a:extLst>
                <a:ext uri="{FF2B5EF4-FFF2-40B4-BE49-F238E27FC236}">
                  <a16:creationId xmlns:a16="http://schemas.microsoft.com/office/drawing/2014/main" id="{536BAF8A-2137-5D51-10A7-C278DA3869E5}"/>
                </a:ext>
              </a:extLst>
            </p:cNvPr>
            <p:cNvSpPr/>
            <p:nvPr/>
          </p:nvSpPr>
          <p:spPr>
            <a:xfrm>
              <a:off x="10249697"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84" name="Freeform: Shape 4383">
              <a:extLst>
                <a:ext uri="{FF2B5EF4-FFF2-40B4-BE49-F238E27FC236}">
                  <a16:creationId xmlns:a16="http://schemas.microsoft.com/office/drawing/2014/main" id="{8D6C3D99-83DF-0CD9-049F-DDD33840E709}"/>
                </a:ext>
              </a:extLst>
            </p:cNvPr>
            <p:cNvSpPr/>
            <p:nvPr/>
          </p:nvSpPr>
          <p:spPr>
            <a:xfrm>
              <a:off x="10363952"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85" name="Freeform: Shape 4384">
              <a:extLst>
                <a:ext uri="{FF2B5EF4-FFF2-40B4-BE49-F238E27FC236}">
                  <a16:creationId xmlns:a16="http://schemas.microsoft.com/office/drawing/2014/main" id="{B2B60AE1-CEEC-D82D-6A18-821F36A6E4CE}"/>
                </a:ext>
              </a:extLst>
            </p:cNvPr>
            <p:cNvSpPr/>
            <p:nvPr/>
          </p:nvSpPr>
          <p:spPr>
            <a:xfrm>
              <a:off x="10478208" y="468846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86" name="Freeform: Shape 4385">
              <a:extLst>
                <a:ext uri="{FF2B5EF4-FFF2-40B4-BE49-F238E27FC236}">
                  <a16:creationId xmlns:a16="http://schemas.microsoft.com/office/drawing/2014/main" id="{361BF70A-D92B-78DE-2F23-32A2413A1DBF}"/>
                </a:ext>
              </a:extLst>
            </p:cNvPr>
            <p:cNvSpPr/>
            <p:nvPr/>
          </p:nvSpPr>
          <p:spPr>
            <a:xfrm>
              <a:off x="10592464"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87" name="Freeform: Shape 4386">
              <a:extLst>
                <a:ext uri="{FF2B5EF4-FFF2-40B4-BE49-F238E27FC236}">
                  <a16:creationId xmlns:a16="http://schemas.microsoft.com/office/drawing/2014/main" id="{93909B62-114C-F494-44DE-90983704E407}"/>
                </a:ext>
              </a:extLst>
            </p:cNvPr>
            <p:cNvSpPr/>
            <p:nvPr/>
          </p:nvSpPr>
          <p:spPr>
            <a:xfrm>
              <a:off x="10706720"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1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1"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88" name="Freeform: Shape 4387">
              <a:extLst>
                <a:ext uri="{FF2B5EF4-FFF2-40B4-BE49-F238E27FC236}">
                  <a16:creationId xmlns:a16="http://schemas.microsoft.com/office/drawing/2014/main" id="{0AC5BAB5-52C0-09C6-091F-A595F92AB74A}"/>
                </a:ext>
              </a:extLst>
            </p:cNvPr>
            <p:cNvSpPr/>
            <p:nvPr/>
          </p:nvSpPr>
          <p:spPr>
            <a:xfrm>
              <a:off x="10820976" y="4688466"/>
              <a:ext cx="114255" cy="114255"/>
            </a:xfrm>
            <a:custGeom>
              <a:avLst/>
              <a:gdLst>
                <a:gd name="connsiteX0" fmla="*/ 0 w 114255"/>
                <a:gd name="connsiteY0" fmla="*/ 0 h 114255"/>
                <a:gd name="connsiteX1" fmla="*/ 114257 w 114255"/>
                <a:gd name="connsiteY1" fmla="*/ 0 h 114255"/>
                <a:gd name="connsiteX2" fmla="*/ 114257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89" name="Freeform: Shape 4388">
              <a:extLst>
                <a:ext uri="{FF2B5EF4-FFF2-40B4-BE49-F238E27FC236}">
                  <a16:creationId xmlns:a16="http://schemas.microsoft.com/office/drawing/2014/main" id="{CF6B305C-4358-A9B3-F006-F09C9E4185C6}"/>
                </a:ext>
              </a:extLst>
            </p:cNvPr>
            <p:cNvSpPr/>
            <p:nvPr/>
          </p:nvSpPr>
          <p:spPr>
            <a:xfrm>
              <a:off x="10935231"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90" name="Freeform: Shape 4389">
              <a:extLst>
                <a:ext uri="{FF2B5EF4-FFF2-40B4-BE49-F238E27FC236}">
                  <a16:creationId xmlns:a16="http://schemas.microsoft.com/office/drawing/2014/main" id="{3225724B-D9D5-5EB2-B98D-7560B699ED3A}"/>
                </a:ext>
              </a:extLst>
            </p:cNvPr>
            <p:cNvSpPr/>
            <p:nvPr/>
          </p:nvSpPr>
          <p:spPr>
            <a:xfrm>
              <a:off x="11049443"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91" name="Freeform: Shape 4390">
              <a:extLst>
                <a:ext uri="{FF2B5EF4-FFF2-40B4-BE49-F238E27FC236}">
                  <a16:creationId xmlns:a16="http://schemas.microsoft.com/office/drawing/2014/main" id="{EBD2A1BE-255F-CDE7-4136-407DF5CA7572}"/>
                </a:ext>
              </a:extLst>
            </p:cNvPr>
            <p:cNvSpPr/>
            <p:nvPr/>
          </p:nvSpPr>
          <p:spPr>
            <a:xfrm>
              <a:off x="11163699" y="4688466"/>
              <a:ext cx="114255" cy="114255"/>
            </a:xfrm>
            <a:custGeom>
              <a:avLst/>
              <a:gdLst>
                <a:gd name="connsiteX0" fmla="*/ 0 w 114255"/>
                <a:gd name="connsiteY0" fmla="*/ 0 h 114255"/>
                <a:gd name="connsiteX1" fmla="*/ 114257 w 114255"/>
                <a:gd name="connsiteY1" fmla="*/ 0 h 114255"/>
                <a:gd name="connsiteX2" fmla="*/ 114257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92" name="Freeform: Shape 4391">
              <a:extLst>
                <a:ext uri="{FF2B5EF4-FFF2-40B4-BE49-F238E27FC236}">
                  <a16:creationId xmlns:a16="http://schemas.microsoft.com/office/drawing/2014/main" id="{836D4511-F3FD-A8C3-6B49-BA84F89758DA}"/>
                </a:ext>
              </a:extLst>
            </p:cNvPr>
            <p:cNvSpPr/>
            <p:nvPr/>
          </p:nvSpPr>
          <p:spPr>
            <a:xfrm>
              <a:off x="11277955"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93" name="Freeform: Shape 4392">
              <a:extLst>
                <a:ext uri="{FF2B5EF4-FFF2-40B4-BE49-F238E27FC236}">
                  <a16:creationId xmlns:a16="http://schemas.microsoft.com/office/drawing/2014/main" id="{20785B60-FEFA-4FDD-F063-84545B632FC4}"/>
                </a:ext>
              </a:extLst>
            </p:cNvPr>
            <p:cNvSpPr/>
            <p:nvPr/>
          </p:nvSpPr>
          <p:spPr>
            <a:xfrm>
              <a:off x="11392210"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94" name="Freeform: Shape 4393">
              <a:extLst>
                <a:ext uri="{FF2B5EF4-FFF2-40B4-BE49-F238E27FC236}">
                  <a16:creationId xmlns:a16="http://schemas.microsoft.com/office/drawing/2014/main" id="{F5989A40-104B-F294-B2A6-AA4F14770CC7}"/>
                </a:ext>
              </a:extLst>
            </p:cNvPr>
            <p:cNvSpPr/>
            <p:nvPr/>
          </p:nvSpPr>
          <p:spPr>
            <a:xfrm>
              <a:off x="11506466" y="4688466"/>
              <a:ext cx="114255" cy="114255"/>
            </a:xfrm>
            <a:custGeom>
              <a:avLst/>
              <a:gdLst>
                <a:gd name="connsiteX0" fmla="*/ -1 w 114255"/>
                <a:gd name="connsiteY0" fmla="*/ 0 h 114255"/>
                <a:gd name="connsiteX1" fmla="*/ 114256 w 114255"/>
                <a:gd name="connsiteY1" fmla="*/ 0 h 114255"/>
                <a:gd name="connsiteX2" fmla="*/ 114256 w 114255"/>
                <a:gd name="connsiteY2" fmla="*/ 114255 h 114255"/>
                <a:gd name="connsiteX3" fmla="*/ -1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5"/>
                  </a:lnTo>
                  <a:lnTo>
                    <a:pt x="-1"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95" name="Freeform: Shape 4394">
              <a:extLst>
                <a:ext uri="{FF2B5EF4-FFF2-40B4-BE49-F238E27FC236}">
                  <a16:creationId xmlns:a16="http://schemas.microsoft.com/office/drawing/2014/main" id="{C1BD618D-AF06-AB27-8F4B-4B3EE91BB982}"/>
                </a:ext>
              </a:extLst>
            </p:cNvPr>
            <p:cNvSpPr/>
            <p:nvPr/>
          </p:nvSpPr>
          <p:spPr>
            <a:xfrm>
              <a:off x="11620722"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96" name="Freeform: Shape 4395">
              <a:extLst>
                <a:ext uri="{FF2B5EF4-FFF2-40B4-BE49-F238E27FC236}">
                  <a16:creationId xmlns:a16="http://schemas.microsoft.com/office/drawing/2014/main" id="{9CEF4BB0-AEA4-91BF-9E03-D8F6B036771E}"/>
                </a:ext>
              </a:extLst>
            </p:cNvPr>
            <p:cNvSpPr/>
            <p:nvPr/>
          </p:nvSpPr>
          <p:spPr>
            <a:xfrm>
              <a:off x="11734978"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97" name="Freeform: Shape 4396">
              <a:extLst>
                <a:ext uri="{FF2B5EF4-FFF2-40B4-BE49-F238E27FC236}">
                  <a16:creationId xmlns:a16="http://schemas.microsoft.com/office/drawing/2014/main" id="{FADCB57D-91DF-D5EC-CA31-228AB8811748}"/>
                </a:ext>
              </a:extLst>
            </p:cNvPr>
            <p:cNvSpPr/>
            <p:nvPr/>
          </p:nvSpPr>
          <p:spPr>
            <a:xfrm>
              <a:off x="11849233"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98" name="Freeform: Shape 4397">
              <a:extLst>
                <a:ext uri="{FF2B5EF4-FFF2-40B4-BE49-F238E27FC236}">
                  <a16:creationId xmlns:a16="http://schemas.microsoft.com/office/drawing/2014/main" id="{031B0FDA-724B-BE2A-F773-95C8C54CE205}"/>
                </a:ext>
              </a:extLst>
            </p:cNvPr>
            <p:cNvSpPr/>
            <p:nvPr/>
          </p:nvSpPr>
          <p:spPr>
            <a:xfrm>
              <a:off x="11963489" y="468846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399" name="Freeform: Shape 4398">
              <a:extLst>
                <a:ext uri="{FF2B5EF4-FFF2-40B4-BE49-F238E27FC236}">
                  <a16:creationId xmlns:a16="http://schemas.microsoft.com/office/drawing/2014/main" id="{A4B2CD82-E44C-23D6-29EE-607DB9D2CCD4}"/>
                </a:ext>
              </a:extLst>
            </p:cNvPr>
            <p:cNvSpPr/>
            <p:nvPr/>
          </p:nvSpPr>
          <p:spPr>
            <a:xfrm>
              <a:off x="12077745" y="4688466"/>
              <a:ext cx="114255" cy="114255"/>
            </a:xfrm>
            <a:custGeom>
              <a:avLst/>
              <a:gdLst>
                <a:gd name="connsiteX0" fmla="*/ 0 w 114255"/>
                <a:gd name="connsiteY0" fmla="*/ 0 h 114255"/>
                <a:gd name="connsiteX1" fmla="*/ 114257 w 114255"/>
                <a:gd name="connsiteY1" fmla="*/ 0 h 114255"/>
                <a:gd name="connsiteX2" fmla="*/ 114257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400" name="Freeform: Shape 4399">
              <a:extLst>
                <a:ext uri="{FF2B5EF4-FFF2-40B4-BE49-F238E27FC236}">
                  <a16:creationId xmlns:a16="http://schemas.microsoft.com/office/drawing/2014/main" id="{8D83E20E-B593-1E21-F185-8CE3174C9A83}"/>
                </a:ext>
              </a:extLst>
            </p:cNvPr>
            <p:cNvSpPr/>
            <p:nvPr/>
          </p:nvSpPr>
          <p:spPr>
            <a:xfrm>
              <a:off x="7279135" y="480272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01" name="Freeform: Shape 4400">
              <a:extLst>
                <a:ext uri="{FF2B5EF4-FFF2-40B4-BE49-F238E27FC236}">
                  <a16:creationId xmlns:a16="http://schemas.microsoft.com/office/drawing/2014/main" id="{A2AE4303-BF5D-4364-E4D6-EA39548099A6}"/>
                </a:ext>
              </a:extLst>
            </p:cNvPr>
            <p:cNvSpPr/>
            <p:nvPr/>
          </p:nvSpPr>
          <p:spPr>
            <a:xfrm>
              <a:off x="7393391"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02" name="Freeform: Shape 4401">
              <a:extLst>
                <a:ext uri="{FF2B5EF4-FFF2-40B4-BE49-F238E27FC236}">
                  <a16:creationId xmlns:a16="http://schemas.microsoft.com/office/drawing/2014/main" id="{9A78BE4D-206C-3F3E-C299-F1FD33989DEF}"/>
                </a:ext>
              </a:extLst>
            </p:cNvPr>
            <p:cNvSpPr/>
            <p:nvPr/>
          </p:nvSpPr>
          <p:spPr>
            <a:xfrm>
              <a:off x="7507646"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03" name="Freeform: Shape 4402">
              <a:extLst>
                <a:ext uri="{FF2B5EF4-FFF2-40B4-BE49-F238E27FC236}">
                  <a16:creationId xmlns:a16="http://schemas.microsoft.com/office/drawing/2014/main" id="{D256BF55-9AB5-44B0-C27E-43AB89DB82B4}"/>
                </a:ext>
              </a:extLst>
            </p:cNvPr>
            <p:cNvSpPr/>
            <p:nvPr/>
          </p:nvSpPr>
          <p:spPr>
            <a:xfrm>
              <a:off x="7621902"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04" name="Freeform: Shape 4403">
              <a:extLst>
                <a:ext uri="{FF2B5EF4-FFF2-40B4-BE49-F238E27FC236}">
                  <a16:creationId xmlns:a16="http://schemas.microsoft.com/office/drawing/2014/main" id="{8D743AAA-EF33-7E8F-64EE-04F636B20C84}"/>
                </a:ext>
              </a:extLst>
            </p:cNvPr>
            <p:cNvSpPr/>
            <p:nvPr/>
          </p:nvSpPr>
          <p:spPr>
            <a:xfrm>
              <a:off x="7736158" y="480272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05" name="Freeform: Shape 4404">
              <a:extLst>
                <a:ext uri="{FF2B5EF4-FFF2-40B4-BE49-F238E27FC236}">
                  <a16:creationId xmlns:a16="http://schemas.microsoft.com/office/drawing/2014/main" id="{514077DC-6F15-EB1C-65BC-F3D9BF9829EC}"/>
                </a:ext>
              </a:extLst>
            </p:cNvPr>
            <p:cNvSpPr/>
            <p:nvPr/>
          </p:nvSpPr>
          <p:spPr>
            <a:xfrm>
              <a:off x="7850414"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06" name="Freeform: Shape 4405">
              <a:extLst>
                <a:ext uri="{FF2B5EF4-FFF2-40B4-BE49-F238E27FC236}">
                  <a16:creationId xmlns:a16="http://schemas.microsoft.com/office/drawing/2014/main" id="{8FCA12DD-1A18-7EEB-A111-C08D09F1304C}"/>
                </a:ext>
              </a:extLst>
            </p:cNvPr>
            <p:cNvSpPr/>
            <p:nvPr/>
          </p:nvSpPr>
          <p:spPr>
            <a:xfrm>
              <a:off x="7964669"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07" name="Freeform: Shape 4406">
              <a:extLst>
                <a:ext uri="{FF2B5EF4-FFF2-40B4-BE49-F238E27FC236}">
                  <a16:creationId xmlns:a16="http://schemas.microsoft.com/office/drawing/2014/main" id="{B1B63A4C-2F9B-D55A-EB19-6F7F75F5B914}"/>
                </a:ext>
              </a:extLst>
            </p:cNvPr>
            <p:cNvSpPr/>
            <p:nvPr/>
          </p:nvSpPr>
          <p:spPr>
            <a:xfrm>
              <a:off x="8078925" y="480272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08" name="Freeform: Shape 4407">
              <a:extLst>
                <a:ext uri="{FF2B5EF4-FFF2-40B4-BE49-F238E27FC236}">
                  <a16:creationId xmlns:a16="http://schemas.microsoft.com/office/drawing/2014/main" id="{6D282BEA-450C-14DF-196A-A43D879C0036}"/>
                </a:ext>
              </a:extLst>
            </p:cNvPr>
            <p:cNvSpPr/>
            <p:nvPr/>
          </p:nvSpPr>
          <p:spPr>
            <a:xfrm>
              <a:off x="8193181"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09" name="Freeform: Shape 4408">
              <a:extLst>
                <a:ext uri="{FF2B5EF4-FFF2-40B4-BE49-F238E27FC236}">
                  <a16:creationId xmlns:a16="http://schemas.microsoft.com/office/drawing/2014/main" id="{0BE36B5D-AFB2-8F4A-3574-55C5F7142D97}"/>
                </a:ext>
              </a:extLst>
            </p:cNvPr>
            <p:cNvSpPr/>
            <p:nvPr/>
          </p:nvSpPr>
          <p:spPr>
            <a:xfrm>
              <a:off x="8307437"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10" name="Freeform: Shape 4409">
              <a:extLst>
                <a:ext uri="{FF2B5EF4-FFF2-40B4-BE49-F238E27FC236}">
                  <a16:creationId xmlns:a16="http://schemas.microsoft.com/office/drawing/2014/main" id="{FB908350-BA31-0BE4-AF91-5DBBECBFBAB0}"/>
                </a:ext>
              </a:extLst>
            </p:cNvPr>
            <p:cNvSpPr/>
            <p:nvPr/>
          </p:nvSpPr>
          <p:spPr>
            <a:xfrm>
              <a:off x="8421648"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11" name="Freeform: Shape 4410">
              <a:extLst>
                <a:ext uri="{FF2B5EF4-FFF2-40B4-BE49-F238E27FC236}">
                  <a16:creationId xmlns:a16="http://schemas.microsoft.com/office/drawing/2014/main" id="{C73C11CC-80A0-7043-BC7F-699090D3BB8A}"/>
                </a:ext>
              </a:extLst>
            </p:cNvPr>
            <p:cNvSpPr/>
            <p:nvPr/>
          </p:nvSpPr>
          <p:spPr>
            <a:xfrm>
              <a:off x="8535904"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12" name="Freeform: Shape 4411">
              <a:extLst>
                <a:ext uri="{FF2B5EF4-FFF2-40B4-BE49-F238E27FC236}">
                  <a16:creationId xmlns:a16="http://schemas.microsoft.com/office/drawing/2014/main" id="{167ED271-0387-1C3C-DED5-015A4FDD2145}"/>
                </a:ext>
              </a:extLst>
            </p:cNvPr>
            <p:cNvSpPr/>
            <p:nvPr/>
          </p:nvSpPr>
          <p:spPr>
            <a:xfrm>
              <a:off x="8650160"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13" name="Freeform: Shape 4412">
              <a:extLst>
                <a:ext uri="{FF2B5EF4-FFF2-40B4-BE49-F238E27FC236}">
                  <a16:creationId xmlns:a16="http://schemas.microsoft.com/office/drawing/2014/main" id="{E8D8C2A2-AE07-F98B-2F5D-A5A7784C923B}"/>
                </a:ext>
              </a:extLst>
            </p:cNvPr>
            <p:cNvSpPr/>
            <p:nvPr/>
          </p:nvSpPr>
          <p:spPr>
            <a:xfrm>
              <a:off x="8764416"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14" name="Freeform: Shape 4413">
              <a:extLst>
                <a:ext uri="{FF2B5EF4-FFF2-40B4-BE49-F238E27FC236}">
                  <a16:creationId xmlns:a16="http://schemas.microsoft.com/office/drawing/2014/main" id="{1872EE55-DCCA-0C73-E3AD-94210594FF9B}"/>
                </a:ext>
              </a:extLst>
            </p:cNvPr>
            <p:cNvSpPr/>
            <p:nvPr/>
          </p:nvSpPr>
          <p:spPr>
            <a:xfrm>
              <a:off x="8878671" y="480272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15" name="Freeform: Shape 4414">
              <a:extLst>
                <a:ext uri="{FF2B5EF4-FFF2-40B4-BE49-F238E27FC236}">
                  <a16:creationId xmlns:a16="http://schemas.microsoft.com/office/drawing/2014/main" id="{BC8A0969-A1E1-18BF-B956-10CA9653FBBD}"/>
                </a:ext>
              </a:extLst>
            </p:cNvPr>
            <p:cNvSpPr/>
            <p:nvPr/>
          </p:nvSpPr>
          <p:spPr>
            <a:xfrm>
              <a:off x="8992927"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16" name="Freeform: Shape 4415">
              <a:extLst>
                <a:ext uri="{FF2B5EF4-FFF2-40B4-BE49-F238E27FC236}">
                  <a16:creationId xmlns:a16="http://schemas.microsoft.com/office/drawing/2014/main" id="{483F7682-3875-CFA0-510E-52826B60136C}"/>
                </a:ext>
              </a:extLst>
            </p:cNvPr>
            <p:cNvSpPr/>
            <p:nvPr/>
          </p:nvSpPr>
          <p:spPr>
            <a:xfrm>
              <a:off x="9107183"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17" name="Freeform: Shape 4416">
              <a:extLst>
                <a:ext uri="{FF2B5EF4-FFF2-40B4-BE49-F238E27FC236}">
                  <a16:creationId xmlns:a16="http://schemas.microsoft.com/office/drawing/2014/main" id="{4F9663E1-0167-BE99-3B6B-F4F6E5F10E63}"/>
                </a:ext>
              </a:extLst>
            </p:cNvPr>
            <p:cNvSpPr/>
            <p:nvPr/>
          </p:nvSpPr>
          <p:spPr>
            <a:xfrm>
              <a:off x="9221439"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18" name="Freeform: Shape 4417">
              <a:extLst>
                <a:ext uri="{FF2B5EF4-FFF2-40B4-BE49-F238E27FC236}">
                  <a16:creationId xmlns:a16="http://schemas.microsoft.com/office/drawing/2014/main" id="{48776A34-B663-0B7D-0EBF-95F19B5D4B3E}"/>
                </a:ext>
              </a:extLst>
            </p:cNvPr>
            <p:cNvSpPr/>
            <p:nvPr/>
          </p:nvSpPr>
          <p:spPr>
            <a:xfrm>
              <a:off x="9335695" y="480272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19" name="Freeform: Shape 4418">
              <a:extLst>
                <a:ext uri="{FF2B5EF4-FFF2-40B4-BE49-F238E27FC236}">
                  <a16:creationId xmlns:a16="http://schemas.microsoft.com/office/drawing/2014/main" id="{648E0913-0B77-E19A-B350-92C30D6428A7}"/>
                </a:ext>
              </a:extLst>
            </p:cNvPr>
            <p:cNvSpPr/>
            <p:nvPr/>
          </p:nvSpPr>
          <p:spPr>
            <a:xfrm>
              <a:off x="9449950"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20" name="Freeform: Shape 4419">
              <a:extLst>
                <a:ext uri="{FF2B5EF4-FFF2-40B4-BE49-F238E27FC236}">
                  <a16:creationId xmlns:a16="http://schemas.microsoft.com/office/drawing/2014/main" id="{FBEF017B-A60F-C461-CFDB-A0487DB3F9CE}"/>
                </a:ext>
              </a:extLst>
            </p:cNvPr>
            <p:cNvSpPr/>
            <p:nvPr/>
          </p:nvSpPr>
          <p:spPr>
            <a:xfrm>
              <a:off x="9564206"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21" name="Freeform: Shape 4420">
              <a:extLst>
                <a:ext uri="{FF2B5EF4-FFF2-40B4-BE49-F238E27FC236}">
                  <a16:creationId xmlns:a16="http://schemas.microsoft.com/office/drawing/2014/main" id="{2443012A-6623-3F2B-A2CB-0A1DF4A936BD}"/>
                </a:ext>
              </a:extLst>
            </p:cNvPr>
            <p:cNvSpPr/>
            <p:nvPr/>
          </p:nvSpPr>
          <p:spPr>
            <a:xfrm>
              <a:off x="9678418" y="480272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22" name="Freeform: Shape 4421">
              <a:extLst>
                <a:ext uri="{FF2B5EF4-FFF2-40B4-BE49-F238E27FC236}">
                  <a16:creationId xmlns:a16="http://schemas.microsoft.com/office/drawing/2014/main" id="{803DF05E-235E-6209-DCB5-F273CE398F64}"/>
                </a:ext>
              </a:extLst>
            </p:cNvPr>
            <p:cNvSpPr/>
            <p:nvPr/>
          </p:nvSpPr>
          <p:spPr>
            <a:xfrm>
              <a:off x="9792674"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23" name="Freeform: Shape 4422">
              <a:extLst>
                <a:ext uri="{FF2B5EF4-FFF2-40B4-BE49-F238E27FC236}">
                  <a16:creationId xmlns:a16="http://schemas.microsoft.com/office/drawing/2014/main" id="{EB7F09C0-9CE0-7FCF-5FD1-FEC128888D62}"/>
                </a:ext>
              </a:extLst>
            </p:cNvPr>
            <p:cNvSpPr/>
            <p:nvPr/>
          </p:nvSpPr>
          <p:spPr>
            <a:xfrm>
              <a:off x="9906929"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24" name="Freeform: Shape 4423">
              <a:extLst>
                <a:ext uri="{FF2B5EF4-FFF2-40B4-BE49-F238E27FC236}">
                  <a16:creationId xmlns:a16="http://schemas.microsoft.com/office/drawing/2014/main" id="{FD4D2EBA-C781-FAE0-06CD-D61872F5BE07}"/>
                </a:ext>
              </a:extLst>
            </p:cNvPr>
            <p:cNvSpPr/>
            <p:nvPr/>
          </p:nvSpPr>
          <p:spPr>
            <a:xfrm>
              <a:off x="10021185"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25" name="Freeform: Shape 4424">
              <a:extLst>
                <a:ext uri="{FF2B5EF4-FFF2-40B4-BE49-F238E27FC236}">
                  <a16:creationId xmlns:a16="http://schemas.microsoft.com/office/drawing/2014/main" id="{2CBFDE40-2592-FEE6-4700-2CC6EF975390}"/>
                </a:ext>
              </a:extLst>
            </p:cNvPr>
            <p:cNvSpPr/>
            <p:nvPr/>
          </p:nvSpPr>
          <p:spPr>
            <a:xfrm>
              <a:off x="10135441"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26" name="Freeform: Shape 4425">
              <a:extLst>
                <a:ext uri="{FF2B5EF4-FFF2-40B4-BE49-F238E27FC236}">
                  <a16:creationId xmlns:a16="http://schemas.microsoft.com/office/drawing/2014/main" id="{7C6A5818-1776-2D95-591F-E1D9BD303B87}"/>
                </a:ext>
              </a:extLst>
            </p:cNvPr>
            <p:cNvSpPr/>
            <p:nvPr/>
          </p:nvSpPr>
          <p:spPr>
            <a:xfrm>
              <a:off x="10249697"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27" name="Freeform: Shape 4426">
              <a:extLst>
                <a:ext uri="{FF2B5EF4-FFF2-40B4-BE49-F238E27FC236}">
                  <a16:creationId xmlns:a16="http://schemas.microsoft.com/office/drawing/2014/main" id="{B6713E31-6FCB-9F07-5F91-676FB021B21D}"/>
                </a:ext>
              </a:extLst>
            </p:cNvPr>
            <p:cNvSpPr/>
            <p:nvPr/>
          </p:nvSpPr>
          <p:spPr>
            <a:xfrm>
              <a:off x="10363952"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28" name="Freeform: Shape 4427">
              <a:extLst>
                <a:ext uri="{FF2B5EF4-FFF2-40B4-BE49-F238E27FC236}">
                  <a16:creationId xmlns:a16="http://schemas.microsoft.com/office/drawing/2014/main" id="{1710B8B5-DB9B-D0B9-538A-FE1CAB50907A}"/>
                </a:ext>
              </a:extLst>
            </p:cNvPr>
            <p:cNvSpPr/>
            <p:nvPr/>
          </p:nvSpPr>
          <p:spPr>
            <a:xfrm>
              <a:off x="10478208" y="4802722"/>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29" name="Freeform: Shape 4428">
              <a:extLst>
                <a:ext uri="{FF2B5EF4-FFF2-40B4-BE49-F238E27FC236}">
                  <a16:creationId xmlns:a16="http://schemas.microsoft.com/office/drawing/2014/main" id="{87903F6F-2C15-74F9-42D9-E7E34CE838EA}"/>
                </a:ext>
              </a:extLst>
            </p:cNvPr>
            <p:cNvSpPr/>
            <p:nvPr/>
          </p:nvSpPr>
          <p:spPr>
            <a:xfrm>
              <a:off x="10592464"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30" name="Freeform: Shape 4429">
              <a:extLst>
                <a:ext uri="{FF2B5EF4-FFF2-40B4-BE49-F238E27FC236}">
                  <a16:creationId xmlns:a16="http://schemas.microsoft.com/office/drawing/2014/main" id="{D98840D3-6170-0D79-A927-EEE2F007F78D}"/>
                </a:ext>
              </a:extLst>
            </p:cNvPr>
            <p:cNvSpPr/>
            <p:nvPr/>
          </p:nvSpPr>
          <p:spPr>
            <a:xfrm>
              <a:off x="10706720"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31" name="Freeform: Shape 4430">
              <a:extLst>
                <a:ext uri="{FF2B5EF4-FFF2-40B4-BE49-F238E27FC236}">
                  <a16:creationId xmlns:a16="http://schemas.microsoft.com/office/drawing/2014/main" id="{5A6BF291-64F5-F2BB-E3B0-31A0C21C4850}"/>
                </a:ext>
              </a:extLst>
            </p:cNvPr>
            <p:cNvSpPr/>
            <p:nvPr/>
          </p:nvSpPr>
          <p:spPr>
            <a:xfrm>
              <a:off x="10820976" y="4802722"/>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32" name="Freeform: Shape 4431">
              <a:extLst>
                <a:ext uri="{FF2B5EF4-FFF2-40B4-BE49-F238E27FC236}">
                  <a16:creationId xmlns:a16="http://schemas.microsoft.com/office/drawing/2014/main" id="{6EF5B3D0-7FB9-854C-42A0-269B5E773B0C}"/>
                </a:ext>
              </a:extLst>
            </p:cNvPr>
            <p:cNvSpPr/>
            <p:nvPr/>
          </p:nvSpPr>
          <p:spPr>
            <a:xfrm>
              <a:off x="10935231"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33" name="Freeform: Shape 4432">
              <a:extLst>
                <a:ext uri="{FF2B5EF4-FFF2-40B4-BE49-F238E27FC236}">
                  <a16:creationId xmlns:a16="http://schemas.microsoft.com/office/drawing/2014/main" id="{A9B450F8-C120-AB02-0E2C-77B57AA2BBD3}"/>
                </a:ext>
              </a:extLst>
            </p:cNvPr>
            <p:cNvSpPr/>
            <p:nvPr/>
          </p:nvSpPr>
          <p:spPr>
            <a:xfrm>
              <a:off x="11049443"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34" name="Freeform: Shape 4433">
              <a:extLst>
                <a:ext uri="{FF2B5EF4-FFF2-40B4-BE49-F238E27FC236}">
                  <a16:creationId xmlns:a16="http://schemas.microsoft.com/office/drawing/2014/main" id="{442C9D81-F062-402B-C6D3-C910A27D25FA}"/>
                </a:ext>
              </a:extLst>
            </p:cNvPr>
            <p:cNvSpPr/>
            <p:nvPr/>
          </p:nvSpPr>
          <p:spPr>
            <a:xfrm>
              <a:off x="11163699" y="4802722"/>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35" name="Freeform: Shape 4434">
              <a:extLst>
                <a:ext uri="{FF2B5EF4-FFF2-40B4-BE49-F238E27FC236}">
                  <a16:creationId xmlns:a16="http://schemas.microsoft.com/office/drawing/2014/main" id="{237BA4A1-4859-2070-1317-ABD518234B74}"/>
                </a:ext>
              </a:extLst>
            </p:cNvPr>
            <p:cNvSpPr/>
            <p:nvPr/>
          </p:nvSpPr>
          <p:spPr>
            <a:xfrm>
              <a:off x="11277955"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36" name="Freeform: Shape 4435">
              <a:extLst>
                <a:ext uri="{FF2B5EF4-FFF2-40B4-BE49-F238E27FC236}">
                  <a16:creationId xmlns:a16="http://schemas.microsoft.com/office/drawing/2014/main" id="{0D4832DB-AB35-A4C7-5450-A80C0BE1E44E}"/>
                </a:ext>
              </a:extLst>
            </p:cNvPr>
            <p:cNvSpPr/>
            <p:nvPr/>
          </p:nvSpPr>
          <p:spPr>
            <a:xfrm>
              <a:off x="11392210"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37" name="Freeform: Shape 4436">
              <a:extLst>
                <a:ext uri="{FF2B5EF4-FFF2-40B4-BE49-F238E27FC236}">
                  <a16:creationId xmlns:a16="http://schemas.microsoft.com/office/drawing/2014/main" id="{941B8715-F783-EBF4-896C-BB46BEE098C9}"/>
                </a:ext>
              </a:extLst>
            </p:cNvPr>
            <p:cNvSpPr/>
            <p:nvPr/>
          </p:nvSpPr>
          <p:spPr>
            <a:xfrm>
              <a:off x="11506466" y="4802722"/>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38" name="Freeform: Shape 4437">
              <a:extLst>
                <a:ext uri="{FF2B5EF4-FFF2-40B4-BE49-F238E27FC236}">
                  <a16:creationId xmlns:a16="http://schemas.microsoft.com/office/drawing/2014/main" id="{EFECE072-88AF-FB16-BACE-AD17E7A24E3A}"/>
                </a:ext>
              </a:extLst>
            </p:cNvPr>
            <p:cNvSpPr/>
            <p:nvPr/>
          </p:nvSpPr>
          <p:spPr>
            <a:xfrm>
              <a:off x="11620722"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39" name="Freeform: Shape 4438">
              <a:extLst>
                <a:ext uri="{FF2B5EF4-FFF2-40B4-BE49-F238E27FC236}">
                  <a16:creationId xmlns:a16="http://schemas.microsoft.com/office/drawing/2014/main" id="{FEEC823B-778C-025B-7123-CA61854D8FE1}"/>
                </a:ext>
              </a:extLst>
            </p:cNvPr>
            <p:cNvSpPr/>
            <p:nvPr/>
          </p:nvSpPr>
          <p:spPr>
            <a:xfrm>
              <a:off x="11734978"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40" name="Freeform: Shape 4439">
              <a:extLst>
                <a:ext uri="{FF2B5EF4-FFF2-40B4-BE49-F238E27FC236}">
                  <a16:creationId xmlns:a16="http://schemas.microsoft.com/office/drawing/2014/main" id="{B254346D-C8B4-A1EB-277D-9D1C4EE36250}"/>
                </a:ext>
              </a:extLst>
            </p:cNvPr>
            <p:cNvSpPr/>
            <p:nvPr/>
          </p:nvSpPr>
          <p:spPr>
            <a:xfrm>
              <a:off x="11849233"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41" name="Freeform: Shape 4440">
              <a:extLst>
                <a:ext uri="{FF2B5EF4-FFF2-40B4-BE49-F238E27FC236}">
                  <a16:creationId xmlns:a16="http://schemas.microsoft.com/office/drawing/2014/main" id="{81F1D2BF-9063-EE3F-5B21-46DF90410CD8}"/>
                </a:ext>
              </a:extLst>
            </p:cNvPr>
            <p:cNvSpPr/>
            <p:nvPr/>
          </p:nvSpPr>
          <p:spPr>
            <a:xfrm>
              <a:off x="11963489" y="4802722"/>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42" name="Freeform: Shape 4441">
              <a:extLst>
                <a:ext uri="{FF2B5EF4-FFF2-40B4-BE49-F238E27FC236}">
                  <a16:creationId xmlns:a16="http://schemas.microsoft.com/office/drawing/2014/main" id="{42CA1D85-07B1-0F6A-EFC7-0D6F63D50464}"/>
                </a:ext>
              </a:extLst>
            </p:cNvPr>
            <p:cNvSpPr/>
            <p:nvPr/>
          </p:nvSpPr>
          <p:spPr>
            <a:xfrm>
              <a:off x="12077745" y="4802722"/>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43" name="Freeform: Shape 4442">
              <a:extLst>
                <a:ext uri="{FF2B5EF4-FFF2-40B4-BE49-F238E27FC236}">
                  <a16:creationId xmlns:a16="http://schemas.microsoft.com/office/drawing/2014/main" id="{13AE7042-2C5B-70F1-B46F-CE1C17A061C4}"/>
                </a:ext>
              </a:extLst>
            </p:cNvPr>
            <p:cNvSpPr/>
            <p:nvPr/>
          </p:nvSpPr>
          <p:spPr>
            <a:xfrm>
              <a:off x="7279135" y="491697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44" name="Freeform: Shape 4443">
              <a:extLst>
                <a:ext uri="{FF2B5EF4-FFF2-40B4-BE49-F238E27FC236}">
                  <a16:creationId xmlns:a16="http://schemas.microsoft.com/office/drawing/2014/main" id="{55C90D4A-B003-983E-F7D9-94D8536D4099}"/>
                </a:ext>
              </a:extLst>
            </p:cNvPr>
            <p:cNvSpPr/>
            <p:nvPr/>
          </p:nvSpPr>
          <p:spPr>
            <a:xfrm>
              <a:off x="7393391"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45" name="Freeform: Shape 4444">
              <a:extLst>
                <a:ext uri="{FF2B5EF4-FFF2-40B4-BE49-F238E27FC236}">
                  <a16:creationId xmlns:a16="http://schemas.microsoft.com/office/drawing/2014/main" id="{82182171-D724-3EFA-A823-050A63936D21}"/>
                </a:ext>
              </a:extLst>
            </p:cNvPr>
            <p:cNvSpPr/>
            <p:nvPr/>
          </p:nvSpPr>
          <p:spPr>
            <a:xfrm>
              <a:off x="7507646"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46" name="Freeform: Shape 4445">
              <a:extLst>
                <a:ext uri="{FF2B5EF4-FFF2-40B4-BE49-F238E27FC236}">
                  <a16:creationId xmlns:a16="http://schemas.microsoft.com/office/drawing/2014/main" id="{599ED417-644B-E64B-6B94-016E6A39F850}"/>
                </a:ext>
              </a:extLst>
            </p:cNvPr>
            <p:cNvSpPr/>
            <p:nvPr/>
          </p:nvSpPr>
          <p:spPr>
            <a:xfrm>
              <a:off x="7621902"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47" name="Freeform: Shape 4446">
              <a:extLst>
                <a:ext uri="{FF2B5EF4-FFF2-40B4-BE49-F238E27FC236}">
                  <a16:creationId xmlns:a16="http://schemas.microsoft.com/office/drawing/2014/main" id="{7BD8FE33-F8A9-B916-7521-A6DABF9CA7B3}"/>
                </a:ext>
              </a:extLst>
            </p:cNvPr>
            <p:cNvSpPr/>
            <p:nvPr/>
          </p:nvSpPr>
          <p:spPr>
            <a:xfrm>
              <a:off x="7736158" y="491697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48" name="Freeform: Shape 4447">
              <a:extLst>
                <a:ext uri="{FF2B5EF4-FFF2-40B4-BE49-F238E27FC236}">
                  <a16:creationId xmlns:a16="http://schemas.microsoft.com/office/drawing/2014/main" id="{24119FDE-BAFA-5D17-B128-6B80371033EA}"/>
                </a:ext>
              </a:extLst>
            </p:cNvPr>
            <p:cNvSpPr/>
            <p:nvPr/>
          </p:nvSpPr>
          <p:spPr>
            <a:xfrm>
              <a:off x="7850414"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49" name="Freeform: Shape 4448">
              <a:extLst>
                <a:ext uri="{FF2B5EF4-FFF2-40B4-BE49-F238E27FC236}">
                  <a16:creationId xmlns:a16="http://schemas.microsoft.com/office/drawing/2014/main" id="{2C39ADC2-9DE6-3B5F-9D18-A768FACFB09E}"/>
                </a:ext>
              </a:extLst>
            </p:cNvPr>
            <p:cNvSpPr/>
            <p:nvPr/>
          </p:nvSpPr>
          <p:spPr>
            <a:xfrm>
              <a:off x="7964669"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50" name="Freeform: Shape 4449">
              <a:extLst>
                <a:ext uri="{FF2B5EF4-FFF2-40B4-BE49-F238E27FC236}">
                  <a16:creationId xmlns:a16="http://schemas.microsoft.com/office/drawing/2014/main" id="{552A92C9-B18F-C3FD-EC9A-17021BA3A161}"/>
                </a:ext>
              </a:extLst>
            </p:cNvPr>
            <p:cNvSpPr/>
            <p:nvPr/>
          </p:nvSpPr>
          <p:spPr>
            <a:xfrm>
              <a:off x="8078925" y="491697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51" name="Freeform: Shape 4450">
              <a:extLst>
                <a:ext uri="{FF2B5EF4-FFF2-40B4-BE49-F238E27FC236}">
                  <a16:creationId xmlns:a16="http://schemas.microsoft.com/office/drawing/2014/main" id="{C1F5E2B0-9715-6224-6929-3B6ADB687DF8}"/>
                </a:ext>
              </a:extLst>
            </p:cNvPr>
            <p:cNvSpPr/>
            <p:nvPr/>
          </p:nvSpPr>
          <p:spPr>
            <a:xfrm>
              <a:off x="8193181"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52" name="Freeform: Shape 4451">
              <a:extLst>
                <a:ext uri="{FF2B5EF4-FFF2-40B4-BE49-F238E27FC236}">
                  <a16:creationId xmlns:a16="http://schemas.microsoft.com/office/drawing/2014/main" id="{93CC831E-F8EB-906B-00C6-BEA25A15BA10}"/>
                </a:ext>
              </a:extLst>
            </p:cNvPr>
            <p:cNvSpPr/>
            <p:nvPr/>
          </p:nvSpPr>
          <p:spPr>
            <a:xfrm>
              <a:off x="8307437"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53" name="Freeform: Shape 4452">
              <a:extLst>
                <a:ext uri="{FF2B5EF4-FFF2-40B4-BE49-F238E27FC236}">
                  <a16:creationId xmlns:a16="http://schemas.microsoft.com/office/drawing/2014/main" id="{F01765EC-A648-E96D-2FE8-D77A95298FDA}"/>
                </a:ext>
              </a:extLst>
            </p:cNvPr>
            <p:cNvSpPr/>
            <p:nvPr/>
          </p:nvSpPr>
          <p:spPr>
            <a:xfrm>
              <a:off x="8421648"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54" name="Freeform: Shape 4453">
              <a:extLst>
                <a:ext uri="{FF2B5EF4-FFF2-40B4-BE49-F238E27FC236}">
                  <a16:creationId xmlns:a16="http://schemas.microsoft.com/office/drawing/2014/main" id="{68BFB695-6A21-DCE2-D460-FE552DDA784C}"/>
                </a:ext>
              </a:extLst>
            </p:cNvPr>
            <p:cNvSpPr/>
            <p:nvPr/>
          </p:nvSpPr>
          <p:spPr>
            <a:xfrm>
              <a:off x="8535904"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55" name="Freeform: Shape 4454">
              <a:extLst>
                <a:ext uri="{FF2B5EF4-FFF2-40B4-BE49-F238E27FC236}">
                  <a16:creationId xmlns:a16="http://schemas.microsoft.com/office/drawing/2014/main" id="{F21148C1-1ACF-52E9-0AEE-2C71EA046FAC}"/>
                </a:ext>
              </a:extLst>
            </p:cNvPr>
            <p:cNvSpPr/>
            <p:nvPr/>
          </p:nvSpPr>
          <p:spPr>
            <a:xfrm>
              <a:off x="8650160"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56" name="Freeform: Shape 4455">
              <a:extLst>
                <a:ext uri="{FF2B5EF4-FFF2-40B4-BE49-F238E27FC236}">
                  <a16:creationId xmlns:a16="http://schemas.microsoft.com/office/drawing/2014/main" id="{E332657B-AB1A-D639-2D9A-0827DD21259C}"/>
                </a:ext>
              </a:extLst>
            </p:cNvPr>
            <p:cNvSpPr/>
            <p:nvPr/>
          </p:nvSpPr>
          <p:spPr>
            <a:xfrm>
              <a:off x="8764416"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57" name="Freeform: Shape 4456">
              <a:extLst>
                <a:ext uri="{FF2B5EF4-FFF2-40B4-BE49-F238E27FC236}">
                  <a16:creationId xmlns:a16="http://schemas.microsoft.com/office/drawing/2014/main" id="{0E75FB33-17B3-1857-65A1-127FEC0F4A72}"/>
                </a:ext>
              </a:extLst>
            </p:cNvPr>
            <p:cNvSpPr/>
            <p:nvPr/>
          </p:nvSpPr>
          <p:spPr>
            <a:xfrm>
              <a:off x="8878671" y="491697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58" name="Freeform: Shape 4457">
              <a:extLst>
                <a:ext uri="{FF2B5EF4-FFF2-40B4-BE49-F238E27FC236}">
                  <a16:creationId xmlns:a16="http://schemas.microsoft.com/office/drawing/2014/main" id="{E72820FF-45C5-69C4-4FE8-2587B7B03D5C}"/>
                </a:ext>
              </a:extLst>
            </p:cNvPr>
            <p:cNvSpPr/>
            <p:nvPr/>
          </p:nvSpPr>
          <p:spPr>
            <a:xfrm>
              <a:off x="8992927"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59" name="Freeform: Shape 4458">
              <a:extLst>
                <a:ext uri="{FF2B5EF4-FFF2-40B4-BE49-F238E27FC236}">
                  <a16:creationId xmlns:a16="http://schemas.microsoft.com/office/drawing/2014/main" id="{FDEED3A4-3EC7-A917-CDA8-0A77AD9D03DD}"/>
                </a:ext>
              </a:extLst>
            </p:cNvPr>
            <p:cNvSpPr/>
            <p:nvPr/>
          </p:nvSpPr>
          <p:spPr>
            <a:xfrm>
              <a:off x="9107183"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60" name="Freeform: Shape 4459">
              <a:extLst>
                <a:ext uri="{FF2B5EF4-FFF2-40B4-BE49-F238E27FC236}">
                  <a16:creationId xmlns:a16="http://schemas.microsoft.com/office/drawing/2014/main" id="{43E2CCF2-F042-447D-05C6-B2B8C75B23B4}"/>
                </a:ext>
              </a:extLst>
            </p:cNvPr>
            <p:cNvSpPr/>
            <p:nvPr/>
          </p:nvSpPr>
          <p:spPr>
            <a:xfrm>
              <a:off x="9221439"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61" name="Freeform: Shape 4460">
              <a:extLst>
                <a:ext uri="{FF2B5EF4-FFF2-40B4-BE49-F238E27FC236}">
                  <a16:creationId xmlns:a16="http://schemas.microsoft.com/office/drawing/2014/main" id="{C00ABF8E-EBEC-3F13-E005-9DC4662637C3}"/>
                </a:ext>
              </a:extLst>
            </p:cNvPr>
            <p:cNvSpPr/>
            <p:nvPr/>
          </p:nvSpPr>
          <p:spPr>
            <a:xfrm>
              <a:off x="9335695" y="491697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62" name="Freeform: Shape 4461">
              <a:extLst>
                <a:ext uri="{FF2B5EF4-FFF2-40B4-BE49-F238E27FC236}">
                  <a16:creationId xmlns:a16="http://schemas.microsoft.com/office/drawing/2014/main" id="{975EBD13-AD96-BADC-E3E2-55089943AD25}"/>
                </a:ext>
              </a:extLst>
            </p:cNvPr>
            <p:cNvSpPr/>
            <p:nvPr/>
          </p:nvSpPr>
          <p:spPr>
            <a:xfrm>
              <a:off x="9449950"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63" name="Freeform: Shape 4462">
              <a:extLst>
                <a:ext uri="{FF2B5EF4-FFF2-40B4-BE49-F238E27FC236}">
                  <a16:creationId xmlns:a16="http://schemas.microsoft.com/office/drawing/2014/main" id="{707ACE28-D1AF-A3F5-F3DE-F51D483B9CE3}"/>
                </a:ext>
              </a:extLst>
            </p:cNvPr>
            <p:cNvSpPr/>
            <p:nvPr/>
          </p:nvSpPr>
          <p:spPr>
            <a:xfrm>
              <a:off x="9564206"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64" name="Freeform: Shape 4463">
              <a:extLst>
                <a:ext uri="{FF2B5EF4-FFF2-40B4-BE49-F238E27FC236}">
                  <a16:creationId xmlns:a16="http://schemas.microsoft.com/office/drawing/2014/main" id="{4F4891D9-F401-530D-0C89-0A5168D5ABDE}"/>
                </a:ext>
              </a:extLst>
            </p:cNvPr>
            <p:cNvSpPr/>
            <p:nvPr/>
          </p:nvSpPr>
          <p:spPr>
            <a:xfrm>
              <a:off x="9678418" y="491697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65" name="Freeform: Shape 4464">
              <a:extLst>
                <a:ext uri="{FF2B5EF4-FFF2-40B4-BE49-F238E27FC236}">
                  <a16:creationId xmlns:a16="http://schemas.microsoft.com/office/drawing/2014/main" id="{E7D9E068-7729-FA11-490A-B25D03354D9F}"/>
                </a:ext>
              </a:extLst>
            </p:cNvPr>
            <p:cNvSpPr/>
            <p:nvPr/>
          </p:nvSpPr>
          <p:spPr>
            <a:xfrm>
              <a:off x="9792674"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66" name="Freeform: Shape 4465">
              <a:extLst>
                <a:ext uri="{FF2B5EF4-FFF2-40B4-BE49-F238E27FC236}">
                  <a16:creationId xmlns:a16="http://schemas.microsoft.com/office/drawing/2014/main" id="{05E08DB4-4A1A-B0DC-2429-14F58C5901F0}"/>
                </a:ext>
              </a:extLst>
            </p:cNvPr>
            <p:cNvSpPr/>
            <p:nvPr/>
          </p:nvSpPr>
          <p:spPr>
            <a:xfrm>
              <a:off x="9906929"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67" name="Freeform: Shape 4466">
              <a:extLst>
                <a:ext uri="{FF2B5EF4-FFF2-40B4-BE49-F238E27FC236}">
                  <a16:creationId xmlns:a16="http://schemas.microsoft.com/office/drawing/2014/main" id="{827CC57E-CFB1-65AE-BEA4-FEE02FFC0ABF}"/>
                </a:ext>
              </a:extLst>
            </p:cNvPr>
            <p:cNvSpPr/>
            <p:nvPr/>
          </p:nvSpPr>
          <p:spPr>
            <a:xfrm>
              <a:off x="10021185"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68" name="Freeform: Shape 4467">
              <a:extLst>
                <a:ext uri="{FF2B5EF4-FFF2-40B4-BE49-F238E27FC236}">
                  <a16:creationId xmlns:a16="http://schemas.microsoft.com/office/drawing/2014/main" id="{917AA293-6C8D-1DA1-BF57-970682482C8E}"/>
                </a:ext>
              </a:extLst>
            </p:cNvPr>
            <p:cNvSpPr/>
            <p:nvPr/>
          </p:nvSpPr>
          <p:spPr>
            <a:xfrm>
              <a:off x="10135441"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69" name="Freeform: Shape 4468">
              <a:extLst>
                <a:ext uri="{FF2B5EF4-FFF2-40B4-BE49-F238E27FC236}">
                  <a16:creationId xmlns:a16="http://schemas.microsoft.com/office/drawing/2014/main" id="{B4C05CED-5B3E-5819-AC1B-E1E8E4AEE19B}"/>
                </a:ext>
              </a:extLst>
            </p:cNvPr>
            <p:cNvSpPr/>
            <p:nvPr/>
          </p:nvSpPr>
          <p:spPr>
            <a:xfrm>
              <a:off x="10249697"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70" name="Freeform: Shape 4469">
              <a:extLst>
                <a:ext uri="{FF2B5EF4-FFF2-40B4-BE49-F238E27FC236}">
                  <a16:creationId xmlns:a16="http://schemas.microsoft.com/office/drawing/2014/main" id="{22E0E1F6-E08F-1501-6715-B4E8D912F910}"/>
                </a:ext>
              </a:extLst>
            </p:cNvPr>
            <p:cNvSpPr/>
            <p:nvPr/>
          </p:nvSpPr>
          <p:spPr>
            <a:xfrm>
              <a:off x="10363952"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71" name="Freeform: Shape 4470">
              <a:extLst>
                <a:ext uri="{FF2B5EF4-FFF2-40B4-BE49-F238E27FC236}">
                  <a16:creationId xmlns:a16="http://schemas.microsoft.com/office/drawing/2014/main" id="{36B49BC2-AD91-CFBE-72A6-D2DAF3D74F67}"/>
                </a:ext>
              </a:extLst>
            </p:cNvPr>
            <p:cNvSpPr/>
            <p:nvPr/>
          </p:nvSpPr>
          <p:spPr>
            <a:xfrm>
              <a:off x="10478208" y="491697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72" name="Freeform: Shape 4471">
              <a:extLst>
                <a:ext uri="{FF2B5EF4-FFF2-40B4-BE49-F238E27FC236}">
                  <a16:creationId xmlns:a16="http://schemas.microsoft.com/office/drawing/2014/main" id="{E045434F-4DF9-0CE8-777D-FBBC96F41406}"/>
                </a:ext>
              </a:extLst>
            </p:cNvPr>
            <p:cNvSpPr/>
            <p:nvPr/>
          </p:nvSpPr>
          <p:spPr>
            <a:xfrm>
              <a:off x="10592464"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73" name="Freeform: Shape 4472">
              <a:extLst>
                <a:ext uri="{FF2B5EF4-FFF2-40B4-BE49-F238E27FC236}">
                  <a16:creationId xmlns:a16="http://schemas.microsoft.com/office/drawing/2014/main" id="{C73EA97F-018A-6058-50A8-4B563F5902D6}"/>
                </a:ext>
              </a:extLst>
            </p:cNvPr>
            <p:cNvSpPr/>
            <p:nvPr/>
          </p:nvSpPr>
          <p:spPr>
            <a:xfrm>
              <a:off x="10706720"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74" name="Freeform: Shape 4473">
              <a:extLst>
                <a:ext uri="{FF2B5EF4-FFF2-40B4-BE49-F238E27FC236}">
                  <a16:creationId xmlns:a16="http://schemas.microsoft.com/office/drawing/2014/main" id="{5C250EB4-8A92-9DD3-0EAE-C86A246279C9}"/>
                </a:ext>
              </a:extLst>
            </p:cNvPr>
            <p:cNvSpPr/>
            <p:nvPr/>
          </p:nvSpPr>
          <p:spPr>
            <a:xfrm>
              <a:off x="10820976" y="4916978"/>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75" name="Freeform: Shape 4474">
              <a:extLst>
                <a:ext uri="{FF2B5EF4-FFF2-40B4-BE49-F238E27FC236}">
                  <a16:creationId xmlns:a16="http://schemas.microsoft.com/office/drawing/2014/main" id="{B3596BFF-4960-97B5-5F48-9E5BEE42C54A}"/>
                </a:ext>
              </a:extLst>
            </p:cNvPr>
            <p:cNvSpPr/>
            <p:nvPr/>
          </p:nvSpPr>
          <p:spPr>
            <a:xfrm>
              <a:off x="10935231"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76" name="Freeform: Shape 4475">
              <a:extLst>
                <a:ext uri="{FF2B5EF4-FFF2-40B4-BE49-F238E27FC236}">
                  <a16:creationId xmlns:a16="http://schemas.microsoft.com/office/drawing/2014/main" id="{81DE2044-54BA-471B-9524-241EF7A9E7D4}"/>
                </a:ext>
              </a:extLst>
            </p:cNvPr>
            <p:cNvSpPr/>
            <p:nvPr/>
          </p:nvSpPr>
          <p:spPr>
            <a:xfrm>
              <a:off x="11049443"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77" name="Freeform: Shape 4476">
              <a:extLst>
                <a:ext uri="{FF2B5EF4-FFF2-40B4-BE49-F238E27FC236}">
                  <a16:creationId xmlns:a16="http://schemas.microsoft.com/office/drawing/2014/main" id="{B7321FED-A88C-C4E3-32CC-E966FB66913A}"/>
                </a:ext>
              </a:extLst>
            </p:cNvPr>
            <p:cNvSpPr/>
            <p:nvPr/>
          </p:nvSpPr>
          <p:spPr>
            <a:xfrm>
              <a:off x="11163699" y="4916978"/>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78" name="Freeform: Shape 4477">
              <a:extLst>
                <a:ext uri="{FF2B5EF4-FFF2-40B4-BE49-F238E27FC236}">
                  <a16:creationId xmlns:a16="http://schemas.microsoft.com/office/drawing/2014/main" id="{AC880329-8769-1B6B-1407-C4E556D8AC9B}"/>
                </a:ext>
              </a:extLst>
            </p:cNvPr>
            <p:cNvSpPr/>
            <p:nvPr/>
          </p:nvSpPr>
          <p:spPr>
            <a:xfrm>
              <a:off x="11277955"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79" name="Freeform: Shape 4478">
              <a:extLst>
                <a:ext uri="{FF2B5EF4-FFF2-40B4-BE49-F238E27FC236}">
                  <a16:creationId xmlns:a16="http://schemas.microsoft.com/office/drawing/2014/main" id="{7353D2AE-4F85-805A-44B4-125056C2FF71}"/>
                </a:ext>
              </a:extLst>
            </p:cNvPr>
            <p:cNvSpPr/>
            <p:nvPr/>
          </p:nvSpPr>
          <p:spPr>
            <a:xfrm>
              <a:off x="11392210"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80" name="Freeform: Shape 4479">
              <a:extLst>
                <a:ext uri="{FF2B5EF4-FFF2-40B4-BE49-F238E27FC236}">
                  <a16:creationId xmlns:a16="http://schemas.microsoft.com/office/drawing/2014/main" id="{59BD3A3A-8A8B-9365-16B1-7AB7C3995B34}"/>
                </a:ext>
              </a:extLst>
            </p:cNvPr>
            <p:cNvSpPr/>
            <p:nvPr/>
          </p:nvSpPr>
          <p:spPr>
            <a:xfrm>
              <a:off x="11506466" y="4916978"/>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81" name="Freeform: Shape 4480">
              <a:extLst>
                <a:ext uri="{FF2B5EF4-FFF2-40B4-BE49-F238E27FC236}">
                  <a16:creationId xmlns:a16="http://schemas.microsoft.com/office/drawing/2014/main" id="{D6BDBE71-FED8-2A7F-758C-051338F749CD}"/>
                </a:ext>
              </a:extLst>
            </p:cNvPr>
            <p:cNvSpPr/>
            <p:nvPr/>
          </p:nvSpPr>
          <p:spPr>
            <a:xfrm>
              <a:off x="11620722"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82" name="Freeform: Shape 4481">
              <a:extLst>
                <a:ext uri="{FF2B5EF4-FFF2-40B4-BE49-F238E27FC236}">
                  <a16:creationId xmlns:a16="http://schemas.microsoft.com/office/drawing/2014/main" id="{8E7A77AE-9FC6-E607-68FB-2B777FB830A6}"/>
                </a:ext>
              </a:extLst>
            </p:cNvPr>
            <p:cNvSpPr/>
            <p:nvPr/>
          </p:nvSpPr>
          <p:spPr>
            <a:xfrm>
              <a:off x="11734978"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83" name="Freeform: Shape 4482">
              <a:extLst>
                <a:ext uri="{FF2B5EF4-FFF2-40B4-BE49-F238E27FC236}">
                  <a16:creationId xmlns:a16="http://schemas.microsoft.com/office/drawing/2014/main" id="{3E67171A-F8C5-5AD4-D70B-930C3757841E}"/>
                </a:ext>
              </a:extLst>
            </p:cNvPr>
            <p:cNvSpPr/>
            <p:nvPr/>
          </p:nvSpPr>
          <p:spPr>
            <a:xfrm>
              <a:off x="11849233"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84" name="Freeform: Shape 4483">
              <a:extLst>
                <a:ext uri="{FF2B5EF4-FFF2-40B4-BE49-F238E27FC236}">
                  <a16:creationId xmlns:a16="http://schemas.microsoft.com/office/drawing/2014/main" id="{E9FED9E9-465A-9D0C-1BC0-C0CD9F77FF39}"/>
                </a:ext>
              </a:extLst>
            </p:cNvPr>
            <p:cNvSpPr/>
            <p:nvPr/>
          </p:nvSpPr>
          <p:spPr>
            <a:xfrm>
              <a:off x="11963489" y="491697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85" name="Freeform: Shape 4484">
              <a:extLst>
                <a:ext uri="{FF2B5EF4-FFF2-40B4-BE49-F238E27FC236}">
                  <a16:creationId xmlns:a16="http://schemas.microsoft.com/office/drawing/2014/main" id="{7D98CD7C-84C6-197D-5FE3-B7009624AB34}"/>
                </a:ext>
              </a:extLst>
            </p:cNvPr>
            <p:cNvSpPr/>
            <p:nvPr/>
          </p:nvSpPr>
          <p:spPr>
            <a:xfrm>
              <a:off x="12077745" y="4916978"/>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86" name="Freeform: Shape 4485">
              <a:extLst>
                <a:ext uri="{FF2B5EF4-FFF2-40B4-BE49-F238E27FC236}">
                  <a16:creationId xmlns:a16="http://schemas.microsoft.com/office/drawing/2014/main" id="{74E8E4B7-9F3B-B37C-A659-BFF9BBDFAC50}"/>
                </a:ext>
              </a:extLst>
            </p:cNvPr>
            <p:cNvSpPr/>
            <p:nvPr/>
          </p:nvSpPr>
          <p:spPr>
            <a:xfrm>
              <a:off x="7279135" y="503123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87" name="Freeform: Shape 4486">
              <a:extLst>
                <a:ext uri="{FF2B5EF4-FFF2-40B4-BE49-F238E27FC236}">
                  <a16:creationId xmlns:a16="http://schemas.microsoft.com/office/drawing/2014/main" id="{EA1237B9-0F05-217A-6197-BE2120E59DA7}"/>
                </a:ext>
              </a:extLst>
            </p:cNvPr>
            <p:cNvSpPr/>
            <p:nvPr/>
          </p:nvSpPr>
          <p:spPr>
            <a:xfrm>
              <a:off x="7393391"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88" name="Freeform: Shape 4487">
              <a:extLst>
                <a:ext uri="{FF2B5EF4-FFF2-40B4-BE49-F238E27FC236}">
                  <a16:creationId xmlns:a16="http://schemas.microsoft.com/office/drawing/2014/main" id="{EE50D7C4-3E12-E4D2-06A2-C506405E7084}"/>
                </a:ext>
              </a:extLst>
            </p:cNvPr>
            <p:cNvSpPr/>
            <p:nvPr/>
          </p:nvSpPr>
          <p:spPr>
            <a:xfrm>
              <a:off x="7507646"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89" name="Freeform: Shape 4488">
              <a:extLst>
                <a:ext uri="{FF2B5EF4-FFF2-40B4-BE49-F238E27FC236}">
                  <a16:creationId xmlns:a16="http://schemas.microsoft.com/office/drawing/2014/main" id="{B0AE7D60-48DB-6DDF-38FD-AA378908BF7F}"/>
                </a:ext>
              </a:extLst>
            </p:cNvPr>
            <p:cNvSpPr/>
            <p:nvPr/>
          </p:nvSpPr>
          <p:spPr>
            <a:xfrm>
              <a:off x="7621902"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90" name="Freeform: Shape 4489">
              <a:extLst>
                <a:ext uri="{FF2B5EF4-FFF2-40B4-BE49-F238E27FC236}">
                  <a16:creationId xmlns:a16="http://schemas.microsoft.com/office/drawing/2014/main" id="{94E2A8BD-FE08-ED76-5069-699CC3754FDB}"/>
                </a:ext>
              </a:extLst>
            </p:cNvPr>
            <p:cNvSpPr/>
            <p:nvPr/>
          </p:nvSpPr>
          <p:spPr>
            <a:xfrm>
              <a:off x="7736158" y="503123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91" name="Freeform: Shape 4490">
              <a:extLst>
                <a:ext uri="{FF2B5EF4-FFF2-40B4-BE49-F238E27FC236}">
                  <a16:creationId xmlns:a16="http://schemas.microsoft.com/office/drawing/2014/main" id="{42927B81-4040-9EF6-3831-82B717BF5CD1}"/>
                </a:ext>
              </a:extLst>
            </p:cNvPr>
            <p:cNvSpPr/>
            <p:nvPr/>
          </p:nvSpPr>
          <p:spPr>
            <a:xfrm>
              <a:off x="7850414"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92" name="Freeform: Shape 4491">
              <a:extLst>
                <a:ext uri="{FF2B5EF4-FFF2-40B4-BE49-F238E27FC236}">
                  <a16:creationId xmlns:a16="http://schemas.microsoft.com/office/drawing/2014/main" id="{90FC623C-8D35-3E27-DC75-F90B218A6824}"/>
                </a:ext>
              </a:extLst>
            </p:cNvPr>
            <p:cNvSpPr/>
            <p:nvPr/>
          </p:nvSpPr>
          <p:spPr>
            <a:xfrm>
              <a:off x="7964669"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93" name="Freeform: Shape 4492">
              <a:extLst>
                <a:ext uri="{FF2B5EF4-FFF2-40B4-BE49-F238E27FC236}">
                  <a16:creationId xmlns:a16="http://schemas.microsoft.com/office/drawing/2014/main" id="{53D4F083-1995-A8D2-96F0-9831701FD5D8}"/>
                </a:ext>
              </a:extLst>
            </p:cNvPr>
            <p:cNvSpPr/>
            <p:nvPr/>
          </p:nvSpPr>
          <p:spPr>
            <a:xfrm>
              <a:off x="8078925" y="503123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94" name="Freeform: Shape 4493">
              <a:extLst>
                <a:ext uri="{FF2B5EF4-FFF2-40B4-BE49-F238E27FC236}">
                  <a16:creationId xmlns:a16="http://schemas.microsoft.com/office/drawing/2014/main" id="{1372C9E5-DE64-87D1-3FFA-AB5E5F4F51C6}"/>
                </a:ext>
              </a:extLst>
            </p:cNvPr>
            <p:cNvSpPr/>
            <p:nvPr/>
          </p:nvSpPr>
          <p:spPr>
            <a:xfrm>
              <a:off x="8193181"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95" name="Freeform: Shape 4494">
              <a:extLst>
                <a:ext uri="{FF2B5EF4-FFF2-40B4-BE49-F238E27FC236}">
                  <a16:creationId xmlns:a16="http://schemas.microsoft.com/office/drawing/2014/main" id="{32841461-0AF2-D881-132F-E0675F0E936E}"/>
                </a:ext>
              </a:extLst>
            </p:cNvPr>
            <p:cNvSpPr/>
            <p:nvPr/>
          </p:nvSpPr>
          <p:spPr>
            <a:xfrm>
              <a:off x="8307437"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96" name="Freeform: Shape 4495">
              <a:extLst>
                <a:ext uri="{FF2B5EF4-FFF2-40B4-BE49-F238E27FC236}">
                  <a16:creationId xmlns:a16="http://schemas.microsoft.com/office/drawing/2014/main" id="{ACCD053F-AFB8-D379-24D0-02E56C79B1CA}"/>
                </a:ext>
              </a:extLst>
            </p:cNvPr>
            <p:cNvSpPr/>
            <p:nvPr/>
          </p:nvSpPr>
          <p:spPr>
            <a:xfrm>
              <a:off x="8421648"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97" name="Freeform: Shape 4496">
              <a:extLst>
                <a:ext uri="{FF2B5EF4-FFF2-40B4-BE49-F238E27FC236}">
                  <a16:creationId xmlns:a16="http://schemas.microsoft.com/office/drawing/2014/main" id="{6B5296F7-2733-6A1C-F70E-37201A47A0A2}"/>
                </a:ext>
              </a:extLst>
            </p:cNvPr>
            <p:cNvSpPr/>
            <p:nvPr/>
          </p:nvSpPr>
          <p:spPr>
            <a:xfrm>
              <a:off x="8535904"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98" name="Freeform: Shape 4497">
              <a:extLst>
                <a:ext uri="{FF2B5EF4-FFF2-40B4-BE49-F238E27FC236}">
                  <a16:creationId xmlns:a16="http://schemas.microsoft.com/office/drawing/2014/main" id="{788F6F75-8430-FC0D-4C72-DB2FF33F5C5D}"/>
                </a:ext>
              </a:extLst>
            </p:cNvPr>
            <p:cNvSpPr/>
            <p:nvPr/>
          </p:nvSpPr>
          <p:spPr>
            <a:xfrm>
              <a:off x="8650160"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499" name="Freeform: Shape 4498">
              <a:extLst>
                <a:ext uri="{FF2B5EF4-FFF2-40B4-BE49-F238E27FC236}">
                  <a16:creationId xmlns:a16="http://schemas.microsoft.com/office/drawing/2014/main" id="{15E15A40-B677-40F7-5B4A-CA30CC5A2AD6}"/>
                </a:ext>
              </a:extLst>
            </p:cNvPr>
            <p:cNvSpPr/>
            <p:nvPr/>
          </p:nvSpPr>
          <p:spPr>
            <a:xfrm>
              <a:off x="8764416"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00" name="Freeform: Shape 4499">
              <a:extLst>
                <a:ext uri="{FF2B5EF4-FFF2-40B4-BE49-F238E27FC236}">
                  <a16:creationId xmlns:a16="http://schemas.microsoft.com/office/drawing/2014/main" id="{3D6BBC4F-3060-3290-4B93-A461FDBB6433}"/>
                </a:ext>
              </a:extLst>
            </p:cNvPr>
            <p:cNvSpPr/>
            <p:nvPr/>
          </p:nvSpPr>
          <p:spPr>
            <a:xfrm>
              <a:off x="8878671" y="503123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01" name="Freeform: Shape 4500">
              <a:extLst>
                <a:ext uri="{FF2B5EF4-FFF2-40B4-BE49-F238E27FC236}">
                  <a16:creationId xmlns:a16="http://schemas.microsoft.com/office/drawing/2014/main" id="{A33D88ED-CCF3-A40A-4571-23870C9D4B0D}"/>
                </a:ext>
              </a:extLst>
            </p:cNvPr>
            <p:cNvSpPr/>
            <p:nvPr/>
          </p:nvSpPr>
          <p:spPr>
            <a:xfrm>
              <a:off x="8992927"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02" name="Freeform: Shape 4501">
              <a:extLst>
                <a:ext uri="{FF2B5EF4-FFF2-40B4-BE49-F238E27FC236}">
                  <a16:creationId xmlns:a16="http://schemas.microsoft.com/office/drawing/2014/main" id="{8511D0E2-A961-0E5A-7584-B4B99F0E3147}"/>
                </a:ext>
              </a:extLst>
            </p:cNvPr>
            <p:cNvSpPr/>
            <p:nvPr/>
          </p:nvSpPr>
          <p:spPr>
            <a:xfrm>
              <a:off x="9107183"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03" name="Freeform: Shape 4502">
              <a:extLst>
                <a:ext uri="{FF2B5EF4-FFF2-40B4-BE49-F238E27FC236}">
                  <a16:creationId xmlns:a16="http://schemas.microsoft.com/office/drawing/2014/main" id="{03B7F041-CBB4-BEDF-E852-8E62FA401192}"/>
                </a:ext>
              </a:extLst>
            </p:cNvPr>
            <p:cNvSpPr/>
            <p:nvPr/>
          </p:nvSpPr>
          <p:spPr>
            <a:xfrm>
              <a:off x="9221439"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04" name="Freeform: Shape 4503">
              <a:extLst>
                <a:ext uri="{FF2B5EF4-FFF2-40B4-BE49-F238E27FC236}">
                  <a16:creationId xmlns:a16="http://schemas.microsoft.com/office/drawing/2014/main" id="{86B60297-8346-7E4F-79CC-F55483027AD8}"/>
                </a:ext>
              </a:extLst>
            </p:cNvPr>
            <p:cNvSpPr/>
            <p:nvPr/>
          </p:nvSpPr>
          <p:spPr>
            <a:xfrm>
              <a:off x="9335695" y="503123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05" name="Freeform: Shape 4504">
              <a:extLst>
                <a:ext uri="{FF2B5EF4-FFF2-40B4-BE49-F238E27FC236}">
                  <a16:creationId xmlns:a16="http://schemas.microsoft.com/office/drawing/2014/main" id="{1C613FC4-1ED5-F4C9-A33D-192CEC116B4A}"/>
                </a:ext>
              </a:extLst>
            </p:cNvPr>
            <p:cNvSpPr/>
            <p:nvPr/>
          </p:nvSpPr>
          <p:spPr>
            <a:xfrm>
              <a:off x="9449950"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06" name="Freeform: Shape 4505">
              <a:extLst>
                <a:ext uri="{FF2B5EF4-FFF2-40B4-BE49-F238E27FC236}">
                  <a16:creationId xmlns:a16="http://schemas.microsoft.com/office/drawing/2014/main" id="{51664819-1E70-4105-28D8-6DB22AC354F0}"/>
                </a:ext>
              </a:extLst>
            </p:cNvPr>
            <p:cNvSpPr/>
            <p:nvPr/>
          </p:nvSpPr>
          <p:spPr>
            <a:xfrm>
              <a:off x="9564206"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07" name="Freeform: Shape 4506">
              <a:extLst>
                <a:ext uri="{FF2B5EF4-FFF2-40B4-BE49-F238E27FC236}">
                  <a16:creationId xmlns:a16="http://schemas.microsoft.com/office/drawing/2014/main" id="{6EF863B3-BADA-BA6C-8006-A878757B2628}"/>
                </a:ext>
              </a:extLst>
            </p:cNvPr>
            <p:cNvSpPr/>
            <p:nvPr/>
          </p:nvSpPr>
          <p:spPr>
            <a:xfrm>
              <a:off x="9678418" y="503123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08" name="Freeform: Shape 4507">
              <a:extLst>
                <a:ext uri="{FF2B5EF4-FFF2-40B4-BE49-F238E27FC236}">
                  <a16:creationId xmlns:a16="http://schemas.microsoft.com/office/drawing/2014/main" id="{AA29014A-C19A-43B4-C26A-AE47EC6A29E3}"/>
                </a:ext>
              </a:extLst>
            </p:cNvPr>
            <p:cNvSpPr/>
            <p:nvPr/>
          </p:nvSpPr>
          <p:spPr>
            <a:xfrm>
              <a:off x="9792674"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09" name="Freeform: Shape 4508">
              <a:extLst>
                <a:ext uri="{FF2B5EF4-FFF2-40B4-BE49-F238E27FC236}">
                  <a16:creationId xmlns:a16="http://schemas.microsoft.com/office/drawing/2014/main" id="{34B00D37-C1A8-8DA0-641A-B191BD717274}"/>
                </a:ext>
              </a:extLst>
            </p:cNvPr>
            <p:cNvSpPr/>
            <p:nvPr/>
          </p:nvSpPr>
          <p:spPr>
            <a:xfrm>
              <a:off x="9906929"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10" name="Freeform: Shape 4509">
              <a:extLst>
                <a:ext uri="{FF2B5EF4-FFF2-40B4-BE49-F238E27FC236}">
                  <a16:creationId xmlns:a16="http://schemas.microsoft.com/office/drawing/2014/main" id="{E5405B17-BA89-5694-EE02-F899318F47AA}"/>
                </a:ext>
              </a:extLst>
            </p:cNvPr>
            <p:cNvSpPr/>
            <p:nvPr/>
          </p:nvSpPr>
          <p:spPr>
            <a:xfrm>
              <a:off x="10021185"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11" name="Freeform: Shape 4510">
              <a:extLst>
                <a:ext uri="{FF2B5EF4-FFF2-40B4-BE49-F238E27FC236}">
                  <a16:creationId xmlns:a16="http://schemas.microsoft.com/office/drawing/2014/main" id="{6DE6BE3E-83CF-73B9-2BBB-0B1212275940}"/>
                </a:ext>
              </a:extLst>
            </p:cNvPr>
            <p:cNvSpPr/>
            <p:nvPr/>
          </p:nvSpPr>
          <p:spPr>
            <a:xfrm>
              <a:off x="10135441"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12" name="Freeform: Shape 4511">
              <a:extLst>
                <a:ext uri="{FF2B5EF4-FFF2-40B4-BE49-F238E27FC236}">
                  <a16:creationId xmlns:a16="http://schemas.microsoft.com/office/drawing/2014/main" id="{95B42361-EC53-BAF6-038C-CA1281587F5F}"/>
                </a:ext>
              </a:extLst>
            </p:cNvPr>
            <p:cNvSpPr/>
            <p:nvPr/>
          </p:nvSpPr>
          <p:spPr>
            <a:xfrm>
              <a:off x="10249697"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13" name="Freeform: Shape 4512">
              <a:extLst>
                <a:ext uri="{FF2B5EF4-FFF2-40B4-BE49-F238E27FC236}">
                  <a16:creationId xmlns:a16="http://schemas.microsoft.com/office/drawing/2014/main" id="{4CAD5C61-038B-4BE6-BAC2-1FB8A7562B58}"/>
                </a:ext>
              </a:extLst>
            </p:cNvPr>
            <p:cNvSpPr/>
            <p:nvPr/>
          </p:nvSpPr>
          <p:spPr>
            <a:xfrm>
              <a:off x="10363952"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14" name="Freeform: Shape 4513">
              <a:extLst>
                <a:ext uri="{FF2B5EF4-FFF2-40B4-BE49-F238E27FC236}">
                  <a16:creationId xmlns:a16="http://schemas.microsoft.com/office/drawing/2014/main" id="{8FB9BC3E-EB7F-F64B-A04E-D639C2B40397}"/>
                </a:ext>
              </a:extLst>
            </p:cNvPr>
            <p:cNvSpPr/>
            <p:nvPr/>
          </p:nvSpPr>
          <p:spPr>
            <a:xfrm>
              <a:off x="10478208" y="5031233"/>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15" name="Freeform: Shape 4514">
              <a:extLst>
                <a:ext uri="{FF2B5EF4-FFF2-40B4-BE49-F238E27FC236}">
                  <a16:creationId xmlns:a16="http://schemas.microsoft.com/office/drawing/2014/main" id="{81E61EA3-9F15-EC00-4519-C2A4A2648031}"/>
                </a:ext>
              </a:extLst>
            </p:cNvPr>
            <p:cNvSpPr/>
            <p:nvPr/>
          </p:nvSpPr>
          <p:spPr>
            <a:xfrm>
              <a:off x="10592464"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16" name="Freeform: Shape 4515">
              <a:extLst>
                <a:ext uri="{FF2B5EF4-FFF2-40B4-BE49-F238E27FC236}">
                  <a16:creationId xmlns:a16="http://schemas.microsoft.com/office/drawing/2014/main" id="{05E3026E-BA64-9374-002A-B0F64E03CCB3}"/>
                </a:ext>
              </a:extLst>
            </p:cNvPr>
            <p:cNvSpPr/>
            <p:nvPr/>
          </p:nvSpPr>
          <p:spPr>
            <a:xfrm>
              <a:off x="10706720"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17" name="Freeform: Shape 4516">
              <a:extLst>
                <a:ext uri="{FF2B5EF4-FFF2-40B4-BE49-F238E27FC236}">
                  <a16:creationId xmlns:a16="http://schemas.microsoft.com/office/drawing/2014/main" id="{811D725A-7E2C-9061-85BC-57F3CEFFC2A1}"/>
                </a:ext>
              </a:extLst>
            </p:cNvPr>
            <p:cNvSpPr/>
            <p:nvPr/>
          </p:nvSpPr>
          <p:spPr>
            <a:xfrm>
              <a:off x="10820976" y="5031233"/>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18" name="Freeform: Shape 4517">
              <a:extLst>
                <a:ext uri="{FF2B5EF4-FFF2-40B4-BE49-F238E27FC236}">
                  <a16:creationId xmlns:a16="http://schemas.microsoft.com/office/drawing/2014/main" id="{42CA89AB-C0D0-0731-7CFB-A3B742AC964D}"/>
                </a:ext>
              </a:extLst>
            </p:cNvPr>
            <p:cNvSpPr/>
            <p:nvPr/>
          </p:nvSpPr>
          <p:spPr>
            <a:xfrm>
              <a:off x="10935231"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19" name="Freeform: Shape 4518">
              <a:extLst>
                <a:ext uri="{FF2B5EF4-FFF2-40B4-BE49-F238E27FC236}">
                  <a16:creationId xmlns:a16="http://schemas.microsoft.com/office/drawing/2014/main" id="{FD787926-0AC3-5401-3B89-13C1755D952E}"/>
                </a:ext>
              </a:extLst>
            </p:cNvPr>
            <p:cNvSpPr/>
            <p:nvPr/>
          </p:nvSpPr>
          <p:spPr>
            <a:xfrm>
              <a:off x="11049443"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20" name="Freeform: Shape 4519">
              <a:extLst>
                <a:ext uri="{FF2B5EF4-FFF2-40B4-BE49-F238E27FC236}">
                  <a16:creationId xmlns:a16="http://schemas.microsoft.com/office/drawing/2014/main" id="{A2DD7F2C-F08B-36F7-B14E-9E6069192BEF}"/>
                </a:ext>
              </a:extLst>
            </p:cNvPr>
            <p:cNvSpPr/>
            <p:nvPr/>
          </p:nvSpPr>
          <p:spPr>
            <a:xfrm>
              <a:off x="11163699" y="5031233"/>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21" name="Freeform: Shape 4520">
              <a:extLst>
                <a:ext uri="{FF2B5EF4-FFF2-40B4-BE49-F238E27FC236}">
                  <a16:creationId xmlns:a16="http://schemas.microsoft.com/office/drawing/2014/main" id="{7A67B0D1-2518-65E8-32AE-E8536B57E73C}"/>
                </a:ext>
              </a:extLst>
            </p:cNvPr>
            <p:cNvSpPr/>
            <p:nvPr/>
          </p:nvSpPr>
          <p:spPr>
            <a:xfrm>
              <a:off x="11277955"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22" name="Freeform: Shape 4521">
              <a:extLst>
                <a:ext uri="{FF2B5EF4-FFF2-40B4-BE49-F238E27FC236}">
                  <a16:creationId xmlns:a16="http://schemas.microsoft.com/office/drawing/2014/main" id="{7B81F591-0B0A-2AFC-083F-CF544CEF96E6}"/>
                </a:ext>
              </a:extLst>
            </p:cNvPr>
            <p:cNvSpPr/>
            <p:nvPr/>
          </p:nvSpPr>
          <p:spPr>
            <a:xfrm>
              <a:off x="11392210"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23" name="Freeform: Shape 4522">
              <a:extLst>
                <a:ext uri="{FF2B5EF4-FFF2-40B4-BE49-F238E27FC236}">
                  <a16:creationId xmlns:a16="http://schemas.microsoft.com/office/drawing/2014/main" id="{DF1734C6-D52E-5FF5-BCE2-3FF015BABD90}"/>
                </a:ext>
              </a:extLst>
            </p:cNvPr>
            <p:cNvSpPr/>
            <p:nvPr/>
          </p:nvSpPr>
          <p:spPr>
            <a:xfrm>
              <a:off x="11506466" y="5031233"/>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24" name="Freeform: Shape 4523">
              <a:extLst>
                <a:ext uri="{FF2B5EF4-FFF2-40B4-BE49-F238E27FC236}">
                  <a16:creationId xmlns:a16="http://schemas.microsoft.com/office/drawing/2014/main" id="{87227731-F2E7-3FDA-87AF-5A79675AD793}"/>
                </a:ext>
              </a:extLst>
            </p:cNvPr>
            <p:cNvSpPr/>
            <p:nvPr/>
          </p:nvSpPr>
          <p:spPr>
            <a:xfrm>
              <a:off x="11620722"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25" name="Freeform: Shape 4524">
              <a:extLst>
                <a:ext uri="{FF2B5EF4-FFF2-40B4-BE49-F238E27FC236}">
                  <a16:creationId xmlns:a16="http://schemas.microsoft.com/office/drawing/2014/main" id="{A86F3D13-28DF-D0C7-DE32-D6BEFC7A1FB0}"/>
                </a:ext>
              </a:extLst>
            </p:cNvPr>
            <p:cNvSpPr/>
            <p:nvPr/>
          </p:nvSpPr>
          <p:spPr>
            <a:xfrm>
              <a:off x="11734978"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26" name="Freeform: Shape 4525">
              <a:extLst>
                <a:ext uri="{FF2B5EF4-FFF2-40B4-BE49-F238E27FC236}">
                  <a16:creationId xmlns:a16="http://schemas.microsoft.com/office/drawing/2014/main" id="{CCEB33FC-CE13-75B9-7559-0BA3E07B22DF}"/>
                </a:ext>
              </a:extLst>
            </p:cNvPr>
            <p:cNvSpPr/>
            <p:nvPr/>
          </p:nvSpPr>
          <p:spPr>
            <a:xfrm>
              <a:off x="11849233"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27" name="Freeform: Shape 4526">
              <a:extLst>
                <a:ext uri="{FF2B5EF4-FFF2-40B4-BE49-F238E27FC236}">
                  <a16:creationId xmlns:a16="http://schemas.microsoft.com/office/drawing/2014/main" id="{523D4D07-96B7-A431-E4F9-5413828BAE63}"/>
                </a:ext>
              </a:extLst>
            </p:cNvPr>
            <p:cNvSpPr/>
            <p:nvPr/>
          </p:nvSpPr>
          <p:spPr>
            <a:xfrm>
              <a:off x="11963489" y="5031233"/>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28" name="Freeform: Shape 4527">
              <a:extLst>
                <a:ext uri="{FF2B5EF4-FFF2-40B4-BE49-F238E27FC236}">
                  <a16:creationId xmlns:a16="http://schemas.microsoft.com/office/drawing/2014/main" id="{060F38B5-9455-E48E-8449-63A33B08B1B9}"/>
                </a:ext>
              </a:extLst>
            </p:cNvPr>
            <p:cNvSpPr/>
            <p:nvPr/>
          </p:nvSpPr>
          <p:spPr>
            <a:xfrm>
              <a:off x="12077745" y="5031233"/>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29" name="Freeform: Shape 4528">
              <a:extLst>
                <a:ext uri="{FF2B5EF4-FFF2-40B4-BE49-F238E27FC236}">
                  <a16:creationId xmlns:a16="http://schemas.microsoft.com/office/drawing/2014/main" id="{0DA767D9-AF42-1633-D72D-A644834BE1AB}"/>
                </a:ext>
              </a:extLst>
            </p:cNvPr>
            <p:cNvSpPr/>
            <p:nvPr/>
          </p:nvSpPr>
          <p:spPr>
            <a:xfrm>
              <a:off x="7279135" y="5145489"/>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30" name="Freeform: Shape 4529">
              <a:extLst>
                <a:ext uri="{FF2B5EF4-FFF2-40B4-BE49-F238E27FC236}">
                  <a16:creationId xmlns:a16="http://schemas.microsoft.com/office/drawing/2014/main" id="{0D5B3020-895A-10A0-196C-808E73D18E67}"/>
                </a:ext>
              </a:extLst>
            </p:cNvPr>
            <p:cNvSpPr/>
            <p:nvPr/>
          </p:nvSpPr>
          <p:spPr>
            <a:xfrm>
              <a:off x="7393391"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31" name="Freeform: Shape 4530">
              <a:extLst>
                <a:ext uri="{FF2B5EF4-FFF2-40B4-BE49-F238E27FC236}">
                  <a16:creationId xmlns:a16="http://schemas.microsoft.com/office/drawing/2014/main" id="{C53E08F7-03C3-9B57-8877-23D8ED77ECC5}"/>
                </a:ext>
              </a:extLst>
            </p:cNvPr>
            <p:cNvSpPr/>
            <p:nvPr/>
          </p:nvSpPr>
          <p:spPr>
            <a:xfrm>
              <a:off x="7507646"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32" name="Freeform: Shape 4531">
              <a:extLst>
                <a:ext uri="{FF2B5EF4-FFF2-40B4-BE49-F238E27FC236}">
                  <a16:creationId xmlns:a16="http://schemas.microsoft.com/office/drawing/2014/main" id="{A6C2E65E-A933-9CB1-F323-1F8CF45186BD}"/>
                </a:ext>
              </a:extLst>
            </p:cNvPr>
            <p:cNvSpPr/>
            <p:nvPr/>
          </p:nvSpPr>
          <p:spPr>
            <a:xfrm>
              <a:off x="7621902"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33" name="Freeform: Shape 4532">
              <a:extLst>
                <a:ext uri="{FF2B5EF4-FFF2-40B4-BE49-F238E27FC236}">
                  <a16:creationId xmlns:a16="http://schemas.microsoft.com/office/drawing/2014/main" id="{15C64E27-6CD2-D650-10ED-642CEB9870AE}"/>
                </a:ext>
              </a:extLst>
            </p:cNvPr>
            <p:cNvSpPr/>
            <p:nvPr/>
          </p:nvSpPr>
          <p:spPr>
            <a:xfrm>
              <a:off x="7736158" y="5145489"/>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34" name="Freeform: Shape 4533">
              <a:extLst>
                <a:ext uri="{FF2B5EF4-FFF2-40B4-BE49-F238E27FC236}">
                  <a16:creationId xmlns:a16="http://schemas.microsoft.com/office/drawing/2014/main" id="{C5DDD184-B917-167A-71FA-1E41E6C40F62}"/>
                </a:ext>
              </a:extLst>
            </p:cNvPr>
            <p:cNvSpPr/>
            <p:nvPr/>
          </p:nvSpPr>
          <p:spPr>
            <a:xfrm>
              <a:off x="7850414"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35" name="Freeform: Shape 4534">
              <a:extLst>
                <a:ext uri="{FF2B5EF4-FFF2-40B4-BE49-F238E27FC236}">
                  <a16:creationId xmlns:a16="http://schemas.microsoft.com/office/drawing/2014/main" id="{4D67C2C5-AA68-78A7-0839-EF116D4074D7}"/>
                </a:ext>
              </a:extLst>
            </p:cNvPr>
            <p:cNvSpPr/>
            <p:nvPr/>
          </p:nvSpPr>
          <p:spPr>
            <a:xfrm>
              <a:off x="7964669"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36" name="Freeform: Shape 4535">
              <a:extLst>
                <a:ext uri="{FF2B5EF4-FFF2-40B4-BE49-F238E27FC236}">
                  <a16:creationId xmlns:a16="http://schemas.microsoft.com/office/drawing/2014/main" id="{6F97EE7C-6BC8-2545-99BF-9D3C4D9F36AF}"/>
                </a:ext>
              </a:extLst>
            </p:cNvPr>
            <p:cNvSpPr/>
            <p:nvPr/>
          </p:nvSpPr>
          <p:spPr>
            <a:xfrm>
              <a:off x="8078925" y="5145489"/>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37" name="Freeform: Shape 4536">
              <a:extLst>
                <a:ext uri="{FF2B5EF4-FFF2-40B4-BE49-F238E27FC236}">
                  <a16:creationId xmlns:a16="http://schemas.microsoft.com/office/drawing/2014/main" id="{341C8C4C-868F-4396-EE6C-F9E271643586}"/>
                </a:ext>
              </a:extLst>
            </p:cNvPr>
            <p:cNvSpPr/>
            <p:nvPr/>
          </p:nvSpPr>
          <p:spPr>
            <a:xfrm>
              <a:off x="8193181"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38" name="Freeform: Shape 4537">
              <a:extLst>
                <a:ext uri="{FF2B5EF4-FFF2-40B4-BE49-F238E27FC236}">
                  <a16:creationId xmlns:a16="http://schemas.microsoft.com/office/drawing/2014/main" id="{2980EBDA-D941-31C1-2AF6-D940014A2AB3}"/>
                </a:ext>
              </a:extLst>
            </p:cNvPr>
            <p:cNvSpPr/>
            <p:nvPr/>
          </p:nvSpPr>
          <p:spPr>
            <a:xfrm>
              <a:off x="8307437"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39" name="Freeform: Shape 4538">
              <a:extLst>
                <a:ext uri="{FF2B5EF4-FFF2-40B4-BE49-F238E27FC236}">
                  <a16:creationId xmlns:a16="http://schemas.microsoft.com/office/drawing/2014/main" id="{2DF6A83F-67F5-C893-C5B2-3451049EC82F}"/>
                </a:ext>
              </a:extLst>
            </p:cNvPr>
            <p:cNvSpPr/>
            <p:nvPr/>
          </p:nvSpPr>
          <p:spPr>
            <a:xfrm>
              <a:off x="8421648"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40" name="Freeform: Shape 4539">
              <a:extLst>
                <a:ext uri="{FF2B5EF4-FFF2-40B4-BE49-F238E27FC236}">
                  <a16:creationId xmlns:a16="http://schemas.microsoft.com/office/drawing/2014/main" id="{82383F7A-ED86-737B-DD72-12CD1D273B7B}"/>
                </a:ext>
              </a:extLst>
            </p:cNvPr>
            <p:cNvSpPr/>
            <p:nvPr/>
          </p:nvSpPr>
          <p:spPr>
            <a:xfrm>
              <a:off x="8535904"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41" name="Freeform: Shape 4540">
              <a:extLst>
                <a:ext uri="{FF2B5EF4-FFF2-40B4-BE49-F238E27FC236}">
                  <a16:creationId xmlns:a16="http://schemas.microsoft.com/office/drawing/2014/main" id="{5523E41C-2A38-9EE0-C443-CB3F239A3EF5}"/>
                </a:ext>
              </a:extLst>
            </p:cNvPr>
            <p:cNvSpPr/>
            <p:nvPr/>
          </p:nvSpPr>
          <p:spPr>
            <a:xfrm>
              <a:off x="8650160"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42" name="Freeform: Shape 4541">
              <a:extLst>
                <a:ext uri="{FF2B5EF4-FFF2-40B4-BE49-F238E27FC236}">
                  <a16:creationId xmlns:a16="http://schemas.microsoft.com/office/drawing/2014/main" id="{3B42BFB7-6DCB-CE7B-B5A6-4E5897EA3951}"/>
                </a:ext>
              </a:extLst>
            </p:cNvPr>
            <p:cNvSpPr/>
            <p:nvPr/>
          </p:nvSpPr>
          <p:spPr>
            <a:xfrm>
              <a:off x="8764416"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43" name="Freeform: Shape 4542">
              <a:extLst>
                <a:ext uri="{FF2B5EF4-FFF2-40B4-BE49-F238E27FC236}">
                  <a16:creationId xmlns:a16="http://schemas.microsoft.com/office/drawing/2014/main" id="{782A9012-F504-701A-6185-34DD10345FCC}"/>
                </a:ext>
              </a:extLst>
            </p:cNvPr>
            <p:cNvSpPr/>
            <p:nvPr/>
          </p:nvSpPr>
          <p:spPr>
            <a:xfrm>
              <a:off x="8878671" y="5145489"/>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44" name="Freeform: Shape 4543">
              <a:extLst>
                <a:ext uri="{FF2B5EF4-FFF2-40B4-BE49-F238E27FC236}">
                  <a16:creationId xmlns:a16="http://schemas.microsoft.com/office/drawing/2014/main" id="{05B2505E-F244-658C-D276-1DF39963E528}"/>
                </a:ext>
              </a:extLst>
            </p:cNvPr>
            <p:cNvSpPr/>
            <p:nvPr/>
          </p:nvSpPr>
          <p:spPr>
            <a:xfrm>
              <a:off x="8992927"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45" name="Freeform: Shape 4544">
              <a:extLst>
                <a:ext uri="{FF2B5EF4-FFF2-40B4-BE49-F238E27FC236}">
                  <a16:creationId xmlns:a16="http://schemas.microsoft.com/office/drawing/2014/main" id="{DBAA5596-8D2D-A770-988B-48329F83A6D8}"/>
                </a:ext>
              </a:extLst>
            </p:cNvPr>
            <p:cNvSpPr/>
            <p:nvPr/>
          </p:nvSpPr>
          <p:spPr>
            <a:xfrm>
              <a:off x="9107183"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46" name="Freeform: Shape 4545">
              <a:extLst>
                <a:ext uri="{FF2B5EF4-FFF2-40B4-BE49-F238E27FC236}">
                  <a16:creationId xmlns:a16="http://schemas.microsoft.com/office/drawing/2014/main" id="{3A537D12-4343-51C8-BC98-06F3A7ED2B49}"/>
                </a:ext>
              </a:extLst>
            </p:cNvPr>
            <p:cNvSpPr/>
            <p:nvPr/>
          </p:nvSpPr>
          <p:spPr>
            <a:xfrm>
              <a:off x="9221439"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47" name="Freeform: Shape 4546">
              <a:extLst>
                <a:ext uri="{FF2B5EF4-FFF2-40B4-BE49-F238E27FC236}">
                  <a16:creationId xmlns:a16="http://schemas.microsoft.com/office/drawing/2014/main" id="{11881AA1-9D54-F223-7F60-F71316A1839A}"/>
                </a:ext>
              </a:extLst>
            </p:cNvPr>
            <p:cNvSpPr/>
            <p:nvPr/>
          </p:nvSpPr>
          <p:spPr>
            <a:xfrm>
              <a:off x="9335695" y="5145489"/>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48" name="Freeform: Shape 4547">
              <a:extLst>
                <a:ext uri="{FF2B5EF4-FFF2-40B4-BE49-F238E27FC236}">
                  <a16:creationId xmlns:a16="http://schemas.microsoft.com/office/drawing/2014/main" id="{176A9EA9-64AF-3D77-BEBE-FD44FB9DD90D}"/>
                </a:ext>
              </a:extLst>
            </p:cNvPr>
            <p:cNvSpPr/>
            <p:nvPr/>
          </p:nvSpPr>
          <p:spPr>
            <a:xfrm>
              <a:off x="9449950"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49" name="Freeform: Shape 4548">
              <a:extLst>
                <a:ext uri="{FF2B5EF4-FFF2-40B4-BE49-F238E27FC236}">
                  <a16:creationId xmlns:a16="http://schemas.microsoft.com/office/drawing/2014/main" id="{9D63F132-B3D8-9125-B020-51B2CABC82FB}"/>
                </a:ext>
              </a:extLst>
            </p:cNvPr>
            <p:cNvSpPr/>
            <p:nvPr/>
          </p:nvSpPr>
          <p:spPr>
            <a:xfrm>
              <a:off x="9564206"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50" name="Freeform: Shape 4549">
              <a:extLst>
                <a:ext uri="{FF2B5EF4-FFF2-40B4-BE49-F238E27FC236}">
                  <a16:creationId xmlns:a16="http://schemas.microsoft.com/office/drawing/2014/main" id="{0A019245-0DA0-3282-5D83-A29ED55096DD}"/>
                </a:ext>
              </a:extLst>
            </p:cNvPr>
            <p:cNvSpPr/>
            <p:nvPr/>
          </p:nvSpPr>
          <p:spPr>
            <a:xfrm>
              <a:off x="9678418" y="5145489"/>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51" name="Freeform: Shape 4550">
              <a:extLst>
                <a:ext uri="{FF2B5EF4-FFF2-40B4-BE49-F238E27FC236}">
                  <a16:creationId xmlns:a16="http://schemas.microsoft.com/office/drawing/2014/main" id="{0DEAFE79-3145-9961-333D-393009B1BD72}"/>
                </a:ext>
              </a:extLst>
            </p:cNvPr>
            <p:cNvSpPr/>
            <p:nvPr/>
          </p:nvSpPr>
          <p:spPr>
            <a:xfrm>
              <a:off x="9792674"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52" name="Freeform: Shape 4551">
              <a:extLst>
                <a:ext uri="{FF2B5EF4-FFF2-40B4-BE49-F238E27FC236}">
                  <a16:creationId xmlns:a16="http://schemas.microsoft.com/office/drawing/2014/main" id="{E0DB1B32-738D-9B2E-DF54-4254348224E2}"/>
                </a:ext>
              </a:extLst>
            </p:cNvPr>
            <p:cNvSpPr/>
            <p:nvPr/>
          </p:nvSpPr>
          <p:spPr>
            <a:xfrm>
              <a:off x="9906929"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53" name="Freeform: Shape 4552">
              <a:extLst>
                <a:ext uri="{FF2B5EF4-FFF2-40B4-BE49-F238E27FC236}">
                  <a16:creationId xmlns:a16="http://schemas.microsoft.com/office/drawing/2014/main" id="{7A81CFF5-4238-DA6F-05D0-1147D3EE422D}"/>
                </a:ext>
              </a:extLst>
            </p:cNvPr>
            <p:cNvSpPr/>
            <p:nvPr/>
          </p:nvSpPr>
          <p:spPr>
            <a:xfrm>
              <a:off x="10021185"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54" name="Freeform: Shape 4553">
              <a:extLst>
                <a:ext uri="{FF2B5EF4-FFF2-40B4-BE49-F238E27FC236}">
                  <a16:creationId xmlns:a16="http://schemas.microsoft.com/office/drawing/2014/main" id="{91005FB3-6918-DD31-81FC-E2066765874A}"/>
                </a:ext>
              </a:extLst>
            </p:cNvPr>
            <p:cNvSpPr/>
            <p:nvPr/>
          </p:nvSpPr>
          <p:spPr>
            <a:xfrm>
              <a:off x="10135441"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55" name="Freeform: Shape 4554">
              <a:extLst>
                <a:ext uri="{FF2B5EF4-FFF2-40B4-BE49-F238E27FC236}">
                  <a16:creationId xmlns:a16="http://schemas.microsoft.com/office/drawing/2014/main" id="{BDBC28E8-33A1-15A4-E5E3-44522DC773AC}"/>
                </a:ext>
              </a:extLst>
            </p:cNvPr>
            <p:cNvSpPr/>
            <p:nvPr/>
          </p:nvSpPr>
          <p:spPr>
            <a:xfrm>
              <a:off x="10249697"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56" name="Freeform: Shape 4555">
              <a:extLst>
                <a:ext uri="{FF2B5EF4-FFF2-40B4-BE49-F238E27FC236}">
                  <a16:creationId xmlns:a16="http://schemas.microsoft.com/office/drawing/2014/main" id="{6A30DD31-579D-7227-031F-3F8ADA7D02EE}"/>
                </a:ext>
              </a:extLst>
            </p:cNvPr>
            <p:cNvSpPr/>
            <p:nvPr/>
          </p:nvSpPr>
          <p:spPr>
            <a:xfrm>
              <a:off x="10363952"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57" name="Freeform: Shape 4556">
              <a:extLst>
                <a:ext uri="{FF2B5EF4-FFF2-40B4-BE49-F238E27FC236}">
                  <a16:creationId xmlns:a16="http://schemas.microsoft.com/office/drawing/2014/main" id="{0F8A4BE2-5E00-B4F3-073C-265E3BCBDF0C}"/>
                </a:ext>
              </a:extLst>
            </p:cNvPr>
            <p:cNvSpPr/>
            <p:nvPr/>
          </p:nvSpPr>
          <p:spPr>
            <a:xfrm>
              <a:off x="10478208" y="5145489"/>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58" name="Freeform: Shape 4557">
              <a:extLst>
                <a:ext uri="{FF2B5EF4-FFF2-40B4-BE49-F238E27FC236}">
                  <a16:creationId xmlns:a16="http://schemas.microsoft.com/office/drawing/2014/main" id="{DD30226F-39CE-D740-A6AD-40BECE1F1549}"/>
                </a:ext>
              </a:extLst>
            </p:cNvPr>
            <p:cNvSpPr/>
            <p:nvPr/>
          </p:nvSpPr>
          <p:spPr>
            <a:xfrm>
              <a:off x="10592464"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59" name="Freeform: Shape 4558">
              <a:extLst>
                <a:ext uri="{FF2B5EF4-FFF2-40B4-BE49-F238E27FC236}">
                  <a16:creationId xmlns:a16="http://schemas.microsoft.com/office/drawing/2014/main" id="{7511C77D-5451-F392-A12C-390EFDCFE631}"/>
                </a:ext>
              </a:extLst>
            </p:cNvPr>
            <p:cNvSpPr/>
            <p:nvPr/>
          </p:nvSpPr>
          <p:spPr>
            <a:xfrm>
              <a:off x="10706720"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1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1"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60" name="Freeform: Shape 4559">
              <a:extLst>
                <a:ext uri="{FF2B5EF4-FFF2-40B4-BE49-F238E27FC236}">
                  <a16:creationId xmlns:a16="http://schemas.microsoft.com/office/drawing/2014/main" id="{3889D001-6B8B-A955-3E94-F38ECCE63DF5}"/>
                </a:ext>
              </a:extLst>
            </p:cNvPr>
            <p:cNvSpPr/>
            <p:nvPr/>
          </p:nvSpPr>
          <p:spPr>
            <a:xfrm>
              <a:off x="10820976" y="5145489"/>
              <a:ext cx="114255" cy="114255"/>
            </a:xfrm>
            <a:custGeom>
              <a:avLst/>
              <a:gdLst>
                <a:gd name="connsiteX0" fmla="*/ 0 w 114255"/>
                <a:gd name="connsiteY0" fmla="*/ 0 h 114255"/>
                <a:gd name="connsiteX1" fmla="*/ 114257 w 114255"/>
                <a:gd name="connsiteY1" fmla="*/ 0 h 114255"/>
                <a:gd name="connsiteX2" fmla="*/ 114257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61" name="Freeform: Shape 4560">
              <a:extLst>
                <a:ext uri="{FF2B5EF4-FFF2-40B4-BE49-F238E27FC236}">
                  <a16:creationId xmlns:a16="http://schemas.microsoft.com/office/drawing/2014/main" id="{C3C85181-B5AF-814F-99B3-6D31E4957AE8}"/>
                </a:ext>
              </a:extLst>
            </p:cNvPr>
            <p:cNvSpPr/>
            <p:nvPr/>
          </p:nvSpPr>
          <p:spPr>
            <a:xfrm>
              <a:off x="10935231"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62" name="Freeform: Shape 4561">
              <a:extLst>
                <a:ext uri="{FF2B5EF4-FFF2-40B4-BE49-F238E27FC236}">
                  <a16:creationId xmlns:a16="http://schemas.microsoft.com/office/drawing/2014/main" id="{83FC71D6-3256-A2BA-9378-2CF47B3485AB}"/>
                </a:ext>
              </a:extLst>
            </p:cNvPr>
            <p:cNvSpPr/>
            <p:nvPr/>
          </p:nvSpPr>
          <p:spPr>
            <a:xfrm>
              <a:off x="11049443"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63" name="Freeform: Shape 4562">
              <a:extLst>
                <a:ext uri="{FF2B5EF4-FFF2-40B4-BE49-F238E27FC236}">
                  <a16:creationId xmlns:a16="http://schemas.microsoft.com/office/drawing/2014/main" id="{19BDC875-B2EC-58A6-C1D3-0DA2BFA63FA0}"/>
                </a:ext>
              </a:extLst>
            </p:cNvPr>
            <p:cNvSpPr/>
            <p:nvPr/>
          </p:nvSpPr>
          <p:spPr>
            <a:xfrm>
              <a:off x="11163699" y="5145489"/>
              <a:ext cx="114255" cy="114255"/>
            </a:xfrm>
            <a:custGeom>
              <a:avLst/>
              <a:gdLst>
                <a:gd name="connsiteX0" fmla="*/ 0 w 114255"/>
                <a:gd name="connsiteY0" fmla="*/ 0 h 114255"/>
                <a:gd name="connsiteX1" fmla="*/ 114257 w 114255"/>
                <a:gd name="connsiteY1" fmla="*/ 0 h 114255"/>
                <a:gd name="connsiteX2" fmla="*/ 114257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64" name="Freeform: Shape 4563">
              <a:extLst>
                <a:ext uri="{FF2B5EF4-FFF2-40B4-BE49-F238E27FC236}">
                  <a16:creationId xmlns:a16="http://schemas.microsoft.com/office/drawing/2014/main" id="{3CF37B0F-462F-5120-ED6D-EE6AEA29079D}"/>
                </a:ext>
              </a:extLst>
            </p:cNvPr>
            <p:cNvSpPr/>
            <p:nvPr/>
          </p:nvSpPr>
          <p:spPr>
            <a:xfrm>
              <a:off x="11277955"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65" name="Freeform: Shape 4564">
              <a:extLst>
                <a:ext uri="{FF2B5EF4-FFF2-40B4-BE49-F238E27FC236}">
                  <a16:creationId xmlns:a16="http://schemas.microsoft.com/office/drawing/2014/main" id="{DAD1A931-695A-9839-4E55-E637E29D60C0}"/>
                </a:ext>
              </a:extLst>
            </p:cNvPr>
            <p:cNvSpPr/>
            <p:nvPr/>
          </p:nvSpPr>
          <p:spPr>
            <a:xfrm>
              <a:off x="11392210"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66" name="Freeform: Shape 4565">
              <a:extLst>
                <a:ext uri="{FF2B5EF4-FFF2-40B4-BE49-F238E27FC236}">
                  <a16:creationId xmlns:a16="http://schemas.microsoft.com/office/drawing/2014/main" id="{BE8BE847-8181-94A0-100F-93B36030105C}"/>
                </a:ext>
              </a:extLst>
            </p:cNvPr>
            <p:cNvSpPr/>
            <p:nvPr/>
          </p:nvSpPr>
          <p:spPr>
            <a:xfrm>
              <a:off x="11506466" y="5145489"/>
              <a:ext cx="114255" cy="114255"/>
            </a:xfrm>
            <a:custGeom>
              <a:avLst/>
              <a:gdLst>
                <a:gd name="connsiteX0" fmla="*/ -1 w 114255"/>
                <a:gd name="connsiteY0" fmla="*/ 0 h 114255"/>
                <a:gd name="connsiteX1" fmla="*/ 114256 w 114255"/>
                <a:gd name="connsiteY1" fmla="*/ 0 h 114255"/>
                <a:gd name="connsiteX2" fmla="*/ 114256 w 114255"/>
                <a:gd name="connsiteY2" fmla="*/ 114255 h 114255"/>
                <a:gd name="connsiteX3" fmla="*/ -1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5"/>
                  </a:lnTo>
                  <a:lnTo>
                    <a:pt x="-1"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67" name="Freeform: Shape 4566">
              <a:extLst>
                <a:ext uri="{FF2B5EF4-FFF2-40B4-BE49-F238E27FC236}">
                  <a16:creationId xmlns:a16="http://schemas.microsoft.com/office/drawing/2014/main" id="{46B980B0-68DF-95A3-FFAC-0257F21A522F}"/>
                </a:ext>
              </a:extLst>
            </p:cNvPr>
            <p:cNvSpPr/>
            <p:nvPr/>
          </p:nvSpPr>
          <p:spPr>
            <a:xfrm>
              <a:off x="11620722"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68" name="Freeform: Shape 4567">
              <a:extLst>
                <a:ext uri="{FF2B5EF4-FFF2-40B4-BE49-F238E27FC236}">
                  <a16:creationId xmlns:a16="http://schemas.microsoft.com/office/drawing/2014/main" id="{CD8A88DE-D79C-BA32-325B-2C1CEBE02A99}"/>
                </a:ext>
              </a:extLst>
            </p:cNvPr>
            <p:cNvSpPr/>
            <p:nvPr/>
          </p:nvSpPr>
          <p:spPr>
            <a:xfrm>
              <a:off x="11734978"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69" name="Freeform: Shape 4568">
              <a:extLst>
                <a:ext uri="{FF2B5EF4-FFF2-40B4-BE49-F238E27FC236}">
                  <a16:creationId xmlns:a16="http://schemas.microsoft.com/office/drawing/2014/main" id="{1299C7F3-D879-6042-06C5-C4BB5DFD0423}"/>
                </a:ext>
              </a:extLst>
            </p:cNvPr>
            <p:cNvSpPr/>
            <p:nvPr/>
          </p:nvSpPr>
          <p:spPr>
            <a:xfrm>
              <a:off x="11849233"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70" name="Freeform: Shape 4569">
              <a:extLst>
                <a:ext uri="{FF2B5EF4-FFF2-40B4-BE49-F238E27FC236}">
                  <a16:creationId xmlns:a16="http://schemas.microsoft.com/office/drawing/2014/main" id="{A378F33A-93EA-B271-D67F-BFA466D0504E}"/>
                </a:ext>
              </a:extLst>
            </p:cNvPr>
            <p:cNvSpPr/>
            <p:nvPr/>
          </p:nvSpPr>
          <p:spPr>
            <a:xfrm>
              <a:off x="11963489" y="5145489"/>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71" name="Freeform: Shape 4570">
              <a:extLst>
                <a:ext uri="{FF2B5EF4-FFF2-40B4-BE49-F238E27FC236}">
                  <a16:creationId xmlns:a16="http://schemas.microsoft.com/office/drawing/2014/main" id="{DE82EBC9-FA7C-CBDB-6AC4-7710380675F8}"/>
                </a:ext>
              </a:extLst>
            </p:cNvPr>
            <p:cNvSpPr/>
            <p:nvPr/>
          </p:nvSpPr>
          <p:spPr>
            <a:xfrm>
              <a:off x="12077745" y="5145489"/>
              <a:ext cx="114255" cy="114255"/>
            </a:xfrm>
            <a:custGeom>
              <a:avLst/>
              <a:gdLst>
                <a:gd name="connsiteX0" fmla="*/ 0 w 114255"/>
                <a:gd name="connsiteY0" fmla="*/ 0 h 114255"/>
                <a:gd name="connsiteX1" fmla="*/ 114257 w 114255"/>
                <a:gd name="connsiteY1" fmla="*/ 0 h 114255"/>
                <a:gd name="connsiteX2" fmla="*/ 114257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572" name="Freeform: Shape 4571">
              <a:extLst>
                <a:ext uri="{FF2B5EF4-FFF2-40B4-BE49-F238E27FC236}">
                  <a16:creationId xmlns:a16="http://schemas.microsoft.com/office/drawing/2014/main" id="{E4E712EE-38E7-5349-970E-0217391AB154}"/>
                </a:ext>
              </a:extLst>
            </p:cNvPr>
            <p:cNvSpPr/>
            <p:nvPr/>
          </p:nvSpPr>
          <p:spPr>
            <a:xfrm>
              <a:off x="7279135" y="525974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73" name="Freeform: Shape 4572">
              <a:extLst>
                <a:ext uri="{FF2B5EF4-FFF2-40B4-BE49-F238E27FC236}">
                  <a16:creationId xmlns:a16="http://schemas.microsoft.com/office/drawing/2014/main" id="{AE3811D8-BAB8-33B2-02A3-C56642EF34A0}"/>
                </a:ext>
              </a:extLst>
            </p:cNvPr>
            <p:cNvSpPr/>
            <p:nvPr/>
          </p:nvSpPr>
          <p:spPr>
            <a:xfrm>
              <a:off x="7393391"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74" name="Freeform: Shape 4573">
              <a:extLst>
                <a:ext uri="{FF2B5EF4-FFF2-40B4-BE49-F238E27FC236}">
                  <a16:creationId xmlns:a16="http://schemas.microsoft.com/office/drawing/2014/main" id="{7D863549-614C-1B75-E3F8-3B3D3261871C}"/>
                </a:ext>
              </a:extLst>
            </p:cNvPr>
            <p:cNvSpPr/>
            <p:nvPr/>
          </p:nvSpPr>
          <p:spPr>
            <a:xfrm>
              <a:off x="7507646"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75" name="Freeform: Shape 4574">
              <a:extLst>
                <a:ext uri="{FF2B5EF4-FFF2-40B4-BE49-F238E27FC236}">
                  <a16:creationId xmlns:a16="http://schemas.microsoft.com/office/drawing/2014/main" id="{B28D4C71-04A7-9B61-C0C6-E18BAA906ECD}"/>
                </a:ext>
              </a:extLst>
            </p:cNvPr>
            <p:cNvSpPr/>
            <p:nvPr/>
          </p:nvSpPr>
          <p:spPr>
            <a:xfrm>
              <a:off x="7621902"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76" name="Freeform: Shape 4575">
              <a:extLst>
                <a:ext uri="{FF2B5EF4-FFF2-40B4-BE49-F238E27FC236}">
                  <a16:creationId xmlns:a16="http://schemas.microsoft.com/office/drawing/2014/main" id="{DA49854E-9CA4-9029-CE21-3E0F12D62D57}"/>
                </a:ext>
              </a:extLst>
            </p:cNvPr>
            <p:cNvSpPr/>
            <p:nvPr/>
          </p:nvSpPr>
          <p:spPr>
            <a:xfrm>
              <a:off x="7736158" y="525974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77" name="Freeform: Shape 4576">
              <a:extLst>
                <a:ext uri="{FF2B5EF4-FFF2-40B4-BE49-F238E27FC236}">
                  <a16:creationId xmlns:a16="http://schemas.microsoft.com/office/drawing/2014/main" id="{0685FD21-0B8E-BB31-9C21-E677E18CBE8D}"/>
                </a:ext>
              </a:extLst>
            </p:cNvPr>
            <p:cNvSpPr/>
            <p:nvPr/>
          </p:nvSpPr>
          <p:spPr>
            <a:xfrm>
              <a:off x="7850414"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78" name="Freeform: Shape 4577">
              <a:extLst>
                <a:ext uri="{FF2B5EF4-FFF2-40B4-BE49-F238E27FC236}">
                  <a16:creationId xmlns:a16="http://schemas.microsoft.com/office/drawing/2014/main" id="{6E44ED86-BCC1-DC19-68B2-7D38BA8A693C}"/>
                </a:ext>
              </a:extLst>
            </p:cNvPr>
            <p:cNvSpPr/>
            <p:nvPr/>
          </p:nvSpPr>
          <p:spPr>
            <a:xfrm>
              <a:off x="7964669"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79" name="Freeform: Shape 4578">
              <a:extLst>
                <a:ext uri="{FF2B5EF4-FFF2-40B4-BE49-F238E27FC236}">
                  <a16:creationId xmlns:a16="http://schemas.microsoft.com/office/drawing/2014/main" id="{A645EFB7-AD9D-5F10-8E74-F9E6EAB9E5D9}"/>
                </a:ext>
              </a:extLst>
            </p:cNvPr>
            <p:cNvSpPr/>
            <p:nvPr/>
          </p:nvSpPr>
          <p:spPr>
            <a:xfrm>
              <a:off x="8078925" y="525974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80" name="Freeform: Shape 4579">
              <a:extLst>
                <a:ext uri="{FF2B5EF4-FFF2-40B4-BE49-F238E27FC236}">
                  <a16:creationId xmlns:a16="http://schemas.microsoft.com/office/drawing/2014/main" id="{7774327C-D1EA-0685-3119-C85BCE0CF56F}"/>
                </a:ext>
              </a:extLst>
            </p:cNvPr>
            <p:cNvSpPr/>
            <p:nvPr/>
          </p:nvSpPr>
          <p:spPr>
            <a:xfrm>
              <a:off x="8193181"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81" name="Freeform: Shape 4580">
              <a:extLst>
                <a:ext uri="{FF2B5EF4-FFF2-40B4-BE49-F238E27FC236}">
                  <a16:creationId xmlns:a16="http://schemas.microsoft.com/office/drawing/2014/main" id="{822ABA6D-F6FD-50D4-B4F8-E62C71700133}"/>
                </a:ext>
              </a:extLst>
            </p:cNvPr>
            <p:cNvSpPr/>
            <p:nvPr/>
          </p:nvSpPr>
          <p:spPr>
            <a:xfrm>
              <a:off x="8307437"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82" name="Freeform: Shape 4581">
              <a:extLst>
                <a:ext uri="{FF2B5EF4-FFF2-40B4-BE49-F238E27FC236}">
                  <a16:creationId xmlns:a16="http://schemas.microsoft.com/office/drawing/2014/main" id="{A31BC14E-7B19-9D12-F358-38FE094944AD}"/>
                </a:ext>
              </a:extLst>
            </p:cNvPr>
            <p:cNvSpPr/>
            <p:nvPr/>
          </p:nvSpPr>
          <p:spPr>
            <a:xfrm>
              <a:off x="8421648"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83" name="Freeform: Shape 4582">
              <a:extLst>
                <a:ext uri="{FF2B5EF4-FFF2-40B4-BE49-F238E27FC236}">
                  <a16:creationId xmlns:a16="http://schemas.microsoft.com/office/drawing/2014/main" id="{13A48E32-0CCE-2E8E-D9A6-2475CE41049A}"/>
                </a:ext>
              </a:extLst>
            </p:cNvPr>
            <p:cNvSpPr/>
            <p:nvPr/>
          </p:nvSpPr>
          <p:spPr>
            <a:xfrm>
              <a:off x="8535904"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84" name="Freeform: Shape 4583">
              <a:extLst>
                <a:ext uri="{FF2B5EF4-FFF2-40B4-BE49-F238E27FC236}">
                  <a16:creationId xmlns:a16="http://schemas.microsoft.com/office/drawing/2014/main" id="{6F46BC58-73E4-45E0-FBEB-826053327CD0}"/>
                </a:ext>
              </a:extLst>
            </p:cNvPr>
            <p:cNvSpPr/>
            <p:nvPr/>
          </p:nvSpPr>
          <p:spPr>
            <a:xfrm>
              <a:off x="8650160"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85" name="Freeform: Shape 4584">
              <a:extLst>
                <a:ext uri="{FF2B5EF4-FFF2-40B4-BE49-F238E27FC236}">
                  <a16:creationId xmlns:a16="http://schemas.microsoft.com/office/drawing/2014/main" id="{1EABB23C-EAC0-0A8F-51EB-6552B128AF70}"/>
                </a:ext>
              </a:extLst>
            </p:cNvPr>
            <p:cNvSpPr/>
            <p:nvPr/>
          </p:nvSpPr>
          <p:spPr>
            <a:xfrm>
              <a:off x="8764416"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86" name="Freeform: Shape 4585">
              <a:extLst>
                <a:ext uri="{FF2B5EF4-FFF2-40B4-BE49-F238E27FC236}">
                  <a16:creationId xmlns:a16="http://schemas.microsoft.com/office/drawing/2014/main" id="{7C8985F1-E8DF-6CD1-0CCF-EF6AE8373406}"/>
                </a:ext>
              </a:extLst>
            </p:cNvPr>
            <p:cNvSpPr/>
            <p:nvPr/>
          </p:nvSpPr>
          <p:spPr>
            <a:xfrm>
              <a:off x="8878671" y="525974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87" name="Freeform: Shape 4586">
              <a:extLst>
                <a:ext uri="{FF2B5EF4-FFF2-40B4-BE49-F238E27FC236}">
                  <a16:creationId xmlns:a16="http://schemas.microsoft.com/office/drawing/2014/main" id="{64F4B8C6-A59B-38AA-8A18-A7CC2D2DC35D}"/>
                </a:ext>
              </a:extLst>
            </p:cNvPr>
            <p:cNvSpPr/>
            <p:nvPr/>
          </p:nvSpPr>
          <p:spPr>
            <a:xfrm>
              <a:off x="8992927"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88" name="Freeform: Shape 4587">
              <a:extLst>
                <a:ext uri="{FF2B5EF4-FFF2-40B4-BE49-F238E27FC236}">
                  <a16:creationId xmlns:a16="http://schemas.microsoft.com/office/drawing/2014/main" id="{EBF55F2E-94E3-2E29-20C6-D9A7F234C56F}"/>
                </a:ext>
              </a:extLst>
            </p:cNvPr>
            <p:cNvSpPr/>
            <p:nvPr/>
          </p:nvSpPr>
          <p:spPr>
            <a:xfrm>
              <a:off x="9107183"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89" name="Freeform: Shape 4588">
              <a:extLst>
                <a:ext uri="{FF2B5EF4-FFF2-40B4-BE49-F238E27FC236}">
                  <a16:creationId xmlns:a16="http://schemas.microsoft.com/office/drawing/2014/main" id="{204E5CE0-C41F-810D-1AD0-24BBD7F8BEC4}"/>
                </a:ext>
              </a:extLst>
            </p:cNvPr>
            <p:cNvSpPr/>
            <p:nvPr/>
          </p:nvSpPr>
          <p:spPr>
            <a:xfrm>
              <a:off x="9221439"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90" name="Freeform: Shape 4589">
              <a:extLst>
                <a:ext uri="{FF2B5EF4-FFF2-40B4-BE49-F238E27FC236}">
                  <a16:creationId xmlns:a16="http://schemas.microsoft.com/office/drawing/2014/main" id="{D2938243-832B-B066-6AD0-0B2650999596}"/>
                </a:ext>
              </a:extLst>
            </p:cNvPr>
            <p:cNvSpPr/>
            <p:nvPr/>
          </p:nvSpPr>
          <p:spPr>
            <a:xfrm>
              <a:off x="9335695" y="525974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91" name="Freeform: Shape 4590">
              <a:extLst>
                <a:ext uri="{FF2B5EF4-FFF2-40B4-BE49-F238E27FC236}">
                  <a16:creationId xmlns:a16="http://schemas.microsoft.com/office/drawing/2014/main" id="{671CACAC-BB60-D7A8-5757-5F60312B42DE}"/>
                </a:ext>
              </a:extLst>
            </p:cNvPr>
            <p:cNvSpPr/>
            <p:nvPr/>
          </p:nvSpPr>
          <p:spPr>
            <a:xfrm>
              <a:off x="9449950"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92" name="Freeform: Shape 4591">
              <a:extLst>
                <a:ext uri="{FF2B5EF4-FFF2-40B4-BE49-F238E27FC236}">
                  <a16:creationId xmlns:a16="http://schemas.microsoft.com/office/drawing/2014/main" id="{97602C0F-C2E4-5CD4-08A9-EC666998D98D}"/>
                </a:ext>
              </a:extLst>
            </p:cNvPr>
            <p:cNvSpPr/>
            <p:nvPr/>
          </p:nvSpPr>
          <p:spPr>
            <a:xfrm>
              <a:off x="9564206"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93" name="Freeform: Shape 4592">
              <a:extLst>
                <a:ext uri="{FF2B5EF4-FFF2-40B4-BE49-F238E27FC236}">
                  <a16:creationId xmlns:a16="http://schemas.microsoft.com/office/drawing/2014/main" id="{E70AFB83-6DC9-5D33-FE71-F9FF67FF2CB3}"/>
                </a:ext>
              </a:extLst>
            </p:cNvPr>
            <p:cNvSpPr/>
            <p:nvPr/>
          </p:nvSpPr>
          <p:spPr>
            <a:xfrm>
              <a:off x="9678418" y="525974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94" name="Freeform: Shape 4593">
              <a:extLst>
                <a:ext uri="{FF2B5EF4-FFF2-40B4-BE49-F238E27FC236}">
                  <a16:creationId xmlns:a16="http://schemas.microsoft.com/office/drawing/2014/main" id="{54C55902-2CE8-5863-FB36-338F068BD4A5}"/>
                </a:ext>
              </a:extLst>
            </p:cNvPr>
            <p:cNvSpPr/>
            <p:nvPr/>
          </p:nvSpPr>
          <p:spPr>
            <a:xfrm>
              <a:off x="9792674"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95" name="Freeform: Shape 4594">
              <a:extLst>
                <a:ext uri="{FF2B5EF4-FFF2-40B4-BE49-F238E27FC236}">
                  <a16:creationId xmlns:a16="http://schemas.microsoft.com/office/drawing/2014/main" id="{67880B21-A47D-64BC-9E3A-FF7FD2B81AE7}"/>
                </a:ext>
              </a:extLst>
            </p:cNvPr>
            <p:cNvSpPr/>
            <p:nvPr/>
          </p:nvSpPr>
          <p:spPr>
            <a:xfrm>
              <a:off x="9906929"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96" name="Freeform: Shape 4595">
              <a:extLst>
                <a:ext uri="{FF2B5EF4-FFF2-40B4-BE49-F238E27FC236}">
                  <a16:creationId xmlns:a16="http://schemas.microsoft.com/office/drawing/2014/main" id="{7142EC38-1761-1453-33B7-52C72ACDAEDE}"/>
                </a:ext>
              </a:extLst>
            </p:cNvPr>
            <p:cNvSpPr/>
            <p:nvPr/>
          </p:nvSpPr>
          <p:spPr>
            <a:xfrm>
              <a:off x="10021185"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97" name="Freeform: Shape 4596">
              <a:extLst>
                <a:ext uri="{FF2B5EF4-FFF2-40B4-BE49-F238E27FC236}">
                  <a16:creationId xmlns:a16="http://schemas.microsoft.com/office/drawing/2014/main" id="{B4B3A5C8-0F8B-56B2-1003-60CB7A117689}"/>
                </a:ext>
              </a:extLst>
            </p:cNvPr>
            <p:cNvSpPr/>
            <p:nvPr/>
          </p:nvSpPr>
          <p:spPr>
            <a:xfrm>
              <a:off x="10135441"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98" name="Freeform: Shape 4597">
              <a:extLst>
                <a:ext uri="{FF2B5EF4-FFF2-40B4-BE49-F238E27FC236}">
                  <a16:creationId xmlns:a16="http://schemas.microsoft.com/office/drawing/2014/main" id="{2DDCE658-AF16-14CC-2B00-D889EBF8113E}"/>
                </a:ext>
              </a:extLst>
            </p:cNvPr>
            <p:cNvSpPr/>
            <p:nvPr/>
          </p:nvSpPr>
          <p:spPr>
            <a:xfrm>
              <a:off x="10249697"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599" name="Freeform: Shape 4598">
              <a:extLst>
                <a:ext uri="{FF2B5EF4-FFF2-40B4-BE49-F238E27FC236}">
                  <a16:creationId xmlns:a16="http://schemas.microsoft.com/office/drawing/2014/main" id="{176CBD39-CF65-4BBB-71F7-F61D222CB128}"/>
                </a:ext>
              </a:extLst>
            </p:cNvPr>
            <p:cNvSpPr/>
            <p:nvPr/>
          </p:nvSpPr>
          <p:spPr>
            <a:xfrm>
              <a:off x="10363952"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00" name="Freeform: Shape 4599">
              <a:extLst>
                <a:ext uri="{FF2B5EF4-FFF2-40B4-BE49-F238E27FC236}">
                  <a16:creationId xmlns:a16="http://schemas.microsoft.com/office/drawing/2014/main" id="{E368CF47-27F8-E36C-DD23-CAD1BF673883}"/>
                </a:ext>
              </a:extLst>
            </p:cNvPr>
            <p:cNvSpPr/>
            <p:nvPr/>
          </p:nvSpPr>
          <p:spPr>
            <a:xfrm>
              <a:off x="10478208" y="5259745"/>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01" name="Freeform: Shape 4600">
              <a:extLst>
                <a:ext uri="{FF2B5EF4-FFF2-40B4-BE49-F238E27FC236}">
                  <a16:creationId xmlns:a16="http://schemas.microsoft.com/office/drawing/2014/main" id="{67907212-562A-1AFA-D2A7-17C108BC13C9}"/>
                </a:ext>
              </a:extLst>
            </p:cNvPr>
            <p:cNvSpPr/>
            <p:nvPr/>
          </p:nvSpPr>
          <p:spPr>
            <a:xfrm>
              <a:off x="10592464"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02" name="Freeform: Shape 4601">
              <a:extLst>
                <a:ext uri="{FF2B5EF4-FFF2-40B4-BE49-F238E27FC236}">
                  <a16:creationId xmlns:a16="http://schemas.microsoft.com/office/drawing/2014/main" id="{FC3988A7-DC08-4621-1A3C-70EB005162C9}"/>
                </a:ext>
              </a:extLst>
            </p:cNvPr>
            <p:cNvSpPr/>
            <p:nvPr/>
          </p:nvSpPr>
          <p:spPr>
            <a:xfrm>
              <a:off x="10706720"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03" name="Freeform: Shape 4602">
              <a:extLst>
                <a:ext uri="{FF2B5EF4-FFF2-40B4-BE49-F238E27FC236}">
                  <a16:creationId xmlns:a16="http://schemas.microsoft.com/office/drawing/2014/main" id="{7C73A363-E5FE-E2E5-F739-BD600D848ED4}"/>
                </a:ext>
              </a:extLst>
            </p:cNvPr>
            <p:cNvSpPr/>
            <p:nvPr/>
          </p:nvSpPr>
          <p:spPr>
            <a:xfrm>
              <a:off x="10820976" y="5259745"/>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04" name="Freeform: Shape 4603">
              <a:extLst>
                <a:ext uri="{FF2B5EF4-FFF2-40B4-BE49-F238E27FC236}">
                  <a16:creationId xmlns:a16="http://schemas.microsoft.com/office/drawing/2014/main" id="{969DFCB3-67AF-CDF5-8AEA-CB9F8AB82138}"/>
                </a:ext>
              </a:extLst>
            </p:cNvPr>
            <p:cNvSpPr/>
            <p:nvPr/>
          </p:nvSpPr>
          <p:spPr>
            <a:xfrm>
              <a:off x="10935231"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05" name="Freeform: Shape 4604">
              <a:extLst>
                <a:ext uri="{FF2B5EF4-FFF2-40B4-BE49-F238E27FC236}">
                  <a16:creationId xmlns:a16="http://schemas.microsoft.com/office/drawing/2014/main" id="{9A46F145-E4F4-B575-B682-D217FEB29519}"/>
                </a:ext>
              </a:extLst>
            </p:cNvPr>
            <p:cNvSpPr/>
            <p:nvPr/>
          </p:nvSpPr>
          <p:spPr>
            <a:xfrm>
              <a:off x="11049443"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06" name="Freeform: Shape 4605">
              <a:extLst>
                <a:ext uri="{FF2B5EF4-FFF2-40B4-BE49-F238E27FC236}">
                  <a16:creationId xmlns:a16="http://schemas.microsoft.com/office/drawing/2014/main" id="{D3B6DE3E-209B-37D6-A25C-A3F15EAC2A60}"/>
                </a:ext>
              </a:extLst>
            </p:cNvPr>
            <p:cNvSpPr/>
            <p:nvPr/>
          </p:nvSpPr>
          <p:spPr>
            <a:xfrm>
              <a:off x="11163699" y="5259745"/>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07" name="Freeform: Shape 4606">
              <a:extLst>
                <a:ext uri="{FF2B5EF4-FFF2-40B4-BE49-F238E27FC236}">
                  <a16:creationId xmlns:a16="http://schemas.microsoft.com/office/drawing/2014/main" id="{83DA0D8F-C73E-66C7-2066-7847256E6668}"/>
                </a:ext>
              </a:extLst>
            </p:cNvPr>
            <p:cNvSpPr/>
            <p:nvPr/>
          </p:nvSpPr>
          <p:spPr>
            <a:xfrm>
              <a:off x="11277955"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08" name="Freeform: Shape 4607">
              <a:extLst>
                <a:ext uri="{FF2B5EF4-FFF2-40B4-BE49-F238E27FC236}">
                  <a16:creationId xmlns:a16="http://schemas.microsoft.com/office/drawing/2014/main" id="{055E4397-C11C-7D8C-BF05-A8E4DD38FBBC}"/>
                </a:ext>
              </a:extLst>
            </p:cNvPr>
            <p:cNvSpPr/>
            <p:nvPr/>
          </p:nvSpPr>
          <p:spPr>
            <a:xfrm>
              <a:off x="11392210"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09" name="Freeform: Shape 4608">
              <a:extLst>
                <a:ext uri="{FF2B5EF4-FFF2-40B4-BE49-F238E27FC236}">
                  <a16:creationId xmlns:a16="http://schemas.microsoft.com/office/drawing/2014/main" id="{1FBF70B3-BD4A-B556-68F8-0E63D82E0979}"/>
                </a:ext>
              </a:extLst>
            </p:cNvPr>
            <p:cNvSpPr/>
            <p:nvPr/>
          </p:nvSpPr>
          <p:spPr>
            <a:xfrm>
              <a:off x="11506466" y="5259745"/>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10" name="Freeform: Shape 4609">
              <a:extLst>
                <a:ext uri="{FF2B5EF4-FFF2-40B4-BE49-F238E27FC236}">
                  <a16:creationId xmlns:a16="http://schemas.microsoft.com/office/drawing/2014/main" id="{6865ACDA-A38D-C233-245E-3371CA50F2E8}"/>
                </a:ext>
              </a:extLst>
            </p:cNvPr>
            <p:cNvSpPr/>
            <p:nvPr/>
          </p:nvSpPr>
          <p:spPr>
            <a:xfrm>
              <a:off x="11620722"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11" name="Freeform: Shape 4610">
              <a:extLst>
                <a:ext uri="{FF2B5EF4-FFF2-40B4-BE49-F238E27FC236}">
                  <a16:creationId xmlns:a16="http://schemas.microsoft.com/office/drawing/2014/main" id="{7735AFDE-B636-2EF0-5464-60FC170EB361}"/>
                </a:ext>
              </a:extLst>
            </p:cNvPr>
            <p:cNvSpPr/>
            <p:nvPr/>
          </p:nvSpPr>
          <p:spPr>
            <a:xfrm>
              <a:off x="11734978"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12" name="Freeform: Shape 4611">
              <a:extLst>
                <a:ext uri="{FF2B5EF4-FFF2-40B4-BE49-F238E27FC236}">
                  <a16:creationId xmlns:a16="http://schemas.microsoft.com/office/drawing/2014/main" id="{4CB90292-F892-40B6-5730-6966995AB2E4}"/>
                </a:ext>
              </a:extLst>
            </p:cNvPr>
            <p:cNvSpPr/>
            <p:nvPr/>
          </p:nvSpPr>
          <p:spPr>
            <a:xfrm>
              <a:off x="11849233"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13" name="Freeform: Shape 4612">
              <a:extLst>
                <a:ext uri="{FF2B5EF4-FFF2-40B4-BE49-F238E27FC236}">
                  <a16:creationId xmlns:a16="http://schemas.microsoft.com/office/drawing/2014/main" id="{3F75614A-3811-0275-E8E2-7AE32CC5C174}"/>
                </a:ext>
              </a:extLst>
            </p:cNvPr>
            <p:cNvSpPr/>
            <p:nvPr/>
          </p:nvSpPr>
          <p:spPr>
            <a:xfrm>
              <a:off x="11963489" y="5259745"/>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14" name="Freeform: Shape 4613">
              <a:extLst>
                <a:ext uri="{FF2B5EF4-FFF2-40B4-BE49-F238E27FC236}">
                  <a16:creationId xmlns:a16="http://schemas.microsoft.com/office/drawing/2014/main" id="{13A50AE1-7F0E-34A3-C31C-DAAAF47BDA60}"/>
                </a:ext>
              </a:extLst>
            </p:cNvPr>
            <p:cNvSpPr/>
            <p:nvPr/>
          </p:nvSpPr>
          <p:spPr>
            <a:xfrm>
              <a:off x="12077745" y="5259745"/>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15" name="Freeform: Shape 4614">
              <a:extLst>
                <a:ext uri="{FF2B5EF4-FFF2-40B4-BE49-F238E27FC236}">
                  <a16:creationId xmlns:a16="http://schemas.microsoft.com/office/drawing/2014/main" id="{B3408A9B-7CAB-73F6-D289-78FB169850C3}"/>
                </a:ext>
              </a:extLst>
            </p:cNvPr>
            <p:cNvSpPr/>
            <p:nvPr/>
          </p:nvSpPr>
          <p:spPr>
            <a:xfrm>
              <a:off x="7279135" y="537400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16" name="Freeform: Shape 4615">
              <a:extLst>
                <a:ext uri="{FF2B5EF4-FFF2-40B4-BE49-F238E27FC236}">
                  <a16:creationId xmlns:a16="http://schemas.microsoft.com/office/drawing/2014/main" id="{9CB8BA6D-87B9-BD7F-20D3-F961B6A8BBDF}"/>
                </a:ext>
              </a:extLst>
            </p:cNvPr>
            <p:cNvSpPr/>
            <p:nvPr/>
          </p:nvSpPr>
          <p:spPr>
            <a:xfrm>
              <a:off x="7393391"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17" name="Freeform: Shape 4616">
              <a:extLst>
                <a:ext uri="{FF2B5EF4-FFF2-40B4-BE49-F238E27FC236}">
                  <a16:creationId xmlns:a16="http://schemas.microsoft.com/office/drawing/2014/main" id="{613AC1E7-E661-7FA0-C273-21D17D371116}"/>
                </a:ext>
              </a:extLst>
            </p:cNvPr>
            <p:cNvSpPr/>
            <p:nvPr/>
          </p:nvSpPr>
          <p:spPr>
            <a:xfrm>
              <a:off x="7507646"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18" name="Freeform: Shape 4617">
              <a:extLst>
                <a:ext uri="{FF2B5EF4-FFF2-40B4-BE49-F238E27FC236}">
                  <a16:creationId xmlns:a16="http://schemas.microsoft.com/office/drawing/2014/main" id="{ABA620C2-FC60-7A00-6AAE-9EAE5926FD45}"/>
                </a:ext>
              </a:extLst>
            </p:cNvPr>
            <p:cNvSpPr/>
            <p:nvPr/>
          </p:nvSpPr>
          <p:spPr>
            <a:xfrm>
              <a:off x="7621902"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19" name="Freeform: Shape 4618">
              <a:extLst>
                <a:ext uri="{FF2B5EF4-FFF2-40B4-BE49-F238E27FC236}">
                  <a16:creationId xmlns:a16="http://schemas.microsoft.com/office/drawing/2014/main" id="{EE62C825-8B60-8C38-7C77-E11225F4A298}"/>
                </a:ext>
              </a:extLst>
            </p:cNvPr>
            <p:cNvSpPr/>
            <p:nvPr/>
          </p:nvSpPr>
          <p:spPr>
            <a:xfrm>
              <a:off x="7736158" y="537400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20" name="Freeform: Shape 4619">
              <a:extLst>
                <a:ext uri="{FF2B5EF4-FFF2-40B4-BE49-F238E27FC236}">
                  <a16:creationId xmlns:a16="http://schemas.microsoft.com/office/drawing/2014/main" id="{1ED0206D-8B5A-9CA5-B186-6E7869E79EEF}"/>
                </a:ext>
              </a:extLst>
            </p:cNvPr>
            <p:cNvSpPr/>
            <p:nvPr/>
          </p:nvSpPr>
          <p:spPr>
            <a:xfrm>
              <a:off x="7850414"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21" name="Freeform: Shape 4620">
              <a:extLst>
                <a:ext uri="{FF2B5EF4-FFF2-40B4-BE49-F238E27FC236}">
                  <a16:creationId xmlns:a16="http://schemas.microsoft.com/office/drawing/2014/main" id="{886C143F-EC6D-94EC-81E2-387B8B581B98}"/>
                </a:ext>
              </a:extLst>
            </p:cNvPr>
            <p:cNvSpPr/>
            <p:nvPr/>
          </p:nvSpPr>
          <p:spPr>
            <a:xfrm>
              <a:off x="7964669"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22" name="Freeform: Shape 4621">
              <a:extLst>
                <a:ext uri="{FF2B5EF4-FFF2-40B4-BE49-F238E27FC236}">
                  <a16:creationId xmlns:a16="http://schemas.microsoft.com/office/drawing/2014/main" id="{3FCC5DC1-3BFC-9AE7-617F-8D0A829BF6FD}"/>
                </a:ext>
              </a:extLst>
            </p:cNvPr>
            <p:cNvSpPr/>
            <p:nvPr/>
          </p:nvSpPr>
          <p:spPr>
            <a:xfrm>
              <a:off x="8078925" y="537400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23" name="Freeform: Shape 4622">
              <a:extLst>
                <a:ext uri="{FF2B5EF4-FFF2-40B4-BE49-F238E27FC236}">
                  <a16:creationId xmlns:a16="http://schemas.microsoft.com/office/drawing/2014/main" id="{C46C08D9-8354-9D65-8E6D-8C70145FB33F}"/>
                </a:ext>
              </a:extLst>
            </p:cNvPr>
            <p:cNvSpPr/>
            <p:nvPr/>
          </p:nvSpPr>
          <p:spPr>
            <a:xfrm>
              <a:off x="8193181"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24" name="Freeform: Shape 4623">
              <a:extLst>
                <a:ext uri="{FF2B5EF4-FFF2-40B4-BE49-F238E27FC236}">
                  <a16:creationId xmlns:a16="http://schemas.microsoft.com/office/drawing/2014/main" id="{19BD2859-5E78-DA07-5F71-7EFAC43F07C3}"/>
                </a:ext>
              </a:extLst>
            </p:cNvPr>
            <p:cNvSpPr/>
            <p:nvPr/>
          </p:nvSpPr>
          <p:spPr>
            <a:xfrm>
              <a:off x="8307437"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25" name="Freeform: Shape 4624">
              <a:extLst>
                <a:ext uri="{FF2B5EF4-FFF2-40B4-BE49-F238E27FC236}">
                  <a16:creationId xmlns:a16="http://schemas.microsoft.com/office/drawing/2014/main" id="{317848FA-CAC8-C1C4-2464-B0A51165AC1F}"/>
                </a:ext>
              </a:extLst>
            </p:cNvPr>
            <p:cNvSpPr/>
            <p:nvPr/>
          </p:nvSpPr>
          <p:spPr>
            <a:xfrm>
              <a:off x="8421648"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26" name="Freeform: Shape 4625">
              <a:extLst>
                <a:ext uri="{FF2B5EF4-FFF2-40B4-BE49-F238E27FC236}">
                  <a16:creationId xmlns:a16="http://schemas.microsoft.com/office/drawing/2014/main" id="{9F1DCD32-8180-7AF9-607D-43F1E9355A52}"/>
                </a:ext>
              </a:extLst>
            </p:cNvPr>
            <p:cNvSpPr/>
            <p:nvPr/>
          </p:nvSpPr>
          <p:spPr>
            <a:xfrm>
              <a:off x="8535904"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27" name="Freeform: Shape 4626">
              <a:extLst>
                <a:ext uri="{FF2B5EF4-FFF2-40B4-BE49-F238E27FC236}">
                  <a16:creationId xmlns:a16="http://schemas.microsoft.com/office/drawing/2014/main" id="{B48BB54E-554B-37B4-6FE1-B66D49839225}"/>
                </a:ext>
              </a:extLst>
            </p:cNvPr>
            <p:cNvSpPr/>
            <p:nvPr/>
          </p:nvSpPr>
          <p:spPr>
            <a:xfrm>
              <a:off x="8650160"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28" name="Freeform: Shape 4627">
              <a:extLst>
                <a:ext uri="{FF2B5EF4-FFF2-40B4-BE49-F238E27FC236}">
                  <a16:creationId xmlns:a16="http://schemas.microsoft.com/office/drawing/2014/main" id="{46791C5E-B529-3156-C04B-DB6B09F11175}"/>
                </a:ext>
              </a:extLst>
            </p:cNvPr>
            <p:cNvSpPr/>
            <p:nvPr/>
          </p:nvSpPr>
          <p:spPr>
            <a:xfrm>
              <a:off x="8764416"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29" name="Freeform: Shape 4628">
              <a:extLst>
                <a:ext uri="{FF2B5EF4-FFF2-40B4-BE49-F238E27FC236}">
                  <a16:creationId xmlns:a16="http://schemas.microsoft.com/office/drawing/2014/main" id="{35780F09-DF4C-F5EC-D198-15B9BEA17260}"/>
                </a:ext>
              </a:extLst>
            </p:cNvPr>
            <p:cNvSpPr/>
            <p:nvPr/>
          </p:nvSpPr>
          <p:spPr>
            <a:xfrm>
              <a:off x="8878671" y="537400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30" name="Freeform: Shape 4629">
              <a:extLst>
                <a:ext uri="{FF2B5EF4-FFF2-40B4-BE49-F238E27FC236}">
                  <a16:creationId xmlns:a16="http://schemas.microsoft.com/office/drawing/2014/main" id="{3CEF5423-A29B-B864-7EEE-1403612C5059}"/>
                </a:ext>
              </a:extLst>
            </p:cNvPr>
            <p:cNvSpPr/>
            <p:nvPr/>
          </p:nvSpPr>
          <p:spPr>
            <a:xfrm>
              <a:off x="8992927"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31" name="Freeform: Shape 4630">
              <a:extLst>
                <a:ext uri="{FF2B5EF4-FFF2-40B4-BE49-F238E27FC236}">
                  <a16:creationId xmlns:a16="http://schemas.microsoft.com/office/drawing/2014/main" id="{C5354886-7398-E3FD-1710-F885EB859B2C}"/>
                </a:ext>
              </a:extLst>
            </p:cNvPr>
            <p:cNvSpPr/>
            <p:nvPr/>
          </p:nvSpPr>
          <p:spPr>
            <a:xfrm>
              <a:off x="9107183"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32" name="Freeform: Shape 4631">
              <a:extLst>
                <a:ext uri="{FF2B5EF4-FFF2-40B4-BE49-F238E27FC236}">
                  <a16:creationId xmlns:a16="http://schemas.microsoft.com/office/drawing/2014/main" id="{CC4DA728-FC99-6D77-105B-760D1A8C6CB2}"/>
                </a:ext>
              </a:extLst>
            </p:cNvPr>
            <p:cNvSpPr/>
            <p:nvPr/>
          </p:nvSpPr>
          <p:spPr>
            <a:xfrm>
              <a:off x="9221439"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33" name="Freeform: Shape 4632">
              <a:extLst>
                <a:ext uri="{FF2B5EF4-FFF2-40B4-BE49-F238E27FC236}">
                  <a16:creationId xmlns:a16="http://schemas.microsoft.com/office/drawing/2014/main" id="{078EA583-4BCF-079B-E101-B99BE9F6928F}"/>
                </a:ext>
              </a:extLst>
            </p:cNvPr>
            <p:cNvSpPr/>
            <p:nvPr/>
          </p:nvSpPr>
          <p:spPr>
            <a:xfrm>
              <a:off x="9335695" y="537400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34" name="Freeform: Shape 4633">
              <a:extLst>
                <a:ext uri="{FF2B5EF4-FFF2-40B4-BE49-F238E27FC236}">
                  <a16:creationId xmlns:a16="http://schemas.microsoft.com/office/drawing/2014/main" id="{B155137C-F490-0ECA-5DF0-9BE2232C67EC}"/>
                </a:ext>
              </a:extLst>
            </p:cNvPr>
            <p:cNvSpPr/>
            <p:nvPr/>
          </p:nvSpPr>
          <p:spPr>
            <a:xfrm>
              <a:off x="9449950"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35" name="Freeform: Shape 4634">
              <a:extLst>
                <a:ext uri="{FF2B5EF4-FFF2-40B4-BE49-F238E27FC236}">
                  <a16:creationId xmlns:a16="http://schemas.microsoft.com/office/drawing/2014/main" id="{7E8C6596-48AF-B565-DDB8-55BB74494159}"/>
                </a:ext>
              </a:extLst>
            </p:cNvPr>
            <p:cNvSpPr/>
            <p:nvPr/>
          </p:nvSpPr>
          <p:spPr>
            <a:xfrm>
              <a:off x="9564206"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36" name="Freeform: Shape 4635">
              <a:extLst>
                <a:ext uri="{FF2B5EF4-FFF2-40B4-BE49-F238E27FC236}">
                  <a16:creationId xmlns:a16="http://schemas.microsoft.com/office/drawing/2014/main" id="{CA367A65-7FD5-2DD9-C7AC-6E9BD1BEB71A}"/>
                </a:ext>
              </a:extLst>
            </p:cNvPr>
            <p:cNvSpPr/>
            <p:nvPr/>
          </p:nvSpPr>
          <p:spPr>
            <a:xfrm>
              <a:off x="9678418" y="537400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37" name="Freeform: Shape 4636">
              <a:extLst>
                <a:ext uri="{FF2B5EF4-FFF2-40B4-BE49-F238E27FC236}">
                  <a16:creationId xmlns:a16="http://schemas.microsoft.com/office/drawing/2014/main" id="{DABA9197-7A9D-5FFB-B70A-3DF96F173FC5}"/>
                </a:ext>
              </a:extLst>
            </p:cNvPr>
            <p:cNvSpPr/>
            <p:nvPr/>
          </p:nvSpPr>
          <p:spPr>
            <a:xfrm>
              <a:off x="9792674"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38" name="Freeform: Shape 4637">
              <a:extLst>
                <a:ext uri="{FF2B5EF4-FFF2-40B4-BE49-F238E27FC236}">
                  <a16:creationId xmlns:a16="http://schemas.microsoft.com/office/drawing/2014/main" id="{A98664BD-E0BD-D2F6-7EC1-F380B529B27D}"/>
                </a:ext>
              </a:extLst>
            </p:cNvPr>
            <p:cNvSpPr/>
            <p:nvPr/>
          </p:nvSpPr>
          <p:spPr>
            <a:xfrm>
              <a:off x="9906929"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39" name="Freeform: Shape 4638">
              <a:extLst>
                <a:ext uri="{FF2B5EF4-FFF2-40B4-BE49-F238E27FC236}">
                  <a16:creationId xmlns:a16="http://schemas.microsoft.com/office/drawing/2014/main" id="{92F0606A-2135-2449-6D15-1FD9328570E1}"/>
                </a:ext>
              </a:extLst>
            </p:cNvPr>
            <p:cNvSpPr/>
            <p:nvPr/>
          </p:nvSpPr>
          <p:spPr>
            <a:xfrm>
              <a:off x="10021185"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40" name="Freeform: Shape 4639">
              <a:extLst>
                <a:ext uri="{FF2B5EF4-FFF2-40B4-BE49-F238E27FC236}">
                  <a16:creationId xmlns:a16="http://schemas.microsoft.com/office/drawing/2014/main" id="{6FA65D5A-E56F-A814-6F24-CE7243D47E33}"/>
                </a:ext>
              </a:extLst>
            </p:cNvPr>
            <p:cNvSpPr/>
            <p:nvPr/>
          </p:nvSpPr>
          <p:spPr>
            <a:xfrm>
              <a:off x="10135441"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41" name="Freeform: Shape 4640">
              <a:extLst>
                <a:ext uri="{FF2B5EF4-FFF2-40B4-BE49-F238E27FC236}">
                  <a16:creationId xmlns:a16="http://schemas.microsoft.com/office/drawing/2014/main" id="{DC0F436A-BD7D-50B7-07C5-C33A2A32FB4D}"/>
                </a:ext>
              </a:extLst>
            </p:cNvPr>
            <p:cNvSpPr/>
            <p:nvPr/>
          </p:nvSpPr>
          <p:spPr>
            <a:xfrm>
              <a:off x="10249697"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42" name="Freeform: Shape 4641">
              <a:extLst>
                <a:ext uri="{FF2B5EF4-FFF2-40B4-BE49-F238E27FC236}">
                  <a16:creationId xmlns:a16="http://schemas.microsoft.com/office/drawing/2014/main" id="{1150DFBC-B640-A04C-35C3-764A61C6A6EF}"/>
                </a:ext>
              </a:extLst>
            </p:cNvPr>
            <p:cNvSpPr/>
            <p:nvPr/>
          </p:nvSpPr>
          <p:spPr>
            <a:xfrm>
              <a:off x="10363952"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43" name="Freeform: Shape 4642">
              <a:extLst>
                <a:ext uri="{FF2B5EF4-FFF2-40B4-BE49-F238E27FC236}">
                  <a16:creationId xmlns:a16="http://schemas.microsoft.com/office/drawing/2014/main" id="{13CBA8EA-895F-87E9-3704-BA4D0648A31A}"/>
                </a:ext>
              </a:extLst>
            </p:cNvPr>
            <p:cNvSpPr/>
            <p:nvPr/>
          </p:nvSpPr>
          <p:spPr>
            <a:xfrm>
              <a:off x="10478208" y="537400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44" name="Freeform: Shape 4643">
              <a:extLst>
                <a:ext uri="{FF2B5EF4-FFF2-40B4-BE49-F238E27FC236}">
                  <a16:creationId xmlns:a16="http://schemas.microsoft.com/office/drawing/2014/main" id="{EF58B2A0-D00F-5C1D-A798-248F33F6344A}"/>
                </a:ext>
              </a:extLst>
            </p:cNvPr>
            <p:cNvSpPr/>
            <p:nvPr/>
          </p:nvSpPr>
          <p:spPr>
            <a:xfrm>
              <a:off x="10592464"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45" name="Freeform: Shape 4644">
              <a:extLst>
                <a:ext uri="{FF2B5EF4-FFF2-40B4-BE49-F238E27FC236}">
                  <a16:creationId xmlns:a16="http://schemas.microsoft.com/office/drawing/2014/main" id="{0DF6A32B-FC71-9885-D88F-7062A0903686}"/>
                </a:ext>
              </a:extLst>
            </p:cNvPr>
            <p:cNvSpPr/>
            <p:nvPr/>
          </p:nvSpPr>
          <p:spPr>
            <a:xfrm>
              <a:off x="10706720"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46" name="Freeform: Shape 4645">
              <a:extLst>
                <a:ext uri="{FF2B5EF4-FFF2-40B4-BE49-F238E27FC236}">
                  <a16:creationId xmlns:a16="http://schemas.microsoft.com/office/drawing/2014/main" id="{947C2749-2B08-6CD7-851B-1F44C20AA941}"/>
                </a:ext>
              </a:extLst>
            </p:cNvPr>
            <p:cNvSpPr/>
            <p:nvPr/>
          </p:nvSpPr>
          <p:spPr>
            <a:xfrm>
              <a:off x="10820976" y="5374001"/>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47" name="Freeform: Shape 4646">
              <a:extLst>
                <a:ext uri="{FF2B5EF4-FFF2-40B4-BE49-F238E27FC236}">
                  <a16:creationId xmlns:a16="http://schemas.microsoft.com/office/drawing/2014/main" id="{281E3E2C-75CD-B810-CA4E-4917B51AF85C}"/>
                </a:ext>
              </a:extLst>
            </p:cNvPr>
            <p:cNvSpPr/>
            <p:nvPr/>
          </p:nvSpPr>
          <p:spPr>
            <a:xfrm>
              <a:off x="10935231"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48" name="Freeform: Shape 4647">
              <a:extLst>
                <a:ext uri="{FF2B5EF4-FFF2-40B4-BE49-F238E27FC236}">
                  <a16:creationId xmlns:a16="http://schemas.microsoft.com/office/drawing/2014/main" id="{EEDC4529-FE9A-6DB6-B7F9-44B4F26162D4}"/>
                </a:ext>
              </a:extLst>
            </p:cNvPr>
            <p:cNvSpPr/>
            <p:nvPr/>
          </p:nvSpPr>
          <p:spPr>
            <a:xfrm>
              <a:off x="11049443"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49" name="Freeform: Shape 4648">
              <a:extLst>
                <a:ext uri="{FF2B5EF4-FFF2-40B4-BE49-F238E27FC236}">
                  <a16:creationId xmlns:a16="http://schemas.microsoft.com/office/drawing/2014/main" id="{DA04F934-B359-55BE-0400-313503620202}"/>
                </a:ext>
              </a:extLst>
            </p:cNvPr>
            <p:cNvSpPr/>
            <p:nvPr/>
          </p:nvSpPr>
          <p:spPr>
            <a:xfrm>
              <a:off x="11163699" y="5374001"/>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50" name="Freeform: Shape 4649">
              <a:extLst>
                <a:ext uri="{FF2B5EF4-FFF2-40B4-BE49-F238E27FC236}">
                  <a16:creationId xmlns:a16="http://schemas.microsoft.com/office/drawing/2014/main" id="{9BD8723B-9A22-A90B-7C1E-2C4B0888B286}"/>
                </a:ext>
              </a:extLst>
            </p:cNvPr>
            <p:cNvSpPr/>
            <p:nvPr/>
          </p:nvSpPr>
          <p:spPr>
            <a:xfrm>
              <a:off x="11277955"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51" name="Freeform: Shape 4650">
              <a:extLst>
                <a:ext uri="{FF2B5EF4-FFF2-40B4-BE49-F238E27FC236}">
                  <a16:creationId xmlns:a16="http://schemas.microsoft.com/office/drawing/2014/main" id="{E740806B-CC8A-2CBF-60F8-4131F9B11ACE}"/>
                </a:ext>
              </a:extLst>
            </p:cNvPr>
            <p:cNvSpPr/>
            <p:nvPr/>
          </p:nvSpPr>
          <p:spPr>
            <a:xfrm>
              <a:off x="11392210"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52" name="Freeform: Shape 4651">
              <a:extLst>
                <a:ext uri="{FF2B5EF4-FFF2-40B4-BE49-F238E27FC236}">
                  <a16:creationId xmlns:a16="http://schemas.microsoft.com/office/drawing/2014/main" id="{CEDD3BCE-BCED-B1ED-D302-A245E53C8B7A}"/>
                </a:ext>
              </a:extLst>
            </p:cNvPr>
            <p:cNvSpPr/>
            <p:nvPr/>
          </p:nvSpPr>
          <p:spPr>
            <a:xfrm>
              <a:off x="11506466" y="5374001"/>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53" name="Freeform: Shape 4652">
              <a:extLst>
                <a:ext uri="{FF2B5EF4-FFF2-40B4-BE49-F238E27FC236}">
                  <a16:creationId xmlns:a16="http://schemas.microsoft.com/office/drawing/2014/main" id="{C6260466-6D4A-B9E3-83B6-361698941274}"/>
                </a:ext>
              </a:extLst>
            </p:cNvPr>
            <p:cNvSpPr/>
            <p:nvPr/>
          </p:nvSpPr>
          <p:spPr>
            <a:xfrm>
              <a:off x="11620722"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54" name="Freeform: Shape 4653">
              <a:extLst>
                <a:ext uri="{FF2B5EF4-FFF2-40B4-BE49-F238E27FC236}">
                  <a16:creationId xmlns:a16="http://schemas.microsoft.com/office/drawing/2014/main" id="{F2335396-354B-CE23-2B7C-5999D6CC1C6B}"/>
                </a:ext>
              </a:extLst>
            </p:cNvPr>
            <p:cNvSpPr/>
            <p:nvPr/>
          </p:nvSpPr>
          <p:spPr>
            <a:xfrm>
              <a:off x="11734978"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55" name="Freeform: Shape 4654">
              <a:extLst>
                <a:ext uri="{FF2B5EF4-FFF2-40B4-BE49-F238E27FC236}">
                  <a16:creationId xmlns:a16="http://schemas.microsoft.com/office/drawing/2014/main" id="{CAF49A39-6C24-3F6F-B084-070AEC6C0193}"/>
                </a:ext>
              </a:extLst>
            </p:cNvPr>
            <p:cNvSpPr/>
            <p:nvPr/>
          </p:nvSpPr>
          <p:spPr>
            <a:xfrm>
              <a:off x="11849233"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56" name="Freeform: Shape 4655">
              <a:extLst>
                <a:ext uri="{FF2B5EF4-FFF2-40B4-BE49-F238E27FC236}">
                  <a16:creationId xmlns:a16="http://schemas.microsoft.com/office/drawing/2014/main" id="{DFC1E4F2-A201-77EA-31E1-728FD16700B7}"/>
                </a:ext>
              </a:extLst>
            </p:cNvPr>
            <p:cNvSpPr/>
            <p:nvPr/>
          </p:nvSpPr>
          <p:spPr>
            <a:xfrm>
              <a:off x="11963489" y="537400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57" name="Freeform: Shape 4656">
              <a:extLst>
                <a:ext uri="{FF2B5EF4-FFF2-40B4-BE49-F238E27FC236}">
                  <a16:creationId xmlns:a16="http://schemas.microsoft.com/office/drawing/2014/main" id="{0785BC27-DC6A-D606-8583-2634B7DCD354}"/>
                </a:ext>
              </a:extLst>
            </p:cNvPr>
            <p:cNvSpPr/>
            <p:nvPr/>
          </p:nvSpPr>
          <p:spPr>
            <a:xfrm>
              <a:off x="12077745" y="5374001"/>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58" name="Freeform: Shape 4657">
              <a:extLst>
                <a:ext uri="{FF2B5EF4-FFF2-40B4-BE49-F238E27FC236}">
                  <a16:creationId xmlns:a16="http://schemas.microsoft.com/office/drawing/2014/main" id="{3770690C-B3CC-92E5-6BFD-0ACB7B303B3F}"/>
                </a:ext>
              </a:extLst>
            </p:cNvPr>
            <p:cNvSpPr/>
            <p:nvPr/>
          </p:nvSpPr>
          <p:spPr>
            <a:xfrm>
              <a:off x="7279135" y="548825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59" name="Freeform: Shape 4658">
              <a:extLst>
                <a:ext uri="{FF2B5EF4-FFF2-40B4-BE49-F238E27FC236}">
                  <a16:creationId xmlns:a16="http://schemas.microsoft.com/office/drawing/2014/main" id="{5CCBB884-0BFA-B273-1E9C-EF1F74F2EEBB}"/>
                </a:ext>
              </a:extLst>
            </p:cNvPr>
            <p:cNvSpPr/>
            <p:nvPr/>
          </p:nvSpPr>
          <p:spPr>
            <a:xfrm>
              <a:off x="7393391"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60" name="Freeform: Shape 4659">
              <a:extLst>
                <a:ext uri="{FF2B5EF4-FFF2-40B4-BE49-F238E27FC236}">
                  <a16:creationId xmlns:a16="http://schemas.microsoft.com/office/drawing/2014/main" id="{25C300D6-2815-DDB2-7040-0967EA8F1C53}"/>
                </a:ext>
              </a:extLst>
            </p:cNvPr>
            <p:cNvSpPr/>
            <p:nvPr/>
          </p:nvSpPr>
          <p:spPr>
            <a:xfrm>
              <a:off x="7507646"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61" name="Freeform: Shape 4660">
              <a:extLst>
                <a:ext uri="{FF2B5EF4-FFF2-40B4-BE49-F238E27FC236}">
                  <a16:creationId xmlns:a16="http://schemas.microsoft.com/office/drawing/2014/main" id="{FE63A45D-87D8-4CB2-2F4F-90105614280A}"/>
                </a:ext>
              </a:extLst>
            </p:cNvPr>
            <p:cNvSpPr/>
            <p:nvPr/>
          </p:nvSpPr>
          <p:spPr>
            <a:xfrm>
              <a:off x="7621902"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62" name="Freeform: Shape 4661">
              <a:extLst>
                <a:ext uri="{FF2B5EF4-FFF2-40B4-BE49-F238E27FC236}">
                  <a16:creationId xmlns:a16="http://schemas.microsoft.com/office/drawing/2014/main" id="{9705C811-BA96-1560-F95F-CAD15B616B59}"/>
                </a:ext>
              </a:extLst>
            </p:cNvPr>
            <p:cNvSpPr/>
            <p:nvPr/>
          </p:nvSpPr>
          <p:spPr>
            <a:xfrm>
              <a:off x="7736158" y="548825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63" name="Freeform: Shape 4662">
              <a:extLst>
                <a:ext uri="{FF2B5EF4-FFF2-40B4-BE49-F238E27FC236}">
                  <a16:creationId xmlns:a16="http://schemas.microsoft.com/office/drawing/2014/main" id="{640569F6-A565-70CB-A27C-5C96FA8EABD8}"/>
                </a:ext>
              </a:extLst>
            </p:cNvPr>
            <p:cNvSpPr/>
            <p:nvPr/>
          </p:nvSpPr>
          <p:spPr>
            <a:xfrm>
              <a:off x="7850414"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64" name="Freeform: Shape 4663">
              <a:extLst>
                <a:ext uri="{FF2B5EF4-FFF2-40B4-BE49-F238E27FC236}">
                  <a16:creationId xmlns:a16="http://schemas.microsoft.com/office/drawing/2014/main" id="{B6D3003C-AF04-61AC-94DB-7091C19E5C9D}"/>
                </a:ext>
              </a:extLst>
            </p:cNvPr>
            <p:cNvSpPr/>
            <p:nvPr/>
          </p:nvSpPr>
          <p:spPr>
            <a:xfrm>
              <a:off x="7964669"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65" name="Freeform: Shape 4664">
              <a:extLst>
                <a:ext uri="{FF2B5EF4-FFF2-40B4-BE49-F238E27FC236}">
                  <a16:creationId xmlns:a16="http://schemas.microsoft.com/office/drawing/2014/main" id="{C6BF9932-F6E3-F368-4FEA-19BF8B65CDC4}"/>
                </a:ext>
              </a:extLst>
            </p:cNvPr>
            <p:cNvSpPr/>
            <p:nvPr/>
          </p:nvSpPr>
          <p:spPr>
            <a:xfrm>
              <a:off x="8078925" y="548825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66" name="Freeform: Shape 4665">
              <a:extLst>
                <a:ext uri="{FF2B5EF4-FFF2-40B4-BE49-F238E27FC236}">
                  <a16:creationId xmlns:a16="http://schemas.microsoft.com/office/drawing/2014/main" id="{AC8E9E44-6BBE-71A2-5BCB-0904289F7F1B}"/>
                </a:ext>
              </a:extLst>
            </p:cNvPr>
            <p:cNvSpPr/>
            <p:nvPr/>
          </p:nvSpPr>
          <p:spPr>
            <a:xfrm>
              <a:off x="8193181"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67" name="Freeform: Shape 4666">
              <a:extLst>
                <a:ext uri="{FF2B5EF4-FFF2-40B4-BE49-F238E27FC236}">
                  <a16:creationId xmlns:a16="http://schemas.microsoft.com/office/drawing/2014/main" id="{96A3C36B-A530-2869-9A06-F2F3956ABC12}"/>
                </a:ext>
              </a:extLst>
            </p:cNvPr>
            <p:cNvSpPr/>
            <p:nvPr/>
          </p:nvSpPr>
          <p:spPr>
            <a:xfrm>
              <a:off x="8307437"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68" name="Freeform: Shape 4667">
              <a:extLst>
                <a:ext uri="{FF2B5EF4-FFF2-40B4-BE49-F238E27FC236}">
                  <a16:creationId xmlns:a16="http://schemas.microsoft.com/office/drawing/2014/main" id="{CA32B7B9-CB05-BD25-15AD-CC76EB58C468}"/>
                </a:ext>
              </a:extLst>
            </p:cNvPr>
            <p:cNvSpPr/>
            <p:nvPr/>
          </p:nvSpPr>
          <p:spPr>
            <a:xfrm>
              <a:off x="8421648"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69" name="Freeform: Shape 4668">
              <a:extLst>
                <a:ext uri="{FF2B5EF4-FFF2-40B4-BE49-F238E27FC236}">
                  <a16:creationId xmlns:a16="http://schemas.microsoft.com/office/drawing/2014/main" id="{70B83F57-9F07-4CE2-AE4A-6D6A2C2E270B}"/>
                </a:ext>
              </a:extLst>
            </p:cNvPr>
            <p:cNvSpPr/>
            <p:nvPr/>
          </p:nvSpPr>
          <p:spPr>
            <a:xfrm>
              <a:off x="8535904"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70" name="Freeform: Shape 4669">
              <a:extLst>
                <a:ext uri="{FF2B5EF4-FFF2-40B4-BE49-F238E27FC236}">
                  <a16:creationId xmlns:a16="http://schemas.microsoft.com/office/drawing/2014/main" id="{328ACE88-F266-A205-F28C-00D686D26203}"/>
                </a:ext>
              </a:extLst>
            </p:cNvPr>
            <p:cNvSpPr/>
            <p:nvPr/>
          </p:nvSpPr>
          <p:spPr>
            <a:xfrm>
              <a:off x="8650160"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71" name="Freeform: Shape 4670">
              <a:extLst>
                <a:ext uri="{FF2B5EF4-FFF2-40B4-BE49-F238E27FC236}">
                  <a16:creationId xmlns:a16="http://schemas.microsoft.com/office/drawing/2014/main" id="{4B3C692B-A2D6-130C-B077-452F122F12F5}"/>
                </a:ext>
              </a:extLst>
            </p:cNvPr>
            <p:cNvSpPr/>
            <p:nvPr/>
          </p:nvSpPr>
          <p:spPr>
            <a:xfrm>
              <a:off x="8764416"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72" name="Freeform: Shape 4671">
              <a:extLst>
                <a:ext uri="{FF2B5EF4-FFF2-40B4-BE49-F238E27FC236}">
                  <a16:creationId xmlns:a16="http://schemas.microsoft.com/office/drawing/2014/main" id="{BE24F43E-6E2F-750E-CC36-E5775B3CD8D2}"/>
                </a:ext>
              </a:extLst>
            </p:cNvPr>
            <p:cNvSpPr/>
            <p:nvPr/>
          </p:nvSpPr>
          <p:spPr>
            <a:xfrm>
              <a:off x="8878671" y="548825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73" name="Freeform: Shape 4672">
              <a:extLst>
                <a:ext uri="{FF2B5EF4-FFF2-40B4-BE49-F238E27FC236}">
                  <a16:creationId xmlns:a16="http://schemas.microsoft.com/office/drawing/2014/main" id="{C154B494-A1EE-D411-C67F-D1F4157C860E}"/>
                </a:ext>
              </a:extLst>
            </p:cNvPr>
            <p:cNvSpPr/>
            <p:nvPr/>
          </p:nvSpPr>
          <p:spPr>
            <a:xfrm>
              <a:off x="8992927"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74" name="Freeform: Shape 4673">
              <a:extLst>
                <a:ext uri="{FF2B5EF4-FFF2-40B4-BE49-F238E27FC236}">
                  <a16:creationId xmlns:a16="http://schemas.microsoft.com/office/drawing/2014/main" id="{928A1D3F-D422-528B-CCD4-84FE8C925477}"/>
                </a:ext>
              </a:extLst>
            </p:cNvPr>
            <p:cNvSpPr/>
            <p:nvPr/>
          </p:nvSpPr>
          <p:spPr>
            <a:xfrm>
              <a:off x="9107183"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75" name="Freeform: Shape 4674">
              <a:extLst>
                <a:ext uri="{FF2B5EF4-FFF2-40B4-BE49-F238E27FC236}">
                  <a16:creationId xmlns:a16="http://schemas.microsoft.com/office/drawing/2014/main" id="{85FBE5AA-C285-5424-24B6-B4EA3A86DD5B}"/>
                </a:ext>
              </a:extLst>
            </p:cNvPr>
            <p:cNvSpPr/>
            <p:nvPr/>
          </p:nvSpPr>
          <p:spPr>
            <a:xfrm>
              <a:off x="9221439"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76" name="Freeform: Shape 4675">
              <a:extLst>
                <a:ext uri="{FF2B5EF4-FFF2-40B4-BE49-F238E27FC236}">
                  <a16:creationId xmlns:a16="http://schemas.microsoft.com/office/drawing/2014/main" id="{08C5A728-86DC-5300-A280-338820BAD598}"/>
                </a:ext>
              </a:extLst>
            </p:cNvPr>
            <p:cNvSpPr/>
            <p:nvPr/>
          </p:nvSpPr>
          <p:spPr>
            <a:xfrm>
              <a:off x="9335695" y="548825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77" name="Freeform: Shape 4676">
              <a:extLst>
                <a:ext uri="{FF2B5EF4-FFF2-40B4-BE49-F238E27FC236}">
                  <a16:creationId xmlns:a16="http://schemas.microsoft.com/office/drawing/2014/main" id="{7777C6E1-2B11-7EA9-CC1A-361EB33892D2}"/>
                </a:ext>
              </a:extLst>
            </p:cNvPr>
            <p:cNvSpPr/>
            <p:nvPr/>
          </p:nvSpPr>
          <p:spPr>
            <a:xfrm>
              <a:off x="9449950"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78" name="Freeform: Shape 4677">
              <a:extLst>
                <a:ext uri="{FF2B5EF4-FFF2-40B4-BE49-F238E27FC236}">
                  <a16:creationId xmlns:a16="http://schemas.microsoft.com/office/drawing/2014/main" id="{EEC12A6B-27E4-5205-6643-B60D07C19F54}"/>
                </a:ext>
              </a:extLst>
            </p:cNvPr>
            <p:cNvSpPr/>
            <p:nvPr/>
          </p:nvSpPr>
          <p:spPr>
            <a:xfrm>
              <a:off x="9564206"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79" name="Freeform: Shape 4678">
              <a:extLst>
                <a:ext uri="{FF2B5EF4-FFF2-40B4-BE49-F238E27FC236}">
                  <a16:creationId xmlns:a16="http://schemas.microsoft.com/office/drawing/2014/main" id="{02E7B73E-7181-B6C2-2C4C-625C62930E1A}"/>
                </a:ext>
              </a:extLst>
            </p:cNvPr>
            <p:cNvSpPr/>
            <p:nvPr/>
          </p:nvSpPr>
          <p:spPr>
            <a:xfrm>
              <a:off x="9678418" y="548825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80" name="Freeform: Shape 4679">
              <a:extLst>
                <a:ext uri="{FF2B5EF4-FFF2-40B4-BE49-F238E27FC236}">
                  <a16:creationId xmlns:a16="http://schemas.microsoft.com/office/drawing/2014/main" id="{CBBFBA1B-299D-843B-B4BE-F19CC183E3AC}"/>
                </a:ext>
              </a:extLst>
            </p:cNvPr>
            <p:cNvSpPr/>
            <p:nvPr/>
          </p:nvSpPr>
          <p:spPr>
            <a:xfrm>
              <a:off x="9792674"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81" name="Freeform: Shape 4680">
              <a:extLst>
                <a:ext uri="{FF2B5EF4-FFF2-40B4-BE49-F238E27FC236}">
                  <a16:creationId xmlns:a16="http://schemas.microsoft.com/office/drawing/2014/main" id="{B1B58646-7B70-E31B-8650-44FBFEDF6772}"/>
                </a:ext>
              </a:extLst>
            </p:cNvPr>
            <p:cNvSpPr/>
            <p:nvPr/>
          </p:nvSpPr>
          <p:spPr>
            <a:xfrm>
              <a:off x="9906929"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82" name="Freeform: Shape 4681">
              <a:extLst>
                <a:ext uri="{FF2B5EF4-FFF2-40B4-BE49-F238E27FC236}">
                  <a16:creationId xmlns:a16="http://schemas.microsoft.com/office/drawing/2014/main" id="{B6ABCADF-5264-A01A-FAB6-EB110935536D}"/>
                </a:ext>
              </a:extLst>
            </p:cNvPr>
            <p:cNvSpPr/>
            <p:nvPr/>
          </p:nvSpPr>
          <p:spPr>
            <a:xfrm>
              <a:off x="10021185"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83" name="Freeform: Shape 4682">
              <a:extLst>
                <a:ext uri="{FF2B5EF4-FFF2-40B4-BE49-F238E27FC236}">
                  <a16:creationId xmlns:a16="http://schemas.microsoft.com/office/drawing/2014/main" id="{8FFD4E8D-C4E3-11D8-3AC9-D7186776161C}"/>
                </a:ext>
              </a:extLst>
            </p:cNvPr>
            <p:cNvSpPr/>
            <p:nvPr/>
          </p:nvSpPr>
          <p:spPr>
            <a:xfrm>
              <a:off x="10135441"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84" name="Freeform: Shape 4683">
              <a:extLst>
                <a:ext uri="{FF2B5EF4-FFF2-40B4-BE49-F238E27FC236}">
                  <a16:creationId xmlns:a16="http://schemas.microsoft.com/office/drawing/2014/main" id="{38274872-C6F5-CED0-D9F6-E60C1539C8F1}"/>
                </a:ext>
              </a:extLst>
            </p:cNvPr>
            <p:cNvSpPr/>
            <p:nvPr/>
          </p:nvSpPr>
          <p:spPr>
            <a:xfrm>
              <a:off x="10249697"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85" name="Freeform: Shape 4684">
              <a:extLst>
                <a:ext uri="{FF2B5EF4-FFF2-40B4-BE49-F238E27FC236}">
                  <a16:creationId xmlns:a16="http://schemas.microsoft.com/office/drawing/2014/main" id="{84022543-1821-D0E7-0CF8-7E8CCAA5C9C4}"/>
                </a:ext>
              </a:extLst>
            </p:cNvPr>
            <p:cNvSpPr/>
            <p:nvPr/>
          </p:nvSpPr>
          <p:spPr>
            <a:xfrm>
              <a:off x="10363952"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86" name="Freeform: Shape 4685">
              <a:extLst>
                <a:ext uri="{FF2B5EF4-FFF2-40B4-BE49-F238E27FC236}">
                  <a16:creationId xmlns:a16="http://schemas.microsoft.com/office/drawing/2014/main" id="{0FA8C8E7-4D60-138A-763E-B98D9AE35B3C}"/>
                </a:ext>
              </a:extLst>
            </p:cNvPr>
            <p:cNvSpPr/>
            <p:nvPr/>
          </p:nvSpPr>
          <p:spPr>
            <a:xfrm>
              <a:off x="10478208" y="548825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87" name="Freeform: Shape 4686">
              <a:extLst>
                <a:ext uri="{FF2B5EF4-FFF2-40B4-BE49-F238E27FC236}">
                  <a16:creationId xmlns:a16="http://schemas.microsoft.com/office/drawing/2014/main" id="{3339923D-F84C-12DF-A10C-6D7B16D99F08}"/>
                </a:ext>
              </a:extLst>
            </p:cNvPr>
            <p:cNvSpPr/>
            <p:nvPr/>
          </p:nvSpPr>
          <p:spPr>
            <a:xfrm>
              <a:off x="10592464"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88" name="Freeform: Shape 4687">
              <a:extLst>
                <a:ext uri="{FF2B5EF4-FFF2-40B4-BE49-F238E27FC236}">
                  <a16:creationId xmlns:a16="http://schemas.microsoft.com/office/drawing/2014/main" id="{2E2FF821-BBE4-97B4-FFE1-C360ED0F560C}"/>
                </a:ext>
              </a:extLst>
            </p:cNvPr>
            <p:cNvSpPr/>
            <p:nvPr/>
          </p:nvSpPr>
          <p:spPr>
            <a:xfrm>
              <a:off x="10706720"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89" name="Freeform: Shape 4688">
              <a:extLst>
                <a:ext uri="{FF2B5EF4-FFF2-40B4-BE49-F238E27FC236}">
                  <a16:creationId xmlns:a16="http://schemas.microsoft.com/office/drawing/2014/main" id="{D205A81B-2BA4-8702-56FC-86D43D7CBDEB}"/>
                </a:ext>
              </a:extLst>
            </p:cNvPr>
            <p:cNvSpPr/>
            <p:nvPr/>
          </p:nvSpPr>
          <p:spPr>
            <a:xfrm>
              <a:off x="10820976" y="5488257"/>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90" name="Freeform: Shape 4689">
              <a:extLst>
                <a:ext uri="{FF2B5EF4-FFF2-40B4-BE49-F238E27FC236}">
                  <a16:creationId xmlns:a16="http://schemas.microsoft.com/office/drawing/2014/main" id="{E2E4DD7F-D4A3-BE25-1188-39908C754BE3}"/>
                </a:ext>
              </a:extLst>
            </p:cNvPr>
            <p:cNvSpPr/>
            <p:nvPr/>
          </p:nvSpPr>
          <p:spPr>
            <a:xfrm>
              <a:off x="10935231"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91" name="Freeform: Shape 4690">
              <a:extLst>
                <a:ext uri="{FF2B5EF4-FFF2-40B4-BE49-F238E27FC236}">
                  <a16:creationId xmlns:a16="http://schemas.microsoft.com/office/drawing/2014/main" id="{0E623574-8B6E-B135-084D-7CD85664107A}"/>
                </a:ext>
              </a:extLst>
            </p:cNvPr>
            <p:cNvSpPr/>
            <p:nvPr/>
          </p:nvSpPr>
          <p:spPr>
            <a:xfrm>
              <a:off x="11049443"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92" name="Freeform: Shape 4691">
              <a:extLst>
                <a:ext uri="{FF2B5EF4-FFF2-40B4-BE49-F238E27FC236}">
                  <a16:creationId xmlns:a16="http://schemas.microsoft.com/office/drawing/2014/main" id="{44D48BEC-F3EA-18C9-1D91-E31666A08215}"/>
                </a:ext>
              </a:extLst>
            </p:cNvPr>
            <p:cNvSpPr/>
            <p:nvPr/>
          </p:nvSpPr>
          <p:spPr>
            <a:xfrm>
              <a:off x="11163699" y="5488257"/>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93" name="Freeform: Shape 4692">
              <a:extLst>
                <a:ext uri="{FF2B5EF4-FFF2-40B4-BE49-F238E27FC236}">
                  <a16:creationId xmlns:a16="http://schemas.microsoft.com/office/drawing/2014/main" id="{FD6B13EB-74D6-B1B4-8B09-02BF2036B618}"/>
                </a:ext>
              </a:extLst>
            </p:cNvPr>
            <p:cNvSpPr/>
            <p:nvPr/>
          </p:nvSpPr>
          <p:spPr>
            <a:xfrm>
              <a:off x="11277955"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94" name="Freeform: Shape 4693">
              <a:extLst>
                <a:ext uri="{FF2B5EF4-FFF2-40B4-BE49-F238E27FC236}">
                  <a16:creationId xmlns:a16="http://schemas.microsoft.com/office/drawing/2014/main" id="{D1C5C01F-8136-074F-661F-3F495DF38DD9}"/>
                </a:ext>
              </a:extLst>
            </p:cNvPr>
            <p:cNvSpPr/>
            <p:nvPr/>
          </p:nvSpPr>
          <p:spPr>
            <a:xfrm>
              <a:off x="11392210"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95" name="Freeform: Shape 4694">
              <a:extLst>
                <a:ext uri="{FF2B5EF4-FFF2-40B4-BE49-F238E27FC236}">
                  <a16:creationId xmlns:a16="http://schemas.microsoft.com/office/drawing/2014/main" id="{95D49075-81C2-857F-8FD5-12AB184173D7}"/>
                </a:ext>
              </a:extLst>
            </p:cNvPr>
            <p:cNvSpPr/>
            <p:nvPr/>
          </p:nvSpPr>
          <p:spPr>
            <a:xfrm>
              <a:off x="11506466" y="5488257"/>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96" name="Freeform: Shape 4695">
              <a:extLst>
                <a:ext uri="{FF2B5EF4-FFF2-40B4-BE49-F238E27FC236}">
                  <a16:creationId xmlns:a16="http://schemas.microsoft.com/office/drawing/2014/main" id="{293B3342-EF16-1E11-4A4B-BF586F3E4BD5}"/>
                </a:ext>
              </a:extLst>
            </p:cNvPr>
            <p:cNvSpPr/>
            <p:nvPr/>
          </p:nvSpPr>
          <p:spPr>
            <a:xfrm>
              <a:off x="11620722"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97" name="Freeform: Shape 4696">
              <a:extLst>
                <a:ext uri="{FF2B5EF4-FFF2-40B4-BE49-F238E27FC236}">
                  <a16:creationId xmlns:a16="http://schemas.microsoft.com/office/drawing/2014/main" id="{0746B92A-90C1-0225-9550-5E7991CDFB56}"/>
                </a:ext>
              </a:extLst>
            </p:cNvPr>
            <p:cNvSpPr/>
            <p:nvPr/>
          </p:nvSpPr>
          <p:spPr>
            <a:xfrm>
              <a:off x="11734978"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98" name="Freeform: Shape 4697">
              <a:extLst>
                <a:ext uri="{FF2B5EF4-FFF2-40B4-BE49-F238E27FC236}">
                  <a16:creationId xmlns:a16="http://schemas.microsoft.com/office/drawing/2014/main" id="{EDE6A5DA-AB76-8643-045C-8468808F58E0}"/>
                </a:ext>
              </a:extLst>
            </p:cNvPr>
            <p:cNvSpPr/>
            <p:nvPr/>
          </p:nvSpPr>
          <p:spPr>
            <a:xfrm>
              <a:off x="11849233"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699" name="Freeform: Shape 4698">
              <a:extLst>
                <a:ext uri="{FF2B5EF4-FFF2-40B4-BE49-F238E27FC236}">
                  <a16:creationId xmlns:a16="http://schemas.microsoft.com/office/drawing/2014/main" id="{984D0E59-9E4D-2B2E-3DFC-19BCD5657FC6}"/>
                </a:ext>
              </a:extLst>
            </p:cNvPr>
            <p:cNvSpPr/>
            <p:nvPr/>
          </p:nvSpPr>
          <p:spPr>
            <a:xfrm>
              <a:off x="11963489" y="548825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00" name="Freeform: Shape 4699">
              <a:extLst>
                <a:ext uri="{FF2B5EF4-FFF2-40B4-BE49-F238E27FC236}">
                  <a16:creationId xmlns:a16="http://schemas.microsoft.com/office/drawing/2014/main" id="{512DCCA1-2650-5F0C-4F7E-1DC6F763DFD9}"/>
                </a:ext>
              </a:extLst>
            </p:cNvPr>
            <p:cNvSpPr/>
            <p:nvPr/>
          </p:nvSpPr>
          <p:spPr>
            <a:xfrm>
              <a:off x="12077745" y="5488257"/>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01" name="Freeform: Shape 4700">
              <a:extLst>
                <a:ext uri="{FF2B5EF4-FFF2-40B4-BE49-F238E27FC236}">
                  <a16:creationId xmlns:a16="http://schemas.microsoft.com/office/drawing/2014/main" id="{B6DB8C07-B488-0AC2-269C-9447E6BFD012}"/>
                </a:ext>
              </a:extLst>
            </p:cNvPr>
            <p:cNvSpPr/>
            <p:nvPr/>
          </p:nvSpPr>
          <p:spPr>
            <a:xfrm>
              <a:off x="7279135" y="560246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02" name="Freeform: Shape 4701">
              <a:extLst>
                <a:ext uri="{FF2B5EF4-FFF2-40B4-BE49-F238E27FC236}">
                  <a16:creationId xmlns:a16="http://schemas.microsoft.com/office/drawing/2014/main" id="{56442D30-F504-1052-CBD7-E1A97D40E35A}"/>
                </a:ext>
              </a:extLst>
            </p:cNvPr>
            <p:cNvSpPr/>
            <p:nvPr/>
          </p:nvSpPr>
          <p:spPr>
            <a:xfrm>
              <a:off x="7393391"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03" name="Freeform: Shape 4702">
              <a:extLst>
                <a:ext uri="{FF2B5EF4-FFF2-40B4-BE49-F238E27FC236}">
                  <a16:creationId xmlns:a16="http://schemas.microsoft.com/office/drawing/2014/main" id="{8FB5179A-A6AA-FB56-67C3-9868EE6ADA42}"/>
                </a:ext>
              </a:extLst>
            </p:cNvPr>
            <p:cNvSpPr/>
            <p:nvPr/>
          </p:nvSpPr>
          <p:spPr>
            <a:xfrm>
              <a:off x="7507646"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04" name="Freeform: Shape 4703">
              <a:extLst>
                <a:ext uri="{FF2B5EF4-FFF2-40B4-BE49-F238E27FC236}">
                  <a16:creationId xmlns:a16="http://schemas.microsoft.com/office/drawing/2014/main" id="{5A615843-CBA5-407F-5636-FE10176AFF56}"/>
                </a:ext>
              </a:extLst>
            </p:cNvPr>
            <p:cNvSpPr/>
            <p:nvPr/>
          </p:nvSpPr>
          <p:spPr>
            <a:xfrm>
              <a:off x="7621902"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05" name="Freeform: Shape 4704">
              <a:extLst>
                <a:ext uri="{FF2B5EF4-FFF2-40B4-BE49-F238E27FC236}">
                  <a16:creationId xmlns:a16="http://schemas.microsoft.com/office/drawing/2014/main" id="{85DA7BDD-9D52-4959-B11F-14E7527D9810}"/>
                </a:ext>
              </a:extLst>
            </p:cNvPr>
            <p:cNvSpPr/>
            <p:nvPr/>
          </p:nvSpPr>
          <p:spPr>
            <a:xfrm>
              <a:off x="7736158" y="560246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06" name="Freeform: Shape 4705">
              <a:extLst>
                <a:ext uri="{FF2B5EF4-FFF2-40B4-BE49-F238E27FC236}">
                  <a16:creationId xmlns:a16="http://schemas.microsoft.com/office/drawing/2014/main" id="{99030D73-1099-9EA8-DEB7-10628CB85691}"/>
                </a:ext>
              </a:extLst>
            </p:cNvPr>
            <p:cNvSpPr/>
            <p:nvPr/>
          </p:nvSpPr>
          <p:spPr>
            <a:xfrm>
              <a:off x="7850414"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07" name="Freeform: Shape 4706">
              <a:extLst>
                <a:ext uri="{FF2B5EF4-FFF2-40B4-BE49-F238E27FC236}">
                  <a16:creationId xmlns:a16="http://schemas.microsoft.com/office/drawing/2014/main" id="{6052403F-5501-65E3-E41D-95F5F84F875F}"/>
                </a:ext>
              </a:extLst>
            </p:cNvPr>
            <p:cNvSpPr/>
            <p:nvPr/>
          </p:nvSpPr>
          <p:spPr>
            <a:xfrm>
              <a:off x="7964669"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08" name="Freeform: Shape 4707">
              <a:extLst>
                <a:ext uri="{FF2B5EF4-FFF2-40B4-BE49-F238E27FC236}">
                  <a16:creationId xmlns:a16="http://schemas.microsoft.com/office/drawing/2014/main" id="{6714C021-E6E8-B2E2-C97B-BE5784F12B94}"/>
                </a:ext>
              </a:extLst>
            </p:cNvPr>
            <p:cNvSpPr/>
            <p:nvPr/>
          </p:nvSpPr>
          <p:spPr>
            <a:xfrm>
              <a:off x="8078925" y="560246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09" name="Freeform: Shape 4708">
              <a:extLst>
                <a:ext uri="{FF2B5EF4-FFF2-40B4-BE49-F238E27FC236}">
                  <a16:creationId xmlns:a16="http://schemas.microsoft.com/office/drawing/2014/main" id="{F2327556-FCD6-EF93-FFCB-D4D20DA57E84}"/>
                </a:ext>
              </a:extLst>
            </p:cNvPr>
            <p:cNvSpPr/>
            <p:nvPr/>
          </p:nvSpPr>
          <p:spPr>
            <a:xfrm>
              <a:off x="8193181"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10" name="Freeform: Shape 4709">
              <a:extLst>
                <a:ext uri="{FF2B5EF4-FFF2-40B4-BE49-F238E27FC236}">
                  <a16:creationId xmlns:a16="http://schemas.microsoft.com/office/drawing/2014/main" id="{0C9C1596-0A89-F513-4604-BAF1D40E26D3}"/>
                </a:ext>
              </a:extLst>
            </p:cNvPr>
            <p:cNvSpPr/>
            <p:nvPr/>
          </p:nvSpPr>
          <p:spPr>
            <a:xfrm>
              <a:off x="8307437"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11" name="Freeform: Shape 4710">
              <a:extLst>
                <a:ext uri="{FF2B5EF4-FFF2-40B4-BE49-F238E27FC236}">
                  <a16:creationId xmlns:a16="http://schemas.microsoft.com/office/drawing/2014/main" id="{3562FEDE-03DA-E247-1678-9F7275747B65}"/>
                </a:ext>
              </a:extLst>
            </p:cNvPr>
            <p:cNvSpPr/>
            <p:nvPr/>
          </p:nvSpPr>
          <p:spPr>
            <a:xfrm>
              <a:off x="8421648"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12" name="Freeform: Shape 4711">
              <a:extLst>
                <a:ext uri="{FF2B5EF4-FFF2-40B4-BE49-F238E27FC236}">
                  <a16:creationId xmlns:a16="http://schemas.microsoft.com/office/drawing/2014/main" id="{495B5831-19FC-F571-CD1B-4DB307B7FC34}"/>
                </a:ext>
              </a:extLst>
            </p:cNvPr>
            <p:cNvSpPr/>
            <p:nvPr/>
          </p:nvSpPr>
          <p:spPr>
            <a:xfrm>
              <a:off x="8535904"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13" name="Freeform: Shape 4712">
              <a:extLst>
                <a:ext uri="{FF2B5EF4-FFF2-40B4-BE49-F238E27FC236}">
                  <a16:creationId xmlns:a16="http://schemas.microsoft.com/office/drawing/2014/main" id="{215A39C5-167F-AE3C-FAF1-DD9C460778E0}"/>
                </a:ext>
              </a:extLst>
            </p:cNvPr>
            <p:cNvSpPr/>
            <p:nvPr/>
          </p:nvSpPr>
          <p:spPr>
            <a:xfrm>
              <a:off x="8650160"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14" name="Freeform: Shape 4713">
              <a:extLst>
                <a:ext uri="{FF2B5EF4-FFF2-40B4-BE49-F238E27FC236}">
                  <a16:creationId xmlns:a16="http://schemas.microsoft.com/office/drawing/2014/main" id="{C14E7B38-73A6-D478-312E-E9FF2E98D91E}"/>
                </a:ext>
              </a:extLst>
            </p:cNvPr>
            <p:cNvSpPr/>
            <p:nvPr/>
          </p:nvSpPr>
          <p:spPr>
            <a:xfrm>
              <a:off x="8764416"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15" name="Freeform: Shape 4714">
              <a:extLst>
                <a:ext uri="{FF2B5EF4-FFF2-40B4-BE49-F238E27FC236}">
                  <a16:creationId xmlns:a16="http://schemas.microsoft.com/office/drawing/2014/main" id="{7A7E6084-6435-1185-A95F-5B6540F49593}"/>
                </a:ext>
              </a:extLst>
            </p:cNvPr>
            <p:cNvSpPr/>
            <p:nvPr/>
          </p:nvSpPr>
          <p:spPr>
            <a:xfrm>
              <a:off x="8878671" y="560246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16" name="Freeform: Shape 4715">
              <a:extLst>
                <a:ext uri="{FF2B5EF4-FFF2-40B4-BE49-F238E27FC236}">
                  <a16:creationId xmlns:a16="http://schemas.microsoft.com/office/drawing/2014/main" id="{3C40CFAD-030A-E2AA-54B6-969951FE3D0C}"/>
                </a:ext>
              </a:extLst>
            </p:cNvPr>
            <p:cNvSpPr/>
            <p:nvPr/>
          </p:nvSpPr>
          <p:spPr>
            <a:xfrm>
              <a:off x="8992927"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17" name="Freeform: Shape 4716">
              <a:extLst>
                <a:ext uri="{FF2B5EF4-FFF2-40B4-BE49-F238E27FC236}">
                  <a16:creationId xmlns:a16="http://schemas.microsoft.com/office/drawing/2014/main" id="{FE459991-9109-272F-E564-3BB0E7360E9F}"/>
                </a:ext>
              </a:extLst>
            </p:cNvPr>
            <p:cNvSpPr/>
            <p:nvPr/>
          </p:nvSpPr>
          <p:spPr>
            <a:xfrm>
              <a:off x="9107183"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18" name="Freeform: Shape 4717">
              <a:extLst>
                <a:ext uri="{FF2B5EF4-FFF2-40B4-BE49-F238E27FC236}">
                  <a16:creationId xmlns:a16="http://schemas.microsoft.com/office/drawing/2014/main" id="{E0330772-BB09-F64E-CB5F-CF99870D3B7C}"/>
                </a:ext>
              </a:extLst>
            </p:cNvPr>
            <p:cNvSpPr/>
            <p:nvPr/>
          </p:nvSpPr>
          <p:spPr>
            <a:xfrm>
              <a:off x="9221439"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19" name="Freeform: Shape 4718">
              <a:extLst>
                <a:ext uri="{FF2B5EF4-FFF2-40B4-BE49-F238E27FC236}">
                  <a16:creationId xmlns:a16="http://schemas.microsoft.com/office/drawing/2014/main" id="{A07335DF-5B7B-24BD-6716-EABD06CADD18}"/>
                </a:ext>
              </a:extLst>
            </p:cNvPr>
            <p:cNvSpPr/>
            <p:nvPr/>
          </p:nvSpPr>
          <p:spPr>
            <a:xfrm>
              <a:off x="9335695" y="560246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20" name="Freeform: Shape 4719">
              <a:extLst>
                <a:ext uri="{FF2B5EF4-FFF2-40B4-BE49-F238E27FC236}">
                  <a16:creationId xmlns:a16="http://schemas.microsoft.com/office/drawing/2014/main" id="{80AABE2B-5620-63BD-02BF-BA3A1D9D2B7A}"/>
                </a:ext>
              </a:extLst>
            </p:cNvPr>
            <p:cNvSpPr/>
            <p:nvPr/>
          </p:nvSpPr>
          <p:spPr>
            <a:xfrm>
              <a:off x="9449950"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21" name="Freeform: Shape 4720">
              <a:extLst>
                <a:ext uri="{FF2B5EF4-FFF2-40B4-BE49-F238E27FC236}">
                  <a16:creationId xmlns:a16="http://schemas.microsoft.com/office/drawing/2014/main" id="{29AFC8DE-C8BC-4C0F-093A-94A7B3709A46}"/>
                </a:ext>
              </a:extLst>
            </p:cNvPr>
            <p:cNvSpPr/>
            <p:nvPr/>
          </p:nvSpPr>
          <p:spPr>
            <a:xfrm>
              <a:off x="9564206"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22" name="Freeform: Shape 4721">
              <a:extLst>
                <a:ext uri="{FF2B5EF4-FFF2-40B4-BE49-F238E27FC236}">
                  <a16:creationId xmlns:a16="http://schemas.microsoft.com/office/drawing/2014/main" id="{88326FEE-3B1D-CD6E-FBE3-383C54A6DA6B}"/>
                </a:ext>
              </a:extLst>
            </p:cNvPr>
            <p:cNvSpPr/>
            <p:nvPr/>
          </p:nvSpPr>
          <p:spPr>
            <a:xfrm>
              <a:off x="9678418" y="560246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23" name="Freeform: Shape 4722">
              <a:extLst>
                <a:ext uri="{FF2B5EF4-FFF2-40B4-BE49-F238E27FC236}">
                  <a16:creationId xmlns:a16="http://schemas.microsoft.com/office/drawing/2014/main" id="{E9C238F8-F7B4-757C-084D-5B544194434D}"/>
                </a:ext>
              </a:extLst>
            </p:cNvPr>
            <p:cNvSpPr/>
            <p:nvPr/>
          </p:nvSpPr>
          <p:spPr>
            <a:xfrm>
              <a:off x="9792674"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24" name="Freeform: Shape 4723">
              <a:extLst>
                <a:ext uri="{FF2B5EF4-FFF2-40B4-BE49-F238E27FC236}">
                  <a16:creationId xmlns:a16="http://schemas.microsoft.com/office/drawing/2014/main" id="{6104D83A-DFA6-EAAB-F37E-C69C88A6A7D6}"/>
                </a:ext>
              </a:extLst>
            </p:cNvPr>
            <p:cNvSpPr/>
            <p:nvPr/>
          </p:nvSpPr>
          <p:spPr>
            <a:xfrm>
              <a:off x="9906929"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25" name="Freeform: Shape 4724">
              <a:extLst>
                <a:ext uri="{FF2B5EF4-FFF2-40B4-BE49-F238E27FC236}">
                  <a16:creationId xmlns:a16="http://schemas.microsoft.com/office/drawing/2014/main" id="{E126B8D2-4570-159A-961D-7A486B5C4D7F}"/>
                </a:ext>
              </a:extLst>
            </p:cNvPr>
            <p:cNvSpPr/>
            <p:nvPr/>
          </p:nvSpPr>
          <p:spPr>
            <a:xfrm>
              <a:off x="10021185"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26" name="Freeform: Shape 4725">
              <a:extLst>
                <a:ext uri="{FF2B5EF4-FFF2-40B4-BE49-F238E27FC236}">
                  <a16:creationId xmlns:a16="http://schemas.microsoft.com/office/drawing/2014/main" id="{FEC06E08-F947-72A9-CFEE-AA24326A5979}"/>
                </a:ext>
              </a:extLst>
            </p:cNvPr>
            <p:cNvSpPr/>
            <p:nvPr/>
          </p:nvSpPr>
          <p:spPr>
            <a:xfrm>
              <a:off x="10135441"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27" name="Freeform: Shape 4726">
              <a:extLst>
                <a:ext uri="{FF2B5EF4-FFF2-40B4-BE49-F238E27FC236}">
                  <a16:creationId xmlns:a16="http://schemas.microsoft.com/office/drawing/2014/main" id="{42EE3DF3-CB00-D6B4-6D65-9EDD7ABE0AAE}"/>
                </a:ext>
              </a:extLst>
            </p:cNvPr>
            <p:cNvSpPr/>
            <p:nvPr/>
          </p:nvSpPr>
          <p:spPr>
            <a:xfrm>
              <a:off x="10249697"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28" name="Freeform: Shape 4727">
              <a:extLst>
                <a:ext uri="{FF2B5EF4-FFF2-40B4-BE49-F238E27FC236}">
                  <a16:creationId xmlns:a16="http://schemas.microsoft.com/office/drawing/2014/main" id="{E0960AF6-85C3-483A-4C82-0CD4029182A4}"/>
                </a:ext>
              </a:extLst>
            </p:cNvPr>
            <p:cNvSpPr/>
            <p:nvPr/>
          </p:nvSpPr>
          <p:spPr>
            <a:xfrm>
              <a:off x="10363952"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29" name="Freeform: Shape 4728">
              <a:extLst>
                <a:ext uri="{FF2B5EF4-FFF2-40B4-BE49-F238E27FC236}">
                  <a16:creationId xmlns:a16="http://schemas.microsoft.com/office/drawing/2014/main" id="{AE005B6B-9E9F-8427-82A6-F62F80B2E21A}"/>
                </a:ext>
              </a:extLst>
            </p:cNvPr>
            <p:cNvSpPr/>
            <p:nvPr/>
          </p:nvSpPr>
          <p:spPr>
            <a:xfrm>
              <a:off x="10478208" y="5602468"/>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30" name="Freeform: Shape 4729">
              <a:extLst>
                <a:ext uri="{FF2B5EF4-FFF2-40B4-BE49-F238E27FC236}">
                  <a16:creationId xmlns:a16="http://schemas.microsoft.com/office/drawing/2014/main" id="{8CE726BE-0416-CC09-2AB1-E341458043C8}"/>
                </a:ext>
              </a:extLst>
            </p:cNvPr>
            <p:cNvSpPr/>
            <p:nvPr/>
          </p:nvSpPr>
          <p:spPr>
            <a:xfrm>
              <a:off x="10592464"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31" name="Freeform: Shape 4730">
              <a:extLst>
                <a:ext uri="{FF2B5EF4-FFF2-40B4-BE49-F238E27FC236}">
                  <a16:creationId xmlns:a16="http://schemas.microsoft.com/office/drawing/2014/main" id="{8BE34A50-0945-F07F-F7AF-D96465D42FC8}"/>
                </a:ext>
              </a:extLst>
            </p:cNvPr>
            <p:cNvSpPr/>
            <p:nvPr/>
          </p:nvSpPr>
          <p:spPr>
            <a:xfrm>
              <a:off x="10706720"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32" name="Freeform: Shape 4731">
              <a:extLst>
                <a:ext uri="{FF2B5EF4-FFF2-40B4-BE49-F238E27FC236}">
                  <a16:creationId xmlns:a16="http://schemas.microsoft.com/office/drawing/2014/main" id="{66CD7B17-0B34-0478-36F4-538710128B70}"/>
                </a:ext>
              </a:extLst>
            </p:cNvPr>
            <p:cNvSpPr/>
            <p:nvPr/>
          </p:nvSpPr>
          <p:spPr>
            <a:xfrm>
              <a:off x="10820976" y="5602468"/>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33" name="Freeform: Shape 4732">
              <a:extLst>
                <a:ext uri="{FF2B5EF4-FFF2-40B4-BE49-F238E27FC236}">
                  <a16:creationId xmlns:a16="http://schemas.microsoft.com/office/drawing/2014/main" id="{9CDB1960-DDA9-77DC-7DF4-E0D52EA962EE}"/>
                </a:ext>
              </a:extLst>
            </p:cNvPr>
            <p:cNvSpPr/>
            <p:nvPr/>
          </p:nvSpPr>
          <p:spPr>
            <a:xfrm>
              <a:off x="10935231"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34" name="Freeform: Shape 4733">
              <a:extLst>
                <a:ext uri="{FF2B5EF4-FFF2-40B4-BE49-F238E27FC236}">
                  <a16:creationId xmlns:a16="http://schemas.microsoft.com/office/drawing/2014/main" id="{D817EB13-962C-68B5-7E35-3679DD49D8FE}"/>
                </a:ext>
              </a:extLst>
            </p:cNvPr>
            <p:cNvSpPr/>
            <p:nvPr/>
          </p:nvSpPr>
          <p:spPr>
            <a:xfrm>
              <a:off x="11049443"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35" name="Freeform: Shape 4734">
              <a:extLst>
                <a:ext uri="{FF2B5EF4-FFF2-40B4-BE49-F238E27FC236}">
                  <a16:creationId xmlns:a16="http://schemas.microsoft.com/office/drawing/2014/main" id="{5B850103-D29F-6876-FBC7-F6338276FA83}"/>
                </a:ext>
              </a:extLst>
            </p:cNvPr>
            <p:cNvSpPr/>
            <p:nvPr/>
          </p:nvSpPr>
          <p:spPr>
            <a:xfrm>
              <a:off x="11163699" y="5602468"/>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36" name="Freeform: Shape 4735">
              <a:extLst>
                <a:ext uri="{FF2B5EF4-FFF2-40B4-BE49-F238E27FC236}">
                  <a16:creationId xmlns:a16="http://schemas.microsoft.com/office/drawing/2014/main" id="{EFBE3BC6-2815-1BF3-F1D1-562B29E6F241}"/>
                </a:ext>
              </a:extLst>
            </p:cNvPr>
            <p:cNvSpPr/>
            <p:nvPr/>
          </p:nvSpPr>
          <p:spPr>
            <a:xfrm>
              <a:off x="11277955"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37" name="Freeform: Shape 4736">
              <a:extLst>
                <a:ext uri="{FF2B5EF4-FFF2-40B4-BE49-F238E27FC236}">
                  <a16:creationId xmlns:a16="http://schemas.microsoft.com/office/drawing/2014/main" id="{26ACD058-2FDA-97CF-977E-397267AD3A77}"/>
                </a:ext>
              </a:extLst>
            </p:cNvPr>
            <p:cNvSpPr/>
            <p:nvPr/>
          </p:nvSpPr>
          <p:spPr>
            <a:xfrm>
              <a:off x="11392210"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38" name="Freeform: Shape 4737">
              <a:extLst>
                <a:ext uri="{FF2B5EF4-FFF2-40B4-BE49-F238E27FC236}">
                  <a16:creationId xmlns:a16="http://schemas.microsoft.com/office/drawing/2014/main" id="{56C03D66-419A-E0E9-F05D-83ED29C066E3}"/>
                </a:ext>
              </a:extLst>
            </p:cNvPr>
            <p:cNvSpPr/>
            <p:nvPr/>
          </p:nvSpPr>
          <p:spPr>
            <a:xfrm>
              <a:off x="11506466" y="5602468"/>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39" name="Freeform: Shape 4738">
              <a:extLst>
                <a:ext uri="{FF2B5EF4-FFF2-40B4-BE49-F238E27FC236}">
                  <a16:creationId xmlns:a16="http://schemas.microsoft.com/office/drawing/2014/main" id="{E6F15D90-E664-E4B5-1545-FCCB254A27EB}"/>
                </a:ext>
              </a:extLst>
            </p:cNvPr>
            <p:cNvSpPr/>
            <p:nvPr/>
          </p:nvSpPr>
          <p:spPr>
            <a:xfrm>
              <a:off x="11620722"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40" name="Freeform: Shape 4739">
              <a:extLst>
                <a:ext uri="{FF2B5EF4-FFF2-40B4-BE49-F238E27FC236}">
                  <a16:creationId xmlns:a16="http://schemas.microsoft.com/office/drawing/2014/main" id="{04A1A370-8952-96E7-448F-01DC6CBD4B91}"/>
                </a:ext>
              </a:extLst>
            </p:cNvPr>
            <p:cNvSpPr/>
            <p:nvPr/>
          </p:nvSpPr>
          <p:spPr>
            <a:xfrm>
              <a:off x="11734978"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41" name="Freeform: Shape 4740">
              <a:extLst>
                <a:ext uri="{FF2B5EF4-FFF2-40B4-BE49-F238E27FC236}">
                  <a16:creationId xmlns:a16="http://schemas.microsoft.com/office/drawing/2014/main" id="{C0A0F39B-43EA-C625-82A5-5ADDEAD9C40F}"/>
                </a:ext>
              </a:extLst>
            </p:cNvPr>
            <p:cNvSpPr/>
            <p:nvPr/>
          </p:nvSpPr>
          <p:spPr>
            <a:xfrm>
              <a:off x="11849233"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42" name="Freeform: Shape 4741">
              <a:extLst>
                <a:ext uri="{FF2B5EF4-FFF2-40B4-BE49-F238E27FC236}">
                  <a16:creationId xmlns:a16="http://schemas.microsoft.com/office/drawing/2014/main" id="{80D16019-AE75-0DF2-D830-08E3A0991176}"/>
                </a:ext>
              </a:extLst>
            </p:cNvPr>
            <p:cNvSpPr/>
            <p:nvPr/>
          </p:nvSpPr>
          <p:spPr>
            <a:xfrm>
              <a:off x="11963489" y="5602468"/>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43" name="Freeform: Shape 4742">
              <a:extLst>
                <a:ext uri="{FF2B5EF4-FFF2-40B4-BE49-F238E27FC236}">
                  <a16:creationId xmlns:a16="http://schemas.microsoft.com/office/drawing/2014/main" id="{844DD86C-2E7F-38CB-B8CC-ABCCFA0E2685}"/>
                </a:ext>
              </a:extLst>
            </p:cNvPr>
            <p:cNvSpPr/>
            <p:nvPr/>
          </p:nvSpPr>
          <p:spPr>
            <a:xfrm>
              <a:off x="12077745" y="5602468"/>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44" name="Freeform: Shape 4743">
              <a:extLst>
                <a:ext uri="{FF2B5EF4-FFF2-40B4-BE49-F238E27FC236}">
                  <a16:creationId xmlns:a16="http://schemas.microsoft.com/office/drawing/2014/main" id="{3F25BB14-4150-8DF9-16FA-47505DDACE88}"/>
                </a:ext>
              </a:extLst>
            </p:cNvPr>
            <p:cNvSpPr/>
            <p:nvPr/>
          </p:nvSpPr>
          <p:spPr>
            <a:xfrm>
              <a:off x="7279135" y="571672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45" name="Freeform: Shape 4744">
              <a:extLst>
                <a:ext uri="{FF2B5EF4-FFF2-40B4-BE49-F238E27FC236}">
                  <a16:creationId xmlns:a16="http://schemas.microsoft.com/office/drawing/2014/main" id="{73E33820-65D1-D073-5CD2-D1EB22F189DB}"/>
                </a:ext>
              </a:extLst>
            </p:cNvPr>
            <p:cNvSpPr/>
            <p:nvPr/>
          </p:nvSpPr>
          <p:spPr>
            <a:xfrm>
              <a:off x="7393391"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46" name="Freeform: Shape 4745">
              <a:extLst>
                <a:ext uri="{FF2B5EF4-FFF2-40B4-BE49-F238E27FC236}">
                  <a16:creationId xmlns:a16="http://schemas.microsoft.com/office/drawing/2014/main" id="{5ED058DD-5072-D536-04F8-4C90522ABDA5}"/>
                </a:ext>
              </a:extLst>
            </p:cNvPr>
            <p:cNvSpPr/>
            <p:nvPr/>
          </p:nvSpPr>
          <p:spPr>
            <a:xfrm>
              <a:off x="7507646"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47" name="Freeform: Shape 4746">
              <a:extLst>
                <a:ext uri="{FF2B5EF4-FFF2-40B4-BE49-F238E27FC236}">
                  <a16:creationId xmlns:a16="http://schemas.microsoft.com/office/drawing/2014/main" id="{6E58CE74-0E08-7074-34E0-3B34B73C5E79}"/>
                </a:ext>
              </a:extLst>
            </p:cNvPr>
            <p:cNvSpPr/>
            <p:nvPr/>
          </p:nvSpPr>
          <p:spPr>
            <a:xfrm>
              <a:off x="7621902"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48" name="Freeform: Shape 4747">
              <a:extLst>
                <a:ext uri="{FF2B5EF4-FFF2-40B4-BE49-F238E27FC236}">
                  <a16:creationId xmlns:a16="http://schemas.microsoft.com/office/drawing/2014/main" id="{71996A2C-1E56-D119-D4B6-A40CFFC6E74A}"/>
                </a:ext>
              </a:extLst>
            </p:cNvPr>
            <p:cNvSpPr/>
            <p:nvPr/>
          </p:nvSpPr>
          <p:spPr>
            <a:xfrm>
              <a:off x="7736158" y="571672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49" name="Freeform: Shape 4748">
              <a:extLst>
                <a:ext uri="{FF2B5EF4-FFF2-40B4-BE49-F238E27FC236}">
                  <a16:creationId xmlns:a16="http://schemas.microsoft.com/office/drawing/2014/main" id="{20AB9FD8-2963-8E08-8E61-AC61D492EAE7}"/>
                </a:ext>
              </a:extLst>
            </p:cNvPr>
            <p:cNvSpPr/>
            <p:nvPr/>
          </p:nvSpPr>
          <p:spPr>
            <a:xfrm>
              <a:off x="7850414"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50" name="Freeform: Shape 4749">
              <a:extLst>
                <a:ext uri="{FF2B5EF4-FFF2-40B4-BE49-F238E27FC236}">
                  <a16:creationId xmlns:a16="http://schemas.microsoft.com/office/drawing/2014/main" id="{6CE22E10-556A-4EC0-E1FA-C66393C0E0E1}"/>
                </a:ext>
              </a:extLst>
            </p:cNvPr>
            <p:cNvSpPr/>
            <p:nvPr/>
          </p:nvSpPr>
          <p:spPr>
            <a:xfrm>
              <a:off x="7964669"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51" name="Freeform: Shape 4750">
              <a:extLst>
                <a:ext uri="{FF2B5EF4-FFF2-40B4-BE49-F238E27FC236}">
                  <a16:creationId xmlns:a16="http://schemas.microsoft.com/office/drawing/2014/main" id="{9D128094-1069-C44A-5951-BFC14F0594EB}"/>
                </a:ext>
              </a:extLst>
            </p:cNvPr>
            <p:cNvSpPr/>
            <p:nvPr/>
          </p:nvSpPr>
          <p:spPr>
            <a:xfrm>
              <a:off x="8078925" y="571672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52" name="Freeform: Shape 4751">
              <a:extLst>
                <a:ext uri="{FF2B5EF4-FFF2-40B4-BE49-F238E27FC236}">
                  <a16:creationId xmlns:a16="http://schemas.microsoft.com/office/drawing/2014/main" id="{B60FF888-6B51-66CD-7FD3-7209A1EA1FF8}"/>
                </a:ext>
              </a:extLst>
            </p:cNvPr>
            <p:cNvSpPr/>
            <p:nvPr/>
          </p:nvSpPr>
          <p:spPr>
            <a:xfrm>
              <a:off x="8193181"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53" name="Freeform: Shape 4752">
              <a:extLst>
                <a:ext uri="{FF2B5EF4-FFF2-40B4-BE49-F238E27FC236}">
                  <a16:creationId xmlns:a16="http://schemas.microsoft.com/office/drawing/2014/main" id="{3D771106-7A80-35AC-104C-2A22A1AD0930}"/>
                </a:ext>
              </a:extLst>
            </p:cNvPr>
            <p:cNvSpPr/>
            <p:nvPr/>
          </p:nvSpPr>
          <p:spPr>
            <a:xfrm>
              <a:off x="8307437"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54" name="Freeform: Shape 4753">
              <a:extLst>
                <a:ext uri="{FF2B5EF4-FFF2-40B4-BE49-F238E27FC236}">
                  <a16:creationId xmlns:a16="http://schemas.microsoft.com/office/drawing/2014/main" id="{843969B4-71B3-094C-073C-46DCE2987561}"/>
                </a:ext>
              </a:extLst>
            </p:cNvPr>
            <p:cNvSpPr/>
            <p:nvPr/>
          </p:nvSpPr>
          <p:spPr>
            <a:xfrm>
              <a:off x="8421648"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55" name="Freeform: Shape 4754">
              <a:extLst>
                <a:ext uri="{FF2B5EF4-FFF2-40B4-BE49-F238E27FC236}">
                  <a16:creationId xmlns:a16="http://schemas.microsoft.com/office/drawing/2014/main" id="{070E5054-F087-89C5-EBCE-BF707F349C53}"/>
                </a:ext>
              </a:extLst>
            </p:cNvPr>
            <p:cNvSpPr/>
            <p:nvPr/>
          </p:nvSpPr>
          <p:spPr>
            <a:xfrm>
              <a:off x="8535904"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56" name="Freeform: Shape 4755">
              <a:extLst>
                <a:ext uri="{FF2B5EF4-FFF2-40B4-BE49-F238E27FC236}">
                  <a16:creationId xmlns:a16="http://schemas.microsoft.com/office/drawing/2014/main" id="{C47A517A-A52E-573B-3A3A-A371E2A689AA}"/>
                </a:ext>
              </a:extLst>
            </p:cNvPr>
            <p:cNvSpPr/>
            <p:nvPr/>
          </p:nvSpPr>
          <p:spPr>
            <a:xfrm>
              <a:off x="8650160"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57" name="Freeform: Shape 4756">
              <a:extLst>
                <a:ext uri="{FF2B5EF4-FFF2-40B4-BE49-F238E27FC236}">
                  <a16:creationId xmlns:a16="http://schemas.microsoft.com/office/drawing/2014/main" id="{C8F7CE00-04FF-505C-BF8D-FE8FA7AE8F9F}"/>
                </a:ext>
              </a:extLst>
            </p:cNvPr>
            <p:cNvSpPr/>
            <p:nvPr/>
          </p:nvSpPr>
          <p:spPr>
            <a:xfrm>
              <a:off x="8764416"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58" name="Freeform: Shape 4757">
              <a:extLst>
                <a:ext uri="{FF2B5EF4-FFF2-40B4-BE49-F238E27FC236}">
                  <a16:creationId xmlns:a16="http://schemas.microsoft.com/office/drawing/2014/main" id="{DEAF219B-4CFC-1A9F-C518-8B2DB102B35F}"/>
                </a:ext>
              </a:extLst>
            </p:cNvPr>
            <p:cNvSpPr/>
            <p:nvPr/>
          </p:nvSpPr>
          <p:spPr>
            <a:xfrm>
              <a:off x="8878671" y="571672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59" name="Freeform: Shape 4758">
              <a:extLst>
                <a:ext uri="{FF2B5EF4-FFF2-40B4-BE49-F238E27FC236}">
                  <a16:creationId xmlns:a16="http://schemas.microsoft.com/office/drawing/2014/main" id="{666552B8-885F-0079-EFB7-ABA947619158}"/>
                </a:ext>
              </a:extLst>
            </p:cNvPr>
            <p:cNvSpPr/>
            <p:nvPr/>
          </p:nvSpPr>
          <p:spPr>
            <a:xfrm>
              <a:off x="8992927"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60" name="Freeform: Shape 4759">
              <a:extLst>
                <a:ext uri="{FF2B5EF4-FFF2-40B4-BE49-F238E27FC236}">
                  <a16:creationId xmlns:a16="http://schemas.microsoft.com/office/drawing/2014/main" id="{616D027B-4283-9C7F-63AE-2746EA040CA3}"/>
                </a:ext>
              </a:extLst>
            </p:cNvPr>
            <p:cNvSpPr/>
            <p:nvPr/>
          </p:nvSpPr>
          <p:spPr>
            <a:xfrm>
              <a:off x="9107183"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61" name="Freeform: Shape 4760">
              <a:extLst>
                <a:ext uri="{FF2B5EF4-FFF2-40B4-BE49-F238E27FC236}">
                  <a16:creationId xmlns:a16="http://schemas.microsoft.com/office/drawing/2014/main" id="{FBC16300-2EB0-F238-7075-2A9B06D0821C}"/>
                </a:ext>
              </a:extLst>
            </p:cNvPr>
            <p:cNvSpPr/>
            <p:nvPr/>
          </p:nvSpPr>
          <p:spPr>
            <a:xfrm>
              <a:off x="9221439"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62" name="Freeform: Shape 4761">
              <a:extLst>
                <a:ext uri="{FF2B5EF4-FFF2-40B4-BE49-F238E27FC236}">
                  <a16:creationId xmlns:a16="http://schemas.microsoft.com/office/drawing/2014/main" id="{729FAAE4-AB61-57B6-E1AB-69619778C24F}"/>
                </a:ext>
              </a:extLst>
            </p:cNvPr>
            <p:cNvSpPr/>
            <p:nvPr/>
          </p:nvSpPr>
          <p:spPr>
            <a:xfrm>
              <a:off x="9335695" y="571672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63" name="Freeform: Shape 4762">
              <a:extLst>
                <a:ext uri="{FF2B5EF4-FFF2-40B4-BE49-F238E27FC236}">
                  <a16:creationId xmlns:a16="http://schemas.microsoft.com/office/drawing/2014/main" id="{3459E455-6CD1-8C41-43E7-F6D1CD7D6BC3}"/>
                </a:ext>
              </a:extLst>
            </p:cNvPr>
            <p:cNvSpPr/>
            <p:nvPr/>
          </p:nvSpPr>
          <p:spPr>
            <a:xfrm>
              <a:off x="9449950"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64" name="Freeform: Shape 4763">
              <a:extLst>
                <a:ext uri="{FF2B5EF4-FFF2-40B4-BE49-F238E27FC236}">
                  <a16:creationId xmlns:a16="http://schemas.microsoft.com/office/drawing/2014/main" id="{3BC5FCDD-5D6D-D844-C63E-CA0A9A3801D4}"/>
                </a:ext>
              </a:extLst>
            </p:cNvPr>
            <p:cNvSpPr/>
            <p:nvPr/>
          </p:nvSpPr>
          <p:spPr>
            <a:xfrm>
              <a:off x="9564206"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65" name="Freeform: Shape 4764">
              <a:extLst>
                <a:ext uri="{FF2B5EF4-FFF2-40B4-BE49-F238E27FC236}">
                  <a16:creationId xmlns:a16="http://schemas.microsoft.com/office/drawing/2014/main" id="{294E81AF-3A9E-2899-D912-40D8C0A9E8A3}"/>
                </a:ext>
              </a:extLst>
            </p:cNvPr>
            <p:cNvSpPr/>
            <p:nvPr/>
          </p:nvSpPr>
          <p:spPr>
            <a:xfrm>
              <a:off x="9678418" y="571672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66" name="Freeform: Shape 4765">
              <a:extLst>
                <a:ext uri="{FF2B5EF4-FFF2-40B4-BE49-F238E27FC236}">
                  <a16:creationId xmlns:a16="http://schemas.microsoft.com/office/drawing/2014/main" id="{C791C251-80A9-2620-8BC6-8BB6F6BF2CE6}"/>
                </a:ext>
              </a:extLst>
            </p:cNvPr>
            <p:cNvSpPr/>
            <p:nvPr/>
          </p:nvSpPr>
          <p:spPr>
            <a:xfrm>
              <a:off x="9792674"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67" name="Freeform: Shape 4766">
              <a:extLst>
                <a:ext uri="{FF2B5EF4-FFF2-40B4-BE49-F238E27FC236}">
                  <a16:creationId xmlns:a16="http://schemas.microsoft.com/office/drawing/2014/main" id="{8902128A-75D8-9EBC-933A-3A22595A6788}"/>
                </a:ext>
              </a:extLst>
            </p:cNvPr>
            <p:cNvSpPr/>
            <p:nvPr/>
          </p:nvSpPr>
          <p:spPr>
            <a:xfrm>
              <a:off x="9906929"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68" name="Freeform: Shape 4767">
              <a:extLst>
                <a:ext uri="{FF2B5EF4-FFF2-40B4-BE49-F238E27FC236}">
                  <a16:creationId xmlns:a16="http://schemas.microsoft.com/office/drawing/2014/main" id="{D76F09DF-3FE1-5BC9-D228-82E120C80579}"/>
                </a:ext>
              </a:extLst>
            </p:cNvPr>
            <p:cNvSpPr/>
            <p:nvPr/>
          </p:nvSpPr>
          <p:spPr>
            <a:xfrm>
              <a:off x="10021185"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69" name="Freeform: Shape 4768">
              <a:extLst>
                <a:ext uri="{FF2B5EF4-FFF2-40B4-BE49-F238E27FC236}">
                  <a16:creationId xmlns:a16="http://schemas.microsoft.com/office/drawing/2014/main" id="{1934E7AD-4C43-2F21-5DC1-648462251EBD}"/>
                </a:ext>
              </a:extLst>
            </p:cNvPr>
            <p:cNvSpPr/>
            <p:nvPr/>
          </p:nvSpPr>
          <p:spPr>
            <a:xfrm>
              <a:off x="10135441"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70" name="Freeform: Shape 4769">
              <a:extLst>
                <a:ext uri="{FF2B5EF4-FFF2-40B4-BE49-F238E27FC236}">
                  <a16:creationId xmlns:a16="http://schemas.microsoft.com/office/drawing/2014/main" id="{AF88BFFB-AFFF-5D4E-C25D-41E745DF1A1B}"/>
                </a:ext>
              </a:extLst>
            </p:cNvPr>
            <p:cNvSpPr/>
            <p:nvPr/>
          </p:nvSpPr>
          <p:spPr>
            <a:xfrm>
              <a:off x="10249697"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71" name="Freeform: Shape 4770">
              <a:extLst>
                <a:ext uri="{FF2B5EF4-FFF2-40B4-BE49-F238E27FC236}">
                  <a16:creationId xmlns:a16="http://schemas.microsoft.com/office/drawing/2014/main" id="{83632506-3B97-F608-EB33-649886416DAF}"/>
                </a:ext>
              </a:extLst>
            </p:cNvPr>
            <p:cNvSpPr/>
            <p:nvPr/>
          </p:nvSpPr>
          <p:spPr>
            <a:xfrm>
              <a:off x="10363952"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72" name="Freeform: Shape 4771">
              <a:extLst>
                <a:ext uri="{FF2B5EF4-FFF2-40B4-BE49-F238E27FC236}">
                  <a16:creationId xmlns:a16="http://schemas.microsoft.com/office/drawing/2014/main" id="{081BDAC1-9028-F8B8-00CC-7AAA9313F794}"/>
                </a:ext>
              </a:extLst>
            </p:cNvPr>
            <p:cNvSpPr/>
            <p:nvPr/>
          </p:nvSpPr>
          <p:spPr>
            <a:xfrm>
              <a:off x="10478208" y="571672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73" name="Freeform: Shape 4772">
              <a:extLst>
                <a:ext uri="{FF2B5EF4-FFF2-40B4-BE49-F238E27FC236}">
                  <a16:creationId xmlns:a16="http://schemas.microsoft.com/office/drawing/2014/main" id="{35B6E78F-21EF-EF39-F818-6F8FDFE415EB}"/>
                </a:ext>
              </a:extLst>
            </p:cNvPr>
            <p:cNvSpPr/>
            <p:nvPr/>
          </p:nvSpPr>
          <p:spPr>
            <a:xfrm>
              <a:off x="10592464"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74" name="Freeform: Shape 4773">
              <a:extLst>
                <a:ext uri="{FF2B5EF4-FFF2-40B4-BE49-F238E27FC236}">
                  <a16:creationId xmlns:a16="http://schemas.microsoft.com/office/drawing/2014/main" id="{E7AAE76D-3A9B-DE1D-61EB-D9BE4CB1DF83}"/>
                </a:ext>
              </a:extLst>
            </p:cNvPr>
            <p:cNvSpPr/>
            <p:nvPr/>
          </p:nvSpPr>
          <p:spPr>
            <a:xfrm>
              <a:off x="10706720"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75" name="Freeform: Shape 4774">
              <a:extLst>
                <a:ext uri="{FF2B5EF4-FFF2-40B4-BE49-F238E27FC236}">
                  <a16:creationId xmlns:a16="http://schemas.microsoft.com/office/drawing/2014/main" id="{CAD0D718-B5FA-6F6C-B5E7-B984E3F76342}"/>
                </a:ext>
              </a:extLst>
            </p:cNvPr>
            <p:cNvSpPr/>
            <p:nvPr/>
          </p:nvSpPr>
          <p:spPr>
            <a:xfrm>
              <a:off x="10820976" y="5716724"/>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76" name="Freeform: Shape 4775">
              <a:extLst>
                <a:ext uri="{FF2B5EF4-FFF2-40B4-BE49-F238E27FC236}">
                  <a16:creationId xmlns:a16="http://schemas.microsoft.com/office/drawing/2014/main" id="{28131A8D-4062-857A-3D72-11173E2F9898}"/>
                </a:ext>
              </a:extLst>
            </p:cNvPr>
            <p:cNvSpPr/>
            <p:nvPr/>
          </p:nvSpPr>
          <p:spPr>
            <a:xfrm>
              <a:off x="10935231"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77" name="Freeform: Shape 4776">
              <a:extLst>
                <a:ext uri="{FF2B5EF4-FFF2-40B4-BE49-F238E27FC236}">
                  <a16:creationId xmlns:a16="http://schemas.microsoft.com/office/drawing/2014/main" id="{E4807BB3-3760-9E74-6C2F-B09FEFDBA02F}"/>
                </a:ext>
              </a:extLst>
            </p:cNvPr>
            <p:cNvSpPr/>
            <p:nvPr/>
          </p:nvSpPr>
          <p:spPr>
            <a:xfrm>
              <a:off x="11049443"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78" name="Freeform: Shape 4777">
              <a:extLst>
                <a:ext uri="{FF2B5EF4-FFF2-40B4-BE49-F238E27FC236}">
                  <a16:creationId xmlns:a16="http://schemas.microsoft.com/office/drawing/2014/main" id="{9E3E2B10-7B09-9D8E-A4C1-54E391310B1F}"/>
                </a:ext>
              </a:extLst>
            </p:cNvPr>
            <p:cNvSpPr/>
            <p:nvPr/>
          </p:nvSpPr>
          <p:spPr>
            <a:xfrm>
              <a:off x="11163699" y="5716724"/>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79" name="Freeform: Shape 4778">
              <a:extLst>
                <a:ext uri="{FF2B5EF4-FFF2-40B4-BE49-F238E27FC236}">
                  <a16:creationId xmlns:a16="http://schemas.microsoft.com/office/drawing/2014/main" id="{1C86949C-9EE4-455F-FA83-97B6361141D9}"/>
                </a:ext>
              </a:extLst>
            </p:cNvPr>
            <p:cNvSpPr/>
            <p:nvPr/>
          </p:nvSpPr>
          <p:spPr>
            <a:xfrm>
              <a:off x="11277955"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80" name="Freeform: Shape 4779">
              <a:extLst>
                <a:ext uri="{FF2B5EF4-FFF2-40B4-BE49-F238E27FC236}">
                  <a16:creationId xmlns:a16="http://schemas.microsoft.com/office/drawing/2014/main" id="{B650D3DC-57D5-A35C-9B65-6A6662D8ADD4}"/>
                </a:ext>
              </a:extLst>
            </p:cNvPr>
            <p:cNvSpPr/>
            <p:nvPr/>
          </p:nvSpPr>
          <p:spPr>
            <a:xfrm>
              <a:off x="11392210"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81" name="Freeform: Shape 4780">
              <a:extLst>
                <a:ext uri="{FF2B5EF4-FFF2-40B4-BE49-F238E27FC236}">
                  <a16:creationId xmlns:a16="http://schemas.microsoft.com/office/drawing/2014/main" id="{2601093C-DAEC-5A21-90DE-FECF0243482B}"/>
                </a:ext>
              </a:extLst>
            </p:cNvPr>
            <p:cNvSpPr/>
            <p:nvPr/>
          </p:nvSpPr>
          <p:spPr>
            <a:xfrm>
              <a:off x="11506466" y="5716724"/>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82" name="Freeform: Shape 4781">
              <a:extLst>
                <a:ext uri="{FF2B5EF4-FFF2-40B4-BE49-F238E27FC236}">
                  <a16:creationId xmlns:a16="http://schemas.microsoft.com/office/drawing/2014/main" id="{F1950C0C-9C41-9B13-CBDD-A987BDE5E786}"/>
                </a:ext>
              </a:extLst>
            </p:cNvPr>
            <p:cNvSpPr/>
            <p:nvPr/>
          </p:nvSpPr>
          <p:spPr>
            <a:xfrm>
              <a:off x="11620722"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83" name="Freeform: Shape 4782">
              <a:extLst>
                <a:ext uri="{FF2B5EF4-FFF2-40B4-BE49-F238E27FC236}">
                  <a16:creationId xmlns:a16="http://schemas.microsoft.com/office/drawing/2014/main" id="{3B13A054-13FE-BD53-4C53-A5AE77728A45}"/>
                </a:ext>
              </a:extLst>
            </p:cNvPr>
            <p:cNvSpPr/>
            <p:nvPr/>
          </p:nvSpPr>
          <p:spPr>
            <a:xfrm>
              <a:off x="11734978"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84" name="Freeform: Shape 4783">
              <a:extLst>
                <a:ext uri="{FF2B5EF4-FFF2-40B4-BE49-F238E27FC236}">
                  <a16:creationId xmlns:a16="http://schemas.microsoft.com/office/drawing/2014/main" id="{AB27FA68-6762-0B71-0114-4417DC19B085}"/>
                </a:ext>
              </a:extLst>
            </p:cNvPr>
            <p:cNvSpPr/>
            <p:nvPr/>
          </p:nvSpPr>
          <p:spPr>
            <a:xfrm>
              <a:off x="11849233"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85" name="Freeform: Shape 4784">
              <a:extLst>
                <a:ext uri="{FF2B5EF4-FFF2-40B4-BE49-F238E27FC236}">
                  <a16:creationId xmlns:a16="http://schemas.microsoft.com/office/drawing/2014/main" id="{5DD2048B-0D11-0D15-F23B-08AD679993E3}"/>
                </a:ext>
              </a:extLst>
            </p:cNvPr>
            <p:cNvSpPr/>
            <p:nvPr/>
          </p:nvSpPr>
          <p:spPr>
            <a:xfrm>
              <a:off x="11963489" y="571672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86" name="Freeform: Shape 4785">
              <a:extLst>
                <a:ext uri="{FF2B5EF4-FFF2-40B4-BE49-F238E27FC236}">
                  <a16:creationId xmlns:a16="http://schemas.microsoft.com/office/drawing/2014/main" id="{DB40F80F-315A-4EEE-8392-7B3DE0EEB3D6}"/>
                </a:ext>
              </a:extLst>
            </p:cNvPr>
            <p:cNvSpPr/>
            <p:nvPr/>
          </p:nvSpPr>
          <p:spPr>
            <a:xfrm>
              <a:off x="12077745" y="5716724"/>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87" name="Freeform: Shape 4786">
              <a:extLst>
                <a:ext uri="{FF2B5EF4-FFF2-40B4-BE49-F238E27FC236}">
                  <a16:creationId xmlns:a16="http://schemas.microsoft.com/office/drawing/2014/main" id="{B064639D-C251-86F6-101E-E7A795136EDD}"/>
                </a:ext>
              </a:extLst>
            </p:cNvPr>
            <p:cNvSpPr/>
            <p:nvPr/>
          </p:nvSpPr>
          <p:spPr>
            <a:xfrm>
              <a:off x="7279135" y="583098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88" name="Freeform: Shape 4787">
              <a:extLst>
                <a:ext uri="{FF2B5EF4-FFF2-40B4-BE49-F238E27FC236}">
                  <a16:creationId xmlns:a16="http://schemas.microsoft.com/office/drawing/2014/main" id="{33A5F08A-7338-0CFE-03B0-008B12D4DAF2}"/>
                </a:ext>
              </a:extLst>
            </p:cNvPr>
            <p:cNvSpPr/>
            <p:nvPr/>
          </p:nvSpPr>
          <p:spPr>
            <a:xfrm>
              <a:off x="7393391"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89" name="Freeform: Shape 4788">
              <a:extLst>
                <a:ext uri="{FF2B5EF4-FFF2-40B4-BE49-F238E27FC236}">
                  <a16:creationId xmlns:a16="http://schemas.microsoft.com/office/drawing/2014/main" id="{AD65E676-AD7C-ABC5-78F3-8B30B09B9EE6}"/>
                </a:ext>
              </a:extLst>
            </p:cNvPr>
            <p:cNvSpPr/>
            <p:nvPr/>
          </p:nvSpPr>
          <p:spPr>
            <a:xfrm>
              <a:off x="7507646"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90" name="Freeform: Shape 4789">
              <a:extLst>
                <a:ext uri="{FF2B5EF4-FFF2-40B4-BE49-F238E27FC236}">
                  <a16:creationId xmlns:a16="http://schemas.microsoft.com/office/drawing/2014/main" id="{27E08D38-3932-D00C-AB8E-9D650E978BA6}"/>
                </a:ext>
              </a:extLst>
            </p:cNvPr>
            <p:cNvSpPr/>
            <p:nvPr/>
          </p:nvSpPr>
          <p:spPr>
            <a:xfrm>
              <a:off x="7621902"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91" name="Freeform: Shape 4790">
              <a:extLst>
                <a:ext uri="{FF2B5EF4-FFF2-40B4-BE49-F238E27FC236}">
                  <a16:creationId xmlns:a16="http://schemas.microsoft.com/office/drawing/2014/main" id="{0DE1EF55-DDEF-4DF0-8B23-4C59332BD932}"/>
                </a:ext>
              </a:extLst>
            </p:cNvPr>
            <p:cNvSpPr/>
            <p:nvPr/>
          </p:nvSpPr>
          <p:spPr>
            <a:xfrm>
              <a:off x="7736158" y="583098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92" name="Freeform: Shape 4791">
              <a:extLst>
                <a:ext uri="{FF2B5EF4-FFF2-40B4-BE49-F238E27FC236}">
                  <a16:creationId xmlns:a16="http://schemas.microsoft.com/office/drawing/2014/main" id="{265E2B05-ED90-61F3-B68E-F92821E51182}"/>
                </a:ext>
              </a:extLst>
            </p:cNvPr>
            <p:cNvSpPr/>
            <p:nvPr/>
          </p:nvSpPr>
          <p:spPr>
            <a:xfrm>
              <a:off x="7850414"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93" name="Freeform: Shape 4792">
              <a:extLst>
                <a:ext uri="{FF2B5EF4-FFF2-40B4-BE49-F238E27FC236}">
                  <a16:creationId xmlns:a16="http://schemas.microsoft.com/office/drawing/2014/main" id="{70D3E864-B268-DED4-CD93-AECFF1F9EC0A}"/>
                </a:ext>
              </a:extLst>
            </p:cNvPr>
            <p:cNvSpPr/>
            <p:nvPr/>
          </p:nvSpPr>
          <p:spPr>
            <a:xfrm>
              <a:off x="7964669"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94" name="Freeform: Shape 4793">
              <a:extLst>
                <a:ext uri="{FF2B5EF4-FFF2-40B4-BE49-F238E27FC236}">
                  <a16:creationId xmlns:a16="http://schemas.microsoft.com/office/drawing/2014/main" id="{F4FEC8A1-DC7D-FAE5-0A1E-5C27AFAF2FB4}"/>
                </a:ext>
              </a:extLst>
            </p:cNvPr>
            <p:cNvSpPr/>
            <p:nvPr/>
          </p:nvSpPr>
          <p:spPr>
            <a:xfrm>
              <a:off x="8078925" y="583098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95" name="Freeform: Shape 4794">
              <a:extLst>
                <a:ext uri="{FF2B5EF4-FFF2-40B4-BE49-F238E27FC236}">
                  <a16:creationId xmlns:a16="http://schemas.microsoft.com/office/drawing/2014/main" id="{BCC3BE1A-58D9-C6CC-52DB-FB669BC5F1FE}"/>
                </a:ext>
              </a:extLst>
            </p:cNvPr>
            <p:cNvSpPr/>
            <p:nvPr/>
          </p:nvSpPr>
          <p:spPr>
            <a:xfrm>
              <a:off x="8193181"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96" name="Freeform: Shape 4795">
              <a:extLst>
                <a:ext uri="{FF2B5EF4-FFF2-40B4-BE49-F238E27FC236}">
                  <a16:creationId xmlns:a16="http://schemas.microsoft.com/office/drawing/2014/main" id="{AF43430B-8899-0EED-6B08-11032C690516}"/>
                </a:ext>
              </a:extLst>
            </p:cNvPr>
            <p:cNvSpPr/>
            <p:nvPr/>
          </p:nvSpPr>
          <p:spPr>
            <a:xfrm>
              <a:off x="8307437"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97" name="Freeform: Shape 4796">
              <a:extLst>
                <a:ext uri="{FF2B5EF4-FFF2-40B4-BE49-F238E27FC236}">
                  <a16:creationId xmlns:a16="http://schemas.microsoft.com/office/drawing/2014/main" id="{DD1A033E-1EC8-E4A9-1EA3-0556E27FFFA5}"/>
                </a:ext>
              </a:extLst>
            </p:cNvPr>
            <p:cNvSpPr/>
            <p:nvPr/>
          </p:nvSpPr>
          <p:spPr>
            <a:xfrm>
              <a:off x="8421648"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98" name="Freeform: Shape 4797">
              <a:extLst>
                <a:ext uri="{FF2B5EF4-FFF2-40B4-BE49-F238E27FC236}">
                  <a16:creationId xmlns:a16="http://schemas.microsoft.com/office/drawing/2014/main" id="{A1C4109C-F9A4-1E59-DB8D-ACE5CA778C8E}"/>
                </a:ext>
              </a:extLst>
            </p:cNvPr>
            <p:cNvSpPr/>
            <p:nvPr/>
          </p:nvSpPr>
          <p:spPr>
            <a:xfrm>
              <a:off x="8535904"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799" name="Freeform: Shape 4798">
              <a:extLst>
                <a:ext uri="{FF2B5EF4-FFF2-40B4-BE49-F238E27FC236}">
                  <a16:creationId xmlns:a16="http://schemas.microsoft.com/office/drawing/2014/main" id="{3913A54B-A4DA-4E6F-3845-9E5D62364CDC}"/>
                </a:ext>
              </a:extLst>
            </p:cNvPr>
            <p:cNvSpPr/>
            <p:nvPr/>
          </p:nvSpPr>
          <p:spPr>
            <a:xfrm>
              <a:off x="8650160"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00" name="Freeform: Shape 4799">
              <a:extLst>
                <a:ext uri="{FF2B5EF4-FFF2-40B4-BE49-F238E27FC236}">
                  <a16:creationId xmlns:a16="http://schemas.microsoft.com/office/drawing/2014/main" id="{31678974-A407-46BF-A052-EE371775029F}"/>
                </a:ext>
              </a:extLst>
            </p:cNvPr>
            <p:cNvSpPr/>
            <p:nvPr/>
          </p:nvSpPr>
          <p:spPr>
            <a:xfrm>
              <a:off x="8764416"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01" name="Freeform: Shape 4800">
              <a:extLst>
                <a:ext uri="{FF2B5EF4-FFF2-40B4-BE49-F238E27FC236}">
                  <a16:creationId xmlns:a16="http://schemas.microsoft.com/office/drawing/2014/main" id="{3E7D6667-B3C8-7450-278A-638350E0776B}"/>
                </a:ext>
              </a:extLst>
            </p:cNvPr>
            <p:cNvSpPr/>
            <p:nvPr/>
          </p:nvSpPr>
          <p:spPr>
            <a:xfrm>
              <a:off x="8878671" y="583098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02" name="Freeform: Shape 4801">
              <a:extLst>
                <a:ext uri="{FF2B5EF4-FFF2-40B4-BE49-F238E27FC236}">
                  <a16:creationId xmlns:a16="http://schemas.microsoft.com/office/drawing/2014/main" id="{8DF27956-03DE-CEEB-317D-4DDF1E71FF74}"/>
                </a:ext>
              </a:extLst>
            </p:cNvPr>
            <p:cNvSpPr/>
            <p:nvPr/>
          </p:nvSpPr>
          <p:spPr>
            <a:xfrm>
              <a:off x="8992927"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03" name="Freeform: Shape 4802">
              <a:extLst>
                <a:ext uri="{FF2B5EF4-FFF2-40B4-BE49-F238E27FC236}">
                  <a16:creationId xmlns:a16="http://schemas.microsoft.com/office/drawing/2014/main" id="{7A406FBB-07A7-1AC3-5607-67F594C9F157}"/>
                </a:ext>
              </a:extLst>
            </p:cNvPr>
            <p:cNvSpPr/>
            <p:nvPr/>
          </p:nvSpPr>
          <p:spPr>
            <a:xfrm>
              <a:off x="9107183"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04" name="Freeform: Shape 4803">
              <a:extLst>
                <a:ext uri="{FF2B5EF4-FFF2-40B4-BE49-F238E27FC236}">
                  <a16:creationId xmlns:a16="http://schemas.microsoft.com/office/drawing/2014/main" id="{753C1552-1736-47A8-A2D2-1862F8519A79}"/>
                </a:ext>
              </a:extLst>
            </p:cNvPr>
            <p:cNvSpPr/>
            <p:nvPr/>
          </p:nvSpPr>
          <p:spPr>
            <a:xfrm>
              <a:off x="9221439"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05" name="Freeform: Shape 4804">
              <a:extLst>
                <a:ext uri="{FF2B5EF4-FFF2-40B4-BE49-F238E27FC236}">
                  <a16:creationId xmlns:a16="http://schemas.microsoft.com/office/drawing/2014/main" id="{4020F0BA-3EED-EDD0-53E7-698AA02585AE}"/>
                </a:ext>
              </a:extLst>
            </p:cNvPr>
            <p:cNvSpPr/>
            <p:nvPr/>
          </p:nvSpPr>
          <p:spPr>
            <a:xfrm>
              <a:off x="9335695" y="583098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06" name="Freeform: Shape 4805">
              <a:extLst>
                <a:ext uri="{FF2B5EF4-FFF2-40B4-BE49-F238E27FC236}">
                  <a16:creationId xmlns:a16="http://schemas.microsoft.com/office/drawing/2014/main" id="{89F21E7F-ACF0-CCAA-1FA1-E5F1B88FD57D}"/>
                </a:ext>
              </a:extLst>
            </p:cNvPr>
            <p:cNvSpPr/>
            <p:nvPr/>
          </p:nvSpPr>
          <p:spPr>
            <a:xfrm>
              <a:off x="9449950"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07" name="Freeform: Shape 4806">
              <a:extLst>
                <a:ext uri="{FF2B5EF4-FFF2-40B4-BE49-F238E27FC236}">
                  <a16:creationId xmlns:a16="http://schemas.microsoft.com/office/drawing/2014/main" id="{C3B4DADC-8D62-E876-ADF0-FD6120ACB612}"/>
                </a:ext>
              </a:extLst>
            </p:cNvPr>
            <p:cNvSpPr/>
            <p:nvPr/>
          </p:nvSpPr>
          <p:spPr>
            <a:xfrm>
              <a:off x="9564206"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08" name="Freeform: Shape 4807">
              <a:extLst>
                <a:ext uri="{FF2B5EF4-FFF2-40B4-BE49-F238E27FC236}">
                  <a16:creationId xmlns:a16="http://schemas.microsoft.com/office/drawing/2014/main" id="{47965A20-8088-0D6C-1ED9-116882496D9D}"/>
                </a:ext>
              </a:extLst>
            </p:cNvPr>
            <p:cNvSpPr/>
            <p:nvPr/>
          </p:nvSpPr>
          <p:spPr>
            <a:xfrm>
              <a:off x="9678418" y="583098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09" name="Freeform: Shape 4808">
              <a:extLst>
                <a:ext uri="{FF2B5EF4-FFF2-40B4-BE49-F238E27FC236}">
                  <a16:creationId xmlns:a16="http://schemas.microsoft.com/office/drawing/2014/main" id="{F1425748-4AF4-3552-990A-12091B62AC28}"/>
                </a:ext>
              </a:extLst>
            </p:cNvPr>
            <p:cNvSpPr/>
            <p:nvPr/>
          </p:nvSpPr>
          <p:spPr>
            <a:xfrm>
              <a:off x="9792674"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10" name="Freeform: Shape 4809">
              <a:extLst>
                <a:ext uri="{FF2B5EF4-FFF2-40B4-BE49-F238E27FC236}">
                  <a16:creationId xmlns:a16="http://schemas.microsoft.com/office/drawing/2014/main" id="{8295BECC-6935-D666-26DC-1505E8EB489F}"/>
                </a:ext>
              </a:extLst>
            </p:cNvPr>
            <p:cNvSpPr/>
            <p:nvPr/>
          </p:nvSpPr>
          <p:spPr>
            <a:xfrm>
              <a:off x="9906929"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11" name="Freeform: Shape 4810">
              <a:extLst>
                <a:ext uri="{FF2B5EF4-FFF2-40B4-BE49-F238E27FC236}">
                  <a16:creationId xmlns:a16="http://schemas.microsoft.com/office/drawing/2014/main" id="{D1B87C85-CDC0-D319-8F19-C1409304ACAD}"/>
                </a:ext>
              </a:extLst>
            </p:cNvPr>
            <p:cNvSpPr/>
            <p:nvPr/>
          </p:nvSpPr>
          <p:spPr>
            <a:xfrm>
              <a:off x="10021185"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12" name="Freeform: Shape 4811">
              <a:extLst>
                <a:ext uri="{FF2B5EF4-FFF2-40B4-BE49-F238E27FC236}">
                  <a16:creationId xmlns:a16="http://schemas.microsoft.com/office/drawing/2014/main" id="{26C5C6F5-2E22-D961-A649-BE733AF1674A}"/>
                </a:ext>
              </a:extLst>
            </p:cNvPr>
            <p:cNvSpPr/>
            <p:nvPr/>
          </p:nvSpPr>
          <p:spPr>
            <a:xfrm>
              <a:off x="10135441"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13" name="Freeform: Shape 4812">
              <a:extLst>
                <a:ext uri="{FF2B5EF4-FFF2-40B4-BE49-F238E27FC236}">
                  <a16:creationId xmlns:a16="http://schemas.microsoft.com/office/drawing/2014/main" id="{4282F988-C7A6-97DC-F1AA-4F24A9511FF4}"/>
                </a:ext>
              </a:extLst>
            </p:cNvPr>
            <p:cNvSpPr/>
            <p:nvPr/>
          </p:nvSpPr>
          <p:spPr>
            <a:xfrm>
              <a:off x="10249697"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14" name="Freeform: Shape 4813">
              <a:extLst>
                <a:ext uri="{FF2B5EF4-FFF2-40B4-BE49-F238E27FC236}">
                  <a16:creationId xmlns:a16="http://schemas.microsoft.com/office/drawing/2014/main" id="{1E233657-A4F2-6847-92C1-53B6E583DE80}"/>
                </a:ext>
              </a:extLst>
            </p:cNvPr>
            <p:cNvSpPr/>
            <p:nvPr/>
          </p:nvSpPr>
          <p:spPr>
            <a:xfrm>
              <a:off x="10363952"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15" name="Freeform: Shape 4814">
              <a:extLst>
                <a:ext uri="{FF2B5EF4-FFF2-40B4-BE49-F238E27FC236}">
                  <a16:creationId xmlns:a16="http://schemas.microsoft.com/office/drawing/2014/main" id="{3CF0C410-0CFA-7CBB-9B73-ED48CCEF9586}"/>
                </a:ext>
              </a:extLst>
            </p:cNvPr>
            <p:cNvSpPr/>
            <p:nvPr/>
          </p:nvSpPr>
          <p:spPr>
            <a:xfrm>
              <a:off x="10478208" y="583098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16" name="Freeform: Shape 4815">
              <a:extLst>
                <a:ext uri="{FF2B5EF4-FFF2-40B4-BE49-F238E27FC236}">
                  <a16:creationId xmlns:a16="http://schemas.microsoft.com/office/drawing/2014/main" id="{8B25F6AE-9B81-A09E-86CD-BB8397260F58}"/>
                </a:ext>
              </a:extLst>
            </p:cNvPr>
            <p:cNvSpPr/>
            <p:nvPr/>
          </p:nvSpPr>
          <p:spPr>
            <a:xfrm>
              <a:off x="10592464"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17" name="Freeform: Shape 4816">
              <a:extLst>
                <a:ext uri="{FF2B5EF4-FFF2-40B4-BE49-F238E27FC236}">
                  <a16:creationId xmlns:a16="http://schemas.microsoft.com/office/drawing/2014/main" id="{BA745E5E-8FF2-8ADD-8812-B56256F0C66D}"/>
                </a:ext>
              </a:extLst>
            </p:cNvPr>
            <p:cNvSpPr/>
            <p:nvPr/>
          </p:nvSpPr>
          <p:spPr>
            <a:xfrm>
              <a:off x="10706720"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18" name="Freeform: Shape 4817">
              <a:extLst>
                <a:ext uri="{FF2B5EF4-FFF2-40B4-BE49-F238E27FC236}">
                  <a16:creationId xmlns:a16="http://schemas.microsoft.com/office/drawing/2014/main" id="{31060CFC-D6C2-12CD-EFBA-6402013178AB}"/>
                </a:ext>
              </a:extLst>
            </p:cNvPr>
            <p:cNvSpPr/>
            <p:nvPr/>
          </p:nvSpPr>
          <p:spPr>
            <a:xfrm>
              <a:off x="10820976" y="5830980"/>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19" name="Freeform: Shape 4818">
              <a:extLst>
                <a:ext uri="{FF2B5EF4-FFF2-40B4-BE49-F238E27FC236}">
                  <a16:creationId xmlns:a16="http://schemas.microsoft.com/office/drawing/2014/main" id="{2865167A-B460-EE82-5850-53E0A794ADC7}"/>
                </a:ext>
              </a:extLst>
            </p:cNvPr>
            <p:cNvSpPr/>
            <p:nvPr/>
          </p:nvSpPr>
          <p:spPr>
            <a:xfrm>
              <a:off x="10935231"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20" name="Freeform: Shape 4819">
              <a:extLst>
                <a:ext uri="{FF2B5EF4-FFF2-40B4-BE49-F238E27FC236}">
                  <a16:creationId xmlns:a16="http://schemas.microsoft.com/office/drawing/2014/main" id="{9A226165-0A10-0FDA-460E-5F0F5FB36BF8}"/>
                </a:ext>
              </a:extLst>
            </p:cNvPr>
            <p:cNvSpPr/>
            <p:nvPr/>
          </p:nvSpPr>
          <p:spPr>
            <a:xfrm>
              <a:off x="11049443"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21" name="Freeform: Shape 4820">
              <a:extLst>
                <a:ext uri="{FF2B5EF4-FFF2-40B4-BE49-F238E27FC236}">
                  <a16:creationId xmlns:a16="http://schemas.microsoft.com/office/drawing/2014/main" id="{28486DF3-5EA6-D3BD-9657-B4DCB0FBD29A}"/>
                </a:ext>
              </a:extLst>
            </p:cNvPr>
            <p:cNvSpPr/>
            <p:nvPr/>
          </p:nvSpPr>
          <p:spPr>
            <a:xfrm>
              <a:off x="11163699" y="5830980"/>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22" name="Freeform: Shape 4821">
              <a:extLst>
                <a:ext uri="{FF2B5EF4-FFF2-40B4-BE49-F238E27FC236}">
                  <a16:creationId xmlns:a16="http://schemas.microsoft.com/office/drawing/2014/main" id="{DBD52FCB-4644-7683-B117-15E26CF56C93}"/>
                </a:ext>
              </a:extLst>
            </p:cNvPr>
            <p:cNvSpPr/>
            <p:nvPr/>
          </p:nvSpPr>
          <p:spPr>
            <a:xfrm>
              <a:off x="11277955"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23" name="Freeform: Shape 4822">
              <a:extLst>
                <a:ext uri="{FF2B5EF4-FFF2-40B4-BE49-F238E27FC236}">
                  <a16:creationId xmlns:a16="http://schemas.microsoft.com/office/drawing/2014/main" id="{76FDB1DE-E9CC-BB0B-FB9F-7FBA022EC501}"/>
                </a:ext>
              </a:extLst>
            </p:cNvPr>
            <p:cNvSpPr/>
            <p:nvPr/>
          </p:nvSpPr>
          <p:spPr>
            <a:xfrm>
              <a:off x="11392210"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24" name="Freeform: Shape 4823">
              <a:extLst>
                <a:ext uri="{FF2B5EF4-FFF2-40B4-BE49-F238E27FC236}">
                  <a16:creationId xmlns:a16="http://schemas.microsoft.com/office/drawing/2014/main" id="{572B343B-A3EE-DC65-E5DB-2BCA1E3CCF8A}"/>
                </a:ext>
              </a:extLst>
            </p:cNvPr>
            <p:cNvSpPr/>
            <p:nvPr/>
          </p:nvSpPr>
          <p:spPr>
            <a:xfrm>
              <a:off x="11506466" y="5830980"/>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25" name="Freeform: Shape 4824">
              <a:extLst>
                <a:ext uri="{FF2B5EF4-FFF2-40B4-BE49-F238E27FC236}">
                  <a16:creationId xmlns:a16="http://schemas.microsoft.com/office/drawing/2014/main" id="{F6B21138-8B66-3BCB-DB06-41C9791C209C}"/>
                </a:ext>
              </a:extLst>
            </p:cNvPr>
            <p:cNvSpPr/>
            <p:nvPr/>
          </p:nvSpPr>
          <p:spPr>
            <a:xfrm>
              <a:off x="11620722"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26" name="Freeform: Shape 4825">
              <a:extLst>
                <a:ext uri="{FF2B5EF4-FFF2-40B4-BE49-F238E27FC236}">
                  <a16:creationId xmlns:a16="http://schemas.microsoft.com/office/drawing/2014/main" id="{39878FEE-5830-57B0-A148-EDB34D523569}"/>
                </a:ext>
              </a:extLst>
            </p:cNvPr>
            <p:cNvSpPr/>
            <p:nvPr/>
          </p:nvSpPr>
          <p:spPr>
            <a:xfrm>
              <a:off x="11734978"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27" name="Freeform: Shape 4826">
              <a:extLst>
                <a:ext uri="{FF2B5EF4-FFF2-40B4-BE49-F238E27FC236}">
                  <a16:creationId xmlns:a16="http://schemas.microsoft.com/office/drawing/2014/main" id="{815C0F52-EEBD-B954-F37D-74A369BA6C8A}"/>
                </a:ext>
              </a:extLst>
            </p:cNvPr>
            <p:cNvSpPr/>
            <p:nvPr/>
          </p:nvSpPr>
          <p:spPr>
            <a:xfrm>
              <a:off x="11849233"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28" name="Freeform: Shape 4827">
              <a:extLst>
                <a:ext uri="{FF2B5EF4-FFF2-40B4-BE49-F238E27FC236}">
                  <a16:creationId xmlns:a16="http://schemas.microsoft.com/office/drawing/2014/main" id="{117A56D6-8821-1590-DC0A-0E73FEE1127F}"/>
                </a:ext>
              </a:extLst>
            </p:cNvPr>
            <p:cNvSpPr/>
            <p:nvPr/>
          </p:nvSpPr>
          <p:spPr>
            <a:xfrm>
              <a:off x="11963489" y="583098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29" name="Freeform: Shape 4828">
              <a:extLst>
                <a:ext uri="{FF2B5EF4-FFF2-40B4-BE49-F238E27FC236}">
                  <a16:creationId xmlns:a16="http://schemas.microsoft.com/office/drawing/2014/main" id="{56A3BC44-8E0A-4451-6F0E-4425C4DC577F}"/>
                </a:ext>
              </a:extLst>
            </p:cNvPr>
            <p:cNvSpPr/>
            <p:nvPr/>
          </p:nvSpPr>
          <p:spPr>
            <a:xfrm>
              <a:off x="12077745" y="5830980"/>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30" name="Freeform: Shape 4829">
              <a:extLst>
                <a:ext uri="{FF2B5EF4-FFF2-40B4-BE49-F238E27FC236}">
                  <a16:creationId xmlns:a16="http://schemas.microsoft.com/office/drawing/2014/main" id="{228D2881-2274-0A5E-9033-6808787B8D66}"/>
                </a:ext>
              </a:extLst>
            </p:cNvPr>
            <p:cNvSpPr/>
            <p:nvPr/>
          </p:nvSpPr>
          <p:spPr>
            <a:xfrm>
              <a:off x="7279135" y="594523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31" name="Freeform: Shape 4830">
              <a:extLst>
                <a:ext uri="{FF2B5EF4-FFF2-40B4-BE49-F238E27FC236}">
                  <a16:creationId xmlns:a16="http://schemas.microsoft.com/office/drawing/2014/main" id="{E7B5B265-9FDB-3151-7F77-3FE32EFEDA7F}"/>
                </a:ext>
              </a:extLst>
            </p:cNvPr>
            <p:cNvSpPr/>
            <p:nvPr/>
          </p:nvSpPr>
          <p:spPr>
            <a:xfrm>
              <a:off x="7393391"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32" name="Freeform: Shape 4831">
              <a:extLst>
                <a:ext uri="{FF2B5EF4-FFF2-40B4-BE49-F238E27FC236}">
                  <a16:creationId xmlns:a16="http://schemas.microsoft.com/office/drawing/2014/main" id="{2BECE431-0421-D9CC-8691-3C47E28E8D96}"/>
                </a:ext>
              </a:extLst>
            </p:cNvPr>
            <p:cNvSpPr/>
            <p:nvPr/>
          </p:nvSpPr>
          <p:spPr>
            <a:xfrm>
              <a:off x="7507646"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33" name="Freeform: Shape 4832">
              <a:extLst>
                <a:ext uri="{FF2B5EF4-FFF2-40B4-BE49-F238E27FC236}">
                  <a16:creationId xmlns:a16="http://schemas.microsoft.com/office/drawing/2014/main" id="{1DA24E88-8C4B-518C-4D71-DF9998547CD1}"/>
                </a:ext>
              </a:extLst>
            </p:cNvPr>
            <p:cNvSpPr/>
            <p:nvPr/>
          </p:nvSpPr>
          <p:spPr>
            <a:xfrm>
              <a:off x="7621902"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34" name="Freeform: Shape 4833">
              <a:extLst>
                <a:ext uri="{FF2B5EF4-FFF2-40B4-BE49-F238E27FC236}">
                  <a16:creationId xmlns:a16="http://schemas.microsoft.com/office/drawing/2014/main" id="{A9BC7860-A6D1-F3C9-E05D-EB786CF26436}"/>
                </a:ext>
              </a:extLst>
            </p:cNvPr>
            <p:cNvSpPr/>
            <p:nvPr/>
          </p:nvSpPr>
          <p:spPr>
            <a:xfrm>
              <a:off x="7736158" y="594523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35" name="Freeform: Shape 4834">
              <a:extLst>
                <a:ext uri="{FF2B5EF4-FFF2-40B4-BE49-F238E27FC236}">
                  <a16:creationId xmlns:a16="http://schemas.microsoft.com/office/drawing/2014/main" id="{6F9D51AE-29F2-089A-8CE6-C70E59372593}"/>
                </a:ext>
              </a:extLst>
            </p:cNvPr>
            <p:cNvSpPr/>
            <p:nvPr/>
          </p:nvSpPr>
          <p:spPr>
            <a:xfrm>
              <a:off x="7850414"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36" name="Freeform: Shape 4835">
              <a:extLst>
                <a:ext uri="{FF2B5EF4-FFF2-40B4-BE49-F238E27FC236}">
                  <a16:creationId xmlns:a16="http://schemas.microsoft.com/office/drawing/2014/main" id="{ABF7E1F8-6F2E-9ABA-E293-482B7DCD7A48}"/>
                </a:ext>
              </a:extLst>
            </p:cNvPr>
            <p:cNvSpPr/>
            <p:nvPr/>
          </p:nvSpPr>
          <p:spPr>
            <a:xfrm>
              <a:off x="7964669"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37" name="Freeform: Shape 4836">
              <a:extLst>
                <a:ext uri="{FF2B5EF4-FFF2-40B4-BE49-F238E27FC236}">
                  <a16:creationId xmlns:a16="http://schemas.microsoft.com/office/drawing/2014/main" id="{0F8BCDAD-EE62-F944-6C5B-31F6D1831DCD}"/>
                </a:ext>
              </a:extLst>
            </p:cNvPr>
            <p:cNvSpPr/>
            <p:nvPr/>
          </p:nvSpPr>
          <p:spPr>
            <a:xfrm>
              <a:off x="8078925" y="594523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38" name="Freeform: Shape 4837">
              <a:extLst>
                <a:ext uri="{FF2B5EF4-FFF2-40B4-BE49-F238E27FC236}">
                  <a16:creationId xmlns:a16="http://schemas.microsoft.com/office/drawing/2014/main" id="{7CBE1221-00AA-317A-C072-901A83FF3873}"/>
                </a:ext>
              </a:extLst>
            </p:cNvPr>
            <p:cNvSpPr/>
            <p:nvPr/>
          </p:nvSpPr>
          <p:spPr>
            <a:xfrm>
              <a:off x="8193181"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39" name="Freeform: Shape 4838">
              <a:extLst>
                <a:ext uri="{FF2B5EF4-FFF2-40B4-BE49-F238E27FC236}">
                  <a16:creationId xmlns:a16="http://schemas.microsoft.com/office/drawing/2014/main" id="{C508D643-EFE2-F980-C8A4-B0A1CC8C9908}"/>
                </a:ext>
              </a:extLst>
            </p:cNvPr>
            <p:cNvSpPr/>
            <p:nvPr/>
          </p:nvSpPr>
          <p:spPr>
            <a:xfrm>
              <a:off x="8307437"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40" name="Freeform: Shape 4839">
              <a:extLst>
                <a:ext uri="{FF2B5EF4-FFF2-40B4-BE49-F238E27FC236}">
                  <a16:creationId xmlns:a16="http://schemas.microsoft.com/office/drawing/2014/main" id="{FE2C634A-5EB0-9544-DE47-E1DDE498D15C}"/>
                </a:ext>
              </a:extLst>
            </p:cNvPr>
            <p:cNvSpPr/>
            <p:nvPr/>
          </p:nvSpPr>
          <p:spPr>
            <a:xfrm>
              <a:off x="8421648"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41" name="Freeform: Shape 4840">
              <a:extLst>
                <a:ext uri="{FF2B5EF4-FFF2-40B4-BE49-F238E27FC236}">
                  <a16:creationId xmlns:a16="http://schemas.microsoft.com/office/drawing/2014/main" id="{BEB566B9-1E11-4708-E85C-5CEF8051876A}"/>
                </a:ext>
              </a:extLst>
            </p:cNvPr>
            <p:cNvSpPr/>
            <p:nvPr/>
          </p:nvSpPr>
          <p:spPr>
            <a:xfrm>
              <a:off x="8535904"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42" name="Freeform: Shape 4841">
              <a:extLst>
                <a:ext uri="{FF2B5EF4-FFF2-40B4-BE49-F238E27FC236}">
                  <a16:creationId xmlns:a16="http://schemas.microsoft.com/office/drawing/2014/main" id="{19D36871-7E07-270B-8CC5-D15696D2869D}"/>
                </a:ext>
              </a:extLst>
            </p:cNvPr>
            <p:cNvSpPr/>
            <p:nvPr/>
          </p:nvSpPr>
          <p:spPr>
            <a:xfrm>
              <a:off x="8650160"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43" name="Freeform: Shape 4842">
              <a:extLst>
                <a:ext uri="{FF2B5EF4-FFF2-40B4-BE49-F238E27FC236}">
                  <a16:creationId xmlns:a16="http://schemas.microsoft.com/office/drawing/2014/main" id="{AAAC3397-97E9-0DC0-90BC-F8EF2C23DE11}"/>
                </a:ext>
              </a:extLst>
            </p:cNvPr>
            <p:cNvSpPr/>
            <p:nvPr/>
          </p:nvSpPr>
          <p:spPr>
            <a:xfrm>
              <a:off x="8764416"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44" name="Freeform: Shape 4843">
              <a:extLst>
                <a:ext uri="{FF2B5EF4-FFF2-40B4-BE49-F238E27FC236}">
                  <a16:creationId xmlns:a16="http://schemas.microsoft.com/office/drawing/2014/main" id="{F2321578-CC1E-C1D5-686D-4CA542023E1A}"/>
                </a:ext>
              </a:extLst>
            </p:cNvPr>
            <p:cNvSpPr/>
            <p:nvPr/>
          </p:nvSpPr>
          <p:spPr>
            <a:xfrm>
              <a:off x="8878671" y="594523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45" name="Freeform: Shape 4844">
              <a:extLst>
                <a:ext uri="{FF2B5EF4-FFF2-40B4-BE49-F238E27FC236}">
                  <a16:creationId xmlns:a16="http://schemas.microsoft.com/office/drawing/2014/main" id="{87154B5E-AFF1-F45A-C1FA-CAECB8DADDC7}"/>
                </a:ext>
              </a:extLst>
            </p:cNvPr>
            <p:cNvSpPr/>
            <p:nvPr/>
          </p:nvSpPr>
          <p:spPr>
            <a:xfrm>
              <a:off x="8992927"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46" name="Freeform: Shape 4845">
              <a:extLst>
                <a:ext uri="{FF2B5EF4-FFF2-40B4-BE49-F238E27FC236}">
                  <a16:creationId xmlns:a16="http://schemas.microsoft.com/office/drawing/2014/main" id="{F65D8640-8D5F-BE7E-5CCC-F104B15A8056}"/>
                </a:ext>
              </a:extLst>
            </p:cNvPr>
            <p:cNvSpPr/>
            <p:nvPr/>
          </p:nvSpPr>
          <p:spPr>
            <a:xfrm>
              <a:off x="9107183"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47" name="Freeform: Shape 4846">
              <a:extLst>
                <a:ext uri="{FF2B5EF4-FFF2-40B4-BE49-F238E27FC236}">
                  <a16:creationId xmlns:a16="http://schemas.microsoft.com/office/drawing/2014/main" id="{C4207309-BC9E-1A53-89A7-4918293C74D0}"/>
                </a:ext>
              </a:extLst>
            </p:cNvPr>
            <p:cNvSpPr/>
            <p:nvPr/>
          </p:nvSpPr>
          <p:spPr>
            <a:xfrm>
              <a:off x="9221439"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48" name="Freeform: Shape 4847">
              <a:extLst>
                <a:ext uri="{FF2B5EF4-FFF2-40B4-BE49-F238E27FC236}">
                  <a16:creationId xmlns:a16="http://schemas.microsoft.com/office/drawing/2014/main" id="{3AC8BF8F-2949-BC01-AF7A-2EFDA96F15A4}"/>
                </a:ext>
              </a:extLst>
            </p:cNvPr>
            <p:cNvSpPr/>
            <p:nvPr/>
          </p:nvSpPr>
          <p:spPr>
            <a:xfrm>
              <a:off x="9335695" y="594523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49" name="Freeform: Shape 4848">
              <a:extLst>
                <a:ext uri="{FF2B5EF4-FFF2-40B4-BE49-F238E27FC236}">
                  <a16:creationId xmlns:a16="http://schemas.microsoft.com/office/drawing/2014/main" id="{75CB34C2-BD7A-7F16-1D9B-6AD0C1FD4BAD}"/>
                </a:ext>
              </a:extLst>
            </p:cNvPr>
            <p:cNvSpPr/>
            <p:nvPr/>
          </p:nvSpPr>
          <p:spPr>
            <a:xfrm>
              <a:off x="9449950"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50" name="Freeform: Shape 4849">
              <a:extLst>
                <a:ext uri="{FF2B5EF4-FFF2-40B4-BE49-F238E27FC236}">
                  <a16:creationId xmlns:a16="http://schemas.microsoft.com/office/drawing/2014/main" id="{B30FA250-E9E1-4E9D-64D4-4C4E0041E7B7}"/>
                </a:ext>
              </a:extLst>
            </p:cNvPr>
            <p:cNvSpPr/>
            <p:nvPr/>
          </p:nvSpPr>
          <p:spPr>
            <a:xfrm>
              <a:off x="9564206"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51" name="Freeform: Shape 4850">
              <a:extLst>
                <a:ext uri="{FF2B5EF4-FFF2-40B4-BE49-F238E27FC236}">
                  <a16:creationId xmlns:a16="http://schemas.microsoft.com/office/drawing/2014/main" id="{BDFE3083-D8B6-D387-0CC2-225F3520B128}"/>
                </a:ext>
              </a:extLst>
            </p:cNvPr>
            <p:cNvSpPr/>
            <p:nvPr/>
          </p:nvSpPr>
          <p:spPr>
            <a:xfrm>
              <a:off x="9678418" y="594523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52" name="Freeform: Shape 4851">
              <a:extLst>
                <a:ext uri="{FF2B5EF4-FFF2-40B4-BE49-F238E27FC236}">
                  <a16:creationId xmlns:a16="http://schemas.microsoft.com/office/drawing/2014/main" id="{BED8E248-6D91-AC59-5089-1040F611E742}"/>
                </a:ext>
              </a:extLst>
            </p:cNvPr>
            <p:cNvSpPr/>
            <p:nvPr/>
          </p:nvSpPr>
          <p:spPr>
            <a:xfrm>
              <a:off x="9792674"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53" name="Freeform: Shape 4852">
              <a:extLst>
                <a:ext uri="{FF2B5EF4-FFF2-40B4-BE49-F238E27FC236}">
                  <a16:creationId xmlns:a16="http://schemas.microsoft.com/office/drawing/2014/main" id="{8DE618A0-55A7-6F27-D2BF-19D1FF952D33}"/>
                </a:ext>
              </a:extLst>
            </p:cNvPr>
            <p:cNvSpPr/>
            <p:nvPr/>
          </p:nvSpPr>
          <p:spPr>
            <a:xfrm>
              <a:off x="9906929"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54" name="Freeform: Shape 4853">
              <a:extLst>
                <a:ext uri="{FF2B5EF4-FFF2-40B4-BE49-F238E27FC236}">
                  <a16:creationId xmlns:a16="http://schemas.microsoft.com/office/drawing/2014/main" id="{7AE4E02C-48EC-5F3E-7E51-B8375FB14C54}"/>
                </a:ext>
              </a:extLst>
            </p:cNvPr>
            <p:cNvSpPr/>
            <p:nvPr/>
          </p:nvSpPr>
          <p:spPr>
            <a:xfrm>
              <a:off x="10021185"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55" name="Freeform: Shape 4854">
              <a:extLst>
                <a:ext uri="{FF2B5EF4-FFF2-40B4-BE49-F238E27FC236}">
                  <a16:creationId xmlns:a16="http://schemas.microsoft.com/office/drawing/2014/main" id="{1DA25EC7-8655-91AA-D61F-356A672CBB0F}"/>
                </a:ext>
              </a:extLst>
            </p:cNvPr>
            <p:cNvSpPr/>
            <p:nvPr/>
          </p:nvSpPr>
          <p:spPr>
            <a:xfrm>
              <a:off x="10135441"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56" name="Freeform: Shape 4855">
              <a:extLst>
                <a:ext uri="{FF2B5EF4-FFF2-40B4-BE49-F238E27FC236}">
                  <a16:creationId xmlns:a16="http://schemas.microsoft.com/office/drawing/2014/main" id="{BF065E4E-45D2-A3A9-3ABA-AD236364FA18}"/>
                </a:ext>
              </a:extLst>
            </p:cNvPr>
            <p:cNvSpPr/>
            <p:nvPr/>
          </p:nvSpPr>
          <p:spPr>
            <a:xfrm>
              <a:off x="10249697"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57" name="Freeform: Shape 4856">
              <a:extLst>
                <a:ext uri="{FF2B5EF4-FFF2-40B4-BE49-F238E27FC236}">
                  <a16:creationId xmlns:a16="http://schemas.microsoft.com/office/drawing/2014/main" id="{AED53CB1-FA2B-64A0-4C84-6EB6BCE9681B}"/>
                </a:ext>
              </a:extLst>
            </p:cNvPr>
            <p:cNvSpPr/>
            <p:nvPr/>
          </p:nvSpPr>
          <p:spPr>
            <a:xfrm>
              <a:off x="10363952"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58" name="Freeform: Shape 4857">
              <a:extLst>
                <a:ext uri="{FF2B5EF4-FFF2-40B4-BE49-F238E27FC236}">
                  <a16:creationId xmlns:a16="http://schemas.microsoft.com/office/drawing/2014/main" id="{20875E9A-4122-6918-3E93-62E6F2C5D7E9}"/>
                </a:ext>
              </a:extLst>
            </p:cNvPr>
            <p:cNvSpPr/>
            <p:nvPr/>
          </p:nvSpPr>
          <p:spPr>
            <a:xfrm>
              <a:off x="10478208" y="594523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59" name="Freeform: Shape 4858">
              <a:extLst>
                <a:ext uri="{FF2B5EF4-FFF2-40B4-BE49-F238E27FC236}">
                  <a16:creationId xmlns:a16="http://schemas.microsoft.com/office/drawing/2014/main" id="{72E3BB74-A7A9-5635-F6B3-A386315DF71E}"/>
                </a:ext>
              </a:extLst>
            </p:cNvPr>
            <p:cNvSpPr/>
            <p:nvPr/>
          </p:nvSpPr>
          <p:spPr>
            <a:xfrm>
              <a:off x="10592464"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60" name="Freeform: Shape 4859">
              <a:extLst>
                <a:ext uri="{FF2B5EF4-FFF2-40B4-BE49-F238E27FC236}">
                  <a16:creationId xmlns:a16="http://schemas.microsoft.com/office/drawing/2014/main" id="{9C6D1C20-1B22-93F4-6F70-5E022D3A2A5A}"/>
                </a:ext>
              </a:extLst>
            </p:cNvPr>
            <p:cNvSpPr/>
            <p:nvPr/>
          </p:nvSpPr>
          <p:spPr>
            <a:xfrm>
              <a:off x="10706720"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1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1"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61" name="Freeform: Shape 4860">
              <a:extLst>
                <a:ext uri="{FF2B5EF4-FFF2-40B4-BE49-F238E27FC236}">
                  <a16:creationId xmlns:a16="http://schemas.microsoft.com/office/drawing/2014/main" id="{9BD09BD4-53AB-6BAE-36FF-BD72C618A058}"/>
                </a:ext>
              </a:extLst>
            </p:cNvPr>
            <p:cNvSpPr/>
            <p:nvPr/>
          </p:nvSpPr>
          <p:spPr>
            <a:xfrm>
              <a:off x="10820976" y="5945236"/>
              <a:ext cx="114255" cy="114255"/>
            </a:xfrm>
            <a:custGeom>
              <a:avLst/>
              <a:gdLst>
                <a:gd name="connsiteX0" fmla="*/ 0 w 114255"/>
                <a:gd name="connsiteY0" fmla="*/ 0 h 114255"/>
                <a:gd name="connsiteX1" fmla="*/ 114257 w 114255"/>
                <a:gd name="connsiteY1" fmla="*/ 0 h 114255"/>
                <a:gd name="connsiteX2" fmla="*/ 114257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62" name="Freeform: Shape 4861">
              <a:extLst>
                <a:ext uri="{FF2B5EF4-FFF2-40B4-BE49-F238E27FC236}">
                  <a16:creationId xmlns:a16="http://schemas.microsoft.com/office/drawing/2014/main" id="{C5E348BC-5351-BAA3-A55D-8C56D623E663}"/>
                </a:ext>
              </a:extLst>
            </p:cNvPr>
            <p:cNvSpPr/>
            <p:nvPr/>
          </p:nvSpPr>
          <p:spPr>
            <a:xfrm>
              <a:off x="10935231"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63" name="Freeform: Shape 4862">
              <a:extLst>
                <a:ext uri="{FF2B5EF4-FFF2-40B4-BE49-F238E27FC236}">
                  <a16:creationId xmlns:a16="http://schemas.microsoft.com/office/drawing/2014/main" id="{85E7B230-21FB-7CEB-A1E5-24C5AB5FC556}"/>
                </a:ext>
              </a:extLst>
            </p:cNvPr>
            <p:cNvSpPr/>
            <p:nvPr/>
          </p:nvSpPr>
          <p:spPr>
            <a:xfrm>
              <a:off x="11049443"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64" name="Freeform: Shape 4863">
              <a:extLst>
                <a:ext uri="{FF2B5EF4-FFF2-40B4-BE49-F238E27FC236}">
                  <a16:creationId xmlns:a16="http://schemas.microsoft.com/office/drawing/2014/main" id="{646390E7-C0B1-24F6-6CCD-5DB7ECC66FC6}"/>
                </a:ext>
              </a:extLst>
            </p:cNvPr>
            <p:cNvSpPr/>
            <p:nvPr/>
          </p:nvSpPr>
          <p:spPr>
            <a:xfrm>
              <a:off x="11163699" y="5945236"/>
              <a:ext cx="114255" cy="114255"/>
            </a:xfrm>
            <a:custGeom>
              <a:avLst/>
              <a:gdLst>
                <a:gd name="connsiteX0" fmla="*/ 0 w 114255"/>
                <a:gd name="connsiteY0" fmla="*/ 0 h 114255"/>
                <a:gd name="connsiteX1" fmla="*/ 114257 w 114255"/>
                <a:gd name="connsiteY1" fmla="*/ 0 h 114255"/>
                <a:gd name="connsiteX2" fmla="*/ 114257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65" name="Freeform: Shape 4864">
              <a:extLst>
                <a:ext uri="{FF2B5EF4-FFF2-40B4-BE49-F238E27FC236}">
                  <a16:creationId xmlns:a16="http://schemas.microsoft.com/office/drawing/2014/main" id="{5A900EAA-743E-017A-D348-1598E94A9E5B}"/>
                </a:ext>
              </a:extLst>
            </p:cNvPr>
            <p:cNvSpPr/>
            <p:nvPr/>
          </p:nvSpPr>
          <p:spPr>
            <a:xfrm>
              <a:off x="11277955"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66" name="Freeform: Shape 4865">
              <a:extLst>
                <a:ext uri="{FF2B5EF4-FFF2-40B4-BE49-F238E27FC236}">
                  <a16:creationId xmlns:a16="http://schemas.microsoft.com/office/drawing/2014/main" id="{B1CC8C34-1A8C-2B59-4A91-2C4D2B2D5999}"/>
                </a:ext>
              </a:extLst>
            </p:cNvPr>
            <p:cNvSpPr/>
            <p:nvPr/>
          </p:nvSpPr>
          <p:spPr>
            <a:xfrm>
              <a:off x="11392210"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67" name="Freeform: Shape 4866">
              <a:extLst>
                <a:ext uri="{FF2B5EF4-FFF2-40B4-BE49-F238E27FC236}">
                  <a16:creationId xmlns:a16="http://schemas.microsoft.com/office/drawing/2014/main" id="{5291B78E-27D6-7BB8-AAE6-FF15D0465CF0}"/>
                </a:ext>
              </a:extLst>
            </p:cNvPr>
            <p:cNvSpPr/>
            <p:nvPr/>
          </p:nvSpPr>
          <p:spPr>
            <a:xfrm>
              <a:off x="11506466" y="5945236"/>
              <a:ext cx="114255" cy="114255"/>
            </a:xfrm>
            <a:custGeom>
              <a:avLst/>
              <a:gdLst>
                <a:gd name="connsiteX0" fmla="*/ -1 w 114255"/>
                <a:gd name="connsiteY0" fmla="*/ 0 h 114255"/>
                <a:gd name="connsiteX1" fmla="*/ 114256 w 114255"/>
                <a:gd name="connsiteY1" fmla="*/ 0 h 114255"/>
                <a:gd name="connsiteX2" fmla="*/ 114256 w 114255"/>
                <a:gd name="connsiteY2" fmla="*/ 114255 h 114255"/>
                <a:gd name="connsiteX3" fmla="*/ -1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5"/>
                  </a:lnTo>
                  <a:lnTo>
                    <a:pt x="-1"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68" name="Freeform: Shape 4867">
              <a:extLst>
                <a:ext uri="{FF2B5EF4-FFF2-40B4-BE49-F238E27FC236}">
                  <a16:creationId xmlns:a16="http://schemas.microsoft.com/office/drawing/2014/main" id="{A80D6522-0DC0-5FA7-147E-E4AB33062E4C}"/>
                </a:ext>
              </a:extLst>
            </p:cNvPr>
            <p:cNvSpPr/>
            <p:nvPr/>
          </p:nvSpPr>
          <p:spPr>
            <a:xfrm>
              <a:off x="11620722"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69" name="Freeform: Shape 4868">
              <a:extLst>
                <a:ext uri="{FF2B5EF4-FFF2-40B4-BE49-F238E27FC236}">
                  <a16:creationId xmlns:a16="http://schemas.microsoft.com/office/drawing/2014/main" id="{A40401F4-A87A-E646-CD38-252EF9603FE9}"/>
                </a:ext>
              </a:extLst>
            </p:cNvPr>
            <p:cNvSpPr/>
            <p:nvPr/>
          </p:nvSpPr>
          <p:spPr>
            <a:xfrm>
              <a:off x="11734978"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70" name="Freeform: Shape 4869">
              <a:extLst>
                <a:ext uri="{FF2B5EF4-FFF2-40B4-BE49-F238E27FC236}">
                  <a16:creationId xmlns:a16="http://schemas.microsoft.com/office/drawing/2014/main" id="{67EF4E39-270A-E7E1-D05C-50FCAE96ADF4}"/>
                </a:ext>
              </a:extLst>
            </p:cNvPr>
            <p:cNvSpPr/>
            <p:nvPr/>
          </p:nvSpPr>
          <p:spPr>
            <a:xfrm>
              <a:off x="11849233"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71" name="Freeform: Shape 4870">
              <a:extLst>
                <a:ext uri="{FF2B5EF4-FFF2-40B4-BE49-F238E27FC236}">
                  <a16:creationId xmlns:a16="http://schemas.microsoft.com/office/drawing/2014/main" id="{B7B7E176-EF23-B4A0-0796-946F5F13430A}"/>
                </a:ext>
              </a:extLst>
            </p:cNvPr>
            <p:cNvSpPr/>
            <p:nvPr/>
          </p:nvSpPr>
          <p:spPr>
            <a:xfrm>
              <a:off x="11963489" y="594523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72" name="Freeform: Shape 4871">
              <a:extLst>
                <a:ext uri="{FF2B5EF4-FFF2-40B4-BE49-F238E27FC236}">
                  <a16:creationId xmlns:a16="http://schemas.microsoft.com/office/drawing/2014/main" id="{F94E5306-FE75-1D1B-1378-4944A8AEF84E}"/>
                </a:ext>
              </a:extLst>
            </p:cNvPr>
            <p:cNvSpPr/>
            <p:nvPr/>
          </p:nvSpPr>
          <p:spPr>
            <a:xfrm>
              <a:off x="12077745" y="5945236"/>
              <a:ext cx="114255" cy="114255"/>
            </a:xfrm>
            <a:custGeom>
              <a:avLst/>
              <a:gdLst>
                <a:gd name="connsiteX0" fmla="*/ 0 w 114255"/>
                <a:gd name="connsiteY0" fmla="*/ 0 h 114255"/>
                <a:gd name="connsiteX1" fmla="*/ 114257 w 114255"/>
                <a:gd name="connsiteY1" fmla="*/ 0 h 114255"/>
                <a:gd name="connsiteX2" fmla="*/ 114257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873" name="Freeform: Shape 4872">
              <a:extLst>
                <a:ext uri="{FF2B5EF4-FFF2-40B4-BE49-F238E27FC236}">
                  <a16:creationId xmlns:a16="http://schemas.microsoft.com/office/drawing/2014/main" id="{8FA8558E-AF0E-FC26-CFBA-25F664996325}"/>
                </a:ext>
              </a:extLst>
            </p:cNvPr>
            <p:cNvSpPr/>
            <p:nvPr/>
          </p:nvSpPr>
          <p:spPr>
            <a:xfrm>
              <a:off x="7279135" y="605949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74" name="Freeform: Shape 4873">
              <a:extLst>
                <a:ext uri="{FF2B5EF4-FFF2-40B4-BE49-F238E27FC236}">
                  <a16:creationId xmlns:a16="http://schemas.microsoft.com/office/drawing/2014/main" id="{7CFD3A71-A62A-0FE0-7A8A-878A95D54B27}"/>
                </a:ext>
              </a:extLst>
            </p:cNvPr>
            <p:cNvSpPr/>
            <p:nvPr/>
          </p:nvSpPr>
          <p:spPr>
            <a:xfrm>
              <a:off x="7393391"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75" name="Freeform: Shape 4874">
              <a:extLst>
                <a:ext uri="{FF2B5EF4-FFF2-40B4-BE49-F238E27FC236}">
                  <a16:creationId xmlns:a16="http://schemas.microsoft.com/office/drawing/2014/main" id="{988CF6B3-2920-EECD-8A13-79D16AC37BA8}"/>
                </a:ext>
              </a:extLst>
            </p:cNvPr>
            <p:cNvSpPr/>
            <p:nvPr/>
          </p:nvSpPr>
          <p:spPr>
            <a:xfrm>
              <a:off x="7507646"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76" name="Freeform: Shape 4875">
              <a:extLst>
                <a:ext uri="{FF2B5EF4-FFF2-40B4-BE49-F238E27FC236}">
                  <a16:creationId xmlns:a16="http://schemas.microsoft.com/office/drawing/2014/main" id="{64F3FE05-40AB-45A0-040E-8BECE14FE5D6}"/>
                </a:ext>
              </a:extLst>
            </p:cNvPr>
            <p:cNvSpPr/>
            <p:nvPr/>
          </p:nvSpPr>
          <p:spPr>
            <a:xfrm>
              <a:off x="7621902"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77" name="Freeform: Shape 4876">
              <a:extLst>
                <a:ext uri="{FF2B5EF4-FFF2-40B4-BE49-F238E27FC236}">
                  <a16:creationId xmlns:a16="http://schemas.microsoft.com/office/drawing/2014/main" id="{8C2509B3-7BB3-576D-3ED5-BFBA780471DA}"/>
                </a:ext>
              </a:extLst>
            </p:cNvPr>
            <p:cNvSpPr/>
            <p:nvPr/>
          </p:nvSpPr>
          <p:spPr>
            <a:xfrm>
              <a:off x="7736158" y="605949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78" name="Freeform: Shape 4877">
              <a:extLst>
                <a:ext uri="{FF2B5EF4-FFF2-40B4-BE49-F238E27FC236}">
                  <a16:creationId xmlns:a16="http://schemas.microsoft.com/office/drawing/2014/main" id="{73E21803-0A40-71CA-C393-3D08E5CF602F}"/>
                </a:ext>
              </a:extLst>
            </p:cNvPr>
            <p:cNvSpPr/>
            <p:nvPr/>
          </p:nvSpPr>
          <p:spPr>
            <a:xfrm>
              <a:off x="7850414"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79" name="Freeform: Shape 4878">
              <a:extLst>
                <a:ext uri="{FF2B5EF4-FFF2-40B4-BE49-F238E27FC236}">
                  <a16:creationId xmlns:a16="http://schemas.microsoft.com/office/drawing/2014/main" id="{65D337B5-4293-52FB-07AA-BAE4C12E4472}"/>
                </a:ext>
              </a:extLst>
            </p:cNvPr>
            <p:cNvSpPr/>
            <p:nvPr/>
          </p:nvSpPr>
          <p:spPr>
            <a:xfrm>
              <a:off x="7964669"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80" name="Freeform: Shape 4879">
              <a:extLst>
                <a:ext uri="{FF2B5EF4-FFF2-40B4-BE49-F238E27FC236}">
                  <a16:creationId xmlns:a16="http://schemas.microsoft.com/office/drawing/2014/main" id="{79A933E1-738E-39C8-61A1-5EF0DBF9AF62}"/>
                </a:ext>
              </a:extLst>
            </p:cNvPr>
            <p:cNvSpPr/>
            <p:nvPr/>
          </p:nvSpPr>
          <p:spPr>
            <a:xfrm>
              <a:off x="8078925" y="605949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81" name="Freeform: Shape 4880">
              <a:extLst>
                <a:ext uri="{FF2B5EF4-FFF2-40B4-BE49-F238E27FC236}">
                  <a16:creationId xmlns:a16="http://schemas.microsoft.com/office/drawing/2014/main" id="{D75B87E5-1B4B-CBB4-250A-D3F39BB916F8}"/>
                </a:ext>
              </a:extLst>
            </p:cNvPr>
            <p:cNvSpPr/>
            <p:nvPr/>
          </p:nvSpPr>
          <p:spPr>
            <a:xfrm>
              <a:off x="8193181"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82" name="Freeform: Shape 4881">
              <a:extLst>
                <a:ext uri="{FF2B5EF4-FFF2-40B4-BE49-F238E27FC236}">
                  <a16:creationId xmlns:a16="http://schemas.microsoft.com/office/drawing/2014/main" id="{7F8027AE-1B32-200A-4ADF-6F73AC14B0C0}"/>
                </a:ext>
              </a:extLst>
            </p:cNvPr>
            <p:cNvSpPr/>
            <p:nvPr/>
          </p:nvSpPr>
          <p:spPr>
            <a:xfrm>
              <a:off x="8307437"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83" name="Freeform: Shape 4882">
              <a:extLst>
                <a:ext uri="{FF2B5EF4-FFF2-40B4-BE49-F238E27FC236}">
                  <a16:creationId xmlns:a16="http://schemas.microsoft.com/office/drawing/2014/main" id="{56C3EDD3-BB3C-08B5-C91E-D646C73FE2B7}"/>
                </a:ext>
              </a:extLst>
            </p:cNvPr>
            <p:cNvSpPr/>
            <p:nvPr/>
          </p:nvSpPr>
          <p:spPr>
            <a:xfrm>
              <a:off x="8421648"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84" name="Freeform: Shape 4883">
              <a:extLst>
                <a:ext uri="{FF2B5EF4-FFF2-40B4-BE49-F238E27FC236}">
                  <a16:creationId xmlns:a16="http://schemas.microsoft.com/office/drawing/2014/main" id="{3BE6F9CB-CAD8-CF9C-ADE0-17F6267CABE3}"/>
                </a:ext>
              </a:extLst>
            </p:cNvPr>
            <p:cNvSpPr/>
            <p:nvPr/>
          </p:nvSpPr>
          <p:spPr>
            <a:xfrm>
              <a:off x="8535904"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85" name="Freeform: Shape 4884">
              <a:extLst>
                <a:ext uri="{FF2B5EF4-FFF2-40B4-BE49-F238E27FC236}">
                  <a16:creationId xmlns:a16="http://schemas.microsoft.com/office/drawing/2014/main" id="{2B06B8F2-AD84-500A-BA28-470AAF36496A}"/>
                </a:ext>
              </a:extLst>
            </p:cNvPr>
            <p:cNvSpPr/>
            <p:nvPr/>
          </p:nvSpPr>
          <p:spPr>
            <a:xfrm>
              <a:off x="8650160"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86" name="Freeform: Shape 4885">
              <a:extLst>
                <a:ext uri="{FF2B5EF4-FFF2-40B4-BE49-F238E27FC236}">
                  <a16:creationId xmlns:a16="http://schemas.microsoft.com/office/drawing/2014/main" id="{0ACB3CD4-63ED-B411-3757-689CFEDD82DB}"/>
                </a:ext>
              </a:extLst>
            </p:cNvPr>
            <p:cNvSpPr/>
            <p:nvPr/>
          </p:nvSpPr>
          <p:spPr>
            <a:xfrm>
              <a:off x="8764416"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87" name="Freeform: Shape 4886">
              <a:extLst>
                <a:ext uri="{FF2B5EF4-FFF2-40B4-BE49-F238E27FC236}">
                  <a16:creationId xmlns:a16="http://schemas.microsoft.com/office/drawing/2014/main" id="{F738DEA7-C064-D89F-2438-9B4E1EF1407E}"/>
                </a:ext>
              </a:extLst>
            </p:cNvPr>
            <p:cNvSpPr/>
            <p:nvPr/>
          </p:nvSpPr>
          <p:spPr>
            <a:xfrm>
              <a:off x="8878671" y="605949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88" name="Freeform: Shape 4887">
              <a:extLst>
                <a:ext uri="{FF2B5EF4-FFF2-40B4-BE49-F238E27FC236}">
                  <a16:creationId xmlns:a16="http://schemas.microsoft.com/office/drawing/2014/main" id="{0F75FF70-F098-7692-1F92-FF77C2DBB605}"/>
                </a:ext>
              </a:extLst>
            </p:cNvPr>
            <p:cNvSpPr/>
            <p:nvPr/>
          </p:nvSpPr>
          <p:spPr>
            <a:xfrm>
              <a:off x="8992927"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89" name="Freeform: Shape 4888">
              <a:extLst>
                <a:ext uri="{FF2B5EF4-FFF2-40B4-BE49-F238E27FC236}">
                  <a16:creationId xmlns:a16="http://schemas.microsoft.com/office/drawing/2014/main" id="{031A27B1-2BF5-0322-05A6-DDA1FBD52A77}"/>
                </a:ext>
              </a:extLst>
            </p:cNvPr>
            <p:cNvSpPr/>
            <p:nvPr/>
          </p:nvSpPr>
          <p:spPr>
            <a:xfrm>
              <a:off x="9107183"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90" name="Freeform: Shape 4889">
              <a:extLst>
                <a:ext uri="{FF2B5EF4-FFF2-40B4-BE49-F238E27FC236}">
                  <a16:creationId xmlns:a16="http://schemas.microsoft.com/office/drawing/2014/main" id="{172EF210-702A-B89E-CA10-27D42C81E56A}"/>
                </a:ext>
              </a:extLst>
            </p:cNvPr>
            <p:cNvSpPr/>
            <p:nvPr/>
          </p:nvSpPr>
          <p:spPr>
            <a:xfrm>
              <a:off x="9221439"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91" name="Freeform: Shape 4890">
              <a:extLst>
                <a:ext uri="{FF2B5EF4-FFF2-40B4-BE49-F238E27FC236}">
                  <a16:creationId xmlns:a16="http://schemas.microsoft.com/office/drawing/2014/main" id="{36FAE653-0B05-CD41-A87E-AD3469F951B7}"/>
                </a:ext>
              </a:extLst>
            </p:cNvPr>
            <p:cNvSpPr/>
            <p:nvPr/>
          </p:nvSpPr>
          <p:spPr>
            <a:xfrm>
              <a:off x="9335695" y="605949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92" name="Freeform: Shape 4891">
              <a:extLst>
                <a:ext uri="{FF2B5EF4-FFF2-40B4-BE49-F238E27FC236}">
                  <a16:creationId xmlns:a16="http://schemas.microsoft.com/office/drawing/2014/main" id="{DA44593C-01F0-00ED-4AAE-A92C915C38AF}"/>
                </a:ext>
              </a:extLst>
            </p:cNvPr>
            <p:cNvSpPr/>
            <p:nvPr/>
          </p:nvSpPr>
          <p:spPr>
            <a:xfrm>
              <a:off x="9449950"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93" name="Freeform: Shape 4892">
              <a:extLst>
                <a:ext uri="{FF2B5EF4-FFF2-40B4-BE49-F238E27FC236}">
                  <a16:creationId xmlns:a16="http://schemas.microsoft.com/office/drawing/2014/main" id="{F1C27A50-20C4-70D1-1F24-D973246DBE39}"/>
                </a:ext>
              </a:extLst>
            </p:cNvPr>
            <p:cNvSpPr/>
            <p:nvPr/>
          </p:nvSpPr>
          <p:spPr>
            <a:xfrm>
              <a:off x="9564206"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94" name="Freeform: Shape 4893">
              <a:extLst>
                <a:ext uri="{FF2B5EF4-FFF2-40B4-BE49-F238E27FC236}">
                  <a16:creationId xmlns:a16="http://schemas.microsoft.com/office/drawing/2014/main" id="{BC6D5BE7-AC10-7BB4-F8A6-2318A7E50D70}"/>
                </a:ext>
              </a:extLst>
            </p:cNvPr>
            <p:cNvSpPr/>
            <p:nvPr/>
          </p:nvSpPr>
          <p:spPr>
            <a:xfrm>
              <a:off x="9678418" y="605949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95" name="Freeform: Shape 4894">
              <a:extLst>
                <a:ext uri="{FF2B5EF4-FFF2-40B4-BE49-F238E27FC236}">
                  <a16:creationId xmlns:a16="http://schemas.microsoft.com/office/drawing/2014/main" id="{8A9D3EFA-6380-81DC-7F6E-A856B23DB307}"/>
                </a:ext>
              </a:extLst>
            </p:cNvPr>
            <p:cNvSpPr/>
            <p:nvPr/>
          </p:nvSpPr>
          <p:spPr>
            <a:xfrm>
              <a:off x="9792674"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96" name="Freeform: Shape 4895">
              <a:extLst>
                <a:ext uri="{FF2B5EF4-FFF2-40B4-BE49-F238E27FC236}">
                  <a16:creationId xmlns:a16="http://schemas.microsoft.com/office/drawing/2014/main" id="{6F6554A0-7AE5-65C4-6EE8-FAB86B084B1B}"/>
                </a:ext>
              </a:extLst>
            </p:cNvPr>
            <p:cNvSpPr/>
            <p:nvPr/>
          </p:nvSpPr>
          <p:spPr>
            <a:xfrm>
              <a:off x="9906929"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97" name="Freeform: Shape 4896">
              <a:extLst>
                <a:ext uri="{FF2B5EF4-FFF2-40B4-BE49-F238E27FC236}">
                  <a16:creationId xmlns:a16="http://schemas.microsoft.com/office/drawing/2014/main" id="{035E4155-BC83-D5B9-1FF4-582810CBE792}"/>
                </a:ext>
              </a:extLst>
            </p:cNvPr>
            <p:cNvSpPr/>
            <p:nvPr/>
          </p:nvSpPr>
          <p:spPr>
            <a:xfrm>
              <a:off x="10021185"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98" name="Freeform: Shape 4897">
              <a:extLst>
                <a:ext uri="{FF2B5EF4-FFF2-40B4-BE49-F238E27FC236}">
                  <a16:creationId xmlns:a16="http://schemas.microsoft.com/office/drawing/2014/main" id="{4B4554D9-60E1-4A59-BAE7-83AFB248A597}"/>
                </a:ext>
              </a:extLst>
            </p:cNvPr>
            <p:cNvSpPr/>
            <p:nvPr/>
          </p:nvSpPr>
          <p:spPr>
            <a:xfrm>
              <a:off x="10135441"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899" name="Freeform: Shape 4898">
              <a:extLst>
                <a:ext uri="{FF2B5EF4-FFF2-40B4-BE49-F238E27FC236}">
                  <a16:creationId xmlns:a16="http://schemas.microsoft.com/office/drawing/2014/main" id="{5C83DAEF-332A-5A1F-99DD-2E0F7066E29E}"/>
                </a:ext>
              </a:extLst>
            </p:cNvPr>
            <p:cNvSpPr/>
            <p:nvPr/>
          </p:nvSpPr>
          <p:spPr>
            <a:xfrm>
              <a:off x="10249697"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00" name="Freeform: Shape 4899">
              <a:extLst>
                <a:ext uri="{FF2B5EF4-FFF2-40B4-BE49-F238E27FC236}">
                  <a16:creationId xmlns:a16="http://schemas.microsoft.com/office/drawing/2014/main" id="{7FC5DA52-F6A3-20E4-3FD5-715D6821191A}"/>
                </a:ext>
              </a:extLst>
            </p:cNvPr>
            <p:cNvSpPr/>
            <p:nvPr/>
          </p:nvSpPr>
          <p:spPr>
            <a:xfrm>
              <a:off x="10363952"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01" name="Freeform: Shape 4900">
              <a:extLst>
                <a:ext uri="{FF2B5EF4-FFF2-40B4-BE49-F238E27FC236}">
                  <a16:creationId xmlns:a16="http://schemas.microsoft.com/office/drawing/2014/main" id="{D7568421-D3AE-E9C4-6618-006FEA8C46F9}"/>
                </a:ext>
              </a:extLst>
            </p:cNvPr>
            <p:cNvSpPr/>
            <p:nvPr/>
          </p:nvSpPr>
          <p:spPr>
            <a:xfrm>
              <a:off x="10478208" y="6059491"/>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02" name="Freeform: Shape 4901">
              <a:extLst>
                <a:ext uri="{FF2B5EF4-FFF2-40B4-BE49-F238E27FC236}">
                  <a16:creationId xmlns:a16="http://schemas.microsoft.com/office/drawing/2014/main" id="{DA016537-CFB3-457C-9920-9CB00B102022}"/>
                </a:ext>
              </a:extLst>
            </p:cNvPr>
            <p:cNvSpPr/>
            <p:nvPr/>
          </p:nvSpPr>
          <p:spPr>
            <a:xfrm>
              <a:off x="10592464"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03" name="Freeform: Shape 4902">
              <a:extLst>
                <a:ext uri="{FF2B5EF4-FFF2-40B4-BE49-F238E27FC236}">
                  <a16:creationId xmlns:a16="http://schemas.microsoft.com/office/drawing/2014/main" id="{D6BC863F-A306-2E80-BFB2-AA44A73317E8}"/>
                </a:ext>
              </a:extLst>
            </p:cNvPr>
            <p:cNvSpPr/>
            <p:nvPr/>
          </p:nvSpPr>
          <p:spPr>
            <a:xfrm>
              <a:off x="10706720"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04" name="Freeform: Shape 4903">
              <a:extLst>
                <a:ext uri="{FF2B5EF4-FFF2-40B4-BE49-F238E27FC236}">
                  <a16:creationId xmlns:a16="http://schemas.microsoft.com/office/drawing/2014/main" id="{AAD4E445-C397-F489-84EF-501D49D3927A}"/>
                </a:ext>
              </a:extLst>
            </p:cNvPr>
            <p:cNvSpPr/>
            <p:nvPr/>
          </p:nvSpPr>
          <p:spPr>
            <a:xfrm>
              <a:off x="10820976" y="6059491"/>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05" name="Freeform: Shape 4904">
              <a:extLst>
                <a:ext uri="{FF2B5EF4-FFF2-40B4-BE49-F238E27FC236}">
                  <a16:creationId xmlns:a16="http://schemas.microsoft.com/office/drawing/2014/main" id="{A6E5D05F-6953-AC78-5058-F8EC81A4BE03}"/>
                </a:ext>
              </a:extLst>
            </p:cNvPr>
            <p:cNvSpPr/>
            <p:nvPr/>
          </p:nvSpPr>
          <p:spPr>
            <a:xfrm>
              <a:off x="10935231"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06" name="Freeform: Shape 4905">
              <a:extLst>
                <a:ext uri="{FF2B5EF4-FFF2-40B4-BE49-F238E27FC236}">
                  <a16:creationId xmlns:a16="http://schemas.microsoft.com/office/drawing/2014/main" id="{DF1F951E-C911-D481-8BAD-A3DC1F4F8E10}"/>
                </a:ext>
              </a:extLst>
            </p:cNvPr>
            <p:cNvSpPr/>
            <p:nvPr/>
          </p:nvSpPr>
          <p:spPr>
            <a:xfrm>
              <a:off x="11049443"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07" name="Freeform: Shape 4906">
              <a:extLst>
                <a:ext uri="{FF2B5EF4-FFF2-40B4-BE49-F238E27FC236}">
                  <a16:creationId xmlns:a16="http://schemas.microsoft.com/office/drawing/2014/main" id="{CB3967BE-B6AC-5F93-52CF-7FBDDAFC5E35}"/>
                </a:ext>
              </a:extLst>
            </p:cNvPr>
            <p:cNvSpPr/>
            <p:nvPr/>
          </p:nvSpPr>
          <p:spPr>
            <a:xfrm>
              <a:off x="11163699" y="6059491"/>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08" name="Freeform: Shape 4907">
              <a:extLst>
                <a:ext uri="{FF2B5EF4-FFF2-40B4-BE49-F238E27FC236}">
                  <a16:creationId xmlns:a16="http://schemas.microsoft.com/office/drawing/2014/main" id="{EF3614C7-3857-AC59-09CB-2F6660EC5CEC}"/>
                </a:ext>
              </a:extLst>
            </p:cNvPr>
            <p:cNvSpPr/>
            <p:nvPr/>
          </p:nvSpPr>
          <p:spPr>
            <a:xfrm>
              <a:off x="11277955"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09" name="Freeform: Shape 4908">
              <a:extLst>
                <a:ext uri="{FF2B5EF4-FFF2-40B4-BE49-F238E27FC236}">
                  <a16:creationId xmlns:a16="http://schemas.microsoft.com/office/drawing/2014/main" id="{A9E8C632-45C3-D0EB-645A-C1C41B2C4788}"/>
                </a:ext>
              </a:extLst>
            </p:cNvPr>
            <p:cNvSpPr/>
            <p:nvPr/>
          </p:nvSpPr>
          <p:spPr>
            <a:xfrm>
              <a:off x="11392210"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10" name="Freeform: Shape 4909">
              <a:extLst>
                <a:ext uri="{FF2B5EF4-FFF2-40B4-BE49-F238E27FC236}">
                  <a16:creationId xmlns:a16="http://schemas.microsoft.com/office/drawing/2014/main" id="{ECD57DF3-6746-8CA3-AE44-729145C8EECA}"/>
                </a:ext>
              </a:extLst>
            </p:cNvPr>
            <p:cNvSpPr/>
            <p:nvPr/>
          </p:nvSpPr>
          <p:spPr>
            <a:xfrm>
              <a:off x="11506466" y="6059491"/>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11" name="Freeform: Shape 4910">
              <a:extLst>
                <a:ext uri="{FF2B5EF4-FFF2-40B4-BE49-F238E27FC236}">
                  <a16:creationId xmlns:a16="http://schemas.microsoft.com/office/drawing/2014/main" id="{AB70FD3A-CCD3-A940-3E7F-BF1126F3D970}"/>
                </a:ext>
              </a:extLst>
            </p:cNvPr>
            <p:cNvSpPr/>
            <p:nvPr/>
          </p:nvSpPr>
          <p:spPr>
            <a:xfrm>
              <a:off x="11620722"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12" name="Freeform: Shape 4911">
              <a:extLst>
                <a:ext uri="{FF2B5EF4-FFF2-40B4-BE49-F238E27FC236}">
                  <a16:creationId xmlns:a16="http://schemas.microsoft.com/office/drawing/2014/main" id="{A23109CB-D165-C6DE-FED9-AE4CBD245C07}"/>
                </a:ext>
              </a:extLst>
            </p:cNvPr>
            <p:cNvSpPr/>
            <p:nvPr/>
          </p:nvSpPr>
          <p:spPr>
            <a:xfrm>
              <a:off x="11734978"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13" name="Freeform: Shape 4912">
              <a:extLst>
                <a:ext uri="{FF2B5EF4-FFF2-40B4-BE49-F238E27FC236}">
                  <a16:creationId xmlns:a16="http://schemas.microsoft.com/office/drawing/2014/main" id="{DC62B663-9F27-84CE-CEF3-4DD068149607}"/>
                </a:ext>
              </a:extLst>
            </p:cNvPr>
            <p:cNvSpPr/>
            <p:nvPr/>
          </p:nvSpPr>
          <p:spPr>
            <a:xfrm>
              <a:off x="11849233"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14" name="Freeform: Shape 4913">
              <a:extLst>
                <a:ext uri="{FF2B5EF4-FFF2-40B4-BE49-F238E27FC236}">
                  <a16:creationId xmlns:a16="http://schemas.microsoft.com/office/drawing/2014/main" id="{295DCB04-DB02-4785-7B54-FB0048CB73A2}"/>
                </a:ext>
              </a:extLst>
            </p:cNvPr>
            <p:cNvSpPr/>
            <p:nvPr/>
          </p:nvSpPr>
          <p:spPr>
            <a:xfrm>
              <a:off x="11963489" y="6059491"/>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15" name="Freeform: Shape 4914">
              <a:extLst>
                <a:ext uri="{FF2B5EF4-FFF2-40B4-BE49-F238E27FC236}">
                  <a16:creationId xmlns:a16="http://schemas.microsoft.com/office/drawing/2014/main" id="{91CA65EC-38A1-085E-F4A0-DB4CF9618880}"/>
                </a:ext>
              </a:extLst>
            </p:cNvPr>
            <p:cNvSpPr/>
            <p:nvPr/>
          </p:nvSpPr>
          <p:spPr>
            <a:xfrm>
              <a:off x="12077745" y="6059491"/>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16" name="Freeform: Shape 4915">
              <a:extLst>
                <a:ext uri="{FF2B5EF4-FFF2-40B4-BE49-F238E27FC236}">
                  <a16:creationId xmlns:a16="http://schemas.microsoft.com/office/drawing/2014/main" id="{59F76E5A-319D-237A-BF58-78E0CC4F2DAC}"/>
                </a:ext>
              </a:extLst>
            </p:cNvPr>
            <p:cNvSpPr/>
            <p:nvPr/>
          </p:nvSpPr>
          <p:spPr>
            <a:xfrm>
              <a:off x="7279135" y="617374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17" name="Freeform: Shape 4916">
              <a:extLst>
                <a:ext uri="{FF2B5EF4-FFF2-40B4-BE49-F238E27FC236}">
                  <a16:creationId xmlns:a16="http://schemas.microsoft.com/office/drawing/2014/main" id="{69EC2234-5DD3-431C-B5E9-731818AC4EAB}"/>
                </a:ext>
              </a:extLst>
            </p:cNvPr>
            <p:cNvSpPr/>
            <p:nvPr/>
          </p:nvSpPr>
          <p:spPr>
            <a:xfrm>
              <a:off x="7393391"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18" name="Freeform: Shape 4917">
              <a:extLst>
                <a:ext uri="{FF2B5EF4-FFF2-40B4-BE49-F238E27FC236}">
                  <a16:creationId xmlns:a16="http://schemas.microsoft.com/office/drawing/2014/main" id="{B4186863-6D23-63D5-BD80-71D5B2DEA096}"/>
                </a:ext>
              </a:extLst>
            </p:cNvPr>
            <p:cNvSpPr/>
            <p:nvPr/>
          </p:nvSpPr>
          <p:spPr>
            <a:xfrm>
              <a:off x="7507646"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19" name="Freeform: Shape 4918">
              <a:extLst>
                <a:ext uri="{FF2B5EF4-FFF2-40B4-BE49-F238E27FC236}">
                  <a16:creationId xmlns:a16="http://schemas.microsoft.com/office/drawing/2014/main" id="{DD955029-1966-E38B-07EB-ED54919ACAB6}"/>
                </a:ext>
              </a:extLst>
            </p:cNvPr>
            <p:cNvSpPr/>
            <p:nvPr/>
          </p:nvSpPr>
          <p:spPr>
            <a:xfrm>
              <a:off x="7621902"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20" name="Freeform: Shape 4919">
              <a:extLst>
                <a:ext uri="{FF2B5EF4-FFF2-40B4-BE49-F238E27FC236}">
                  <a16:creationId xmlns:a16="http://schemas.microsoft.com/office/drawing/2014/main" id="{3B9283A0-C126-DB63-2C6E-C99297EE2D2F}"/>
                </a:ext>
              </a:extLst>
            </p:cNvPr>
            <p:cNvSpPr/>
            <p:nvPr/>
          </p:nvSpPr>
          <p:spPr>
            <a:xfrm>
              <a:off x="7736158" y="617374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21" name="Freeform: Shape 4920">
              <a:extLst>
                <a:ext uri="{FF2B5EF4-FFF2-40B4-BE49-F238E27FC236}">
                  <a16:creationId xmlns:a16="http://schemas.microsoft.com/office/drawing/2014/main" id="{735CA3A2-604A-7B5E-FC38-3AA78A5112D5}"/>
                </a:ext>
              </a:extLst>
            </p:cNvPr>
            <p:cNvSpPr/>
            <p:nvPr/>
          </p:nvSpPr>
          <p:spPr>
            <a:xfrm>
              <a:off x="7850414"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22" name="Freeform: Shape 4921">
              <a:extLst>
                <a:ext uri="{FF2B5EF4-FFF2-40B4-BE49-F238E27FC236}">
                  <a16:creationId xmlns:a16="http://schemas.microsoft.com/office/drawing/2014/main" id="{7C361D86-AF0F-1178-8B8C-97020ABC4E81}"/>
                </a:ext>
              </a:extLst>
            </p:cNvPr>
            <p:cNvSpPr/>
            <p:nvPr/>
          </p:nvSpPr>
          <p:spPr>
            <a:xfrm>
              <a:off x="7964669"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23" name="Freeform: Shape 4922">
              <a:extLst>
                <a:ext uri="{FF2B5EF4-FFF2-40B4-BE49-F238E27FC236}">
                  <a16:creationId xmlns:a16="http://schemas.microsoft.com/office/drawing/2014/main" id="{8EA02BF8-6BF4-88FF-1C47-1292F79135B9}"/>
                </a:ext>
              </a:extLst>
            </p:cNvPr>
            <p:cNvSpPr/>
            <p:nvPr/>
          </p:nvSpPr>
          <p:spPr>
            <a:xfrm>
              <a:off x="8078925" y="617374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24" name="Freeform: Shape 4923">
              <a:extLst>
                <a:ext uri="{FF2B5EF4-FFF2-40B4-BE49-F238E27FC236}">
                  <a16:creationId xmlns:a16="http://schemas.microsoft.com/office/drawing/2014/main" id="{7ED13981-C3EC-2E04-A3A2-B31C02D54458}"/>
                </a:ext>
              </a:extLst>
            </p:cNvPr>
            <p:cNvSpPr/>
            <p:nvPr/>
          </p:nvSpPr>
          <p:spPr>
            <a:xfrm>
              <a:off x="8193181"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25" name="Freeform: Shape 4924">
              <a:extLst>
                <a:ext uri="{FF2B5EF4-FFF2-40B4-BE49-F238E27FC236}">
                  <a16:creationId xmlns:a16="http://schemas.microsoft.com/office/drawing/2014/main" id="{5D9AF8D3-31E4-7392-C9AC-1D69FCA3C690}"/>
                </a:ext>
              </a:extLst>
            </p:cNvPr>
            <p:cNvSpPr/>
            <p:nvPr/>
          </p:nvSpPr>
          <p:spPr>
            <a:xfrm>
              <a:off x="8307437"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26" name="Freeform: Shape 4925">
              <a:extLst>
                <a:ext uri="{FF2B5EF4-FFF2-40B4-BE49-F238E27FC236}">
                  <a16:creationId xmlns:a16="http://schemas.microsoft.com/office/drawing/2014/main" id="{A3EC6A88-B732-86AA-9BA9-98525C4A04B0}"/>
                </a:ext>
              </a:extLst>
            </p:cNvPr>
            <p:cNvSpPr/>
            <p:nvPr/>
          </p:nvSpPr>
          <p:spPr>
            <a:xfrm>
              <a:off x="8421648"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27" name="Freeform: Shape 4926">
              <a:extLst>
                <a:ext uri="{FF2B5EF4-FFF2-40B4-BE49-F238E27FC236}">
                  <a16:creationId xmlns:a16="http://schemas.microsoft.com/office/drawing/2014/main" id="{BCD029B6-1797-EF8F-2FB4-6EB606607669}"/>
                </a:ext>
              </a:extLst>
            </p:cNvPr>
            <p:cNvSpPr/>
            <p:nvPr/>
          </p:nvSpPr>
          <p:spPr>
            <a:xfrm>
              <a:off x="8535904"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28" name="Freeform: Shape 4927">
              <a:extLst>
                <a:ext uri="{FF2B5EF4-FFF2-40B4-BE49-F238E27FC236}">
                  <a16:creationId xmlns:a16="http://schemas.microsoft.com/office/drawing/2014/main" id="{DC30EED8-F845-E61D-2F3C-9982892AE9CD}"/>
                </a:ext>
              </a:extLst>
            </p:cNvPr>
            <p:cNvSpPr/>
            <p:nvPr/>
          </p:nvSpPr>
          <p:spPr>
            <a:xfrm>
              <a:off x="8650160"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29" name="Freeform: Shape 4928">
              <a:extLst>
                <a:ext uri="{FF2B5EF4-FFF2-40B4-BE49-F238E27FC236}">
                  <a16:creationId xmlns:a16="http://schemas.microsoft.com/office/drawing/2014/main" id="{42FCEDA6-EA1E-5168-4B84-C4FC98676279}"/>
                </a:ext>
              </a:extLst>
            </p:cNvPr>
            <p:cNvSpPr/>
            <p:nvPr/>
          </p:nvSpPr>
          <p:spPr>
            <a:xfrm>
              <a:off x="8764416"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30" name="Freeform: Shape 4929">
              <a:extLst>
                <a:ext uri="{FF2B5EF4-FFF2-40B4-BE49-F238E27FC236}">
                  <a16:creationId xmlns:a16="http://schemas.microsoft.com/office/drawing/2014/main" id="{5584FCA1-FA8B-2584-9B98-E4E71F05FA7C}"/>
                </a:ext>
              </a:extLst>
            </p:cNvPr>
            <p:cNvSpPr/>
            <p:nvPr/>
          </p:nvSpPr>
          <p:spPr>
            <a:xfrm>
              <a:off x="8878671" y="617374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31" name="Freeform: Shape 4930">
              <a:extLst>
                <a:ext uri="{FF2B5EF4-FFF2-40B4-BE49-F238E27FC236}">
                  <a16:creationId xmlns:a16="http://schemas.microsoft.com/office/drawing/2014/main" id="{9023CF4C-DE0B-99C3-E2ED-D31C1CE68826}"/>
                </a:ext>
              </a:extLst>
            </p:cNvPr>
            <p:cNvSpPr/>
            <p:nvPr/>
          </p:nvSpPr>
          <p:spPr>
            <a:xfrm>
              <a:off x="8992927"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32" name="Freeform: Shape 4931">
              <a:extLst>
                <a:ext uri="{FF2B5EF4-FFF2-40B4-BE49-F238E27FC236}">
                  <a16:creationId xmlns:a16="http://schemas.microsoft.com/office/drawing/2014/main" id="{A3C1FF9D-0531-8EDD-0E0A-AC5BCB494553}"/>
                </a:ext>
              </a:extLst>
            </p:cNvPr>
            <p:cNvSpPr/>
            <p:nvPr/>
          </p:nvSpPr>
          <p:spPr>
            <a:xfrm>
              <a:off x="9107183"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33" name="Freeform: Shape 4932">
              <a:extLst>
                <a:ext uri="{FF2B5EF4-FFF2-40B4-BE49-F238E27FC236}">
                  <a16:creationId xmlns:a16="http://schemas.microsoft.com/office/drawing/2014/main" id="{569C09E1-EAF2-E054-4B22-51895E712481}"/>
                </a:ext>
              </a:extLst>
            </p:cNvPr>
            <p:cNvSpPr/>
            <p:nvPr/>
          </p:nvSpPr>
          <p:spPr>
            <a:xfrm>
              <a:off x="9221439"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34" name="Freeform: Shape 4933">
              <a:extLst>
                <a:ext uri="{FF2B5EF4-FFF2-40B4-BE49-F238E27FC236}">
                  <a16:creationId xmlns:a16="http://schemas.microsoft.com/office/drawing/2014/main" id="{6FA32A80-4AEA-49A4-C47E-F4C98E76E4CB}"/>
                </a:ext>
              </a:extLst>
            </p:cNvPr>
            <p:cNvSpPr/>
            <p:nvPr/>
          </p:nvSpPr>
          <p:spPr>
            <a:xfrm>
              <a:off x="9335695" y="617374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35" name="Freeform: Shape 4934">
              <a:extLst>
                <a:ext uri="{FF2B5EF4-FFF2-40B4-BE49-F238E27FC236}">
                  <a16:creationId xmlns:a16="http://schemas.microsoft.com/office/drawing/2014/main" id="{3CDB251D-4C37-6C14-9CF0-DAD69EA69C2E}"/>
                </a:ext>
              </a:extLst>
            </p:cNvPr>
            <p:cNvSpPr/>
            <p:nvPr/>
          </p:nvSpPr>
          <p:spPr>
            <a:xfrm>
              <a:off x="9449950"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36" name="Freeform: Shape 4935">
              <a:extLst>
                <a:ext uri="{FF2B5EF4-FFF2-40B4-BE49-F238E27FC236}">
                  <a16:creationId xmlns:a16="http://schemas.microsoft.com/office/drawing/2014/main" id="{509547E9-31FC-F7F0-1863-E9CD86E9466C}"/>
                </a:ext>
              </a:extLst>
            </p:cNvPr>
            <p:cNvSpPr/>
            <p:nvPr/>
          </p:nvSpPr>
          <p:spPr>
            <a:xfrm>
              <a:off x="9564206"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37" name="Freeform: Shape 4936">
              <a:extLst>
                <a:ext uri="{FF2B5EF4-FFF2-40B4-BE49-F238E27FC236}">
                  <a16:creationId xmlns:a16="http://schemas.microsoft.com/office/drawing/2014/main" id="{641F0FAE-EBC8-F4BF-6C5C-651F8190D5AF}"/>
                </a:ext>
              </a:extLst>
            </p:cNvPr>
            <p:cNvSpPr/>
            <p:nvPr/>
          </p:nvSpPr>
          <p:spPr>
            <a:xfrm>
              <a:off x="9678418" y="617374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38" name="Freeform: Shape 4937">
              <a:extLst>
                <a:ext uri="{FF2B5EF4-FFF2-40B4-BE49-F238E27FC236}">
                  <a16:creationId xmlns:a16="http://schemas.microsoft.com/office/drawing/2014/main" id="{F59C56B2-45B0-BDBD-B58E-89BEC2D4C93F}"/>
                </a:ext>
              </a:extLst>
            </p:cNvPr>
            <p:cNvSpPr/>
            <p:nvPr/>
          </p:nvSpPr>
          <p:spPr>
            <a:xfrm>
              <a:off x="9792674"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39" name="Freeform: Shape 4938">
              <a:extLst>
                <a:ext uri="{FF2B5EF4-FFF2-40B4-BE49-F238E27FC236}">
                  <a16:creationId xmlns:a16="http://schemas.microsoft.com/office/drawing/2014/main" id="{85A86135-401B-AD31-D2A7-FF81E87201CA}"/>
                </a:ext>
              </a:extLst>
            </p:cNvPr>
            <p:cNvSpPr/>
            <p:nvPr/>
          </p:nvSpPr>
          <p:spPr>
            <a:xfrm>
              <a:off x="9906929"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40" name="Freeform: Shape 4939">
              <a:extLst>
                <a:ext uri="{FF2B5EF4-FFF2-40B4-BE49-F238E27FC236}">
                  <a16:creationId xmlns:a16="http://schemas.microsoft.com/office/drawing/2014/main" id="{5AA38844-655E-FB28-DAF8-A229B7AD3546}"/>
                </a:ext>
              </a:extLst>
            </p:cNvPr>
            <p:cNvSpPr/>
            <p:nvPr/>
          </p:nvSpPr>
          <p:spPr>
            <a:xfrm>
              <a:off x="10021185"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41" name="Freeform: Shape 4940">
              <a:extLst>
                <a:ext uri="{FF2B5EF4-FFF2-40B4-BE49-F238E27FC236}">
                  <a16:creationId xmlns:a16="http://schemas.microsoft.com/office/drawing/2014/main" id="{F83E6D48-9517-8F85-67B7-066E1046B3F8}"/>
                </a:ext>
              </a:extLst>
            </p:cNvPr>
            <p:cNvSpPr/>
            <p:nvPr/>
          </p:nvSpPr>
          <p:spPr>
            <a:xfrm>
              <a:off x="10135441"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42" name="Freeform: Shape 4941">
              <a:extLst>
                <a:ext uri="{FF2B5EF4-FFF2-40B4-BE49-F238E27FC236}">
                  <a16:creationId xmlns:a16="http://schemas.microsoft.com/office/drawing/2014/main" id="{DA8CACF8-038C-A2D3-0666-ADF426EA4689}"/>
                </a:ext>
              </a:extLst>
            </p:cNvPr>
            <p:cNvSpPr/>
            <p:nvPr/>
          </p:nvSpPr>
          <p:spPr>
            <a:xfrm>
              <a:off x="10249697"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43" name="Freeform: Shape 4942">
              <a:extLst>
                <a:ext uri="{FF2B5EF4-FFF2-40B4-BE49-F238E27FC236}">
                  <a16:creationId xmlns:a16="http://schemas.microsoft.com/office/drawing/2014/main" id="{CA6E1C2D-35EF-365C-9688-FABB44F47712}"/>
                </a:ext>
              </a:extLst>
            </p:cNvPr>
            <p:cNvSpPr/>
            <p:nvPr/>
          </p:nvSpPr>
          <p:spPr>
            <a:xfrm>
              <a:off x="10363952"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44" name="Freeform: Shape 4943">
              <a:extLst>
                <a:ext uri="{FF2B5EF4-FFF2-40B4-BE49-F238E27FC236}">
                  <a16:creationId xmlns:a16="http://schemas.microsoft.com/office/drawing/2014/main" id="{C2967FF2-3A08-0DD9-E50D-27440A6F6F70}"/>
                </a:ext>
              </a:extLst>
            </p:cNvPr>
            <p:cNvSpPr/>
            <p:nvPr/>
          </p:nvSpPr>
          <p:spPr>
            <a:xfrm>
              <a:off x="10478208" y="6173747"/>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45" name="Freeform: Shape 4944">
              <a:extLst>
                <a:ext uri="{FF2B5EF4-FFF2-40B4-BE49-F238E27FC236}">
                  <a16:creationId xmlns:a16="http://schemas.microsoft.com/office/drawing/2014/main" id="{75B212F7-301F-765A-C9AF-0065270BAE3E}"/>
                </a:ext>
              </a:extLst>
            </p:cNvPr>
            <p:cNvSpPr/>
            <p:nvPr/>
          </p:nvSpPr>
          <p:spPr>
            <a:xfrm>
              <a:off x="10592464"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46" name="Freeform: Shape 4945">
              <a:extLst>
                <a:ext uri="{FF2B5EF4-FFF2-40B4-BE49-F238E27FC236}">
                  <a16:creationId xmlns:a16="http://schemas.microsoft.com/office/drawing/2014/main" id="{8AB0C56A-565D-3693-FAD4-61406FC81E7A}"/>
                </a:ext>
              </a:extLst>
            </p:cNvPr>
            <p:cNvSpPr/>
            <p:nvPr/>
          </p:nvSpPr>
          <p:spPr>
            <a:xfrm>
              <a:off x="10706720"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47" name="Freeform: Shape 4946">
              <a:extLst>
                <a:ext uri="{FF2B5EF4-FFF2-40B4-BE49-F238E27FC236}">
                  <a16:creationId xmlns:a16="http://schemas.microsoft.com/office/drawing/2014/main" id="{D956F721-6DE2-24A2-7107-17F191630369}"/>
                </a:ext>
              </a:extLst>
            </p:cNvPr>
            <p:cNvSpPr/>
            <p:nvPr/>
          </p:nvSpPr>
          <p:spPr>
            <a:xfrm>
              <a:off x="10820976" y="6173747"/>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48" name="Freeform: Shape 4947">
              <a:extLst>
                <a:ext uri="{FF2B5EF4-FFF2-40B4-BE49-F238E27FC236}">
                  <a16:creationId xmlns:a16="http://schemas.microsoft.com/office/drawing/2014/main" id="{2767A658-7968-AC3B-02BA-415EBFBBCEF7}"/>
                </a:ext>
              </a:extLst>
            </p:cNvPr>
            <p:cNvSpPr/>
            <p:nvPr/>
          </p:nvSpPr>
          <p:spPr>
            <a:xfrm>
              <a:off x="10935231"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49" name="Freeform: Shape 4948">
              <a:extLst>
                <a:ext uri="{FF2B5EF4-FFF2-40B4-BE49-F238E27FC236}">
                  <a16:creationId xmlns:a16="http://schemas.microsoft.com/office/drawing/2014/main" id="{BF164D94-3178-F64F-D74B-B38702708D0B}"/>
                </a:ext>
              </a:extLst>
            </p:cNvPr>
            <p:cNvSpPr/>
            <p:nvPr/>
          </p:nvSpPr>
          <p:spPr>
            <a:xfrm>
              <a:off x="11049443"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50" name="Freeform: Shape 4949">
              <a:extLst>
                <a:ext uri="{FF2B5EF4-FFF2-40B4-BE49-F238E27FC236}">
                  <a16:creationId xmlns:a16="http://schemas.microsoft.com/office/drawing/2014/main" id="{D1D756A6-BCDE-0BD1-6DBC-312F268E6567}"/>
                </a:ext>
              </a:extLst>
            </p:cNvPr>
            <p:cNvSpPr/>
            <p:nvPr/>
          </p:nvSpPr>
          <p:spPr>
            <a:xfrm>
              <a:off x="11163699" y="6173747"/>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51" name="Freeform: Shape 4950">
              <a:extLst>
                <a:ext uri="{FF2B5EF4-FFF2-40B4-BE49-F238E27FC236}">
                  <a16:creationId xmlns:a16="http://schemas.microsoft.com/office/drawing/2014/main" id="{F058F207-7074-107E-3EF4-DDF2E953751C}"/>
                </a:ext>
              </a:extLst>
            </p:cNvPr>
            <p:cNvSpPr/>
            <p:nvPr/>
          </p:nvSpPr>
          <p:spPr>
            <a:xfrm>
              <a:off x="11277955"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52" name="Freeform: Shape 4951">
              <a:extLst>
                <a:ext uri="{FF2B5EF4-FFF2-40B4-BE49-F238E27FC236}">
                  <a16:creationId xmlns:a16="http://schemas.microsoft.com/office/drawing/2014/main" id="{9D326F39-68BC-7419-2889-ACA0047A5564}"/>
                </a:ext>
              </a:extLst>
            </p:cNvPr>
            <p:cNvSpPr/>
            <p:nvPr/>
          </p:nvSpPr>
          <p:spPr>
            <a:xfrm>
              <a:off x="11392210"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53" name="Freeform: Shape 4952">
              <a:extLst>
                <a:ext uri="{FF2B5EF4-FFF2-40B4-BE49-F238E27FC236}">
                  <a16:creationId xmlns:a16="http://schemas.microsoft.com/office/drawing/2014/main" id="{F97B44C0-40B4-EDFD-81FC-19B76A8BA425}"/>
                </a:ext>
              </a:extLst>
            </p:cNvPr>
            <p:cNvSpPr/>
            <p:nvPr/>
          </p:nvSpPr>
          <p:spPr>
            <a:xfrm>
              <a:off x="11506466" y="6173747"/>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54" name="Freeform: Shape 4953">
              <a:extLst>
                <a:ext uri="{FF2B5EF4-FFF2-40B4-BE49-F238E27FC236}">
                  <a16:creationId xmlns:a16="http://schemas.microsoft.com/office/drawing/2014/main" id="{FA445141-2AA5-BAEE-EB2F-646033CF64AC}"/>
                </a:ext>
              </a:extLst>
            </p:cNvPr>
            <p:cNvSpPr/>
            <p:nvPr/>
          </p:nvSpPr>
          <p:spPr>
            <a:xfrm>
              <a:off x="11620722"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55" name="Freeform: Shape 4954">
              <a:extLst>
                <a:ext uri="{FF2B5EF4-FFF2-40B4-BE49-F238E27FC236}">
                  <a16:creationId xmlns:a16="http://schemas.microsoft.com/office/drawing/2014/main" id="{0C1C42EB-DA0F-9AD4-CFDA-C3B18DE32B73}"/>
                </a:ext>
              </a:extLst>
            </p:cNvPr>
            <p:cNvSpPr/>
            <p:nvPr/>
          </p:nvSpPr>
          <p:spPr>
            <a:xfrm>
              <a:off x="11734978"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56" name="Freeform: Shape 4955">
              <a:extLst>
                <a:ext uri="{FF2B5EF4-FFF2-40B4-BE49-F238E27FC236}">
                  <a16:creationId xmlns:a16="http://schemas.microsoft.com/office/drawing/2014/main" id="{260E1C8E-5BEF-90E9-1B24-65815593E45D}"/>
                </a:ext>
              </a:extLst>
            </p:cNvPr>
            <p:cNvSpPr/>
            <p:nvPr/>
          </p:nvSpPr>
          <p:spPr>
            <a:xfrm>
              <a:off x="11849233"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57" name="Freeform: Shape 4956">
              <a:extLst>
                <a:ext uri="{FF2B5EF4-FFF2-40B4-BE49-F238E27FC236}">
                  <a16:creationId xmlns:a16="http://schemas.microsoft.com/office/drawing/2014/main" id="{1DE1FCCB-AC96-BA67-95C5-AC210805C3F5}"/>
                </a:ext>
              </a:extLst>
            </p:cNvPr>
            <p:cNvSpPr/>
            <p:nvPr/>
          </p:nvSpPr>
          <p:spPr>
            <a:xfrm>
              <a:off x="11963489" y="6173747"/>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58" name="Freeform: Shape 4957">
              <a:extLst>
                <a:ext uri="{FF2B5EF4-FFF2-40B4-BE49-F238E27FC236}">
                  <a16:creationId xmlns:a16="http://schemas.microsoft.com/office/drawing/2014/main" id="{B39C06FC-EBDD-488C-FDEB-092263204910}"/>
                </a:ext>
              </a:extLst>
            </p:cNvPr>
            <p:cNvSpPr/>
            <p:nvPr/>
          </p:nvSpPr>
          <p:spPr>
            <a:xfrm>
              <a:off x="12077745" y="6173747"/>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4959" name="Freeform: Shape 4958">
              <a:extLst>
                <a:ext uri="{FF2B5EF4-FFF2-40B4-BE49-F238E27FC236}">
                  <a16:creationId xmlns:a16="http://schemas.microsoft.com/office/drawing/2014/main" id="{9852893B-94B2-4867-31C8-6EE858E6981D}"/>
                </a:ext>
              </a:extLst>
            </p:cNvPr>
            <p:cNvSpPr/>
            <p:nvPr/>
          </p:nvSpPr>
          <p:spPr>
            <a:xfrm>
              <a:off x="7279135" y="6288003"/>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60" name="Freeform: Shape 4959">
              <a:extLst>
                <a:ext uri="{FF2B5EF4-FFF2-40B4-BE49-F238E27FC236}">
                  <a16:creationId xmlns:a16="http://schemas.microsoft.com/office/drawing/2014/main" id="{85E63462-DC29-A57E-3FA2-C2253DEAB1D4}"/>
                </a:ext>
              </a:extLst>
            </p:cNvPr>
            <p:cNvSpPr/>
            <p:nvPr/>
          </p:nvSpPr>
          <p:spPr>
            <a:xfrm>
              <a:off x="7393391"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61" name="Freeform: Shape 4960">
              <a:extLst>
                <a:ext uri="{FF2B5EF4-FFF2-40B4-BE49-F238E27FC236}">
                  <a16:creationId xmlns:a16="http://schemas.microsoft.com/office/drawing/2014/main" id="{FDAD4438-9BF8-A617-4C28-36993F7167A9}"/>
                </a:ext>
              </a:extLst>
            </p:cNvPr>
            <p:cNvSpPr/>
            <p:nvPr/>
          </p:nvSpPr>
          <p:spPr>
            <a:xfrm>
              <a:off x="7507646"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62" name="Freeform: Shape 4961">
              <a:extLst>
                <a:ext uri="{FF2B5EF4-FFF2-40B4-BE49-F238E27FC236}">
                  <a16:creationId xmlns:a16="http://schemas.microsoft.com/office/drawing/2014/main" id="{38CD24DF-D7DE-33EF-F435-93B72CD1FF7A}"/>
                </a:ext>
              </a:extLst>
            </p:cNvPr>
            <p:cNvSpPr/>
            <p:nvPr/>
          </p:nvSpPr>
          <p:spPr>
            <a:xfrm>
              <a:off x="7621902"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63" name="Freeform: Shape 4962">
              <a:extLst>
                <a:ext uri="{FF2B5EF4-FFF2-40B4-BE49-F238E27FC236}">
                  <a16:creationId xmlns:a16="http://schemas.microsoft.com/office/drawing/2014/main" id="{BE935DDA-9B0B-C479-AD59-7C5EDFAA2D14}"/>
                </a:ext>
              </a:extLst>
            </p:cNvPr>
            <p:cNvSpPr/>
            <p:nvPr/>
          </p:nvSpPr>
          <p:spPr>
            <a:xfrm>
              <a:off x="7736158" y="6288003"/>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64" name="Freeform: Shape 4963">
              <a:extLst>
                <a:ext uri="{FF2B5EF4-FFF2-40B4-BE49-F238E27FC236}">
                  <a16:creationId xmlns:a16="http://schemas.microsoft.com/office/drawing/2014/main" id="{AE88E688-AACA-B244-7A01-C27F54E06320}"/>
                </a:ext>
              </a:extLst>
            </p:cNvPr>
            <p:cNvSpPr/>
            <p:nvPr/>
          </p:nvSpPr>
          <p:spPr>
            <a:xfrm>
              <a:off x="7850414"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65" name="Freeform: Shape 4964">
              <a:extLst>
                <a:ext uri="{FF2B5EF4-FFF2-40B4-BE49-F238E27FC236}">
                  <a16:creationId xmlns:a16="http://schemas.microsoft.com/office/drawing/2014/main" id="{094952FF-AF20-033A-FF0D-F12AA81D9F85}"/>
                </a:ext>
              </a:extLst>
            </p:cNvPr>
            <p:cNvSpPr/>
            <p:nvPr/>
          </p:nvSpPr>
          <p:spPr>
            <a:xfrm>
              <a:off x="7964669"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66" name="Freeform: Shape 4965">
              <a:extLst>
                <a:ext uri="{FF2B5EF4-FFF2-40B4-BE49-F238E27FC236}">
                  <a16:creationId xmlns:a16="http://schemas.microsoft.com/office/drawing/2014/main" id="{6A5F614C-3378-6B9C-6339-687EA1A8B6C0}"/>
                </a:ext>
              </a:extLst>
            </p:cNvPr>
            <p:cNvSpPr/>
            <p:nvPr/>
          </p:nvSpPr>
          <p:spPr>
            <a:xfrm>
              <a:off x="8078925" y="6288003"/>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67" name="Freeform: Shape 4966">
              <a:extLst>
                <a:ext uri="{FF2B5EF4-FFF2-40B4-BE49-F238E27FC236}">
                  <a16:creationId xmlns:a16="http://schemas.microsoft.com/office/drawing/2014/main" id="{0E90259F-3566-EE21-22E4-B6F9EBF7CEC1}"/>
                </a:ext>
              </a:extLst>
            </p:cNvPr>
            <p:cNvSpPr/>
            <p:nvPr/>
          </p:nvSpPr>
          <p:spPr>
            <a:xfrm>
              <a:off x="8193181"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68" name="Freeform: Shape 4967">
              <a:extLst>
                <a:ext uri="{FF2B5EF4-FFF2-40B4-BE49-F238E27FC236}">
                  <a16:creationId xmlns:a16="http://schemas.microsoft.com/office/drawing/2014/main" id="{1ACF278D-CBBD-1017-F70D-00AF51E959E1}"/>
                </a:ext>
              </a:extLst>
            </p:cNvPr>
            <p:cNvSpPr/>
            <p:nvPr/>
          </p:nvSpPr>
          <p:spPr>
            <a:xfrm>
              <a:off x="8307437"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69" name="Freeform: Shape 4968">
              <a:extLst>
                <a:ext uri="{FF2B5EF4-FFF2-40B4-BE49-F238E27FC236}">
                  <a16:creationId xmlns:a16="http://schemas.microsoft.com/office/drawing/2014/main" id="{4B2E949D-D432-59F2-EAFD-3B202703619B}"/>
                </a:ext>
              </a:extLst>
            </p:cNvPr>
            <p:cNvSpPr/>
            <p:nvPr/>
          </p:nvSpPr>
          <p:spPr>
            <a:xfrm>
              <a:off x="8421648"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70" name="Freeform: Shape 4969">
              <a:extLst>
                <a:ext uri="{FF2B5EF4-FFF2-40B4-BE49-F238E27FC236}">
                  <a16:creationId xmlns:a16="http://schemas.microsoft.com/office/drawing/2014/main" id="{26FE4AF7-D1DE-D052-C22C-460D71D033B1}"/>
                </a:ext>
              </a:extLst>
            </p:cNvPr>
            <p:cNvSpPr/>
            <p:nvPr/>
          </p:nvSpPr>
          <p:spPr>
            <a:xfrm>
              <a:off x="8535904"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71" name="Freeform: Shape 4970">
              <a:extLst>
                <a:ext uri="{FF2B5EF4-FFF2-40B4-BE49-F238E27FC236}">
                  <a16:creationId xmlns:a16="http://schemas.microsoft.com/office/drawing/2014/main" id="{671FFBA7-5D70-CFF3-D453-B8E4AD95F382}"/>
                </a:ext>
              </a:extLst>
            </p:cNvPr>
            <p:cNvSpPr/>
            <p:nvPr/>
          </p:nvSpPr>
          <p:spPr>
            <a:xfrm>
              <a:off x="8650160"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72" name="Freeform: Shape 4971">
              <a:extLst>
                <a:ext uri="{FF2B5EF4-FFF2-40B4-BE49-F238E27FC236}">
                  <a16:creationId xmlns:a16="http://schemas.microsoft.com/office/drawing/2014/main" id="{9852EC2A-E5C0-CFF3-4A84-6EAD40CE095E}"/>
                </a:ext>
              </a:extLst>
            </p:cNvPr>
            <p:cNvSpPr/>
            <p:nvPr/>
          </p:nvSpPr>
          <p:spPr>
            <a:xfrm>
              <a:off x="8764416"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73" name="Freeform: Shape 4972">
              <a:extLst>
                <a:ext uri="{FF2B5EF4-FFF2-40B4-BE49-F238E27FC236}">
                  <a16:creationId xmlns:a16="http://schemas.microsoft.com/office/drawing/2014/main" id="{C673B2B4-A85D-7C0C-0A79-E901274ABC1E}"/>
                </a:ext>
              </a:extLst>
            </p:cNvPr>
            <p:cNvSpPr/>
            <p:nvPr/>
          </p:nvSpPr>
          <p:spPr>
            <a:xfrm>
              <a:off x="8878671" y="6288003"/>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74" name="Freeform: Shape 4973">
              <a:extLst>
                <a:ext uri="{FF2B5EF4-FFF2-40B4-BE49-F238E27FC236}">
                  <a16:creationId xmlns:a16="http://schemas.microsoft.com/office/drawing/2014/main" id="{A00BF529-0E24-6420-645B-476135DA8F04}"/>
                </a:ext>
              </a:extLst>
            </p:cNvPr>
            <p:cNvSpPr/>
            <p:nvPr/>
          </p:nvSpPr>
          <p:spPr>
            <a:xfrm>
              <a:off x="8992927"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75" name="Freeform: Shape 4974">
              <a:extLst>
                <a:ext uri="{FF2B5EF4-FFF2-40B4-BE49-F238E27FC236}">
                  <a16:creationId xmlns:a16="http://schemas.microsoft.com/office/drawing/2014/main" id="{0C47EC06-05EB-8BBE-7AE4-F77334FE5B19}"/>
                </a:ext>
              </a:extLst>
            </p:cNvPr>
            <p:cNvSpPr/>
            <p:nvPr/>
          </p:nvSpPr>
          <p:spPr>
            <a:xfrm>
              <a:off x="9107183"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76" name="Freeform: Shape 4975">
              <a:extLst>
                <a:ext uri="{FF2B5EF4-FFF2-40B4-BE49-F238E27FC236}">
                  <a16:creationId xmlns:a16="http://schemas.microsoft.com/office/drawing/2014/main" id="{AB892B49-8048-AD7E-2B94-BEF44B6C8648}"/>
                </a:ext>
              </a:extLst>
            </p:cNvPr>
            <p:cNvSpPr/>
            <p:nvPr/>
          </p:nvSpPr>
          <p:spPr>
            <a:xfrm>
              <a:off x="9221439"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77" name="Freeform: Shape 4976">
              <a:extLst>
                <a:ext uri="{FF2B5EF4-FFF2-40B4-BE49-F238E27FC236}">
                  <a16:creationId xmlns:a16="http://schemas.microsoft.com/office/drawing/2014/main" id="{4709035B-558F-97E3-501E-A163E3BA2882}"/>
                </a:ext>
              </a:extLst>
            </p:cNvPr>
            <p:cNvSpPr/>
            <p:nvPr/>
          </p:nvSpPr>
          <p:spPr>
            <a:xfrm>
              <a:off x="9335695" y="6288003"/>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78" name="Freeform: Shape 4977">
              <a:extLst>
                <a:ext uri="{FF2B5EF4-FFF2-40B4-BE49-F238E27FC236}">
                  <a16:creationId xmlns:a16="http://schemas.microsoft.com/office/drawing/2014/main" id="{886A0FFF-A94A-7FE3-7DA1-AA0DE3FAB16A}"/>
                </a:ext>
              </a:extLst>
            </p:cNvPr>
            <p:cNvSpPr/>
            <p:nvPr/>
          </p:nvSpPr>
          <p:spPr>
            <a:xfrm>
              <a:off x="9449950"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79" name="Freeform: Shape 4978">
              <a:extLst>
                <a:ext uri="{FF2B5EF4-FFF2-40B4-BE49-F238E27FC236}">
                  <a16:creationId xmlns:a16="http://schemas.microsoft.com/office/drawing/2014/main" id="{3750BF2D-166B-8A86-6E03-04310C344AED}"/>
                </a:ext>
              </a:extLst>
            </p:cNvPr>
            <p:cNvSpPr/>
            <p:nvPr/>
          </p:nvSpPr>
          <p:spPr>
            <a:xfrm>
              <a:off x="9564206"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80" name="Freeform: Shape 4979">
              <a:extLst>
                <a:ext uri="{FF2B5EF4-FFF2-40B4-BE49-F238E27FC236}">
                  <a16:creationId xmlns:a16="http://schemas.microsoft.com/office/drawing/2014/main" id="{D6378F29-B1D1-29D3-7E83-15D21CAE3501}"/>
                </a:ext>
              </a:extLst>
            </p:cNvPr>
            <p:cNvSpPr/>
            <p:nvPr/>
          </p:nvSpPr>
          <p:spPr>
            <a:xfrm>
              <a:off x="9678418" y="6288003"/>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81" name="Freeform: Shape 4980">
              <a:extLst>
                <a:ext uri="{FF2B5EF4-FFF2-40B4-BE49-F238E27FC236}">
                  <a16:creationId xmlns:a16="http://schemas.microsoft.com/office/drawing/2014/main" id="{EB02C2E8-AF90-1BE8-698E-4D17ABFE6CFF}"/>
                </a:ext>
              </a:extLst>
            </p:cNvPr>
            <p:cNvSpPr/>
            <p:nvPr/>
          </p:nvSpPr>
          <p:spPr>
            <a:xfrm>
              <a:off x="9792674"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82" name="Freeform: Shape 4981">
              <a:extLst>
                <a:ext uri="{FF2B5EF4-FFF2-40B4-BE49-F238E27FC236}">
                  <a16:creationId xmlns:a16="http://schemas.microsoft.com/office/drawing/2014/main" id="{B9CC3A0E-C52B-D4BD-4741-1FBE9834A413}"/>
                </a:ext>
              </a:extLst>
            </p:cNvPr>
            <p:cNvSpPr/>
            <p:nvPr/>
          </p:nvSpPr>
          <p:spPr>
            <a:xfrm>
              <a:off x="9906929"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83" name="Freeform: Shape 4982">
              <a:extLst>
                <a:ext uri="{FF2B5EF4-FFF2-40B4-BE49-F238E27FC236}">
                  <a16:creationId xmlns:a16="http://schemas.microsoft.com/office/drawing/2014/main" id="{CFDF7521-B3F7-BB50-B390-A06891CC2874}"/>
                </a:ext>
              </a:extLst>
            </p:cNvPr>
            <p:cNvSpPr/>
            <p:nvPr/>
          </p:nvSpPr>
          <p:spPr>
            <a:xfrm>
              <a:off x="10021185"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84" name="Freeform: Shape 4983">
              <a:extLst>
                <a:ext uri="{FF2B5EF4-FFF2-40B4-BE49-F238E27FC236}">
                  <a16:creationId xmlns:a16="http://schemas.microsoft.com/office/drawing/2014/main" id="{23599E72-21CD-3A12-3C90-8C5236EDE8C7}"/>
                </a:ext>
              </a:extLst>
            </p:cNvPr>
            <p:cNvSpPr/>
            <p:nvPr/>
          </p:nvSpPr>
          <p:spPr>
            <a:xfrm>
              <a:off x="10135441"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85" name="Freeform: Shape 4984">
              <a:extLst>
                <a:ext uri="{FF2B5EF4-FFF2-40B4-BE49-F238E27FC236}">
                  <a16:creationId xmlns:a16="http://schemas.microsoft.com/office/drawing/2014/main" id="{FF0890A7-72FF-3B64-08D7-A8C70723AAC3}"/>
                </a:ext>
              </a:extLst>
            </p:cNvPr>
            <p:cNvSpPr/>
            <p:nvPr/>
          </p:nvSpPr>
          <p:spPr>
            <a:xfrm>
              <a:off x="10249697"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86" name="Freeform: Shape 4985">
              <a:extLst>
                <a:ext uri="{FF2B5EF4-FFF2-40B4-BE49-F238E27FC236}">
                  <a16:creationId xmlns:a16="http://schemas.microsoft.com/office/drawing/2014/main" id="{5A579315-AF2D-FB81-9628-69A4B576E995}"/>
                </a:ext>
              </a:extLst>
            </p:cNvPr>
            <p:cNvSpPr/>
            <p:nvPr/>
          </p:nvSpPr>
          <p:spPr>
            <a:xfrm>
              <a:off x="10363952"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87" name="Freeform: Shape 4986">
              <a:extLst>
                <a:ext uri="{FF2B5EF4-FFF2-40B4-BE49-F238E27FC236}">
                  <a16:creationId xmlns:a16="http://schemas.microsoft.com/office/drawing/2014/main" id="{C222E522-B426-C716-AE4D-314A391824F0}"/>
                </a:ext>
              </a:extLst>
            </p:cNvPr>
            <p:cNvSpPr/>
            <p:nvPr/>
          </p:nvSpPr>
          <p:spPr>
            <a:xfrm>
              <a:off x="10478208" y="6288003"/>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88" name="Freeform: Shape 4987">
              <a:extLst>
                <a:ext uri="{FF2B5EF4-FFF2-40B4-BE49-F238E27FC236}">
                  <a16:creationId xmlns:a16="http://schemas.microsoft.com/office/drawing/2014/main" id="{FAB85964-F8DC-37DC-CA02-0CE7C1D2DCA7}"/>
                </a:ext>
              </a:extLst>
            </p:cNvPr>
            <p:cNvSpPr/>
            <p:nvPr/>
          </p:nvSpPr>
          <p:spPr>
            <a:xfrm>
              <a:off x="10592464"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89" name="Freeform: Shape 4988">
              <a:extLst>
                <a:ext uri="{FF2B5EF4-FFF2-40B4-BE49-F238E27FC236}">
                  <a16:creationId xmlns:a16="http://schemas.microsoft.com/office/drawing/2014/main" id="{4BB30968-FAC4-1EAA-C0F4-553328726F5B}"/>
                </a:ext>
              </a:extLst>
            </p:cNvPr>
            <p:cNvSpPr/>
            <p:nvPr/>
          </p:nvSpPr>
          <p:spPr>
            <a:xfrm>
              <a:off x="10706720"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1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1"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90" name="Freeform: Shape 4989">
              <a:extLst>
                <a:ext uri="{FF2B5EF4-FFF2-40B4-BE49-F238E27FC236}">
                  <a16:creationId xmlns:a16="http://schemas.microsoft.com/office/drawing/2014/main" id="{10F1523C-BC56-BFE0-9E3E-0246D72BEB8C}"/>
                </a:ext>
              </a:extLst>
            </p:cNvPr>
            <p:cNvSpPr/>
            <p:nvPr/>
          </p:nvSpPr>
          <p:spPr>
            <a:xfrm>
              <a:off x="10820976" y="6288003"/>
              <a:ext cx="114255" cy="114255"/>
            </a:xfrm>
            <a:custGeom>
              <a:avLst/>
              <a:gdLst>
                <a:gd name="connsiteX0" fmla="*/ 0 w 114255"/>
                <a:gd name="connsiteY0" fmla="*/ 0 h 114255"/>
                <a:gd name="connsiteX1" fmla="*/ 114257 w 114255"/>
                <a:gd name="connsiteY1" fmla="*/ 0 h 114255"/>
                <a:gd name="connsiteX2" fmla="*/ 114257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91" name="Freeform: Shape 4990">
              <a:extLst>
                <a:ext uri="{FF2B5EF4-FFF2-40B4-BE49-F238E27FC236}">
                  <a16:creationId xmlns:a16="http://schemas.microsoft.com/office/drawing/2014/main" id="{E360A7B2-B526-431D-D8F0-964FF602E195}"/>
                </a:ext>
              </a:extLst>
            </p:cNvPr>
            <p:cNvSpPr/>
            <p:nvPr/>
          </p:nvSpPr>
          <p:spPr>
            <a:xfrm>
              <a:off x="10935231"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92" name="Freeform: Shape 4991">
              <a:extLst>
                <a:ext uri="{FF2B5EF4-FFF2-40B4-BE49-F238E27FC236}">
                  <a16:creationId xmlns:a16="http://schemas.microsoft.com/office/drawing/2014/main" id="{5B292141-A8B6-39F7-5721-0D2115152F41}"/>
                </a:ext>
              </a:extLst>
            </p:cNvPr>
            <p:cNvSpPr/>
            <p:nvPr/>
          </p:nvSpPr>
          <p:spPr>
            <a:xfrm>
              <a:off x="11049443"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93" name="Freeform: Shape 4992">
              <a:extLst>
                <a:ext uri="{FF2B5EF4-FFF2-40B4-BE49-F238E27FC236}">
                  <a16:creationId xmlns:a16="http://schemas.microsoft.com/office/drawing/2014/main" id="{59AFFF61-867C-7DEF-A3B6-5206FA9D6D2B}"/>
                </a:ext>
              </a:extLst>
            </p:cNvPr>
            <p:cNvSpPr/>
            <p:nvPr/>
          </p:nvSpPr>
          <p:spPr>
            <a:xfrm>
              <a:off x="11163699" y="6288003"/>
              <a:ext cx="114255" cy="114255"/>
            </a:xfrm>
            <a:custGeom>
              <a:avLst/>
              <a:gdLst>
                <a:gd name="connsiteX0" fmla="*/ 0 w 114255"/>
                <a:gd name="connsiteY0" fmla="*/ 0 h 114255"/>
                <a:gd name="connsiteX1" fmla="*/ 114257 w 114255"/>
                <a:gd name="connsiteY1" fmla="*/ 0 h 114255"/>
                <a:gd name="connsiteX2" fmla="*/ 114257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94" name="Freeform: Shape 4993">
              <a:extLst>
                <a:ext uri="{FF2B5EF4-FFF2-40B4-BE49-F238E27FC236}">
                  <a16:creationId xmlns:a16="http://schemas.microsoft.com/office/drawing/2014/main" id="{62DA0E1C-E312-E1BE-60D6-99DF2E571975}"/>
                </a:ext>
              </a:extLst>
            </p:cNvPr>
            <p:cNvSpPr/>
            <p:nvPr/>
          </p:nvSpPr>
          <p:spPr>
            <a:xfrm>
              <a:off x="11277955"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95" name="Freeform: Shape 4994">
              <a:extLst>
                <a:ext uri="{FF2B5EF4-FFF2-40B4-BE49-F238E27FC236}">
                  <a16:creationId xmlns:a16="http://schemas.microsoft.com/office/drawing/2014/main" id="{85FF56DF-15D5-0020-63C3-0E6F7702123C}"/>
                </a:ext>
              </a:extLst>
            </p:cNvPr>
            <p:cNvSpPr/>
            <p:nvPr/>
          </p:nvSpPr>
          <p:spPr>
            <a:xfrm>
              <a:off x="11392210"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96" name="Freeform: Shape 4995">
              <a:extLst>
                <a:ext uri="{FF2B5EF4-FFF2-40B4-BE49-F238E27FC236}">
                  <a16:creationId xmlns:a16="http://schemas.microsoft.com/office/drawing/2014/main" id="{5931F89F-F05A-1711-48D6-F3710F38A83A}"/>
                </a:ext>
              </a:extLst>
            </p:cNvPr>
            <p:cNvSpPr/>
            <p:nvPr/>
          </p:nvSpPr>
          <p:spPr>
            <a:xfrm>
              <a:off x="11506466" y="6288003"/>
              <a:ext cx="114255" cy="114255"/>
            </a:xfrm>
            <a:custGeom>
              <a:avLst/>
              <a:gdLst>
                <a:gd name="connsiteX0" fmla="*/ -1 w 114255"/>
                <a:gd name="connsiteY0" fmla="*/ 0 h 114255"/>
                <a:gd name="connsiteX1" fmla="*/ 114256 w 114255"/>
                <a:gd name="connsiteY1" fmla="*/ 0 h 114255"/>
                <a:gd name="connsiteX2" fmla="*/ 114256 w 114255"/>
                <a:gd name="connsiteY2" fmla="*/ 114255 h 114255"/>
                <a:gd name="connsiteX3" fmla="*/ -1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5"/>
                  </a:lnTo>
                  <a:lnTo>
                    <a:pt x="-1"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97" name="Freeform: Shape 4996">
              <a:extLst>
                <a:ext uri="{FF2B5EF4-FFF2-40B4-BE49-F238E27FC236}">
                  <a16:creationId xmlns:a16="http://schemas.microsoft.com/office/drawing/2014/main" id="{0059521D-09FB-47AA-7782-B92A97477F40}"/>
                </a:ext>
              </a:extLst>
            </p:cNvPr>
            <p:cNvSpPr/>
            <p:nvPr/>
          </p:nvSpPr>
          <p:spPr>
            <a:xfrm>
              <a:off x="11620722"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98" name="Freeform: Shape 4997">
              <a:extLst>
                <a:ext uri="{FF2B5EF4-FFF2-40B4-BE49-F238E27FC236}">
                  <a16:creationId xmlns:a16="http://schemas.microsoft.com/office/drawing/2014/main" id="{7F6CCC51-9B55-EEA3-0D92-02CB0284AB09}"/>
                </a:ext>
              </a:extLst>
            </p:cNvPr>
            <p:cNvSpPr/>
            <p:nvPr/>
          </p:nvSpPr>
          <p:spPr>
            <a:xfrm>
              <a:off x="11734978"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4999" name="Freeform: Shape 4998">
              <a:extLst>
                <a:ext uri="{FF2B5EF4-FFF2-40B4-BE49-F238E27FC236}">
                  <a16:creationId xmlns:a16="http://schemas.microsoft.com/office/drawing/2014/main" id="{6D2A1C30-8211-37BD-B15A-218D23E20665}"/>
                </a:ext>
              </a:extLst>
            </p:cNvPr>
            <p:cNvSpPr/>
            <p:nvPr/>
          </p:nvSpPr>
          <p:spPr>
            <a:xfrm>
              <a:off x="11849233"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000" name="Freeform: Shape 4999">
              <a:extLst>
                <a:ext uri="{FF2B5EF4-FFF2-40B4-BE49-F238E27FC236}">
                  <a16:creationId xmlns:a16="http://schemas.microsoft.com/office/drawing/2014/main" id="{E1F79E14-96DF-A5E7-F5BB-70E411C38586}"/>
                </a:ext>
              </a:extLst>
            </p:cNvPr>
            <p:cNvSpPr/>
            <p:nvPr/>
          </p:nvSpPr>
          <p:spPr>
            <a:xfrm>
              <a:off x="11963489" y="6288003"/>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001" name="Freeform: Shape 5000">
              <a:extLst>
                <a:ext uri="{FF2B5EF4-FFF2-40B4-BE49-F238E27FC236}">
                  <a16:creationId xmlns:a16="http://schemas.microsoft.com/office/drawing/2014/main" id="{DEEE5A98-CDFB-A70A-32F2-CF61708E4865}"/>
                </a:ext>
              </a:extLst>
            </p:cNvPr>
            <p:cNvSpPr/>
            <p:nvPr/>
          </p:nvSpPr>
          <p:spPr>
            <a:xfrm>
              <a:off x="12077745" y="6288003"/>
              <a:ext cx="114255" cy="114255"/>
            </a:xfrm>
            <a:custGeom>
              <a:avLst/>
              <a:gdLst>
                <a:gd name="connsiteX0" fmla="*/ 0 w 114255"/>
                <a:gd name="connsiteY0" fmla="*/ 0 h 114255"/>
                <a:gd name="connsiteX1" fmla="*/ 114257 w 114255"/>
                <a:gd name="connsiteY1" fmla="*/ 0 h 114255"/>
                <a:gd name="connsiteX2" fmla="*/ 114257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002" name="Freeform: Shape 5001">
              <a:extLst>
                <a:ext uri="{FF2B5EF4-FFF2-40B4-BE49-F238E27FC236}">
                  <a16:creationId xmlns:a16="http://schemas.microsoft.com/office/drawing/2014/main" id="{C6809C3B-D95C-ADB5-F570-AF94B903B5D0}"/>
                </a:ext>
              </a:extLst>
            </p:cNvPr>
            <p:cNvSpPr/>
            <p:nvPr/>
          </p:nvSpPr>
          <p:spPr>
            <a:xfrm>
              <a:off x="7279135" y="640225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03" name="Freeform: Shape 5002">
              <a:extLst>
                <a:ext uri="{FF2B5EF4-FFF2-40B4-BE49-F238E27FC236}">
                  <a16:creationId xmlns:a16="http://schemas.microsoft.com/office/drawing/2014/main" id="{207DA288-4F86-2D36-9745-813FA9396C71}"/>
                </a:ext>
              </a:extLst>
            </p:cNvPr>
            <p:cNvSpPr/>
            <p:nvPr/>
          </p:nvSpPr>
          <p:spPr>
            <a:xfrm>
              <a:off x="7393391"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04" name="Freeform: Shape 5003">
              <a:extLst>
                <a:ext uri="{FF2B5EF4-FFF2-40B4-BE49-F238E27FC236}">
                  <a16:creationId xmlns:a16="http://schemas.microsoft.com/office/drawing/2014/main" id="{D4C4BA9E-5CDE-BAF4-B31E-93D9F560A3F4}"/>
                </a:ext>
              </a:extLst>
            </p:cNvPr>
            <p:cNvSpPr/>
            <p:nvPr/>
          </p:nvSpPr>
          <p:spPr>
            <a:xfrm>
              <a:off x="7507646"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05" name="Freeform: Shape 5004">
              <a:extLst>
                <a:ext uri="{FF2B5EF4-FFF2-40B4-BE49-F238E27FC236}">
                  <a16:creationId xmlns:a16="http://schemas.microsoft.com/office/drawing/2014/main" id="{99C0FA3D-2305-0D56-DACA-A1F9D81F0E9A}"/>
                </a:ext>
              </a:extLst>
            </p:cNvPr>
            <p:cNvSpPr/>
            <p:nvPr/>
          </p:nvSpPr>
          <p:spPr>
            <a:xfrm>
              <a:off x="7621902"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06" name="Freeform: Shape 5005">
              <a:extLst>
                <a:ext uri="{FF2B5EF4-FFF2-40B4-BE49-F238E27FC236}">
                  <a16:creationId xmlns:a16="http://schemas.microsoft.com/office/drawing/2014/main" id="{3AAC9D8F-9656-A28F-5FA7-DE2476339202}"/>
                </a:ext>
              </a:extLst>
            </p:cNvPr>
            <p:cNvSpPr/>
            <p:nvPr/>
          </p:nvSpPr>
          <p:spPr>
            <a:xfrm>
              <a:off x="7736158" y="640225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07" name="Freeform: Shape 5006">
              <a:extLst>
                <a:ext uri="{FF2B5EF4-FFF2-40B4-BE49-F238E27FC236}">
                  <a16:creationId xmlns:a16="http://schemas.microsoft.com/office/drawing/2014/main" id="{CE6999AD-2BE7-A533-B18B-4F5F1466DABC}"/>
                </a:ext>
              </a:extLst>
            </p:cNvPr>
            <p:cNvSpPr/>
            <p:nvPr/>
          </p:nvSpPr>
          <p:spPr>
            <a:xfrm>
              <a:off x="7850414"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08" name="Freeform: Shape 5007">
              <a:extLst>
                <a:ext uri="{FF2B5EF4-FFF2-40B4-BE49-F238E27FC236}">
                  <a16:creationId xmlns:a16="http://schemas.microsoft.com/office/drawing/2014/main" id="{A4123E4F-0044-B9B0-EF94-8599EC8554C9}"/>
                </a:ext>
              </a:extLst>
            </p:cNvPr>
            <p:cNvSpPr/>
            <p:nvPr/>
          </p:nvSpPr>
          <p:spPr>
            <a:xfrm>
              <a:off x="7964669"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09" name="Freeform: Shape 5008">
              <a:extLst>
                <a:ext uri="{FF2B5EF4-FFF2-40B4-BE49-F238E27FC236}">
                  <a16:creationId xmlns:a16="http://schemas.microsoft.com/office/drawing/2014/main" id="{1BF07BCE-4921-93EF-7C07-F03E4C36C774}"/>
                </a:ext>
              </a:extLst>
            </p:cNvPr>
            <p:cNvSpPr/>
            <p:nvPr/>
          </p:nvSpPr>
          <p:spPr>
            <a:xfrm>
              <a:off x="8078925" y="640225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10" name="Freeform: Shape 5009">
              <a:extLst>
                <a:ext uri="{FF2B5EF4-FFF2-40B4-BE49-F238E27FC236}">
                  <a16:creationId xmlns:a16="http://schemas.microsoft.com/office/drawing/2014/main" id="{0063B4E1-FAE4-2B04-1DAE-9C95D3F1BEB9}"/>
                </a:ext>
              </a:extLst>
            </p:cNvPr>
            <p:cNvSpPr/>
            <p:nvPr/>
          </p:nvSpPr>
          <p:spPr>
            <a:xfrm>
              <a:off x="8193181"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11" name="Freeform: Shape 5010">
              <a:extLst>
                <a:ext uri="{FF2B5EF4-FFF2-40B4-BE49-F238E27FC236}">
                  <a16:creationId xmlns:a16="http://schemas.microsoft.com/office/drawing/2014/main" id="{663DCEA3-6557-3552-48DE-C6FEAB593A2C}"/>
                </a:ext>
              </a:extLst>
            </p:cNvPr>
            <p:cNvSpPr/>
            <p:nvPr/>
          </p:nvSpPr>
          <p:spPr>
            <a:xfrm>
              <a:off x="8307437"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12" name="Freeform: Shape 5011">
              <a:extLst>
                <a:ext uri="{FF2B5EF4-FFF2-40B4-BE49-F238E27FC236}">
                  <a16:creationId xmlns:a16="http://schemas.microsoft.com/office/drawing/2014/main" id="{613AC479-48B2-40CC-3527-F8F6AED43B81}"/>
                </a:ext>
              </a:extLst>
            </p:cNvPr>
            <p:cNvSpPr/>
            <p:nvPr/>
          </p:nvSpPr>
          <p:spPr>
            <a:xfrm>
              <a:off x="8421648"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13" name="Freeform: Shape 5012">
              <a:extLst>
                <a:ext uri="{FF2B5EF4-FFF2-40B4-BE49-F238E27FC236}">
                  <a16:creationId xmlns:a16="http://schemas.microsoft.com/office/drawing/2014/main" id="{CCA6CC66-F0CD-B453-1AF5-7A718FE9A9DC}"/>
                </a:ext>
              </a:extLst>
            </p:cNvPr>
            <p:cNvSpPr/>
            <p:nvPr/>
          </p:nvSpPr>
          <p:spPr>
            <a:xfrm>
              <a:off x="8535904"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14" name="Freeform: Shape 5013">
              <a:extLst>
                <a:ext uri="{FF2B5EF4-FFF2-40B4-BE49-F238E27FC236}">
                  <a16:creationId xmlns:a16="http://schemas.microsoft.com/office/drawing/2014/main" id="{5763673F-CEBC-C1E5-7D86-39DAD236D3D1}"/>
                </a:ext>
              </a:extLst>
            </p:cNvPr>
            <p:cNvSpPr/>
            <p:nvPr/>
          </p:nvSpPr>
          <p:spPr>
            <a:xfrm>
              <a:off x="8650160"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15" name="Freeform: Shape 5014">
              <a:extLst>
                <a:ext uri="{FF2B5EF4-FFF2-40B4-BE49-F238E27FC236}">
                  <a16:creationId xmlns:a16="http://schemas.microsoft.com/office/drawing/2014/main" id="{A59FFC9E-A28C-9B0E-D16C-A9B4995749DC}"/>
                </a:ext>
              </a:extLst>
            </p:cNvPr>
            <p:cNvSpPr/>
            <p:nvPr/>
          </p:nvSpPr>
          <p:spPr>
            <a:xfrm>
              <a:off x="8764416"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16" name="Freeform: Shape 5015">
              <a:extLst>
                <a:ext uri="{FF2B5EF4-FFF2-40B4-BE49-F238E27FC236}">
                  <a16:creationId xmlns:a16="http://schemas.microsoft.com/office/drawing/2014/main" id="{6E60B0F5-9F13-F883-1B0A-ABAC351A2756}"/>
                </a:ext>
              </a:extLst>
            </p:cNvPr>
            <p:cNvSpPr/>
            <p:nvPr/>
          </p:nvSpPr>
          <p:spPr>
            <a:xfrm>
              <a:off x="8878671" y="640225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17" name="Freeform: Shape 5016">
              <a:extLst>
                <a:ext uri="{FF2B5EF4-FFF2-40B4-BE49-F238E27FC236}">
                  <a16:creationId xmlns:a16="http://schemas.microsoft.com/office/drawing/2014/main" id="{5F4667AD-C581-F52A-402C-C68755C9DFE6}"/>
                </a:ext>
              </a:extLst>
            </p:cNvPr>
            <p:cNvSpPr/>
            <p:nvPr/>
          </p:nvSpPr>
          <p:spPr>
            <a:xfrm>
              <a:off x="8992927"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18" name="Freeform: Shape 5017">
              <a:extLst>
                <a:ext uri="{FF2B5EF4-FFF2-40B4-BE49-F238E27FC236}">
                  <a16:creationId xmlns:a16="http://schemas.microsoft.com/office/drawing/2014/main" id="{4AB90A6F-5851-15F3-E48D-BD01633374FF}"/>
                </a:ext>
              </a:extLst>
            </p:cNvPr>
            <p:cNvSpPr/>
            <p:nvPr/>
          </p:nvSpPr>
          <p:spPr>
            <a:xfrm>
              <a:off x="9107183"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19" name="Freeform: Shape 5018">
              <a:extLst>
                <a:ext uri="{FF2B5EF4-FFF2-40B4-BE49-F238E27FC236}">
                  <a16:creationId xmlns:a16="http://schemas.microsoft.com/office/drawing/2014/main" id="{D273E577-ACBA-38C9-2302-0838151BDB7D}"/>
                </a:ext>
              </a:extLst>
            </p:cNvPr>
            <p:cNvSpPr/>
            <p:nvPr/>
          </p:nvSpPr>
          <p:spPr>
            <a:xfrm>
              <a:off x="9221439"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20" name="Freeform: Shape 5019">
              <a:extLst>
                <a:ext uri="{FF2B5EF4-FFF2-40B4-BE49-F238E27FC236}">
                  <a16:creationId xmlns:a16="http://schemas.microsoft.com/office/drawing/2014/main" id="{DA0B5482-4D19-FBE7-ECCF-1C9CB7FF8309}"/>
                </a:ext>
              </a:extLst>
            </p:cNvPr>
            <p:cNvSpPr/>
            <p:nvPr/>
          </p:nvSpPr>
          <p:spPr>
            <a:xfrm>
              <a:off x="9335695" y="640225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21" name="Freeform: Shape 5020">
              <a:extLst>
                <a:ext uri="{FF2B5EF4-FFF2-40B4-BE49-F238E27FC236}">
                  <a16:creationId xmlns:a16="http://schemas.microsoft.com/office/drawing/2014/main" id="{5DD0C4F9-CA80-E1EE-A6D8-79A9309BA11F}"/>
                </a:ext>
              </a:extLst>
            </p:cNvPr>
            <p:cNvSpPr/>
            <p:nvPr/>
          </p:nvSpPr>
          <p:spPr>
            <a:xfrm>
              <a:off x="9449950"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22" name="Freeform: Shape 5021">
              <a:extLst>
                <a:ext uri="{FF2B5EF4-FFF2-40B4-BE49-F238E27FC236}">
                  <a16:creationId xmlns:a16="http://schemas.microsoft.com/office/drawing/2014/main" id="{6536C773-4513-4F76-8B72-D6687188C0E2}"/>
                </a:ext>
              </a:extLst>
            </p:cNvPr>
            <p:cNvSpPr/>
            <p:nvPr/>
          </p:nvSpPr>
          <p:spPr>
            <a:xfrm>
              <a:off x="9564206"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23" name="Freeform: Shape 5022">
              <a:extLst>
                <a:ext uri="{FF2B5EF4-FFF2-40B4-BE49-F238E27FC236}">
                  <a16:creationId xmlns:a16="http://schemas.microsoft.com/office/drawing/2014/main" id="{719FD83B-11CB-3152-C170-87793F45D9BE}"/>
                </a:ext>
              </a:extLst>
            </p:cNvPr>
            <p:cNvSpPr/>
            <p:nvPr/>
          </p:nvSpPr>
          <p:spPr>
            <a:xfrm>
              <a:off x="9678418" y="640225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24" name="Freeform: Shape 5023">
              <a:extLst>
                <a:ext uri="{FF2B5EF4-FFF2-40B4-BE49-F238E27FC236}">
                  <a16:creationId xmlns:a16="http://schemas.microsoft.com/office/drawing/2014/main" id="{FEE0EF72-0071-ECBA-0045-BEE1A2ED6D95}"/>
                </a:ext>
              </a:extLst>
            </p:cNvPr>
            <p:cNvSpPr/>
            <p:nvPr/>
          </p:nvSpPr>
          <p:spPr>
            <a:xfrm>
              <a:off x="9792674"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25" name="Freeform: Shape 5024">
              <a:extLst>
                <a:ext uri="{FF2B5EF4-FFF2-40B4-BE49-F238E27FC236}">
                  <a16:creationId xmlns:a16="http://schemas.microsoft.com/office/drawing/2014/main" id="{584204D6-BE91-35CC-C3E4-60E33C30471D}"/>
                </a:ext>
              </a:extLst>
            </p:cNvPr>
            <p:cNvSpPr/>
            <p:nvPr/>
          </p:nvSpPr>
          <p:spPr>
            <a:xfrm>
              <a:off x="9906929"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26" name="Freeform: Shape 5025">
              <a:extLst>
                <a:ext uri="{FF2B5EF4-FFF2-40B4-BE49-F238E27FC236}">
                  <a16:creationId xmlns:a16="http://schemas.microsoft.com/office/drawing/2014/main" id="{93C77C1E-8DA8-8509-D11E-05FF0575E381}"/>
                </a:ext>
              </a:extLst>
            </p:cNvPr>
            <p:cNvSpPr/>
            <p:nvPr/>
          </p:nvSpPr>
          <p:spPr>
            <a:xfrm>
              <a:off x="10021185"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27" name="Freeform: Shape 5026">
              <a:extLst>
                <a:ext uri="{FF2B5EF4-FFF2-40B4-BE49-F238E27FC236}">
                  <a16:creationId xmlns:a16="http://schemas.microsoft.com/office/drawing/2014/main" id="{FA3306D4-BA9A-38B9-DFD8-A6FDBE5D3A44}"/>
                </a:ext>
              </a:extLst>
            </p:cNvPr>
            <p:cNvSpPr/>
            <p:nvPr/>
          </p:nvSpPr>
          <p:spPr>
            <a:xfrm>
              <a:off x="10135441"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28" name="Freeform: Shape 5027">
              <a:extLst>
                <a:ext uri="{FF2B5EF4-FFF2-40B4-BE49-F238E27FC236}">
                  <a16:creationId xmlns:a16="http://schemas.microsoft.com/office/drawing/2014/main" id="{DD6E46AA-6FE5-49EC-88EB-133D3D830581}"/>
                </a:ext>
              </a:extLst>
            </p:cNvPr>
            <p:cNvSpPr/>
            <p:nvPr/>
          </p:nvSpPr>
          <p:spPr>
            <a:xfrm>
              <a:off x="10249697"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29" name="Freeform: Shape 5028">
              <a:extLst>
                <a:ext uri="{FF2B5EF4-FFF2-40B4-BE49-F238E27FC236}">
                  <a16:creationId xmlns:a16="http://schemas.microsoft.com/office/drawing/2014/main" id="{8BB11A40-452C-4945-0991-7909CB2075D8}"/>
                </a:ext>
              </a:extLst>
            </p:cNvPr>
            <p:cNvSpPr/>
            <p:nvPr/>
          </p:nvSpPr>
          <p:spPr>
            <a:xfrm>
              <a:off x="10363952"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30" name="Freeform: Shape 5029">
              <a:extLst>
                <a:ext uri="{FF2B5EF4-FFF2-40B4-BE49-F238E27FC236}">
                  <a16:creationId xmlns:a16="http://schemas.microsoft.com/office/drawing/2014/main" id="{1DE1ACD5-00A1-A702-8B30-9C08A355B49A}"/>
                </a:ext>
              </a:extLst>
            </p:cNvPr>
            <p:cNvSpPr/>
            <p:nvPr/>
          </p:nvSpPr>
          <p:spPr>
            <a:xfrm>
              <a:off x="10478208" y="6402259"/>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31" name="Freeform: Shape 5030">
              <a:extLst>
                <a:ext uri="{FF2B5EF4-FFF2-40B4-BE49-F238E27FC236}">
                  <a16:creationId xmlns:a16="http://schemas.microsoft.com/office/drawing/2014/main" id="{8E269FCF-9DCD-D47F-F208-47B5F958AEF3}"/>
                </a:ext>
              </a:extLst>
            </p:cNvPr>
            <p:cNvSpPr/>
            <p:nvPr/>
          </p:nvSpPr>
          <p:spPr>
            <a:xfrm>
              <a:off x="10592464"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32" name="Freeform: Shape 5031">
              <a:extLst>
                <a:ext uri="{FF2B5EF4-FFF2-40B4-BE49-F238E27FC236}">
                  <a16:creationId xmlns:a16="http://schemas.microsoft.com/office/drawing/2014/main" id="{CA8F75C4-93B0-6BFC-1D4F-819C63839D9A}"/>
                </a:ext>
              </a:extLst>
            </p:cNvPr>
            <p:cNvSpPr/>
            <p:nvPr/>
          </p:nvSpPr>
          <p:spPr>
            <a:xfrm>
              <a:off x="10706720"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33" name="Freeform: Shape 5032">
              <a:extLst>
                <a:ext uri="{FF2B5EF4-FFF2-40B4-BE49-F238E27FC236}">
                  <a16:creationId xmlns:a16="http://schemas.microsoft.com/office/drawing/2014/main" id="{2022D0B2-CCC9-5DF8-C9B6-B67985F2E088}"/>
                </a:ext>
              </a:extLst>
            </p:cNvPr>
            <p:cNvSpPr/>
            <p:nvPr/>
          </p:nvSpPr>
          <p:spPr>
            <a:xfrm>
              <a:off x="10820976" y="6402259"/>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34" name="Freeform: Shape 5033">
              <a:extLst>
                <a:ext uri="{FF2B5EF4-FFF2-40B4-BE49-F238E27FC236}">
                  <a16:creationId xmlns:a16="http://schemas.microsoft.com/office/drawing/2014/main" id="{54EBA7EC-7985-346B-2654-CE6EF4B576B1}"/>
                </a:ext>
              </a:extLst>
            </p:cNvPr>
            <p:cNvSpPr/>
            <p:nvPr/>
          </p:nvSpPr>
          <p:spPr>
            <a:xfrm>
              <a:off x="10935231"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35" name="Freeform: Shape 5034">
              <a:extLst>
                <a:ext uri="{FF2B5EF4-FFF2-40B4-BE49-F238E27FC236}">
                  <a16:creationId xmlns:a16="http://schemas.microsoft.com/office/drawing/2014/main" id="{1A747E74-E374-208D-9A50-002AFAC39C2A}"/>
                </a:ext>
              </a:extLst>
            </p:cNvPr>
            <p:cNvSpPr/>
            <p:nvPr/>
          </p:nvSpPr>
          <p:spPr>
            <a:xfrm>
              <a:off x="11049443"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36" name="Freeform: Shape 5035">
              <a:extLst>
                <a:ext uri="{FF2B5EF4-FFF2-40B4-BE49-F238E27FC236}">
                  <a16:creationId xmlns:a16="http://schemas.microsoft.com/office/drawing/2014/main" id="{F3F5CB9B-0BD4-B3FF-4F6D-503D0CA063DD}"/>
                </a:ext>
              </a:extLst>
            </p:cNvPr>
            <p:cNvSpPr/>
            <p:nvPr/>
          </p:nvSpPr>
          <p:spPr>
            <a:xfrm>
              <a:off x="11163699" y="6402259"/>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37" name="Freeform: Shape 5036">
              <a:extLst>
                <a:ext uri="{FF2B5EF4-FFF2-40B4-BE49-F238E27FC236}">
                  <a16:creationId xmlns:a16="http://schemas.microsoft.com/office/drawing/2014/main" id="{09F6B085-A125-674A-8C80-92FC9C1D95CE}"/>
                </a:ext>
              </a:extLst>
            </p:cNvPr>
            <p:cNvSpPr/>
            <p:nvPr/>
          </p:nvSpPr>
          <p:spPr>
            <a:xfrm>
              <a:off x="11277955"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38" name="Freeform: Shape 5037">
              <a:extLst>
                <a:ext uri="{FF2B5EF4-FFF2-40B4-BE49-F238E27FC236}">
                  <a16:creationId xmlns:a16="http://schemas.microsoft.com/office/drawing/2014/main" id="{17CF0E46-6266-2F7B-0C4F-884B89770DC3}"/>
                </a:ext>
              </a:extLst>
            </p:cNvPr>
            <p:cNvSpPr/>
            <p:nvPr/>
          </p:nvSpPr>
          <p:spPr>
            <a:xfrm>
              <a:off x="11392210"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39" name="Freeform: Shape 5038">
              <a:extLst>
                <a:ext uri="{FF2B5EF4-FFF2-40B4-BE49-F238E27FC236}">
                  <a16:creationId xmlns:a16="http://schemas.microsoft.com/office/drawing/2014/main" id="{7662AC6E-7803-FC28-69A9-E3FB1E46FC43}"/>
                </a:ext>
              </a:extLst>
            </p:cNvPr>
            <p:cNvSpPr/>
            <p:nvPr/>
          </p:nvSpPr>
          <p:spPr>
            <a:xfrm>
              <a:off x="11506466" y="6402259"/>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40" name="Freeform: Shape 5039">
              <a:extLst>
                <a:ext uri="{FF2B5EF4-FFF2-40B4-BE49-F238E27FC236}">
                  <a16:creationId xmlns:a16="http://schemas.microsoft.com/office/drawing/2014/main" id="{947B7894-1425-0B9D-A0E7-8DD1E2ACE400}"/>
                </a:ext>
              </a:extLst>
            </p:cNvPr>
            <p:cNvSpPr/>
            <p:nvPr/>
          </p:nvSpPr>
          <p:spPr>
            <a:xfrm>
              <a:off x="11620722"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41" name="Freeform: Shape 5040">
              <a:extLst>
                <a:ext uri="{FF2B5EF4-FFF2-40B4-BE49-F238E27FC236}">
                  <a16:creationId xmlns:a16="http://schemas.microsoft.com/office/drawing/2014/main" id="{B08CD2A8-7D67-2B62-F1B6-3AA79855AE47}"/>
                </a:ext>
              </a:extLst>
            </p:cNvPr>
            <p:cNvSpPr/>
            <p:nvPr/>
          </p:nvSpPr>
          <p:spPr>
            <a:xfrm>
              <a:off x="11734978"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42" name="Freeform: Shape 5041">
              <a:extLst>
                <a:ext uri="{FF2B5EF4-FFF2-40B4-BE49-F238E27FC236}">
                  <a16:creationId xmlns:a16="http://schemas.microsoft.com/office/drawing/2014/main" id="{518F7B12-E3F0-DB56-FD19-13B84E2D85D1}"/>
                </a:ext>
              </a:extLst>
            </p:cNvPr>
            <p:cNvSpPr/>
            <p:nvPr/>
          </p:nvSpPr>
          <p:spPr>
            <a:xfrm>
              <a:off x="11849233"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43" name="Freeform: Shape 5042">
              <a:extLst>
                <a:ext uri="{FF2B5EF4-FFF2-40B4-BE49-F238E27FC236}">
                  <a16:creationId xmlns:a16="http://schemas.microsoft.com/office/drawing/2014/main" id="{2B46191C-1A25-1B42-5968-00CF7BF68734}"/>
                </a:ext>
              </a:extLst>
            </p:cNvPr>
            <p:cNvSpPr/>
            <p:nvPr/>
          </p:nvSpPr>
          <p:spPr>
            <a:xfrm>
              <a:off x="11963489" y="6402259"/>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44" name="Freeform: Shape 5043">
              <a:extLst>
                <a:ext uri="{FF2B5EF4-FFF2-40B4-BE49-F238E27FC236}">
                  <a16:creationId xmlns:a16="http://schemas.microsoft.com/office/drawing/2014/main" id="{C1BCC074-F9AF-649A-E60D-E5CB795D16F0}"/>
                </a:ext>
              </a:extLst>
            </p:cNvPr>
            <p:cNvSpPr/>
            <p:nvPr/>
          </p:nvSpPr>
          <p:spPr>
            <a:xfrm>
              <a:off x="12077745" y="6402259"/>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45" name="Freeform: Shape 5044">
              <a:extLst>
                <a:ext uri="{FF2B5EF4-FFF2-40B4-BE49-F238E27FC236}">
                  <a16:creationId xmlns:a16="http://schemas.microsoft.com/office/drawing/2014/main" id="{D3D4002D-8923-FF84-4684-2A84B3D4D597}"/>
                </a:ext>
              </a:extLst>
            </p:cNvPr>
            <p:cNvSpPr/>
            <p:nvPr/>
          </p:nvSpPr>
          <p:spPr>
            <a:xfrm>
              <a:off x="7279135" y="651651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46" name="Freeform: Shape 5045">
              <a:extLst>
                <a:ext uri="{FF2B5EF4-FFF2-40B4-BE49-F238E27FC236}">
                  <a16:creationId xmlns:a16="http://schemas.microsoft.com/office/drawing/2014/main" id="{0C6F5570-88F8-7DD1-54D0-E20477EFDA7F}"/>
                </a:ext>
              </a:extLst>
            </p:cNvPr>
            <p:cNvSpPr/>
            <p:nvPr/>
          </p:nvSpPr>
          <p:spPr>
            <a:xfrm>
              <a:off x="7393391"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47" name="Freeform: Shape 5046">
              <a:extLst>
                <a:ext uri="{FF2B5EF4-FFF2-40B4-BE49-F238E27FC236}">
                  <a16:creationId xmlns:a16="http://schemas.microsoft.com/office/drawing/2014/main" id="{0DE91180-9EEE-3579-6C58-7C6AA7E8BC45}"/>
                </a:ext>
              </a:extLst>
            </p:cNvPr>
            <p:cNvSpPr/>
            <p:nvPr/>
          </p:nvSpPr>
          <p:spPr>
            <a:xfrm>
              <a:off x="7507646"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48" name="Freeform: Shape 5047">
              <a:extLst>
                <a:ext uri="{FF2B5EF4-FFF2-40B4-BE49-F238E27FC236}">
                  <a16:creationId xmlns:a16="http://schemas.microsoft.com/office/drawing/2014/main" id="{20405DCC-2CD8-D416-BB35-3610377C0AB4}"/>
                </a:ext>
              </a:extLst>
            </p:cNvPr>
            <p:cNvSpPr/>
            <p:nvPr/>
          </p:nvSpPr>
          <p:spPr>
            <a:xfrm>
              <a:off x="7621902"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49" name="Freeform: Shape 5048">
              <a:extLst>
                <a:ext uri="{FF2B5EF4-FFF2-40B4-BE49-F238E27FC236}">
                  <a16:creationId xmlns:a16="http://schemas.microsoft.com/office/drawing/2014/main" id="{D9F0DDE4-3630-4F43-C34D-035112D7ACD8}"/>
                </a:ext>
              </a:extLst>
            </p:cNvPr>
            <p:cNvSpPr/>
            <p:nvPr/>
          </p:nvSpPr>
          <p:spPr>
            <a:xfrm>
              <a:off x="7736158" y="651651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50" name="Freeform: Shape 5049">
              <a:extLst>
                <a:ext uri="{FF2B5EF4-FFF2-40B4-BE49-F238E27FC236}">
                  <a16:creationId xmlns:a16="http://schemas.microsoft.com/office/drawing/2014/main" id="{05004585-CCD1-F9CA-E47E-0FC1924B0FB6}"/>
                </a:ext>
              </a:extLst>
            </p:cNvPr>
            <p:cNvSpPr/>
            <p:nvPr/>
          </p:nvSpPr>
          <p:spPr>
            <a:xfrm>
              <a:off x="7850414"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51" name="Freeform: Shape 5050">
              <a:extLst>
                <a:ext uri="{FF2B5EF4-FFF2-40B4-BE49-F238E27FC236}">
                  <a16:creationId xmlns:a16="http://schemas.microsoft.com/office/drawing/2014/main" id="{670C0011-D8FE-0A4B-6411-FBDACAC38BBC}"/>
                </a:ext>
              </a:extLst>
            </p:cNvPr>
            <p:cNvSpPr/>
            <p:nvPr/>
          </p:nvSpPr>
          <p:spPr>
            <a:xfrm>
              <a:off x="7964669"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52" name="Freeform: Shape 5051">
              <a:extLst>
                <a:ext uri="{FF2B5EF4-FFF2-40B4-BE49-F238E27FC236}">
                  <a16:creationId xmlns:a16="http://schemas.microsoft.com/office/drawing/2014/main" id="{D555F86A-EFE9-33D0-7AD4-5D7A25A33F69}"/>
                </a:ext>
              </a:extLst>
            </p:cNvPr>
            <p:cNvSpPr/>
            <p:nvPr/>
          </p:nvSpPr>
          <p:spPr>
            <a:xfrm>
              <a:off x="8078925" y="651651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53" name="Freeform: Shape 5052">
              <a:extLst>
                <a:ext uri="{FF2B5EF4-FFF2-40B4-BE49-F238E27FC236}">
                  <a16:creationId xmlns:a16="http://schemas.microsoft.com/office/drawing/2014/main" id="{CFC94F2C-8ACA-F15A-B6C7-AAA0FBDECD09}"/>
                </a:ext>
              </a:extLst>
            </p:cNvPr>
            <p:cNvSpPr/>
            <p:nvPr/>
          </p:nvSpPr>
          <p:spPr>
            <a:xfrm>
              <a:off x="8193181"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54" name="Freeform: Shape 5053">
              <a:extLst>
                <a:ext uri="{FF2B5EF4-FFF2-40B4-BE49-F238E27FC236}">
                  <a16:creationId xmlns:a16="http://schemas.microsoft.com/office/drawing/2014/main" id="{CEE3F264-947E-1048-CEC3-2A92FD722A93}"/>
                </a:ext>
              </a:extLst>
            </p:cNvPr>
            <p:cNvSpPr/>
            <p:nvPr/>
          </p:nvSpPr>
          <p:spPr>
            <a:xfrm>
              <a:off x="8307437"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55" name="Freeform: Shape 5054">
              <a:extLst>
                <a:ext uri="{FF2B5EF4-FFF2-40B4-BE49-F238E27FC236}">
                  <a16:creationId xmlns:a16="http://schemas.microsoft.com/office/drawing/2014/main" id="{87144343-303B-8118-C1EF-925BDBF47F75}"/>
                </a:ext>
              </a:extLst>
            </p:cNvPr>
            <p:cNvSpPr/>
            <p:nvPr/>
          </p:nvSpPr>
          <p:spPr>
            <a:xfrm>
              <a:off x="8421648"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56" name="Freeform: Shape 5055">
              <a:extLst>
                <a:ext uri="{FF2B5EF4-FFF2-40B4-BE49-F238E27FC236}">
                  <a16:creationId xmlns:a16="http://schemas.microsoft.com/office/drawing/2014/main" id="{D232C5DB-30D2-FBEB-829D-B3BB19F7576B}"/>
                </a:ext>
              </a:extLst>
            </p:cNvPr>
            <p:cNvSpPr/>
            <p:nvPr/>
          </p:nvSpPr>
          <p:spPr>
            <a:xfrm>
              <a:off x="8535904"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57" name="Freeform: Shape 5056">
              <a:extLst>
                <a:ext uri="{FF2B5EF4-FFF2-40B4-BE49-F238E27FC236}">
                  <a16:creationId xmlns:a16="http://schemas.microsoft.com/office/drawing/2014/main" id="{D58F4852-1303-C591-32A6-6283AA8E6A10}"/>
                </a:ext>
              </a:extLst>
            </p:cNvPr>
            <p:cNvSpPr/>
            <p:nvPr/>
          </p:nvSpPr>
          <p:spPr>
            <a:xfrm>
              <a:off x="8650160"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58" name="Freeform: Shape 5057">
              <a:extLst>
                <a:ext uri="{FF2B5EF4-FFF2-40B4-BE49-F238E27FC236}">
                  <a16:creationId xmlns:a16="http://schemas.microsoft.com/office/drawing/2014/main" id="{DF52FB27-5168-29F9-304A-D3B9A450DFF4}"/>
                </a:ext>
              </a:extLst>
            </p:cNvPr>
            <p:cNvSpPr/>
            <p:nvPr/>
          </p:nvSpPr>
          <p:spPr>
            <a:xfrm>
              <a:off x="8764416"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59" name="Freeform: Shape 5058">
              <a:extLst>
                <a:ext uri="{FF2B5EF4-FFF2-40B4-BE49-F238E27FC236}">
                  <a16:creationId xmlns:a16="http://schemas.microsoft.com/office/drawing/2014/main" id="{7FAC89BB-8DFC-1C23-F257-BB48C93BD7CE}"/>
                </a:ext>
              </a:extLst>
            </p:cNvPr>
            <p:cNvSpPr/>
            <p:nvPr/>
          </p:nvSpPr>
          <p:spPr>
            <a:xfrm>
              <a:off x="8878671" y="651651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60" name="Freeform: Shape 5059">
              <a:extLst>
                <a:ext uri="{FF2B5EF4-FFF2-40B4-BE49-F238E27FC236}">
                  <a16:creationId xmlns:a16="http://schemas.microsoft.com/office/drawing/2014/main" id="{C6493255-9D92-BB99-E116-600FDFF49FBA}"/>
                </a:ext>
              </a:extLst>
            </p:cNvPr>
            <p:cNvSpPr/>
            <p:nvPr/>
          </p:nvSpPr>
          <p:spPr>
            <a:xfrm>
              <a:off x="8992927"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61" name="Freeform: Shape 5060">
              <a:extLst>
                <a:ext uri="{FF2B5EF4-FFF2-40B4-BE49-F238E27FC236}">
                  <a16:creationId xmlns:a16="http://schemas.microsoft.com/office/drawing/2014/main" id="{FB93E9ED-541F-B683-3FCD-7FD7376FBAC9}"/>
                </a:ext>
              </a:extLst>
            </p:cNvPr>
            <p:cNvSpPr/>
            <p:nvPr/>
          </p:nvSpPr>
          <p:spPr>
            <a:xfrm>
              <a:off x="9107183"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62" name="Freeform: Shape 5061">
              <a:extLst>
                <a:ext uri="{FF2B5EF4-FFF2-40B4-BE49-F238E27FC236}">
                  <a16:creationId xmlns:a16="http://schemas.microsoft.com/office/drawing/2014/main" id="{0A6EF884-9D4B-29E2-87CE-1C27DF74F6A9}"/>
                </a:ext>
              </a:extLst>
            </p:cNvPr>
            <p:cNvSpPr/>
            <p:nvPr/>
          </p:nvSpPr>
          <p:spPr>
            <a:xfrm>
              <a:off x="9221439"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63" name="Freeform: Shape 5062">
              <a:extLst>
                <a:ext uri="{FF2B5EF4-FFF2-40B4-BE49-F238E27FC236}">
                  <a16:creationId xmlns:a16="http://schemas.microsoft.com/office/drawing/2014/main" id="{D62647FC-5674-A8EC-EBAF-1DBD6E3EECF6}"/>
                </a:ext>
              </a:extLst>
            </p:cNvPr>
            <p:cNvSpPr/>
            <p:nvPr/>
          </p:nvSpPr>
          <p:spPr>
            <a:xfrm>
              <a:off x="9335695" y="651651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64" name="Freeform: Shape 5063">
              <a:extLst>
                <a:ext uri="{FF2B5EF4-FFF2-40B4-BE49-F238E27FC236}">
                  <a16:creationId xmlns:a16="http://schemas.microsoft.com/office/drawing/2014/main" id="{70127F9F-DBF3-D0B3-BF03-2647CFE0503F}"/>
                </a:ext>
              </a:extLst>
            </p:cNvPr>
            <p:cNvSpPr/>
            <p:nvPr/>
          </p:nvSpPr>
          <p:spPr>
            <a:xfrm>
              <a:off x="9449950"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65" name="Freeform: Shape 5064">
              <a:extLst>
                <a:ext uri="{FF2B5EF4-FFF2-40B4-BE49-F238E27FC236}">
                  <a16:creationId xmlns:a16="http://schemas.microsoft.com/office/drawing/2014/main" id="{F16E4A23-8948-3D4F-FEBD-567C313FCCB0}"/>
                </a:ext>
              </a:extLst>
            </p:cNvPr>
            <p:cNvSpPr/>
            <p:nvPr/>
          </p:nvSpPr>
          <p:spPr>
            <a:xfrm>
              <a:off x="9564206"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66" name="Freeform: Shape 5065">
              <a:extLst>
                <a:ext uri="{FF2B5EF4-FFF2-40B4-BE49-F238E27FC236}">
                  <a16:creationId xmlns:a16="http://schemas.microsoft.com/office/drawing/2014/main" id="{E356BF66-32DA-FAB1-7F39-344AAC71666E}"/>
                </a:ext>
              </a:extLst>
            </p:cNvPr>
            <p:cNvSpPr/>
            <p:nvPr/>
          </p:nvSpPr>
          <p:spPr>
            <a:xfrm>
              <a:off x="9678418" y="651651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67" name="Freeform: Shape 5066">
              <a:extLst>
                <a:ext uri="{FF2B5EF4-FFF2-40B4-BE49-F238E27FC236}">
                  <a16:creationId xmlns:a16="http://schemas.microsoft.com/office/drawing/2014/main" id="{DB6E588A-C188-6C3A-0AAA-C2CF2EED3482}"/>
                </a:ext>
              </a:extLst>
            </p:cNvPr>
            <p:cNvSpPr/>
            <p:nvPr/>
          </p:nvSpPr>
          <p:spPr>
            <a:xfrm>
              <a:off x="9792674"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68" name="Freeform: Shape 5067">
              <a:extLst>
                <a:ext uri="{FF2B5EF4-FFF2-40B4-BE49-F238E27FC236}">
                  <a16:creationId xmlns:a16="http://schemas.microsoft.com/office/drawing/2014/main" id="{48849080-22C2-E9AF-B87B-F6B896C34C70}"/>
                </a:ext>
              </a:extLst>
            </p:cNvPr>
            <p:cNvSpPr/>
            <p:nvPr/>
          </p:nvSpPr>
          <p:spPr>
            <a:xfrm>
              <a:off x="9906929"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69" name="Freeform: Shape 5068">
              <a:extLst>
                <a:ext uri="{FF2B5EF4-FFF2-40B4-BE49-F238E27FC236}">
                  <a16:creationId xmlns:a16="http://schemas.microsoft.com/office/drawing/2014/main" id="{D4C04818-8466-7E58-340F-76863C5C4569}"/>
                </a:ext>
              </a:extLst>
            </p:cNvPr>
            <p:cNvSpPr/>
            <p:nvPr/>
          </p:nvSpPr>
          <p:spPr>
            <a:xfrm>
              <a:off x="10021185"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70" name="Freeform: Shape 5069">
              <a:extLst>
                <a:ext uri="{FF2B5EF4-FFF2-40B4-BE49-F238E27FC236}">
                  <a16:creationId xmlns:a16="http://schemas.microsoft.com/office/drawing/2014/main" id="{23368AA8-95E3-E0F7-1946-3FE1717CF64C}"/>
                </a:ext>
              </a:extLst>
            </p:cNvPr>
            <p:cNvSpPr/>
            <p:nvPr/>
          </p:nvSpPr>
          <p:spPr>
            <a:xfrm>
              <a:off x="10135441"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71" name="Freeform: Shape 5070">
              <a:extLst>
                <a:ext uri="{FF2B5EF4-FFF2-40B4-BE49-F238E27FC236}">
                  <a16:creationId xmlns:a16="http://schemas.microsoft.com/office/drawing/2014/main" id="{3E592568-43E3-D756-50D2-8B27654BD1CC}"/>
                </a:ext>
              </a:extLst>
            </p:cNvPr>
            <p:cNvSpPr/>
            <p:nvPr/>
          </p:nvSpPr>
          <p:spPr>
            <a:xfrm>
              <a:off x="10249697"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72" name="Freeform: Shape 5071">
              <a:extLst>
                <a:ext uri="{FF2B5EF4-FFF2-40B4-BE49-F238E27FC236}">
                  <a16:creationId xmlns:a16="http://schemas.microsoft.com/office/drawing/2014/main" id="{3CA67D9C-9818-9FC9-48BB-19717243B32E}"/>
                </a:ext>
              </a:extLst>
            </p:cNvPr>
            <p:cNvSpPr/>
            <p:nvPr/>
          </p:nvSpPr>
          <p:spPr>
            <a:xfrm>
              <a:off x="10363952"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73" name="Freeform: Shape 5072">
              <a:extLst>
                <a:ext uri="{FF2B5EF4-FFF2-40B4-BE49-F238E27FC236}">
                  <a16:creationId xmlns:a16="http://schemas.microsoft.com/office/drawing/2014/main" id="{CBE883CB-0D32-6C45-7B27-EAB35D7EAE00}"/>
                </a:ext>
              </a:extLst>
            </p:cNvPr>
            <p:cNvSpPr/>
            <p:nvPr/>
          </p:nvSpPr>
          <p:spPr>
            <a:xfrm>
              <a:off x="10478208" y="6516514"/>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74" name="Freeform: Shape 5073">
              <a:extLst>
                <a:ext uri="{FF2B5EF4-FFF2-40B4-BE49-F238E27FC236}">
                  <a16:creationId xmlns:a16="http://schemas.microsoft.com/office/drawing/2014/main" id="{703E08CB-3521-65DA-AB5C-919C9197E635}"/>
                </a:ext>
              </a:extLst>
            </p:cNvPr>
            <p:cNvSpPr/>
            <p:nvPr/>
          </p:nvSpPr>
          <p:spPr>
            <a:xfrm>
              <a:off x="10592464"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75" name="Freeform: Shape 5074">
              <a:extLst>
                <a:ext uri="{FF2B5EF4-FFF2-40B4-BE49-F238E27FC236}">
                  <a16:creationId xmlns:a16="http://schemas.microsoft.com/office/drawing/2014/main" id="{907A6E3F-06BA-9CE3-E1A0-C50EF0167A1E}"/>
                </a:ext>
              </a:extLst>
            </p:cNvPr>
            <p:cNvSpPr/>
            <p:nvPr/>
          </p:nvSpPr>
          <p:spPr>
            <a:xfrm>
              <a:off x="10706720"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76" name="Freeform: Shape 5075">
              <a:extLst>
                <a:ext uri="{FF2B5EF4-FFF2-40B4-BE49-F238E27FC236}">
                  <a16:creationId xmlns:a16="http://schemas.microsoft.com/office/drawing/2014/main" id="{60C2D3A1-EEE7-1F90-E5E6-F07257CF0F97}"/>
                </a:ext>
              </a:extLst>
            </p:cNvPr>
            <p:cNvSpPr/>
            <p:nvPr/>
          </p:nvSpPr>
          <p:spPr>
            <a:xfrm>
              <a:off x="10820976" y="6516514"/>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77" name="Freeform: Shape 5076">
              <a:extLst>
                <a:ext uri="{FF2B5EF4-FFF2-40B4-BE49-F238E27FC236}">
                  <a16:creationId xmlns:a16="http://schemas.microsoft.com/office/drawing/2014/main" id="{A8FDE4E3-CEC4-D2A4-EF05-CC6F96193A60}"/>
                </a:ext>
              </a:extLst>
            </p:cNvPr>
            <p:cNvSpPr/>
            <p:nvPr/>
          </p:nvSpPr>
          <p:spPr>
            <a:xfrm>
              <a:off x="10935231"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78" name="Freeform: Shape 5077">
              <a:extLst>
                <a:ext uri="{FF2B5EF4-FFF2-40B4-BE49-F238E27FC236}">
                  <a16:creationId xmlns:a16="http://schemas.microsoft.com/office/drawing/2014/main" id="{81112059-3C33-6DDA-B1A0-6D4A8EF8A1F6}"/>
                </a:ext>
              </a:extLst>
            </p:cNvPr>
            <p:cNvSpPr/>
            <p:nvPr/>
          </p:nvSpPr>
          <p:spPr>
            <a:xfrm>
              <a:off x="11049443"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79" name="Freeform: Shape 5078">
              <a:extLst>
                <a:ext uri="{FF2B5EF4-FFF2-40B4-BE49-F238E27FC236}">
                  <a16:creationId xmlns:a16="http://schemas.microsoft.com/office/drawing/2014/main" id="{034923FE-F5FF-8063-FB1C-DC738AF1B1A4}"/>
                </a:ext>
              </a:extLst>
            </p:cNvPr>
            <p:cNvSpPr/>
            <p:nvPr/>
          </p:nvSpPr>
          <p:spPr>
            <a:xfrm>
              <a:off x="11163699" y="6516514"/>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80" name="Freeform: Shape 5079">
              <a:extLst>
                <a:ext uri="{FF2B5EF4-FFF2-40B4-BE49-F238E27FC236}">
                  <a16:creationId xmlns:a16="http://schemas.microsoft.com/office/drawing/2014/main" id="{D901A38A-3B86-A23E-FA4C-B44E46B1571E}"/>
                </a:ext>
              </a:extLst>
            </p:cNvPr>
            <p:cNvSpPr/>
            <p:nvPr/>
          </p:nvSpPr>
          <p:spPr>
            <a:xfrm>
              <a:off x="11277955"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81" name="Freeform: Shape 5080">
              <a:extLst>
                <a:ext uri="{FF2B5EF4-FFF2-40B4-BE49-F238E27FC236}">
                  <a16:creationId xmlns:a16="http://schemas.microsoft.com/office/drawing/2014/main" id="{BE3E506F-D4D9-BF16-835E-2CEF5735E4F7}"/>
                </a:ext>
              </a:extLst>
            </p:cNvPr>
            <p:cNvSpPr/>
            <p:nvPr/>
          </p:nvSpPr>
          <p:spPr>
            <a:xfrm>
              <a:off x="11392210"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82" name="Freeform: Shape 5081">
              <a:extLst>
                <a:ext uri="{FF2B5EF4-FFF2-40B4-BE49-F238E27FC236}">
                  <a16:creationId xmlns:a16="http://schemas.microsoft.com/office/drawing/2014/main" id="{AA7D1C81-44E9-C3FC-81E0-18827DB77369}"/>
                </a:ext>
              </a:extLst>
            </p:cNvPr>
            <p:cNvSpPr/>
            <p:nvPr/>
          </p:nvSpPr>
          <p:spPr>
            <a:xfrm>
              <a:off x="11506466" y="6516514"/>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83" name="Freeform: Shape 5082">
              <a:extLst>
                <a:ext uri="{FF2B5EF4-FFF2-40B4-BE49-F238E27FC236}">
                  <a16:creationId xmlns:a16="http://schemas.microsoft.com/office/drawing/2014/main" id="{36F0D16B-57B0-72BF-4A28-9BD66A186140}"/>
                </a:ext>
              </a:extLst>
            </p:cNvPr>
            <p:cNvSpPr/>
            <p:nvPr/>
          </p:nvSpPr>
          <p:spPr>
            <a:xfrm>
              <a:off x="11620722"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84" name="Freeform: Shape 5083">
              <a:extLst>
                <a:ext uri="{FF2B5EF4-FFF2-40B4-BE49-F238E27FC236}">
                  <a16:creationId xmlns:a16="http://schemas.microsoft.com/office/drawing/2014/main" id="{928463C7-0F53-F8D0-EDD3-2D9116B82DD7}"/>
                </a:ext>
              </a:extLst>
            </p:cNvPr>
            <p:cNvSpPr/>
            <p:nvPr/>
          </p:nvSpPr>
          <p:spPr>
            <a:xfrm>
              <a:off x="11734978"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85" name="Freeform: Shape 5084">
              <a:extLst>
                <a:ext uri="{FF2B5EF4-FFF2-40B4-BE49-F238E27FC236}">
                  <a16:creationId xmlns:a16="http://schemas.microsoft.com/office/drawing/2014/main" id="{4F8FB3D5-2BEB-D98C-31B9-79562F347BB3}"/>
                </a:ext>
              </a:extLst>
            </p:cNvPr>
            <p:cNvSpPr/>
            <p:nvPr/>
          </p:nvSpPr>
          <p:spPr>
            <a:xfrm>
              <a:off x="11849233"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86" name="Freeform: Shape 5085">
              <a:extLst>
                <a:ext uri="{FF2B5EF4-FFF2-40B4-BE49-F238E27FC236}">
                  <a16:creationId xmlns:a16="http://schemas.microsoft.com/office/drawing/2014/main" id="{BD983DE4-C454-2BD9-F12A-FEEB77A94F8A}"/>
                </a:ext>
              </a:extLst>
            </p:cNvPr>
            <p:cNvSpPr/>
            <p:nvPr/>
          </p:nvSpPr>
          <p:spPr>
            <a:xfrm>
              <a:off x="11963489" y="6516514"/>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87" name="Freeform: Shape 5086">
              <a:extLst>
                <a:ext uri="{FF2B5EF4-FFF2-40B4-BE49-F238E27FC236}">
                  <a16:creationId xmlns:a16="http://schemas.microsoft.com/office/drawing/2014/main" id="{6F244B5B-59ED-5DD9-27F1-4BD3C1D07D27}"/>
                </a:ext>
              </a:extLst>
            </p:cNvPr>
            <p:cNvSpPr/>
            <p:nvPr/>
          </p:nvSpPr>
          <p:spPr>
            <a:xfrm>
              <a:off x="12077745" y="6516514"/>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88" name="Freeform: Shape 5087">
              <a:extLst>
                <a:ext uri="{FF2B5EF4-FFF2-40B4-BE49-F238E27FC236}">
                  <a16:creationId xmlns:a16="http://schemas.microsoft.com/office/drawing/2014/main" id="{1C67AC32-F7E1-5EC4-C366-A663DE983F4E}"/>
                </a:ext>
              </a:extLst>
            </p:cNvPr>
            <p:cNvSpPr/>
            <p:nvPr/>
          </p:nvSpPr>
          <p:spPr>
            <a:xfrm>
              <a:off x="7279135" y="663077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89" name="Freeform: Shape 5088">
              <a:extLst>
                <a:ext uri="{FF2B5EF4-FFF2-40B4-BE49-F238E27FC236}">
                  <a16:creationId xmlns:a16="http://schemas.microsoft.com/office/drawing/2014/main" id="{B7979447-944B-4CAF-0294-84D550BC47AE}"/>
                </a:ext>
              </a:extLst>
            </p:cNvPr>
            <p:cNvSpPr/>
            <p:nvPr/>
          </p:nvSpPr>
          <p:spPr>
            <a:xfrm>
              <a:off x="7393391"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90" name="Freeform: Shape 5089">
              <a:extLst>
                <a:ext uri="{FF2B5EF4-FFF2-40B4-BE49-F238E27FC236}">
                  <a16:creationId xmlns:a16="http://schemas.microsoft.com/office/drawing/2014/main" id="{212F43AB-FAF9-EAE7-7202-B867FD228CD1}"/>
                </a:ext>
              </a:extLst>
            </p:cNvPr>
            <p:cNvSpPr/>
            <p:nvPr/>
          </p:nvSpPr>
          <p:spPr>
            <a:xfrm>
              <a:off x="7507646"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91" name="Freeform: Shape 5090">
              <a:extLst>
                <a:ext uri="{FF2B5EF4-FFF2-40B4-BE49-F238E27FC236}">
                  <a16:creationId xmlns:a16="http://schemas.microsoft.com/office/drawing/2014/main" id="{AE30E9BE-F6A5-E15A-B2B5-BDA502B09D88}"/>
                </a:ext>
              </a:extLst>
            </p:cNvPr>
            <p:cNvSpPr/>
            <p:nvPr/>
          </p:nvSpPr>
          <p:spPr>
            <a:xfrm>
              <a:off x="7621902"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92" name="Freeform: Shape 5091">
              <a:extLst>
                <a:ext uri="{FF2B5EF4-FFF2-40B4-BE49-F238E27FC236}">
                  <a16:creationId xmlns:a16="http://schemas.microsoft.com/office/drawing/2014/main" id="{7DED384E-B54F-18B0-44D5-9EF9678A6812}"/>
                </a:ext>
              </a:extLst>
            </p:cNvPr>
            <p:cNvSpPr/>
            <p:nvPr/>
          </p:nvSpPr>
          <p:spPr>
            <a:xfrm>
              <a:off x="7736158" y="663077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93" name="Freeform: Shape 5092">
              <a:extLst>
                <a:ext uri="{FF2B5EF4-FFF2-40B4-BE49-F238E27FC236}">
                  <a16:creationId xmlns:a16="http://schemas.microsoft.com/office/drawing/2014/main" id="{16E7887A-F87B-6BF0-C6D1-73631C646826}"/>
                </a:ext>
              </a:extLst>
            </p:cNvPr>
            <p:cNvSpPr/>
            <p:nvPr/>
          </p:nvSpPr>
          <p:spPr>
            <a:xfrm>
              <a:off x="7850414"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94" name="Freeform: Shape 5093">
              <a:extLst>
                <a:ext uri="{FF2B5EF4-FFF2-40B4-BE49-F238E27FC236}">
                  <a16:creationId xmlns:a16="http://schemas.microsoft.com/office/drawing/2014/main" id="{092BCA76-9E55-B509-82C3-890D900D42CE}"/>
                </a:ext>
              </a:extLst>
            </p:cNvPr>
            <p:cNvSpPr/>
            <p:nvPr/>
          </p:nvSpPr>
          <p:spPr>
            <a:xfrm>
              <a:off x="7964669"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95" name="Freeform: Shape 5094">
              <a:extLst>
                <a:ext uri="{FF2B5EF4-FFF2-40B4-BE49-F238E27FC236}">
                  <a16:creationId xmlns:a16="http://schemas.microsoft.com/office/drawing/2014/main" id="{79CA5B2C-E06D-3ACC-EA06-A6731F5495F9}"/>
                </a:ext>
              </a:extLst>
            </p:cNvPr>
            <p:cNvSpPr/>
            <p:nvPr/>
          </p:nvSpPr>
          <p:spPr>
            <a:xfrm>
              <a:off x="8078925" y="663077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96" name="Freeform: Shape 5095">
              <a:extLst>
                <a:ext uri="{FF2B5EF4-FFF2-40B4-BE49-F238E27FC236}">
                  <a16:creationId xmlns:a16="http://schemas.microsoft.com/office/drawing/2014/main" id="{39CF4FD8-4155-570A-48E9-2C1069B49914}"/>
                </a:ext>
              </a:extLst>
            </p:cNvPr>
            <p:cNvSpPr/>
            <p:nvPr/>
          </p:nvSpPr>
          <p:spPr>
            <a:xfrm>
              <a:off x="8193181"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97" name="Freeform: Shape 5096">
              <a:extLst>
                <a:ext uri="{FF2B5EF4-FFF2-40B4-BE49-F238E27FC236}">
                  <a16:creationId xmlns:a16="http://schemas.microsoft.com/office/drawing/2014/main" id="{0C39D68E-1E58-F5B9-D0B9-FA455C7FBA77}"/>
                </a:ext>
              </a:extLst>
            </p:cNvPr>
            <p:cNvSpPr/>
            <p:nvPr/>
          </p:nvSpPr>
          <p:spPr>
            <a:xfrm>
              <a:off x="8307437"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98" name="Freeform: Shape 5097">
              <a:extLst>
                <a:ext uri="{FF2B5EF4-FFF2-40B4-BE49-F238E27FC236}">
                  <a16:creationId xmlns:a16="http://schemas.microsoft.com/office/drawing/2014/main" id="{2B59E008-A789-1811-99B8-0B4BC1CEE0D7}"/>
                </a:ext>
              </a:extLst>
            </p:cNvPr>
            <p:cNvSpPr/>
            <p:nvPr/>
          </p:nvSpPr>
          <p:spPr>
            <a:xfrm>
              <a:off x="8421648"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099" name="Freeform: Shape 5098">
              <a:extLst>
                <a:ext uri="{FF2B5EF4-FFF2-40B4-BE49-F238E27FC236}">
                  <a16:creationId xmlns:a16="http://schemas.microsoft.com/office/drawing/2014/main" id="{603BAFF5-0CFE-12ED-F957-12A4A22FE1BB}"/>
                </a:ext>
              </a:extLst>
            </p:cNvPr>
            <p:cNvSpPr/>
            <p:nvPr/>
          </p:nvSpPr>
          <p:spPr>
            <a:xfrm>
              <a:off x="8535904"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00" name="Freeform: Shape 5099">
              <a:extLst>
                <a:ext uri="{FF2B5EF4-FFF2-40B4-BE49-F238E27FC236}">
                  <a16:creationId xmlns:a16="http://schemas.microsoft.com/office/drawing/2014/main" id="{F548479C-2326-2FAB-CFA8-06DA269C3362}"/>
                </a:ext>
              </a:extLst>
            </p:cNvPr>
            <p:cNvSpPr/>
            <p:nvPr/>
          </p:nvSpPr>
          <p:spPr>
            <a:xfrm>
              <a:off x="8650160"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01" name="Freeform: Shape 5100">
              <a:extLst>
                <a:ext uri="{FF2B5EF4-FFF2-40B4-BE49-F238E27FC236}">
                  <a16:creationId xmlns:a16="http://schemas.microsoft.com/office/drawing/2014/main" id="{E157429D-BC66-8DE4-67D0-0F7A21B89C83}"/>
                </a:ext>
              </a:extLst>
            </p:cNvPr>
            <p:cNvSpPr/>
            <p:nvPr/>
          </p:nvSpPr>
          <p:spPr>
            <a:xfrm>
              <a:off x="8764416"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02" name="Freeform: Shape 5101">
              <a:extLst>
                <a:ext uri="{FF2B5EF4-FFF2-40B4-BE49-F238E27FC236}">
                  <a16:creationId xmlns:a16="http://schemas.microsoft.com/office/drawing/2014/main" id="{2B6CCA22-0398-2E86-C773-EA500CFD3E2C}"/>
                </a:ext>
              </a:extLst>
            </p:cNvPr>
            <p:cNvSpPr/>
            <p:nvPr/>
          </p:nvSpPr>
          <p:spPr>
            <a:xfrm>
              <a:off x="8878671" y="663077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03" name="Freeform: Shape 5102">
              <a:extLst>
                <a:ext uri="{FF2B5EF4-FFF2-40B4-BE49-F238E27FC236}">
                  <a16:creationId xmlns:a16="http://schemas.microsoft.com/office/drawing/2014/main" id="{DC831604-CD6B-53A0-56F4-DFC05FD9CB8C}"/>
                </a:ext>
              </a:extLst>
            </p:cNvPr>
            <p:cNvSpPr/>
            <p:nvPr/>
          </p:nvSpPr>
          <p:spPr>
            <a:xfrm>
              <a:off x="8992927"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04" name="Freeform: Shape 5103">
              <a:extLst>
                <a:ext uri="{FF2B5EF4-FFF2-40B4-BE49-F238E27FC236}">
                  <a16:creationId xmlns:a16="http://schemas.microsoft.com/office/drawing/2014/main" id="{7C72099C-3738-345C-011D-E292326A451B}"/>
                </a:ext>
              </a:extLst>
            </p:cNvPr>
            <p:cNvSpPr/>
            <p:nvPr/>
          </p:nvSpPr>
          <p:spPr>
            <a:xfrm>
              <a:off x="9107183"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05" name="Freeform: Shape 5104">
              <a:extLst>
                <a:ext uri="{FF2B5EF4-FFF2-40B4-BE49-F238E27FC236}">
                  <a16:creationId xmlns:a16="http://schemas.microsoft.com/office/drawing/2014/main" id="{B2C08418-9A67-FE1E-BA4F-C46BBBFFB6C5}"/>
                </a:ext>
              </a:extLst>
            </p:cNvPr>
            <p:cNvSpPr/>
            <p:nvPr/>
          </p:nvSpPr>
          <p:spPr>
            <a:xfrm>
              <a:off x="9221439"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06" name="Freeform: Shape 5105">
              <a:extLst>
                <a:ext uri="{FF2B5EF4-FFF2-40B4-BE49-F238E27FC236}">
                  <a16:creationId xmlns:a16="http://schemas.microsoft.com/office/drawing/2014/main" id="{CBD64E56-CEC4-C29A-06F7-FB9BC3B3F85F}"/>
                </a:ext>
              </a:extLst>
            </p:cNvPr>
            <p:cNvSpPr/>
            <p:nvPr/>
          </p:nvSpPr>
          <p:spPr>
            <a:xfrm>
              <a:off x="9335695" y="663077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07" name="Freeform: Shape 5106">
              <a:extLst>
                <a:ext uri="{FF2B5EF4-FFF2-40B4-BE49-F238E27FC236}">
                  <a16:creationId xmlns:a16="http://schemas.microsoft.com/office/drawing/2014/main" id="{20FDC297-FA55-AFB6-5663-E196DE502CBB}"/>
                </a:ext>
              </a:extLst>
            </p:cNvPr>
            <p:cNvSpPr/>
            <p:nvPr/>
          </p:nvSpPr>
          <p:spPr>
            <a:xfrm>
              <a:off x="9449950"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08" name="Freeform: Shape 5107">
              <a:extLst>
                <a:ext uri="{FF2B5EF4-FFF2-40B4-BE49-F238E27FC236}">
                  <a16:creationId xmlns:a16="http://schemas.microsoft.com/office/drawing/2014/main" id="{DDFA14A8-4795-2D5E-A235-03B4097DE24C}"/>
                </a:ext>
              </a:extLst>
            </p:cNvPr>
            <p:cNvSpPr/>
            <p:nvPr/>
          </p:nvSpPr>
          <p:spPr>
            <a:xfrm>
              <a:off x="9564206"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09" name="Freeform: Shape 5108">
              <a:extLst>
                <a:ext uri="{FF2B5EF4-FFF2-40B4-BE49-F238E27FC236}">
                  <a16:creationId xmlns:a16="http://schemas.microsoft.com/office/drawing/2014/main" id="{AB456947-4301-3E75-577C-8246589DF3B1}"/>
                </a:ext>
              </a:extLst>
            </p:cNvPr>
            <p:cNvSpPr/>
            <p:nvPr/>
          </p:nvSpPr>
          <p:spPr>
            <a:xfrm>
              <a:off x="9678418" y="663077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10" name="Freeform: Shape 5109">
              <a:extLst>
                <a:ext uri="{FF2B5EF4-FFF2-40B4-BE49-F238E27FC236}">
                  <a16:creationId xmlns:a16="http://schemas.microsoft.com/office/drawing/2014/main" id="{303EB0F8-092D-8710-CAB3-524CE74C0E3A}"/>
                </a:ext>
              </a:extLst>
            </p:cNvPr>
            <p:cNvSpPr/>
            <p:nvPr/>
          </p:nvSpPr>
          <p:spPr>
            <a:xfrm>
              <a:off x="9792674"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11" name="Freeform: Shape 5110">
              <a:extLst>
                <a:ext uri="{FF2B5EF4-FFF2-40B4-BE49-F238E27FC236}">
                  <a16:creationId xmlns:a16="http://schemas.microsoft.com/office/drawing/2014/main" id="{22C8C311-B1FD-79B8-DBDD-8052C00762D0}"/>
                </a:ext>
              </a:extLst>
            </p:cNvPr>
            <p:cNvSpPr/>
            <p:nvPr/>
          </p:nvSpPr>
          <p:spPr>
            <a:xfrm>
              <a:off x="9906929"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12" name="Freeform: Shape 5111">
              <a:extLst>
                <a:ext uri="{FF2B5EF4-FFF2-40B4-BE49-F238E27FC236}">
                  <a16:creationId xmlns:a16="http://schemas.microsoft.com/office/drawing/2014/main" id="{E05F11C9-0D2B-F505-7084-7ADF2EDDBE4D}"/>
                </a:ext>
              </a:extLst>
            </p:cNvPr>
            <p:cNvSpPr/>
            <p:nvPr/>
          </p:nvSpPr>
          <p:spPr>
            <a:xfrm>
              <a:off x="10021185"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13" name="Freeform: Shape 5112">
              <a:extLst>
                <a:ext uri="{FF2B5EF4-FFF2-40B4-BE49-F238E27FC236}">
                  <a16:creationId xmlns:a16="http://schemas.microsoft.com/office/drawing/2014/main" id="{2C348CE0-FFCB-FBBB-756E-797D3D92406F}"/>
                </a:ext>
              </a:extLst>
            </p:cNvPr>
            <p:cNvSpPr/>
            <p:nvPr/>
          </p:nvSpPr>
          <p:spPr>
            <a:xfrm>
              <a:off x="10135441"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14" name="Freeform: Shape 5113">
              <a:extLst>
                <a:ext uri="{FF2B5EF4-FFF2-40B4-BE49-F238E27FC236}">
                  <a16:creationId xmlns:a16="http://schemas.microsoft.com/office/drawing/2014/main" id="{156394BE-2C64-361A-7F9B-8666D9F012BF}"/>
                </a:ext>
              </a:extLst>
            </p:cNvPr>
            <p:cNvSpPr/>
            <p:nvPr/>
          </p:nvSpPr>
          <p:spPr>
            <a:xfrm>
              <a:off x="10249697"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15" name="Freeform: Shape 5114">
              <a:extLst>
                <a:ext uri="{FF2B5EF4-FFF2-40B4-BE49-F238E27FC236}">
                  <a16:creationId xmlns:a16="http://schemas.microsoft.com/office/drawing/2014/main" id="{922115B6-126E-999A-1C7A-2E21F64C7CF6}"/>
                </a:ext>
              </a:extLst>
            </p:cNvPr>
            <p:cNvSpPr/>
            <p:nvPr/>
          </p:nvSpPr>
          <p:spPr>
            <a:xfrm>
              <a:off x="10363952"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16" name="Freeform: Shape 5115">
              <a:extLst>
                <a:ext uri="{FF2B5EF4-FFF2-40B4-BE49-F238E27FC236}">
                  <a16:creationId xmlns:a16="http://schemas.microsoft.com/office/drawing/2014/main" id="{0FEFCF53-E328-0E35-C8F5-88A303680151}"/>
                </a:ext>
              </a:extLst>
            </p:cNvPr>
            <p:cNvSpPr/>
            <p:nvPr/>
          </p:nvSpPr>
          <p:spPr>
            <a:xfrm>
              <a:off x="10478208" y="6630770"/>
              <a:ext cx="114255" cy="114255"/>
            </a:xfrm>
            <a:custGeom>
              <a:avLst/>
              <a:gdLst>
                <a:gd name="connsiteX0" fmla="*/ 0 w 114255"/>
                <a:gd name="connsiteY0" fmla="*/ 0 h 114255"/>
                <a:gd name="connsiteX1" fmla="*/ 114255 w 114255"/>
                <a:gd name="connsiteY1" fmla="*/ 0 h 114255"/>
                <a:gd name="connsiteX2" fmla="*/ 114255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17" name="Freeform: Shape 5116">
              <a:extLst>
                <a:ext uri="{FF2B5EF4-FFF2-40B4-BE49-F238E27FC236}">
                  <a16:creationId xmlns:a16="http://schemas.microsoft.com/office/drawing/2014/main" id="{5BBA60F7-EF2C-4BB2-8566-6D73B324204A}"/>
                </a:ext>
              </a:extLst>
            </p:cNvPr>
            <p:cNvSpPr/>
            <p:nvPr/>
          </p:nvSpPr>
          <p:spPr>
            <a:xfrm>
              <a:off x="10592464"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18" name="Freeform: Shape 5117">
              <a:extLst>
                <a:ext uri="{FF2B5EF4-FFF2-40B4-BE49-F238E27FC236}">
                  <a16:creationId xmlns:a16="http://schemas.microsoft.com/office/drawing/2014/main" id="{7B136F72-F5C5-89DF-6243-50DF6E26161D}"/>
                </a:ext>
              </a:extLst>
            </p:cNvPr>
            <p:cNvSpPr/>
            <p:nvPr/>
          </p:nvSpPr>
          <p:spPr>
            <a:xfrm>
              <a:off x="10706720"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19" name="Freeform: Shape 5118">
              <a:extLst>
                <a:ext uri="{FF2B5EF4-FFF2-40B4-BE49-F238E27FC236}">
                  <a16:creationId xmlns:a16="http://schemas.microsoft.com/office/drawing/2014/main" id="{9DF340ED-A641-9F3A-7A48-7524A5633745}"/>
                </a:ext>
              </a:extLst>
            </p:cNvPr>
            <p:cNvSpPr/>
            <p:nvPr/>
          </p:nvSpPr>
          <p:spPr>
            <a:xfrm>
              <a:off x="10820976" y="6630770"/>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20" name="Freeform: Shape 5119">
              <a:extLst>
                <a:ext uri="{FF2B5EF4-FFF2-40B4-BE49-F238E27FC236}">
                  <a16:creationId xmlns:a16="http://schemas.microsoft.com/office/drawing/2014/main" id="{69276F16-E22C-5DBC-072D-CBA450B35EB7}"/>
                </a:ext>
              </a:extLst>
            </p:cNvPr>
            <p:cNvSpPr/>
            <p:nvPr/>
          </p:nvSpPr>
          <p:spPr>
            <a:xfrm>
              <a:off x="10935231"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21" name="Freeform: Shape 5120">
              <a:extLst>
                <a:ext uri="{FF2B5EF4-FFF2-40B4-BE49-F238E27FC236}">
                  <a16:creationId xmlns:a16="http://schemas.microsoft.com/office/drawing/2014/main" id="{7004A6CF-A88F-28B5-57CA-6BCFDDE61865}"/>
                </a:ext>
              </a:extLst>
            </p:cNvPr>
            <p:cNvSpPr/>
            <p:nvPr/>
          </p:nvSpPr>
          <p:spPr>
            <a:xfrm>
              <a:off x="11049443"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22" name="Freeform: Shape 5121">
              <a:extLst>
                <a:ext uri="{FF2B5EF4-FFF2-40B4-BE49-F238E27FC236}">
                  <a16:creationId xmlns:a16="http://schemas.microsoft.com/office/drawing/2014/main" id="{9287E1A9-1A10-B0B9-C64D-09F3DC22D674}"/>
                </a:ext>
              </a:extLst>
            </p:cNvPr>
            <p:cNvSpPr/>
            <p:nvPr/>
          </p:nvSpPr>
          <p:spPr>
            <a:xfrm>
              <a:off x="11163699" y="6630770"/>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23" name="Freeform: Shape 5122">
              <a:extLst>
                <a:ext uri="{FF2B5EF4-FFF2-40B4-BE49-F238E27FC236}">
                  <a16:creationId xmlns:a16="http://schemas.microsoft.com/office/drawing/2014/main" id="{B5DB529E-3145-0071-4253-F9F7A7AB885A}"/>
                </a:ext>
              </a:extLst>
            </p:cNvPr>
            <p:cNvSpPr/>
            <p:nvPr/>
          </p:nvSpPr>
          <p:spPr>
            <a:xfrm>
              <a:off x="11277955"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24" name="Freeform: Shape 5123">
              <a:extLst>
                <a:ext uri="{FF2B5EF4-FFF2-40B4-BE49-F238E27FC236}">
                  <a16:creationId xmlns:a16="http://schemas.microsoft.com/office/drawing/2014/main" id="{022A3986-3E6E-CF1E-1FD1-FCC26CF2CB98}"/>
                </a:ext>
              </a:extLst>
            </p:cNvPr>
            <p:cNvSpPr/>
            <p:nvPr/>
          </p:nvSpPr>
          <p:spPr>
            <a:xfrm>
              <a:off x="11392210"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25" name="Freeform: Shape 5124">
              <a:extLst>
                <a:ext uri="{FF2B5EF4-FFF2-40B4-BE49-F238E27FC236}">
                  <a16:creationId xmlns:a16="http://schemas.microsoft.com/office/drawing/2014/main" id="{BF374A40-EA1F-A33C-5F08-80EF08367871}"/>
                </a:ext>
              </a:extLst>
            </p:cNvPr>
            <p:cNvSpPr/>
            <p:nvPr/>
          </p:nvSpPr>
          <p:spPr>
            <a:xfrm>
              <a:off x="11506466" y="6630770"/>
              <a:ext cx="114255" cy="114255"/>
            </a:xfrm>
            <a:custGeom>
              <a:avLst/>
              <a:gdLst>
                <a:gd name="connsiteX0" fmla="*/ -1 w 114255"/>
                <a:gd name="connsiteY0" fmla="*/ 0 h 114255"/>
                <a:gd name="connsiteX1" fmla="*/ 114256 w 114255"/>
                <a:gd name="connsiteY1" fmla="*/ 0 h 114255"/>
                <a:gd name="connsiteX2" fmla="*/ 114256 w 114255"/>
                <a:gd name="connsiteY2" fmla="*/ 114256 h 114255"/>
                <a:gd name="connsiteX3" fmla="*/ -1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6"/>
                  </a:lnTo>
                  <a:lnTo>
                    <a:pt x="-1"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26" name="Freeform: Shape 5125">
              <a:extLst>
                <a:ext uri="{FF2B5EF4-FFF2-40B4-BE49-F238E27FC236}">
                  <a16:creationId xmlns:a16="http://schemas.microsoft.com/office/drawing/2014/main" id="{5A53EE5B-BDF2-4CA5-66DC-6D35EC9B9015}"/>
                </a:ext>
              </a:extLst>
            </p:cNvPr>
            <p:cNvSpPr/>
            <p:nvPr/>
          </p:nvSpPr>
          <p:spPr>
            <a:xfrm>
              <a:off x="11620722"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27" name="Freeform: Shape 5126">
              <a:extLst>
                <a:ext uri="{FF2B5EF4-FFF2-40B4-BE49-F238E27FC236}">
                  <a16:creationId xmlns:a16="http://schemas.microsoft.com/office/drawing/2014/main" id="{AD9002A6-D543-CC73-F507-20F6B3AF9582}"/>
                </a:ext>
              </a:extLst>
            </p:cNvPr>
            <p:cNvSpPr/>
            <p:nvPr/>
          </p:nvSpPr>
          <p:spPr>
            <a:xfrm>
              <a:off x="11734978"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28" name="Freeform: Shape 5127">
              <a:extLst>
                <a:ext uri="{FF2B5EF4-FFF2-40B4-BE49-F238E27FC236}">
                  <a16:creationId xmlns:a16="http://schemas.microsoft.com/office/drawing/2014/main" id="{D0261F45-1118-71FB-8AD8-F65D76475A25}"/>
                </a:ext>
              </a:extLst>
            </p:cNvPr>
            <p:cNvSpPr/>
            <p:nvPr/>
          </p:nvSpPr>
          <p:spPr>
            <a:xfrm>
              <a:off x="11849233"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29" name="Freeform: Shape 5128">
              <a:extLst>
                <a:ext uri="{FF2B5EF4-FFF2-40B4-BE49-F238E27FC236}">
                  <a16:creationId xmlns:a16="http://schemas.microsoft.com/office/drawing/2014/main" id="{AB0338E1-C2C8-B483-2512-366C4B7B847C}"/>
                </a:ext>
              </a:extLst>
            </p:cNvPr>
            <p:cNvSpPr/>
            <p:nvPr/>
          </p:nvSpPr>
          <p:spPr>
            <a:xfrm>
              <a:off x="11963489" y="6630770"/>
              <a:ext cx="114255" cy="114255"/>
            </a:xfrm>
            <a:custGeom>
              <a:avLst/>
              <a:gdLst>
                <a:gd name="connsiteX0" fmla="*/ 0 w 114255"/>
                <a:gd name="connsiteY0" fmla="*/ 0 h 114255"/>
                <a:gd name="connsiteX1" fmla="*/ 114256 w 114255"/>
                <a:gd name="connsiteY1" fmla="*/ 0 h 114255"/>
                <a:gd name="connsiteX2" fmla="*/ 114256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30" name="Freeform: Shape 5129">
              <a:extLst>
                <a:ext uri="{FF2B5EF4-FFF2-40B4-BE49-F238E27FC236}">
                  <a16:creationId xmlns:a16="http://schemas.microsoft.com/office/drawing/2014/main" id="{8271BC1F-7534-C598-BA6B-BC1B6249DF7C}"/>
                </a:ext>
              </a:extLst>
            </p:cNvPr>
            <p:cNvSpPr/>
            <p:nvPr/>
          </p:nvSpPr>
          <p:spPr>
            <a:xfrm>
              <a:off x="12077745" y="6630770"/>
              <a:ext cx="114255" cy="114255"/>
            </a:xfrm>
            <a:custGeom>
              <a:avLst/>
              <a:gdLst>
                <a:gd name="connsiteX0" fmla="*/ 0 w 114255"/>
                <a:gd name="connsiteY0" fmla="*/ 0 h 114255"/>
                <a:gd name="connsiteX1" fmla="*/ 114257 w 114255"/>
                <a:gd name="connsiteY1" fmla="*/ 0 h 114255"/>
                <a:gd name="connsiteX2" fmla="*/ 114257 w 114255"/>
                <a:gd name="connsiteY2" fmla="*/ 114256 h 114255"/>
                <a:gd name="connsiteX3" fmla="*/ 0 w 114255"/>
                <a:gd name="connsiteY3" fmla="*/ 114256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6"/>
                  </a:lnTo>
                  <a:lnTo>
                    <a:pt x="0" y="114256"/>
                  </a:lnTo>
                  <a:close/>
                </a:path>
              </a:pathLst>
            </a:custGeom>
            <a:noFill/>
            <a:ln w="1105" cap="flat">
              <a:solidFill>
                <a:schemeClr val="bg1">
                  <a:lumMod val="65000"/>
                </a:schemeClr>
              </a:solidFill>
              <a:prstDash val="solid"/>
              <a:miter/>
            </a:ln>
          </p:spPr>
          <p:txBody>
            <a:bodyPr rtlCol="0" anchor="ctr"/>
            <a:lstStyle/>
            <a:p>
              <a:endParaRPr lang="en-US"/>
            </a:p>
          </p:txBody>
        </p:sp>
        <p:sp>
          <p:nvSpPr>
            <p:cNvPr id="5131" name="Freeform: Shape 5130">
              <a:extLst>
                <a:ext uri="{FF2B5EF4-FFF2-40B4-BE49-F238E27FC236}">
                  <a16:creationId xmlns:a16="http://schemas.microsoft.com/office/drawing/2014/main" id="{88C3A64E-87A8-4B02-91C2-0630043DA6E2}"/>
                </a:ext>
              </a:extLst>
            </p:cNvPr>
            <p:cNvSpPr/>
            <p:nvPr/>
          </p:nvSpPr>
          <p:spPr>
            <a:xfrm>
              <a:off x="7279135" y="674502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32" name="Freeform: Shape 5131">
              <a:extLst>
                <a:ext uri="{FF2B5EF4-FFF2-40B4-BE49-F238E27FC236}">
                  <a16:creationId xmlns:a16="http://schemas.microsoft.com/office/drawing/2014/main" id="{896F64F6-C6AE-B3A4-B4D9-64D2A76E1BB8}"/>
                </a:ext>
              </a:extLst>
            </p:cNvPr>
            <p:cNvSpPr/>
            <p:nvPr/>
          </p:nvSpPr>
          <p:spPr>
            <a:xfrm>
              <a:off x="7393391"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33" name="Freeform: Shape 5132">
              <a:extLst>
                <a:ext uri="{FF2B5EF4-FFF2-40B4-BE49-F238E27FC236}">
                  <a16:creationId xmlns:a16="http://schemas.microsoft.com/office/drawing/2014/main" id="{A6220036-C1ED-7DE1-39FF-533071B4EF9D}"/>
                </a:ext>
              </a:extLst>
            </p:cNvPr>
            <p:cNvSpPr/>
            <p:nvPr/>
          </p:nvSpPr>
          <p:spPr>
            <a:xfrm>
              <a:off x="7507646"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34" name="Freeform: Shape 5133">
              <a:extLst>
                <a:ext uri="{FF2B5EF4-FFF2-40B4-BE49-F238E27FC236}">
                  <a16:creationId xmlns:a16="http://schemas.microsoft.com/office/drawing/2014/main" id="{ECF2FBE6-8249-A7DC-DF55-C5D9B4ECF159}"/>
                </a:ext>
              </a:extLst>
            </p:cNvPr>
            <p:cNvSpPr/>
            <p:nvPr/>
          </p:nvSpPr>
          <p:spPr>
            <a:xfrm>
              <a:off x="7621902"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35" name="Freeform: Shape 5134">
              <a:extLst>
                <a:ext uri="{FF2B5EF4-FFF2-40B4-BE49-F238E27FC236}">
                  <a16:creationId xmlns:a16="http://schemas.microsoft.com/office/drawing/2014/main" id="{A8362C76-B88D-AC91-FF17-FA730299F40D}"/>
                </a:ext>
              </a:extLst>
            </p:cNvPr>
            <p:cNvSpPr/>
            <p:nvPr/>
          </p:nvSpPr>
          <p:spPr>
            <a:xfrm>
              <a:off x="7736158" y="674502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36" name="Freeform: Shape 5135">
              <a:extLst>
                <a:ext uri="{FF2B5EF4-FFF2-40B4-BE49-F238E27FC236}">
                  <a16:creationId xmlns:a16="http://schemas.microsoft.com/office/drawing/2014/main" id="{523D9284-9D68-56C9-D4DB-42A4811C2232}"/>
                </a:ext>
              </a:extLst>
            </p:cNvPr>
            <p:cNvSpPr/>
            <p:nvPr/>
          </p:nvSpPr>
          <p:spPr>
            <a:xfrm>
              <a:off x="7850414"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37" name="Freeform: Shape 5136">
              <a:extLst>
                <a:ext uri="{FF2B5EF4-FFF2-40B4-BE49-F238E27FC236}">
                  <a16:creationId xmlns:a16="http://schemas.microsoft.com/office/drawing/2014/main" id="{D8C5D43D-7AA8-DC6D-C435-543043EADBC6}"/>
                </a:ext>
              </a:extLst>
            </p:cNvPr>
            <p:cNvSpPr/>
            <p:nvPr/>
          </p:nvSpPr>
          <p:spPr>
            <a:xfrm>
              <a:off x="7964669"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38" name="Freeform: Shape 5137">
              <a:extLst>
                <a:ext uri="{FF2B5EF4-FFF2-40B4-BE49-F238E27FC236}">
                  <a16:creationId xmlns:a16="http://schemas.microsoft.com/office/drawing/2014/main" id="{59546C6E-5210-8ABB-5D96-FDC45E767CDF}"/>
                </a:ext>
              </a:extLst>
            </p:cNvPr>
            <p:cNvSpPr/>
            <p:nvPr/>
          </p:nvSpPr>
          <p:spPr>
            <a:xfrm>
              <a:off x="8078925" y="674502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39" name="Freeform: Shape 5138">
              <a:extLst>
                <a:ext uri="{FF2B5EF4-FFF2-40B4-BE49-F238E27FC236}">
                  <a16:creationId xmlns:a16="http://schemas.microsoft.com/office/drawing/2014/main" id="{1A7E51AC-34F0-83AE-EFF1-74EC7D9C3934}"/>
                </a:ext>
              </a:extLst>
            </p:cNvPr>
            <p:cNvSpPr/>
            <p:nvPr/>
          </p:nvSpPr>
          <p:spPr>
            <a:xfrm>
              <a:off x="8193181"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40" name="Freeform: Shape 5139">
              <a:extLst>
                <a:ext uri="{FF2B5EF4-FFF2-40B4-BE49-F238E27FC236}">
                  <a16:creationId xmlns:a16="http://schemas.microsoft.com/office/drawing/2014/main" id="{ED677C3B-22B9-3382-198D-3DB3E951D529}"/>
                </a:ext>
              </a:extLst>
            </p:cNvPr>
            <p:cNvSpPr/>
            <p:nvPr/>
          </p:nvSpPr>
          <p:spPr>
            <a:xfrm>
              <a:off x="8307437"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41" name="Freeform: Shape 5140">
              <a:extLst>
                <a:ext uri="{FF2B5EF4-FFF2-40B4-BE49-F238E27FC236}">
                  <a16:creationId xmlns:a16="http://schemas.microsoft.com/office/drawing/2014/main" id="{658E1933-EFB4-ED12-B191-633FE83B8936}"/>
                </a:ext>
              </a:extLst>
            </p:cNvPr>
            <p:cNvSpPr/>
            <p:nvPr/>
          </p:nvSpPr>
          <p:spPr>
            <a:xfrm>
              <a:off x="8421648"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42" name="Freeform: Shape 5141">
              <a:extLst>
                <a:ext uri="{FF2B5EF4-FFF2-40B4-BE49-F238E27FC236}">
                  <a16:creationId xmlns:a16="http://schemas.microsoft.com/office/drawing/2014/main" id="{C89C3009-8D90-2AB2-3837-80167DEE6DA7}"/>
                </a:ext>
              </a:extLst>
            </p:cNvPr>
            <p:cNvSpPr/>
            <p:nvPr/>
          </p:nvSpPr>
          <p:spPr>
            <a:xfrm>
              <a:off x="8535904"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43" name="Freeform: Shape 5142">
              <a:extLst>
                <a:ext uri="{FF2B5EF4-FFF2-40B4-BE49-F238E27FC236}">
                  <a16:creationId xmlns:a16="http://schemas.microsoft.com/office/drawing/2014/main" id="{52C64501-3525-0FEA-E8BF-03ACDEEA4C84}"/>
                </a:ext>
              </a:extLst>
            </p:cNvPr>
            <p:cNvSpPr/>
            <p:nvPr/>
          </p:nvSpPr>
          <p:spPr>
            <a:xfrm>
              <a:off x="8650160"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44" name="Freeform: Shape 5143">
              <a:extLst>
                <a:ext uri="{FF2B5EF4-FFF2-40B4-BE49-F238E27FC236}">
                  <a16:creationId xmlns:a16="http://schemas.microsoft.com/office/drawing/2014/main" id="{70080F11-37CB-DAE4-DBD6-45CA241D1F5C}"/>
                </a:ext>
              </a:extLst>
            </p:cNvPr>
            <p:cNvSpPr/>
            <p:nvPr/>
          </p:nvSpPr>
          <p:spPr>
            <a:xfrm>
              <a:off x="8764416"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45" name="Freeform: Shape 5144">
              <a:extLst>
                <a:ext uri="{FF2B5EF4-FFF2-40B4-BE49-F238E27FC236}">
                  <a16:creationId xmlns:a16="http://schemas.microsoft.com/office/drawing/2014/main" id="{33F020D2-DDD1-1F5D-BBF8-F465C0DFD62B}"/>
                </a:ext>
              </a:extLst>
            </p:cNvPr>
            <p:cNvSpPr/>
            <p:nvPr/>
          </p:nvSpPr>
          <p:spPr>
            <a:xfrm>
              <a:off x="8878671" y="674502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46" name="Freeform: Shape 5145">
              <a:extLst>
                <a:ext uri="{FF2B5EF4-FFF2-40B4-BE49-F238E27FC236}">
                  <a16:creationId xmlns:a16="http://schemas.microsoft.com/office/drawing/2014/main" id="{70FDA866-1AD4-2C63-0781-96E2EE9017FD}"/>
                </a:ext>
              </a:extLst>
            </p:cNvPr>
            <p:cNvSpPr/>
            <p:nvPr/>
          </p:nvSpPr>
          <p:spPr>
            <a:xfrm>
              <a:off x="8992927"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47" name="Freeform: Shape 5146">
              <a:extLst>
                <a:ext uri="{FF2B5EF4-FFF2-40B4-BE49-F238E27FC236}">
                  <a16:creationId xmlns:a16="http://schemas.microsoft.com/office/drawing/2014/main" id="{9B021DEB-E2D2-48A8-59AC-679685F99DC9}"/>
                </a:ext>
              </a:extLst>
            </p:cNvPr>
            <p:cNvSpPr/>
            <p:nvPr/>
          </p:nvSpPr>
          <p:spPr>
            <a:xfrm>
              <a:off x="9107183"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48" name="Freeform: Shape 5147">
              <a:extLst>
                <a:ext uri="{FF2B5EF4-FFF2-40B4-BE49-F238E27FC236}">
                  <a16:creationId xmlns:a16="http://schemas.microsoft.com/office/drawing/2014/main" id="{D7405254-19C6-BC1C-5CDC-3F8DDE9FB32B}"/>
                </a:ext>
              </a:extLst>
            </p:cNvPr>
            <p:cNvSpPr/>
            <p:nvPr/>
          </p:nvSpPr>
          <p:spPr>
            <a:xfrm>
              <a:off x="9221439"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49" name="Freeform: Shape 5148">
              <a:extLst>
                <a:ext uri="{FF2B5EF4-FFF2-40B4-BE49-F238E27FC236}">
                  <a16:creationId xmlns:a16="http://schemas.microsoft.com/office/drawing/2014/main" id="{89DC4338-0DF0-75A6-C655-2C797F257E26}"/>
                </a:ext>
              </a:extLst>
            </p:cNvPr>
            <p:cNvSpPr/>
            <p:nvPr/>
          </p:nvSpPr>
          <p:spPr>
            <a:xfrm>
              <a:off x="9335695" y="674502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50" name="Freeform: Shape 5149">
              <a:extLst>
                <a:ext uri="{FF2B5EF4-FFF2-40B4-BE49-F238E27FC236}">
                  <a16:creationId xmlns:a16="http://schemas.microsoft.com/office/drawing/2014/main" id="{F3CB8827-6ABA-7AF7-9505-93E51ACB7A83}"/>
                </a:ext>
              </a:extLst>
            </p:cNvPr>
            <p:cNvSpPr/>
            <p:nvPr/>
          </p:nvSpPr>
          <p:spPr>
            <a:xfrm>
              <a:off x="9449950"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51" name="Freeform: Shape 5150">
              <a:extLst>
                <a:ext uri="{FF2B5EF4-FFF2-40B4-BE49-F238E27FC236}">
                  <a16:creationId xmlns:a16="http://schemas.microsoft.com/office/drawing/2014/main" id="{2C8D1DBB-8189-F63B-C089-765C00F380AC}"/>
                </a:ext>
              </a:extLst>
            </p:cNvPr>
            <p:cNvSpPr/>
            <p:nvPr/>
          </p:nvSpPr>
          <p:spPr>
            <a:xfrm>
              <a:off x="9564206"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52" name="Freeform: Shape 5151">
              <a:extLst>
                <a:ext uri="{FF2B5EF4-FFF2-40B4-BE49-F238E27FC236}">
                  <a16:creationId xmlns:a16="http://schemas.microsoft.com/office/drawing/2014/main" id="{C130862D-041E-3ABD-531D-8DA5489D20CB}"/>
                </a:ext>
              </a:extLst>
            </p:cNvPr>
            <p:cNvSpPr/>
            <p:nvPr/>
          </p:nvSpPr>
          <p:spPr>
            <a:xfrm>
              <a:off x="9678418" y="674502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53" name="Freeform: Shape 5152">
              <a:extLst>
                <a:ext uri="{FF2B5EF4-FFF2-40B4-BE49-F238E27FC236}">
                  <a16:creationId xmlns:a16="http://schemas.microsoft.com/office/drawing/2014/main" id="{32C3218B-D662-0FBE-78FE-429075C7CAAC}"/>
                </a:ext>
              </a:extLst>
            </p:cNvPr>
            <p:cNvSpPr/>
            <p:nvPr/>
          </p:nvSpPr>
          <p:spPr>
            <a:xfrm>
              <a:off x="9792674"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54" name="Freeform: Shape 5153">
              <a:extLst>
                <a:ext uri="{FF2B5EF4-FFF2-40B4-BE49-F238E27FC236}">
                  <a16:creationId xmlns:a16="http://schemas.microsoft.com/office/drawing/2014/main" id="{ACA7B597-2EBB-465E-4EC7-23D9ED2767EA}"/>
                </a:ext>
              </a:extLst>
            </p:cNvPr>
            <p:cNvSpPr/>
            <p:nvPr/>
          </p:nvSpPr>
          <p:spPr>
            <a:xfrm>
              <a:off x="9906929"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55" name="Freeform: Shape 5154">
              <a:extLst>
                <a:ext uri="{FF2B5EF4-FFF2-40B4-BE49-F238E27FC236}">
                  <a16:creationId xmlns:a16="http://schemas.microsoft.com/office/drawing/2014/main" id="{E5620281-A056-5827-08BE-022BCECAA2E7}"/>
                </a:ext>
              </a:extLst>
            </p:cNvPr>
            <p:cNvSpPr/>
            <p:nvPr/>
          </p:nvSpPr>
          <p:spPr>
            <a:xfrm>
              <a:off x="10021185"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56" name="Freeform: Shape 5155">
              <a:extLst>
                <a:ext uri="{FF2B5EF4-FFF2-40B4-BE49-F238E27FC236}">
                  <a16:creationId xmlns:a16="http://schemas.microsoft.com/office/drawing/2014/main" id="{C7108F54-D9F3-1D94-33C9-6545B324D6CA}"/>
                </a:ext>
              </a:extLst>
            </p:cNvPr>
            <p:cNvSpPr/>
            <p:nvPr/>
          </p:nvSpPr>
          <p:spPr>
            <a:xfrm>
              <a:off x="10135441"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57" name="Freeform: Shape 5156">
              <a:extLst>
                <a:ext uri="{FF2B5EF4-FFF2-40B4-BE49-F238E27FC236}">
                  <a16:creationId xmlns:a16="http://schemas.microsoft.com/office/drawing/2014/main" id="{0200EF48-6AE3-BCF9-9468-71E3DF50367C}"/>
                </a:ext>
              </a:extLst>
            </p:cNvPr>
            <p:cNvSpPr/>
            <p:nvPr/>
          </p:nvSpPr>
          <p:spPr>
            <a:xfrm>
              <a:off x="10249697"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58" name="Freeform: Shape 5157">
              <a:extLst>
                <a:ext uri="{FF2B5EF4-FFF2-40B4-BE49-F238E27FC236}">
                  <a16:creationId xmlns:a16="http://schemas.microsoft.com/office/drawing/2014/main" id="{8D76B504-3F65-1D4A-ED4C-C896CB97B65B}"/>
                </a:ext>
              </a:extLst>
            </p:cNvPr>
            <p:cNvSpPr/>
            <p:nvPr/>
          </p:nvSpPr>
          <p:spPr>
            <a:xfrm>
              <a:off x="10363952"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59" name="Freeform: Shape 5158">
              <a:extLst>
                <a:ext uri="{FF2B5EF4-FFF2-40B4-BE49-F238E27FC236}">
                  <a16:creationId xmlns:a16="http://schemas.microsoft.com/office/drawing/2014/main" id="{CEC572DB-106B-9A79-E7F7-73DAB3F19412}"/>
                </a:ext>
              </a:extLst>
            </p:cNvPr>
            <p:cNvSpPr/>
            <p:nvPr/>
          </p:nvSpPr>
          <p:spPr>
            <a:xfrm>
              <a:off x="10478208" y="6745026"/>
              <a:ext cx="114255" cy="114255"/>
            </a:xfrm>
            <a:custGeom>
              <a:avLst/>
              <a:gdLst>
                <a:gd name="connsiteX0" fmla="*/ 0 w 114255"/>
                <a:gd name="connsiteY0" fmla="*/ 0 h 114255"/>
                <a:gd name="connsiteX1" fmla="*/ 114255 w 114255"/>
                <a:gd name="connsiteY1" fmla="*/ 0 h 114255"/>
                <a:gd name="connsiteX2" fmla="*/ 114255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5" y="0"/>
                  </a:lnTo>
                  <a:lnTo>
                    <a:pt x="114255"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60" name="Freeform: Shape 5159">
              <a:extLst>
                <a:ext uri="{FF2B5EF4-FFF2-40B4-BE49-F238E27FC236}">
                  <a16:creationId xmlns:a16="http://schemas.microsoft.com/office/drawing/2014/main" id="{ED3087D6-5F85-06F6-697E-8DEE67D52562}"/>
                </a:ext>
              </a:extLst>
            </p:cNvPr>
            <p:cNvSpPr/>
            <p:nvPr/>
          </p:nvSpPr>
          <p:spPr>
            <a:xfrm>
              <a:off x="10592464"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61" name="Freeform: Shape 5160">
              <a:extLst>
                <a:ext uri="{FF2B5EF4-FFF2-40B4-BE49-F238E27FC236}">
                  <a16:creationId xmlns:a16="http://schemas.microsoft.com/office/drawing/2014/main" id="{804DEF3E-79A8-3826-66B6-994ED5442454}"/>
                </a:ext>
              </a:extLst>
            </p:cNvPr>
            <p:cNvSpPr/>
            <p:nvPr/>
          </p:nvSpPr>
          <p:spPr>
            <a:xfrm>
              <a:off x="10706720"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1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1"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62" name="Freeform: Shape 5161">
              <a:extLst>
                <a:ext uri="{FF2B5EF4-FFF2-40B4-BE49-F238E27FC236}">
                  <a16:creationId xmlns:a16="http://schemas.microsoft.com/office/drawing/2014/main" id="{732FC877-12C2-3E91-57DC-88C6F7DD878B}"/>
                </a:ext>
              </a:extLst>
            </p:cNvPr>
            <p:cNvSpPr/>
            <p:nvPr/>
          </p:nvSpPr>
          <p:spPr>
            <a:xfrm>
              <a:off x="10820976" y="6745026"/>
              <a:ext cx="114255" cy="114255"/>
            </a:xfrm>
            <a:custGeom>
              <a:avLst/>
              <a:gdLst>
                <a:gd name="connsiteX0" fmla="*/ 0 w 114255"/>
                <a:gd name="connsiteY0" fmla="*/ 0 h 114255"/>
                <a:gd name="connsiteX1" fmla="*/ 114257 w 114255"/>
                <a:gd name="connsiteY1" fmla="*/ 0 h 114255"/>
                <a:gd name="connsiteX2" fmla="*/ 114257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63" name="Freeform: Shape 5162">
              <a:extLst>
                <a:ext uri="{FF2B5EF4-FFF2-40B4-BE49-F238E27FC236}">
                  <a16:creationId xmlns:a16="http://schemas.microsoft.com/office/drawing/2014/main" id="{609E5F3C-F40C-F7F2-A9DA-DA1A173F7F8C}"/>
                </a:ext>
              </a:extLst>
            </p:cNvPr>
            <p:cNvSpPr/>
            <p:nvPr/>
          </p:nvSpPr>
          <p:spPr>
            <a:xfrm>
              <a:off x="10935231"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64" name="Freeform: Shape 5163">
              <a:extLst>
                <a:ext uri="{FF2B5EF4-FFF2-40B4-BE49-F238E27FC236}">
                  <a16:creationId xmlns:a16="http://schemas.microsoft.com/office/drawing/2014/main" id="{362E5789-282C-1754-921A-FF3EE6A3BED1}"/>
                </a:ext>
              </a:extLst>
            </p:cNvPr>
            <p:cNvSpPr/>
            <p:nvPr/>
          </p:nvSpPr>
          <p:spPr>
            <a:xfrm>
              <a:off x="11049443"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65" name="Freeform: Shape 5164">
              <a:extLst>
                <a:ext uri="{FF2B5EF4-FFF2-40B4-BE49-F238E27FC236}">
                  <a16:creationId xmlns:a16="http://schemas.microsoft.com/office/drawing/2014/main" id="{C705C405-DD85-CD88-5A35-EEB52F4D7E92}"/>
                </a:ext>
              </a:extLst>
            </p:cNvPr>
            <p:cNvSpPr/>
            <p:nvPr/>
          </p:nvSpPr>
          <p:spPr>
            <a:xfrm>
              <a:off x="11163699" y="6745026"/>
              <a:ext cx="114255" cy="114255"/>
            </a:xfrm>
            <a:custGeom>
              <a:avLst/>
              <a:gdLst>
                <a:gd name="connsiteX0" fmla="*/ 0 w 114255"/>
                <a:gd name="connsiteY0" fmla="*/ 0 h 114255"/>
                <a:gd name="connsiteX1" fmla="*/ 114257 w 114255"/>
                <a:gd name="connsiteY1" fmla="*/ 0 h 114255"/>
                <a:gd name="connsiteX2" fmla="*/ 114257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66" name="Freeform: Shape 5165">
              <a:extLst>
                <a:ext uri="{FF2B5EF4-FFF2-40B4-BE49-F238E27FC236}">
                  <a16:creationId xmlns:a16="http://schemas.microsoft.com/office/drawing/2014/main" id="{B71B6539-15DD-2660-2AB5-502DBB901386}"/>
                </a:ext>
              </a:extLst>
            </p:cNvPr>
            <p:cNvSpPr/>
            <p:nvPr/>
          </p:nvSpPr>
          <p:spPr>
            <a:xfrm>
              <a:off x="11277955"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67" name="Freeform: Shape 5166">
              <a:extLst>
                <a:ext uri="{FF2B5EF4-FFF2-40B4-BE49-F238E27FC236}">
                  <a16:creationId xmlns:a16="http://schemas.microsoft.com/office/drawing/2014/main" id="{D13BB1A9-F516-7516-9671-B20302F7ED8F}"/>
                </a:ext>
              </a:extLst>
            </p:cNvPr>
            <p:cNvSpPr/>
            <p:nvPr/>
          </p:nvSpPr>
          <p:spPr>
            <a:xfrm>
              <a:off x="11392210"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68" name="Freeform: Shape 5167">
              <a:extLst>
                <a:ext uri="{FF2B5EF4-FFF2-40B4-BE49-F238E27FC236}">
                  <a16:creationId xmlns:a16="http://schemas.microsoft.com/office/drawing/2014/main" id="{9AF84CF8-D47D-B346-30A7-9C7EEC3C158E}"/>
                </a:ext>
              </a:extLst>
            </p:cNvPr>
            <p:cNvSpPr/>
            <p:nvPr/>
          </p:nvSpPr>
          <p:spPr>
            <a:xfrm>
              <a:off x="11506466" y="6745026"/>
              <a:ext cx="114255" cy="114255"/>
            </a:xfrm>
            <a:custGeom>
              <a:avLst/>
              <a:gdLst>
                <a:gd name="connsiteX0" fmla="*/ -1 w 114255"/>
                <a:gd name="connsiteY0" fmla="*/ 0 h 114255"/>
                <a:gd name="connsiteX1" fmla="*/ 114256 w 114255"/>
                <a:gd name="connsiteY1" fmla="*/ 0 h 114255"/>
                <a:gd name="connsiteX2" fmla="*/ 114256 w 114255"/>
                <a:gd name="connsiteY2" fmla="*/ 114255 h 114255"/>
                <a:gd name="connsiteX3" fmla="*/ -1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1" y="0"/>
                  </a:moveTo>
                  <a:lnTo>
                    <a:pt x="114256" y="0"/>
                  </a:lnTo>
                  <a:lnTo>
                    <a:pt x="114256" y="114255"/>
                  </a:lnTo>
                  <a:lnTo>
                    <a:pt x="-1"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69" name="Freeform: Shape 5168">
              <a:extLst>
                <a:ext uri="{FF2B5EF4-FFF2-40B4-BE49-F238E27FC236}">
                  <a16:creationId xmlns:a16="http://schemas.microsoft.com/office/drawing/2014/main" id="{6A83AA1C-D1A0-3941-02AB-AE1DF358F9CD}"/>
                </a:ext>
              </a:extLst>
            </p:cNvPr>
            <p:cNvSpPr/>
            <p:nvPr/>
          </p:nvSpPr>
          <p:spPr>
            <a:xfrm>
              <a:off x="11620722"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70" name="Freeform: Shape 5169">
              <a:extLst>
                <a:ext uri="{FF2B5EF4-FFF2-40B4-BE49-F238E27FC236}">
                  <a16:creationId xmlns:a16="http://schemas.microsoft.com/office/drawing/2014/main" id="{0E66C9D5-A89E-F453-B6D2-9092278AE76C}"/>
                </a:ext>
              </a:extLst>
            </p:cNvPr>
            <p:cNvSpPr/>
            <p:nvPr/>
          </p:nvSpPr>
          <p:spPr>
            <a:xfrm>
              <a:off x="11734978"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71" name="Freeform: Shape 5170">
              <a:extLst>
                <a:ext uri="{FF2B5EF4-FFF2-40B4-BE49-F238E27FC236}">
                  <a16:creationId xmlns:a16="http://schemas.microsoft.com/office/drawing/2014/main" id="{46914E91-B44D-48C7-ECA7-4324C2277F6C}"/>
                </a:ext>
              </a:extLst>
            </p:cNvPr>
            <p:cNvSpPr/>
            <p:nvPr/>
          </p:nvSpPr>
          <p:spPr>
            <a:xfrm>
              <a:off x="11849233"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72" name="Freeform: Shape 5171">
              <a:extLst>
                <a:ext uri="{FF2B5EF4-FFF2-40B4-BE49-F238E27FC236}">
                  <a16:creationId xmlns:a16="http://schemas.microsoft.com/office/drawing/2014/main" id="{2E721F57-F9D7-2A46-1AA6-39A7B2116461}"/>
                </a:ext>
              </a:extLst>
            </p:cNvPr>
            <p:cNvSpPr/>
            <p:nvPr/>
          </p:nvSpPr>
          <p:spPr>
            <a:xfrm>
              <a:off x="11963489" y="6745026"/>
              <a:ext cx="114255" cy="114255"/>
            </a:xfrm>
            <a:custGeom>
              <a:avLst/>
              <a:gdLst>
                <a:gd name="connsiteX0" fmla="*/ 0 w 114255"/>
                <a:gd name="connsiteY0" fmla="*/ 0 h 114255"/>
                <a:gd name="connsiteX1" fmla="*/ 114256 w 114255"/>
                <a:gd name="connsiteY1" fmla="*/ 0 h 114255"/>
                <a:gd name="connsiteX2" fmla="*/ 114256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6" y="0"/>
                  </a:lnTo>
                  <a:lnTo>
                    <a:pt x="114256"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sp>
          <p:nvSpPr>
            <p:cNvPr id="5173" name="Freeform: Shape 5172">
              <a:extLst>
                <a:ext uri="{FF2B5EF4-FFF2-40B4-BE49-F238E27FC236}">
                  <a16:creationId xmlns:a16="http://schemas.microsoft.com/office/drawing/2014/main" id="{629A081F-88AB-A0E1-EBEC-C852442845DB}"/>
                </a:ext>
              </a:extLst>
            </p:cNvPr>
            <p:cNvSpPr/>
            <p:nvPr/>
          </p:nvSpPr>
          <p:spPr>
            <a:xfrm>
              <a:off x="12077745" y="6745026"/>
              <a:ext cx="114255" cy="114255"/>
            </a:xfrm>
            <a:custGeom>
              <a:avLst/>
              <a:gdLst>
                <a:gd name="connsiteX0" fmla="*/ 0 w 114255"/>
                <a:gd name="connsiteY0" fmla="*/ 0 h 114255"/>
                <a:gd name="connsiteX1" fmla="*/ 114257 w 114255"/>
                <a:gd name="connsiteY1" fmla="*/ 0 h 114255"/>
                <a:gd name="connsiteX2" fmla="*/ 114257 w 114255"/>
                <a:gd name="connsiteY2" fmla="*/ 114255 h 114255"/>
                <a:gd name="connsiteX3" fmla="*/ 0 w 114255"/>
                <a:gd name="connsiteY3" fmla="*/ 114255 h 114255"/>
              </a:gdLst>
              <a:ahLst/>
              <a:cxnLst>
                <a:cxn ang="0">
                  <a:pos x="connsiteX0" y="connsiteY0"/>
                </a:cxn>
                <a:cxn ang="0">
                  <a:pos x="connsiteX1" y="connsiteY1"/>
                </a:cxn>
                <a:cxn ang="0">
                  <a:pos x="connsiteX2" y="connsiteY2"/>
                </a:cxn>
                <a:cxn ang="0">
                  <a:pos x="connsiteX3" y="connsiteY3"/>
                </a:cxn>
              </a:cxnLst>
              <a:rect l="l" t="t" r="r" b="b"/>
              <a:pathLst>
                <a:path w="114255" h="114255">
                  <a:moveTo>
                    <a:pt x="0" y="0"/>
                  </a:moveTo>
                  <a:lnTo>
                    <a:pt x="114257" y="0"/>
                  </a:lnTo>
                  <a:lnTo>
                    <a:pt x="114257" y="114255"/>
                  </a:lnTo>
                  <a:lnTo>
                    <a:pt x="0" y="114255"/>
                  </a:lnTo>
                  <a:close/>
                </a:path>
              </a:pathLst>
            </a:custGeom>
            <a:noFill/>
            <a:ln w="1105" cap="flat">
              <a:solidFill>
                <a:schemeClr val="bg1">
                  <a:lumMod val="65000"/>
                </a:schemeClr>
              </a:solidFill>
              <a:prstDash val="solid"/>
              <a:miter/>
            </a:ln>
          </p:spPr>
          <p:txBody>
            <a:bodyPr rtlCol="0" anchor="ctr"/>
            <a:lstStyle/>
            <a:p>
              <a:endParaRPr lang="en-US"/>
            </a:p>
          </p:txBody>
        </p:sp>
      </p:grpSp>
      <p:sp>
        <p:nvSpPr>
          <p:cNvPr id="5174" name="Rectangle 5173">
            <a:extLst>
              <a:ext uri="{FF2B5EF4-FFF2-40B4-BE49-F238E27FC236}">
                <a16:creationId xmlns:a16="http://schemas.microsoft.com/office/drawing/2014/main" id="{B7A763E8-36D0-D3E0-56BF-638BA2B246DB}"/>
              </a:ext>
            </a:extLst>
          </p:cNvPr>
          <p:cNvSpPr/>
          <p:nvPr userDrawn="1"/>
        </p:nvSpPr>
        <p:spPr>
          <a:xfrm>
            <a:off x="0" y="0"/>
            <a:ext cx="12192000" cy="6858000"/>
          </a:xfrm>
          <a:prstGeom prst="rect">
            <a:avLst/>
          </a:prstGeom>
          <a:solidFill>
            <a:schemeClr val="bg1">
              <a:alpha val="79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77" name="Rectangle 5176">
            <a:extLst>
              <a:ext uri="{FF2B5EF4-FFF2-40B4-BE49-F238E27FC236}">
                <a16:creationId xmlns:a16="http://schemas.microsoft.com/office/drawing/2014/main" id="{DEE52882-C0BE-0276-38A4-BE3C0375F1CB}"/>
              </a:ext>
            </a:extLst>
          </p:cNvPr>
          <p:cNvSpPr/>
          <p:nvPr userDrawn="1"/>
        </p:nvSpPr>
        <p:spPr>
          <a:xfrm>
            <a:off x="0" y="2303362"/>
            <a:ext cx="12192000" cy="195612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179" name="Graphic 5178">
            <a:extLst>
              <a:ext uri="{FF2B5EF4-FFF2-40B4-BE49-F238E27FC236}">
                <a16:creationId xmlns:a16="http://schemas.microsoft.com/office/drawing/2014/main" id="{C8FB80DC-5B82-A4D2-3878-13D4447940D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695304" y="6083081"/>
            <a:ext cx="2194195" cy="579599"/>
          </a:xfrm>
          <a:prstGeom prst="rect">
            <a:avLst/>
          </a:prstGeom>
        </p:spPr>
      </p:pic>
      <p:sp>
        <p:nvSpPr>
          <p:cNvPr id="5180" name="Rectangle 5179">
            <a:extLst>
              <a:ext uri="{FF2B5EF4-FFF2-40B4-BE49-F238E27FC236}">
                <a16:creationId xmlns:a16="http://schemas.microsoft.com/office/drawing/2014/main" id="{3F6D4588-3DDC-2F8C-4462-2B4020810750}"/>
              </a:ext>
            </a:extLst>
          </p:cNvPr>
          <p:cNvSpPr/>
          <p:nvPr userDrawn="1"/>
        </p:nvSpPr>
        <p:spPr>
          <a:xfrm>
            <a:off x="75050" y="0"/>
            <a:ext cx="2303362" cy="685800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81" name="Rectangle 5180">
            <a:extLst>
              <a:ext uri="{FF2B5EF4-FFF2-40B4-BE49-F238E27FC236}">
                <a16:creationId xmlns:a16="http://schemas.microsoft.com/office/drawing/2014/main" id="{CB7A2147-F3D7-CCA3-C8D0-149A12BFBFC7}"/>
              </a:ext>
            </a:extLst>
          </p:cNvPr>
          <p:cNvSpPr/>
          <p:nvPr userDrawn="1"/>
        </p:nvSpPr>
        <p:spPr>
          <a:xfrm>
            <a:off x="0" y="0"/>
            <a:ext cx="150101" cy="6858000"/>
          </a:xfrm>
          <a:prstGeom prst="rect">
            <a:avLst/>
          </a:prstGeom>
          <a:solidFill>
            <a:srgbClr val="E51E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83" name="Text Placeholder 5182">
            <a:extLst>
              <a:ext uri="{FF2B5EF4-FFF2-40B4-BE49-F238E27FC236}">
                <a16:creationId xmlns:a16="http://schemas.microsoft.com/office/drawing/2014/main" id="{59F4444D-07F6-5BA2-9108-8C1F430B3547}"/>
              </a:ext>
            </a:extLst>
          </p:cNvPr>
          <p:cNvSpPr>
            <a:spLocks noGrp="1"/>
          </p:cNvSpPr>
          <p:nvPr>
            <p:ph type="body" sz="quarter" idx="10" hasCustomPrompt="1"/>
          </p:nvPr>
        </p:nvSpPr>
        <p:spPr>
          <a:xfrm>
            <a:off x="2580368" y="2824223"/>
            <a:ext cx="9176203" cy="914400"/>
          </a:xfrm>
        </p:spPr>
        <p:txBody>
          <a:bodyPr anchor="ctr">
            <a:normAutofit/>
          </a:bodyPr>
          <a:lstStyle>
            <a:lvl1pPr marL="0" indent="0">
              <a:buNone/>
              <a:defRPr sz="3600" b="1">
                <a:solidFill>
                  <a:schemeClr val="tx1"/>
                </a:solidFill>
              </a:defRPr>
            </a:lvl1pPr>
          </a:lstStyle>
          <a:p>
            <a:pPr lvl="0"/>
            <a:r>
              <a:rPr lang="en-US"/>
              <a:t>Thank You</a:t>
            </a:r>
          </a:p>
        </p:txBody>
      </p:sp>
    </p:spTree>
    <p:extLst>
      <p:ext uri="{BB962C8B-B14F-4D97-AF65-F5344CB8AC3E}">
        <p14:creationId xmlns:p14="http://schemas.microsoft.com/office/powerpoint/2010/main" val="112983239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35E982E-D344-7CA2-25F6-390DF47B67B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7942B1B-A152-AC55-AF0A-9EC705F3EAC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F02F29A-9EEE-43E6-CFC7-96EC6806643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641EBDC-F8BA-4412-85E5-9C6D96253A38}" type="datetimeFigureOut">
              <a:rPr lang="en-US" smtClean="0"/>
              <a:t>25/04/2026</a:t>
            </a:fld>
            <a:endParaRPr lang="en-US"/>
          </a:p>
        </p:txBody>
      </p:sp>
      <p:sp>
        <p:nvSpPr>
          <p:cNvPr id="5" name="Footer Placeholder 4">
            <a:extLst>
              <a:ext uri="{FF2B5EF4-FFF2-40B4-BE49-F238E27FC236}">
                <a16:creationId xmlns:a16="http://schemas.microsoft.com/office/drawing/2014/main" id="{889F4610-E0EE-475A-ABBE-64FFCBFD2DA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72BFD68C-774B-EA08-7714-5882158FD12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1782DDE-7BC7-4E20-BCFB-72DFE6435CE0}" type="slidenum">
              <a:rPr lang="en-US" smtClean="0"/>
              <a:t>‹#›</a:t>
            </a:fld>
            <a:endParaRPr lang="en-US"/>
          </a:p>
        </p:txBody>
      </p:sp>
    </p:spTree>
    <p:extLst>
      <p:ext uri="{BB962C8B-B14F-4D97-AF65-F5344CB8AC3E}">
        <p14:creationId xmlns:p14="http://schemas.microsoft.com/office/powerpoint/2010/main" val="2678209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3" r:id="rId3"/>
    <p:sldLayoutId id="2147483651" r:id="rId4"/>
    <p:sldLayoutId id="2147483652" r:id="rId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chart" Target="../charts/chart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chart" Target="../charts/chart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56ECD63-7F64-B8E7-4217-8E39BDC22A5F}"/>
              </a:ext>
            </a:extLst>
          </p:cNvPr>
          <p:cNvSpPr>
            <a:spLocks noGrp="1"/>
          </p:cNvSpPr>
          <p:nvPr>
            <p:ph type="body" sz="quarter" idx="10"/>
          </p:nvPr>
        </p:nvSpPr>
        <p:spPr>
          <a:xfrm>
            <a:off x="2622899" y="2922116"/>
            <a:ext cx="9176203" cy="719080"/>
          </a:xfrm>
        </p:spPr>
        <p:txBody>
          <a:bodyPr>
            <a:noAutofit/>
          </a:bodyPr>
          <a:lstStyle/>
          <a:p>
            <a:pPr algn="ctr"/>
            <a:r>
              <a:rPr lang="en-IN" sz="1800">
                <a:ea typeface="Calibri"/>
                <a:cs typeface="Calibri"/>
              </a:rPr>
              <a:t>Infosec Status Report</a:t>
            </a:r>
            <a:endParaRPr lang="en-IN" sz="1800" b="1">
              <a:latin typeface="+mn-lt"/>
              <a:ea typeface="Calibri"/>
              <a:cs typeface="Calibri"/>
            </a:endParaRPr>
          </a:p>
          <a:p>
            <a:pPr algn="ctr"/>
            <a:r>
              <a:rPr lang="en-IN" sz="1800"/>
              <a:t>xx April 2026</a:t>
            </a:r>
            <a:endParaRPr lang="en-IN" sz="1800" b="1">
              <a:latin typeface="+mn-lt"/>
              <a:ea typeface="Calibri"/>
              <a:cs typeface="Calibri"/>
            </a:endParaRPr>
          </a:p>
        </p:txBody>
      </p:sp>
      <p:sp>
        <p:nvSpPr>
          <p:cNvPr id="4" name="Text Placeholder 3">
            <a:extLst>
              <a:ext uri="{FF2B5EF4-FFF2-40B4-BE49-F238E27FC236}">
                <a16:creationId xmlns:a16="http://schemas.microsoft.com/office/drawing/2014/main" id="{31AC5E16-BFB7-0AA8-2DDF-3D9669389907}"/>
              </a:ext>
            </a:extLst>
          </p:cNvPr>
          <p:cNvSpPr>
            <a:spLocks noGrp="1"/>
          </p:cNvSpPr>
          <p:nvPr>
            <p:ph type="body" sz="quarter" idx="12"/>
          </p:nvPr>
        </p:nvSpPr>
        <p:spPr/>
        <p:txBody>
          <a:bodyPr/>
          <a:lstStyle/>
          <a:p>
            <a:r>
              <a:rPr lang="en-US"/>
              <a:t>XX April 2026</a:t>
            </a:r>
          </a:p>
        </p:txBody>
      </p:sp>
    </p:spTree>
    <p:extLst>
      <p:ext uri="{BB962C8B-B14F-4D97-AF65-F5344CB8AC3E}">
        <p14:creationId xmlns:p14="http://schemas.microsoft.com/office/powerpoint/2010/main" val="32343302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972C36-41AC-E353-FBF1-2E21DCB29CA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C4B37A9-9795-00CE-0FA4-7AB85BA9B070}"/>
              </a:ext>
            </a:extLst>
          </p:cNvPr>
          <p:cNvSpPr>
            <a:spLocks noGrp="1"/>
          </p:cNvSpPr>
          <p:nvPr>
            <p:ph type="body" sz="quarter" idx="10"/>
          </p:nvPr>
        </p:nvSpPr>
        <p:spPr/>
        <p:txBody>
          <a:bodyPr/>
          <a:lstStyle/>
          <a:p>
            <a:r>
              <a:rPr lang="en-IN"/>
              <a:t>Executive Summary</a:t>
            </a:r>
            <a:endParaRPr lang="en-US"/>
          </a:p>
        </p:txBody>
      </p:sp>
      <p:sp>
        <p:nvSpPr>
          <p:cNvPr id="4" name="Rectangle: Rounded Corners 3">
            <a:extLst>
              <a:ext uri="{FF2B5EF4-FFF2-40B4-BE49-F238E27FC236}">
                <a16:creationId xmlns:a16="http://schemas.microsoft.com/office/drawing/2014/main" id="{B880591D-5358-F7A1-3F66-1FC9B5F79C2F}"/>
              </a:ext>
            </a:extLst>
          </p:cNvPr>
          <p:cNvSpPr/>
          <p:nvPr/>
        </p:nvSpPr>
        <p:spPr>
          <a:xfrm>
            <a:off x="1101213" y="1064834"/>
            <a:ext cx="3657600" cy="262517"/>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Black Box Testing</a:t>
            </a:r>
          </a:p>
        </p:txBody>
      </p:sp>
      <p:sp>
        <p:nvSpPr>
          <p:cNvPr id="15" name="Rectangle: Rounded Corners 14">
            <a:extLst>
              <a:ext uri="{FF2B5EF4-FFF2-40B4-BE49-F238E27FC236}">
                <a16:creationId xmlns:a16="http://schemas.microsoft.com/office/drawing/2014/main" id="{99670210-0424-52CB-17C3-AE2EBF747757}"/>
              </a:ext>
            </a:extLst>
          </p:cNvPr>
          <p:cNvSpPr/>
          <p:nvPr/>
        </p:nvSpPr>
        <p:spPr>
          <a:xfrm>
            <a:off x="7525574" y="1054999"/>
            <a:ext cx="3657600" cy="262517"/>
          </a:xfrm>
          <a:prstGeom prst="roundRect">
            <a:avLst/>
          </a:prstGeom>
          <a:solidFill>
            <a:schemeClr val="bg1">
              <a:lumMod val="7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Grey Box Testing</a:t>
            </a:r>
          </a:p>
        </p:txBody>
      </p:sp>
      <p:sp>
        <p:nvSpPr>
          <p:cNvPr id="21" name="Flowchart: Alternate Process 20">
            <a:extLst>
              <a:ext uri="{FF2B5EF4-FFF2-40B4-BE49-F238E27FC236}">
                <a16:creationId xmlns:a16="http://schemas.microsoft.com/office/drawing/2014/main" id="{871A5F89-8BAF-5AA8-2657-B99FD8B697F2}"/>
              </a:ext>
            </a:extLst>
          </p:cNvPr>
          <p:cNvSpPr/>
          <p:nvPr/>
        </p:nvSpPr>
        <p:spPr>
          <a:xfrm>
            <a:off x="800300" y="1467950"/>
            <a:ext cx="4774589" cy="819563"/>
          </a:xfrm>
          <a:prstGeom prst="flowChartAlternateProcess">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Arrow: Pentagon 16">
            <a:extLst>
              <a:ext uri="{FF2B5EF4-FFF2-40B4-BE49-F238E27FC236}">
                <a16:creationId xmlns:a16="http://schemas.microsoft.com/office/drawing/2014/main" id="{6926EC54-E747-EB20-E879-6CBEFBF4BD46}"/>
              </a:ext>
            </a:extLst>
          </p:cNvPr>
          <p:cNvSpPr/>
          <p:nvPr/>
        </p:nvSpPr>
        <p:spPr>
          <a:xfrm>
            <a:off x="359682" y="1526940"/>
            <a:ext cx="1105324" cy="720000"/>
          </a:xfrm>
          <a:prstGeom prst="homePlat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Box 22">
            <a:extLst>
              <a:ext uri="{FF2B5EF4-FFF2-40B4-BE49-F238E27FC236}">
                <a16:creationId xmlns:a16="http://schemas.microsoft.com/office/drawing/2014/main" id="{524637E9-B47F-5B55-8F32-7B9FE100A39F}"/>
              </a:ext>
            </a:extLst>
          </p:cNvPr>
          <p:cNvSpPr txBox="1"/>
          <p:nvPr/>
        </p:nvSpPr>
        <p:spPr>
          <a:xfrm>
            <a:off x="369513" y="1691943"/>
            <a:ext cx="1002890" cy="369332"/>
          </a:xfrm>
          <a:prstGeom prst="rect">
            <a:avLst/>
          </a:prstGeom>
          <a:noFill/>
        </p:spPr>
        <p:txBody>
          <a:bodyPr wrap="square" rtlCol="0" anchor="ctr">
            <a:spAutoFit/>
          </a:bodyPr>
          <a:lstStyle/>
          <a:p>
            <a:r>
              <a:rPr lang="en-US" b="1" dirty="0">
                <a:solidFill>
                  <a:schemeClr val="bg1"/>
                </a:solidFill>
              </a:rPr>
              <a:t>Purpose</a:t>
            </a:r>
          </a:p>
        </p:txBody>
      </p:sp>
      <p:sp>
        <p:nvSpPr>
          <p:cNvPr id="24" name="TextBox 23">
            <a:extLst>
              <a:ext uri="{FF2B5EF4-FFF2-40B4-BE49-F238E27FC236}">
                <a16:creationId xmlns:a16="http://schemas.microsoft.com/office/drawing/2014/main" id="{2BEF0274-D6AB-133F-DCD2-C285B65EBE7F}"/>
              </a:ext>
            </a:extLst>
          </p:cNvPr>
          <p:cNvSpPr txBox="1"/>
          <p:nvPr/>
        </p:nvSpPr>
        <p:spPr>
          <a:xfrm>
            <a:off x="1619242" y="1517107"/>
            <a:ext cx="3955647" cy="738664"/>
          </a:xfrm>
          <a:prstGeom prst="rect">
            <a:avLst/>
          </a:prstGeom>
          <a:noFill/>
        </p:spPr>
        <p:txBody>
          <a:bodyPr wrap="square" rtlCol="0">
            <a:spAutoFit/>
          </a:bodyPr>
          <a:lstStyle/>
          <a:p>
            <a:r>
              <a:rPr lang="en-US" sz="1400" dirty="0"/>
              <a:t>Assessing the security of an IT environment or system without any prior knowledge of its internal architecture, source code, or security design.</a:t>
            </a:r>
          </a:p>
        </p:txBody>
      </p:sp>
      <p:sp>
        <p:nvSpPr>
          <p:cNvPr id="64" name="Flowchart: Alternate Process 63">
            <a:extLst>
              <a:ext uri="{FF2B5EF4-FFF2-40B4-BE49-F238E27FC236}">
                <a16:creationId xmlns:a16="http://schemas.microsoft.com/office/drawing/2014/main" id="{2FDE8BE0-381E-C767-DFCC-6C0B01BEF5D0}"/>
              </a:ext>
            </a:extLst>
          </p:cNvPr>
          <p:cNvSpPr/>
          <p:nvPr/>
        </p:nvSpPr>
        <p:spPr>
          <a:xfrm>
            <a:off x="6834449" y="1467950"/>
            <a:ext cx="4774589" cy="819563"/>
          </a:xfrm>
          <a:prstGeom prst="flowChartAlternateProcess">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TextBox 66">
            <a:extLst>
              <a:ext uri="{FF2B5EF4-FFF2-40B4-BE49-F238E27FC236}">
                <a16:creationId xmlns:a16="http://schemas.microsoft.com/office/drawing/2014/main" id="{5B14BC15-603C-4F0A-79BF-4B22B5693367}"/>
              </a:ext>
            </a:extLst>
          </p:cNvPr>
          <p:cNvSpPr txBox="1"/>
          <p:nvPr/>
        </p:nvSpPr>
        <p:spPr>
          <a:xfrm>
            <a:off x="7653391" y="1517107"/>
            <a:ext cx="3955647" cy="738664"/>
          </a:xfrm>
          <a:prstGeom prst="rect">
            <a:avLst/>
          </a:prstGeom>
          <a:noFill/>
        </p:spPr>
        <p:txBody>
          <a:bodyPr wrap="square" rtlCol="0">
            <a:spAutoFit/>
          </a:bodyPr>
          <a:lstStyle/>
          <a:p>
            <a:r>
              <a:rPr lang="en-US" sz="1400" dirty="0"/>
              <a:t>Assessing the security of an IT environment or system with partial knowledge of internal workings, architecture, or application logic.</a:t>
            </a:r>
          </a:p>
        </p:txBody>
      </p:sp>
      <p:sp>
        <p:nvSpPr>
          <p:cNvPr id="68" name="Flowchart: Alternate Process 67">
            <a:extLst>
              <a:ext uri="{FF2B5EF4-FFF2-40B4-BE49-F238E27FC236}">
                <a16:creationId xmlns:a16="http://schemas.microsoft.com/office/drawing/2014/main" id="{1F1D1FE9-95AD-41DB-A55F-5594B6CE39CD}"/>
              </a:ext>
            </a:extLst>
          </p:cNvPr>
          <p:cNvSpPr/>
          <p:nvPr/>
        </p:nvSpPr>
        <p:spPr>
          <a:xfrm>
            <a:off x="810131" y="2386239"/>
            <a:ext cx="4774589" cy="819563"/>
          </a:xfrm>
          <a:prstGeom prst="flowChartAlternateProcess">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Arrow: Pentagon 68">
            <a:extLst>
              <a:ext uri="{FF2B5EF4-FFF2-40B4-BE49-F238E27FC236}">
                <a16:creationId xmlns:a16="http://schemas.microsoft.com/office/drawing/2014/main" id="{CBA4E980-953B-0768-A78B-ECA7960014B3}"/>
              </a:ext>
            </a:extLst>
          </p:cNvPr>
          <p:cNvSpPr/>
          <p:nvPr/>
        </p:nvSpPr>
        <p:spPr>
          <a:xfrm>
            <a:off x="369513" y="2445229"/>
            <a:ext cx="1105324" cy="720000"/>
          </a:xfrm>
          <a:prstGeom prst="homePlat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0" name="TextBox 69">
            <a:extLst>
              <a:ext uri="{FF2B5EF4-FFF2-40B4-BE49-F238E27FC236}">
                <a16:creationId xmlns:a16="http://schemas.microsoft.com/office/drawing/2014/main" id="{A9940033-E8C9-E9BF-C0AF-C071B4EEA1D8}"/>
              </a:ext>
            </a:extLst>
          </p:cNvPr>
          <p:cNvSpPr txBox="1"/>
          <p:nvPr/>
        </p:nvSpPr>
        <p:spPr>
          <a:xfrm>
            <a:off x="379344" y="2610232"/>
            <a:ext cx="1002890" cy="369332"/>
          </a:xfrm>
          <a:prstGeom prst="rect">
            <a:avLst/>
          </a:prstGeom>
          <a:noFill/>
        </p:spPr>
        <p:txBody>
          <a:bodyPr wrap="square" rtlCol="0" anchor="ctr">
            <a:spAutoFit/>
          </a:bodyPr>
          <a:lstStyle/>
          <a:p>
            <a:r>
              <a:rPr lang="en-US" b="1" dirty="0">
                <a:solidFill>
                  <a:schemeClr val="bg1"/>
                </a:solidFill>
              </a:rPr>
              <a:t>Location</a:t>
            </a:r>
          </a:p>
        </p:txBody>
      </p:sp>
      <p:sp>
        <p:nvSpPr>
          <p:cNvPr id="71" name="TextBox 70">
            <a:extLst>
              <a:ext uri="{FF2B5EF4-FFF2-40B4-BE49-F238E27FC236}">
                <a16:creationId xmlns:a16="http://schemas.microsoft.com/office/drawing/2014/main" id="{A8292F51-EACE-C9B8-70C5-F10AB762AB15}"/>
              </a:ext>
            </a:extLst>
          </p:cNvPr>
          <p:cNvSpPr txBox="1"/>
          <p:nvPr/>
        </p:nvSpPr>
        <p:spPr>
          <a:xfrm>
            <a:off x="1619242" y="2543118"/>
            <a:ext cx="3955647" cy="523220"/>
          </a:xfrm>
          <a:prstGeom prst="rect">
            <a:avLst/>
          </a:prstGeom>
          <a:noFill/>
        </p:spPr>
        <p:txBody>
          <a:bodyPr wrap="square" rtlCol="0">
            <a:spAutoFit/>
          </a:bodyPr>
          <a:lstStyle/>
          <a:p>
            <a:r>
              <a:rPr lang="en-US" sz="1400" dirty="0"/>
              <a:t>Usually performed from an external environment, simulating an unknown external threat actor.</a:t>
            </a:r>
          </a:p>
        </p:txBody>
      </p:sp>
      <p:sp>
        <p:nvSpPr>
          <p:cNvPr id="72" name="Flowchart: Alternate Process 71">
            <a:extLst>
              <a:ext uri="{FF2B5EF4-FFF2-40B4-BE49-F238E27FC236}">
                <a16:creationId xmlns:a16="http://schemas.microsoft.com/office/drawing/2014/main" id="{C17B30B1-9D27-49EA-D9D6-D9F2D46EAFA1}"/>
              </a:ext>
            </a:extLst>
          </p:cNvPr>
          <p:cNvSpPr/>
          <p:nvPr/>
        </p:nvSpPr>
        <p:spPr>
          <a:xfrm>
            <a:off x="6844280" y="2386239"/>
            <a:ext cx="4774589" cy="819563"/>
          </a:xfrm>
          <a:prstGeom prst="flowChartAlternateProcess">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TextBox 74">
            <a:extLst>
              <a:ext uri="{FF2B5EF4-FFF2-40B4-BE49-F238E27FC236}">
                <a16:creationId xmlns:a16="http://schemas.microsoft.com/office/drawing/2014/main" id="{599A5BD2-A230-3C3D-194E-F410DEB89697}"/>
              </a:ext>
            </a:extLst>
          </p:cNvPr>
          <p:cNvSpPr txBox="1"/>
          <p:nvPr/>
        </p:nvSpPr>
        <p:spPr>
          <a:xfrm>
            <a:off x="7663222" y="2435396"/>
            <a:ext cx="3955647" cy="738664"/>
          </a:xfrm>
          <a:prstGeom prst="rect">
            <a:avLst/>
          </a:prstGeom>
          <a:noFill/>
        </p:spPr>
        <p:txBody>
          <a:bodyPr wrap="square" rtlCol="0">
            <a:spAutoFit/>
          </a:bodyPr>
          <a:lstStyle/>
          <a:p>
            <a:r>
              <a:rPr lang="en-US" sz="1400" dirty="0"/>
              <a:t>Usually performed from an internal or trusted environment, with basic to elevated privileges on infrastructure or applications.</a:t>
            </a:r>
          </a:p>
        </p:txBody>
      </p:sp>
      <p:sp>
        <p:nvSpPr>
          <p:cNvPr id="76" name="Flowchart: Alternate Process 75">
            <a:extLst>
              <a:ext uri="{FF2B5EF4-FFF2-40B4-BE49-F238E27FC236}">
                <a16:creationId xmlns:a16="http://schemas.microsoft.com/office/drawing/2014/main" id="{7C7EFB9F-BFC9-8B9A-8C4D-84AF293DF74C}"/>
              </a:ext>
            </a:extLst>
          </p:cNvPr>
          <p:cNvSpPr/>
          <p:nvPr/>
        </p:nvSpPr>
        <p:spPr>
          <a:xfrm>
            <a:off x="819962" y="3304528"/>
            <a:ext cx="4774589" cy="819563"/>
          </a:xfrm>
          <a:prstGeom prst="flowChartAlternateProcess">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Arrow: Pentagon 76">
            <a:extLst>
              <a:ext uri="{FF2B5EF4-FFF2-40B4-BE49-F238E27FC236}">
                <a16:creationId xmlns:a16="http://schemas.microsoft.com/office/drawing/2014/main" id="{FB7B95A6-976D-288C-A53A-15EAAF448D19}"/>
              </a:ext>
            </a:extLst>
          </p:cNvPr>
          <p:cNvSpPr/>
          <p:nvPr/>
        </p:nvSpPr>
        <p:spPr>
          <a:xfrm>
            <a:off x="379344" y="3363518"/>
            <a:ext cx="1105324" cy="720000"/>
          </a:xfrm>
          <a:prstGeom prst="homePlat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8" name="TextBox 77">
            <a:extLst>
              <a:ext uri="{FF2B5EF4-FFF2-40B4-BE49-F238E27FC236}">
                <a16:creationId xmlns:a16="http://schemas.microsoft.com/office/drawing/2014/main" id="{FDE023BA-1C6F-26E2-51E4-3FAB8E23DD76}"/>
              </a:ext>
            </a:extLst>
          </p:cNvPr>
          <p:cNvSpPr txBox="1"/>
          <p:nvPr/>
        </p:nvSpPr>
        <p:spPr>
          <a:xfrm>
            <a:off x="389175" y="3390022"/>
            <a:ext cx="1002890" cy="646331"/>
          </a:xfrm>
          <a:prstGeom prst="rect">
            <a:avLst/>
          </a:prstGeom>
          <a:noFill/>
        </p:spPr>
        <p:txBody>
          <a:bodyPr wrap="square" rtlCol="0" anchor="ctr">
            <a:spAutoFit/>
          </a:bodyPr>
          <a:lstStyle/>
          <a:p>
            <a:r>
              <a:rPr lang="en-US" b="1" dirty="0">
                <a:solidFill>
                  <a:schemeClr val="bg1"/>
                </a:solidFill>
              </a:rPr>
              <a:t>Security Layers</a:t>
            </a:r>
          </a:p>
        </p:txBody>
      </p:sp>
      <p:sp>
        <p:nvSpPr>
          <p:cNvPr id="79" name="TextBox 78">
            <a:extLst>
              <a:ext uri="{FF2B5EF4-FFF2-40B4-BE49-F238E27FC236}">
                <a16:creationId xmlns:a16="http://schemas.microsoft.com/office/drawing/2014/main" id="{9B128B92-A4D9-0052-16DE-FDA142847D65}"/>
              </a:ext>
            </a:extLst>
          </p:cNvPr>
          <p:cNvSpPr txBox="1"/>
          <p:nvPr/>
        </p:nvSpPr>
        <p:spPr>
          <a:xfrm>
            <a:off x="1638904" y="3353685"/>
            <a:ext cx="3955647" cy="738664"/>
          </a:xfrm>
          <a:prstGeom prst="rect">
            <a:avLst/>
          </a:prstGeom>
          <a:noFill/>
        </p:spPr>
        <p:txBody>
          <a:bodyPr wrap="square" rtlCol="0">
            <a:spAutoFit/>
          </a:bodyPr>
          <a:lstStyle/>
          <a:p>
            <a:r>
              <a:rPr lang="en-US" sz="1400" dirty="0"/>
              <a:t>Testing is conducted through all production security layers, including: WAF / CDN, Firewalls / IPS, API Gateways, Edge security and rate‑limiting controls</a:t>
            </a:r>
          </a:p>
        </p:txBody>
      </p:sp>
      <p:sp>
        <p:nvSpPr>
          <p:cNvPr id="80" name="Flowchart: Alternate Process 79">
            <a:extLst>
              <a:ext uri="{FF2B5EF4-FFF2-40B4-BE49-F238E27FC236}">
                <a16:creationId xmlns:a16="http://schemas.microsoft.com/office/drawing/2014/main" id="{6DBC9296-4108-0F1E-453C-4636643C7053}"/>
              </a:ext>
            </a:extLst>
          </p:cNvPr>
          <p:cNvSpPr/>
          <p:nvPr/>
        </p:nvSpPr>
        <p:spPr>
          <a:xfrm>
            <a:off x="6854111" y="3304528"/>
            <a:ext cx="4774589" cy="819563"/>
          </a:xfrm>
          <a:prstGeom prst="flowChartAlternateProcess">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 name="TextBox 82">
            <a:extLst>
              <a:ext uri="{FF2B5EF4-FFF2-40B4-BE49-F238E27FC236}">
                <a16:creationId xmlns:a16="http://schemas.microsoft.com/office/drawing/2014/main" id="{4C3A2959-41D1-BE0D-CA35-D73C11662604}"/>
              </a:ext>
            </a:extLst>
          </p:cNvPr>
          <p:cNvSpPr txBox="1"/>
          <p:nvPr/>
        </p:nvSpPr>
        <p:spPr>
          <a:xfrm>
            <a:off x="7536949" y="3226300"/>
            <a:ext cx="4091752" cy="954107"/>
          </a:xfrm>
          <a:prstGeom prst="rect">
            <a:avLst/>
          </a:prstGeom>
          <a:noFill/>
        </p:spPr>
        <p:txBody>
          <a:bodyPr wrap="square" rtlCol="0">
            <a:spAutoFit/>
          </a:bodyPr>
          <a:lstStyle/>
          <a:p>
            <a:r>
              <a:rPr lang="en-US" sz="1400" dirty="0"/>
              <a:t>Testing focuses beyond perimeter defenses, with: Reduced reliance on WAF and edge controls, Authenticated/trusted traffic paths, internal security enforcement</a:t>
            </a:r>
          </a:p>
        </p:txBody>
      </p:sp>
      <p:sp>
        <p:nvSpPr>
          <p:cNvPr id="84" name="Flowchart: Alternate Process 83">
            <a:extLst>
              <a:ext uri="{FF2B5EF4-FFF2-40B4-BE49-F238E27FC236}">
                <a16:creationId xmlns:a16="http://schemas.microsoft.com/office/drawing/2014/main" id="{764FDDE1-C4F7-52B4-4EE5-DE174D297EBB}"/>
              </a:ext>
            </a:extLst>
          </p:cNvPr>
          <p:cNvSpPr/>
          <p:nvPr/>
        </p:nvSpPr>
        <p:spPr>
          <a:xfrm>
            <a:off x="829793" y="4222817"/>
            <a:ext cx="4774589" cy="819563"/>
          </a:xfrm>
          <a:prstGeom prst="flowChartAlternateProcess">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Arrow: Pentagon 84">
            <a:extLst>
              <a:ext uri="{FF2B5EF4-FFF2-40B4-BE49-F238E27FC236}">
                <a16:creationId xmlns:a16="http://schemas.microsoft.com/office/drawing/2014/main" id="{7E2C9008-B04D-81F9-DCB7-01654871E029}"/>
              </a:ext>
            </a:extLst>
          </p:cNvPr>
          <p:cNvSpPr/>
          <p:nvPr/>
        </p:nvSpPr>
        <p:spPr>
          <a:xfrm>
            <a:off x="389175" y="4281807"/>
            <a:ext cx="1105324" cy="720000"/>
          </a:xfrm>
          <a:prstGeom prst="homePlat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6" name="TextBox 85">
            <a:extLst>
              <a:ext uri="{FF2B5EF4-FFF2-40B4-BE49-F238E27FC236}">
                <a16:creationId xmlns:a16="http://schemas.microsoft.com/office/drawing/2014/main" id="{71A6F9C6-CA13-D10C-4373-4F08C35C7790}"/>
              </a:ext>
            </a:extLst>
          </p:cNvPr>
          <p:cNvSpPr txBox="1"/>
          <p:nvPr/>
        </p:nvSpPr>
        <p:spPr>
          <a:xfrm>
            <a:off x="399006" y="4308311"/>
            <a:ext cx="1002890" cy="646331"/>
          </a:xfrm>
          <a:prstGeom prst="rect">
            <a:avLst/>
          </a:prstGeom>
          <a:noFill/>
        </p:spPr>
        <p:txBody>
          <a:bodyPr wrap="square" rtlCol="0" anchor="ctr">
            <a:spAutoFit/>
          </a:bodyPr>
          <a:lstStyle/>
          <a:p>
            <a:r>
              <a:rPr lang="en-US" b="1" dirty="0">
                <a:solidFill>
                  <a:schemeClr val="bg1"/>
                </a:solidFill>
              </a:rPr>
              <a:t>Access Level</a:t>
            </a:r>
          </a:p>
        </p:txBody>
      </p:sp>
      <p:sp>
        <p:nvSpPr>
          <p:cNvPr id="87" name="TextBox 86">
            <a:extLst>
              <a:ext uri="{FF2B5EF4-FFF2-40B4-BE49-F238E27FC236}">
                <a16:creationId xmlns:a16="http://schemas.microsoft.com/office/drawing/2014/main" id="{2A18AE32-6941-2CD4-689F-5BFEBD84B1C0}"/>
              </a:ext>
            </a:extLst>
          </p:cNvPr>
          <p:cNvSpPr txBox="1"/>
          <p:nvPr/>
        </p:nvSpPr>
        <p:spPr>
          <a:xfrm>
            <a:off x="1648735" y="4271974"/>
            <a:ext cx="3955647" cy="738664"/>
          </a:xfrm>
          <a:prstGeom prst="rect">
            <a:avLst/>
          </a:prstGeom>
          <a:noFill/>
        </p:spPr>
        <p:txBody>
          <a:bodyPr wrap="square" rtlCol="0">
            <a:spAutoFit/>
          </a:bodyPr>
          <a:lstStyle/>
          <a:p>
            <a:r>
              <a:rPr lang="en-US" sz="1400" dirty="0"/>
              <a:t>No credentials or internal documentation provided</a:t>
            </a:r>
          </a:p>
          <a:p>
            <a:r>
              <a:rPr lang="en-US" sz="1400" dirty="0"/>
              <a:t>Adversary visibility limited to publicly exposed interfaces</a:t>
            </a:r>
          </a:p>
        </p:txBody>
      </p:sp>
      <p:sp>
        <p:nvSpPr>
          <p:cNvPr id="88" name="Flowchart: Alternate Process 87">
            <a:extLst>
              <a:ext uri="{FF2B5EF4-FFF2-40B4-BE49-F238E27FC236}">
                <a16:creationId xmlns:a16="http://schemas.microsoft.com/office/drawing/2014/main" id="{4B24117F-39D0-6874-762C-53962B40A9B0}"/>
              </a:ext>
            </a:extLst>
          </p:cNvPr>
          <p:cNvSpPr/>
          <p:nvPr/>
        </p:nvSpPr>
        <p:spPr>
          <a:xfrm>
            <a:off x="6863942" y="4222817"/>
            <a:ext cx="4774589" cy="819563"/>
          </a:xfrm>
          <a:prstGeom prst="flowChartAlternateProcess">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TextBox 90">
            <a:extLst>
              <a:ext uri="{FF2B5EF4-FFF2-40B4-BE49-F238E27FC236}">
                <a16:creationId xmlns:a16="http://schemas.microsoft.com/office/drawing/2014/main" id="{2DDB3F4D-E6AF-9889-4160-C530BC7C6C3D}"/>
              </a:ext>
            </a:extLst>
          </p:cNvPr>
          <p:cNvSpPr txBox="1"/>
          <p:nvPr/>
        </p:nvSpPr>
        <p:spPr>
          <a:xfrm>
            <a:off x="7682884" y="4271974"/>
            <a:ext cx="3955647" cy="738664"/>
          </a:xfrm>
          <a:prstGeom prst="rect">
            <a:avLst/>
          </a:prstGeom>
          <a:noFill/>
        </p:spPr>
        <p:txBody>
          <a:bodyPr wrap="square" rtlCol="0">
            <a:spAutoFit/>
          </a:bodyPr>
          <a:lstStyle/>
          <a:p>
            <a:r>
              <a:rPr lang="en-US" sz="1400" dirty="0"/>
              <a:t>Limited credentials (user, service, or API access)</a:t>
            </a:r>
          </a:p>
          <a:p>
            <a:r>
              <a:rPr lang="en-US" sz="1400" dirty="0"/>
              <a:t>Partial architecture or application knowledge provided</a:t>
            </a:r>
          </a:p>
        </p:txBody>
      </p:sp>
      <p:sp>
        <p:nvSpPr>
          <p:cNvPr id="92" name="Flowchart: Alternate Process 91">
            <a:extLst>
              <a:ext uri="{FF2B5EF4-FFF2-40B4-BE49-F238E27FC236}">
                <a16:creationId xmlns:a16="http://schemas.microsoft.com/office/drawing/2014/main" id="{3CFE0D86-8D0D-6AC7-67F1-544EF9E6E062}"/>
              </a:ext>
            </a:extLst>
          </p:cNvPr>
          <p:cNvSpPr/>
          <p:nvPr/>
        </p:nvSpPr>
        <p:spPr>
          <a:xfrm>
            <a:off x="839624" y="5141106"/>
            <a:ext cx="4774589" cy="819563"/>
          </a:xfrm>
          <a:prstGeom prst="flowChartAlternateProcess">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Arrow: Pentagon 92">
            <a:extLst>
              <a:ext uri="{FF2B5EF4-FFF2-40B4-BE49-F238E27FC236}">
                <a16:creationId xmlns:a16="http://schemas.microsoft.com/office/drawing/2014/main" id="{B50E169D-CEE8-336D-9D58-74AB00D9CF66}"/>
              </a:ext>
            </a:extLst>
          </p:cNvPr>
          <p:cNvSpPr/>
          <p:nvPr/>
        </p:nvSpPr>
        <p:spPr>
          <a:xfrm>
            <a:off x="399006" y="5190264"/>
            <a:ext cx="1105324" cy="720000"/>
          </a:xfrm>
          <a:prstGeom prst="homePlat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4" name="TextBox 93">
            <a:extLst>
              <a:ext uri="{FF2B5EF4-FFF2-40B4-BE49-F238E27FC236}">
                <a16:creationId xmlns:a16="http://schemas.microsoft.com/office/drawing/2014/main" id="{A818603F-C6D4-0E7C-3117-4F2306CC17F4}"/>
              </a:ext>
            </a:extLst>
          </p:cNvPr>
          <p:cNvSpPr txBox="1"/>
          <p:nvPr/>
        </p:nvSpPr>
        <p:spPr>
          <a:xfrm>
            <a:off x="408837" y="5365099"/>
            <a:ext cx="1002890" cy="369332"/>
          </a:xfrm>
          <a:prstGeom prst="rect">
            <a:avLst/>
          </a:prstGeom>
          <a:noFill/>
        </p:spPr>
        <p:txBody>
          <a:bodyPr wrap="square" rtlCol="0" anchor="ctr">
            <a:spAutoFit/>
          </a:bodyPr>
          <a:lstStyle/>
          <a:p>
            <a:r>
              <a:rPr lang="en-US" b="1" dirty="0">
                <a:solidFill>
                  <a:schemeClr val="bg1"/>
                </a:solidFill>
              </a:rPr>
              <a:t>Focus</a:t>
            </a:r>
          </a:p>
        </p:txBody>
      </p:sp>
      <p:sp>
        <p:nvSpPr>
          <p:cNvPr id="95" name="TextBox 94">
            <a:extLst>
              <a:ext uri="{FF2B5EF4-FFF2-40B4-BE49-F238E27FC236}">
                <a16:creationId xmlns:a16="http://schemas.microsoft.com/office/drawing/2014/main" id="{8D41EBE4-C2BB-9EFF-5FD5-16A5A6757FC1}"/>
              </a:ext>
            </a:extLst>
          </p:cNvPr>
          <p:cNvSpPr txBox="1"/>
          <p:nvPr/>
        </p:nvSpPr>
        <p:spPr>
          <a:xfrm>
            <a:off x="1658566" y="5190263"/>
            <a:ext cx="3955647" cy="738664"/>
          </a:xfrm>
          <a:prstGeom prst="rect">
            <a:avLst/>
          </a:prstGeom>
          <a:noFill/>
        </p:spPr>
        <p:txBody>
          <a:bodyPr wrap="square" rtlCol="0">
            <a:spAutoFit/>
          </a:bodyPr>
          <a:lstStyle/>
          <a:p>
            <a:r>
              <a:rPr lang="en-US" sz="1400" dirty="0"/>
              <a:t>Perimeter defenses and exposed attack surface</a:t>
            </a:r>
          </a:p>
          <a:p>
            <a:r>
              <a:rPr lang="en-US" sz="1400" dirty="0"/>
              <a:t>Identification of externally exploitable vulnerabilities</a:t>
            </a:r>
          </a:p>
        </p:txBody>
      </p:sp>
      <p:sp>
        <p:nvSpPr>
          <p:cNvPr id="96" name="Flowchart: Alternate Process 95">
            <a:extLst>
              <a:ext uri="{FF2B5EF4-FFF2-40B4-BE49-F238E27FC236}">
                <a16:creationId xmlns:a16="http://schemas.microsoft.com/office/drawing/2014/main" id="{F247BEA1-CB04-6BEF-6FFF-5776B063DFC9}"/>
              </a:ext>
            </a:extLst>
          </p:cNvPr>
          <p:cNvSpPr/>
          <p:nvPr/>
        </p:nvSpPr>
        <p:spPr>
          <a:xfrm>
            <a:off x="6873773" y="5141106"/>
            <a:ext cx="4774589" cy="819563"/>
          </a:xfrm>
          <a:prstGeom prst="flowChartAlternateProcess">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TextBox 98">
            <a:extLst>
              <a:ext uri="{FF2B5EF4-FFF2-40B4-BE49-F238E27FC236}">
                <a16:creationId xmlns:a16="http://schemas.microsoft.com/office/drawing/2014/main" id="{24297BD3-3039-6887-94CC-CBF393D0FABF}"/>
              </a:ext>
            </a:extLst>
          </p:cNvPr>
          <p:cNvSpPr txBox="1"/>
          <p:nvPr/>
        </p:nvSpPr>
        <p:spPr>
          <a:xfrm>
            <a:off x="7692715" y="5190263"/>
            <a:ext cx="3955647" cy="738664"/>
          </a:xfrm>
          <a:prstGeom prst="rect">
            <a:avLst/>
          </a:prstGeom>
          <a:noFill/>
        </p:spPr>
        <p:txBody>
          <a:bodyPr wrap="square" rtlCol="0">
            <a:spAutoFit/>
          </a:bodyPr>
          <a:lstStyle/>
          <a:p>
            <a:r>
              <a:rPr lang="en-US" sz="1400" dirty="0"/>
              <a:t>Authorization flaws and privilege escalation</a:t>
            </a:r>
          </a:p>
          <a:p>
            <a:r>
              <a:rPr lang="en-US" sz="1400" dirty="0"/>
              <a:t>Business logic and access control failures</a:t>
            </a:r>
          </a:p>
          <a:p>
            <a:r>
              <a:rPr lang="en-US" sz="1400" dirty="0"/>
              <a:t>Post‑compromise and insider threat scenarios</a:t>
            </a:r>
          </a:p>
        </p:txBody>
      </p:sp>
      <p:sp>
        <p:nvSpPr>
          <p:cNvPr id="111" name="Arrow: Pentagon 110">
            <a:extLst>
              <a:ext uri="{FF2B5EF4-FFF2-40B4-BE49-F238E27FC236}">
                <a16:creationId xmlns:a16="http://schemas.microsoft.com/office/drawing/2014/main" id="{F6C8F33E-7842-75A4-141A-E991EBAE9CB0}"/>
              </a:ext>
            </a:extLst>
          </p:cNvPr>
          <p:cNvSpPr/>
          <p:nvPr/>
        </p:nvSpPr>
        <p:spPr>
          <a:xfrm>
            <a:off x="6431625" y="1517107"/>
            <a:ext cx="1105324" cy="720000"/>
          </a:xfrm>
          <a:prstGeom prst="homePlate">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2" name="TextBox 111">
            <a:extLst>
              <a:ext uri="{FF2B5EF4-FFF2-40B4-BE49-F238E27FC236}">
                <a16:creationId xmlns:a16="http://schemas.microsoft.com/office/drawing/2014/main" id="{2E79D36F-64AA-3C8B-92C4-9A2620FF377A}"/>
              </a:ext>
            </a:extLst>
          </p:cNvPr>
          <p:cNvSpPr txBox="1"/>
          <p:nvPr/>
        </p:nvSpPr>
        <p:spPr>
          <a:xfrm>
            <a:off x="6441456" y="1682110"/>
            <a:ext cx="1002890" cy="369332"/>
          </a:xfrm>
          <a:prstGeom prst="rect">
            <a:avLst/>
          </a:prstGeom>
          <a:noFill/>
        </p:spPr>
        <p:txBody>
          <a:bodyPr wrap="square" rtlCol="0" anchor="ctr">
            <a:spAutoFit/>
          </a:bodyPr>
          <a:lstStyle/>
          <a:p>
            <a:r>
              <a:rPr lang="en-US" b="1" dirty="0"/>
              <a:t>Purpose</a:t>
            </a:r>
          </a:p>
        </p:txBody>
      </p:sp>
      <p:sp>
        <p:nvSpPr>
          <p:cNvPr id="113" name="Arrow: Pentagon 112">
            <a:extLst>
              <a:ext uri="{FF2B5EF4-FFF2-40B4-BE49-F238E27FC236}">
                <a16:creationId xmlns:a16="http://schemas.microsoft.com/office/drawing/2014/main" id="{44EB95AE-D6D9-D438-FB3C-74723A88C1FF}"/>
              </a:ext>
            </a:extLst>
          </p:cNvPr>
          <p:cNvSpPr/>
          <p:nvPr/>
        </p:nvSpPr>
        <p:spPr>
          <a:xfrm>
            <a:off x="6441456" y="2435396"/>
            <a:ext cx="1105324" cy="720000"/>
          </a:xfrm>
          <a:prstGeom prst="homePlate">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 name="TextBox 113">
            <a:extLst>
              <a:ext uri="{FF2B5EF4-FFF2-40B4-BE49-F238E27FC236}">
                <a16:creationId xmlns:a16="http://schemas.microsoft.com/office/drawing/2014/main" id="{B688699C-3D4B-C0C1-472E-02C0E7D791C5}"/>
              </a:ext>
            </a:extLst>
          </p:cNvPr>
          <p:cNvSpPr txBox="1"/>
          <p:nvPr/>
        </p:nvSpPr>
        <p:spPr>
          <a:xfrm>
            <a:off x="6451287" y="2600399"/>
            <a:ext cx="1002890" cy="369332"/>
          </a:xfrm>
          <a:prstGeom prst="rect">
            <a:avLst/>
          </a:prstGeom>
          <a:noFill/>
        </p:spPr>
        <p:txBody>
          <a:bodyPr wrap="square" rtlCol="0" anchor="ctr">
            <a:spAutoFit/>
          </a:bodyPr>
          <a:lstStyle/>
          <a:p>
            <a:r>
              <a:rPr lang="en-US" b="1" dirty="0"/>
              <a:t>Location</a:t>
            </a:r>
          </a:p>
        </p:txBody>
      </p:sp>
      <p:sp>
        <p:nvSpPr>
          <p:cNvPr id="115" name="Arrow: Pentagon 114">
            <a:extLst>
              <a:ext uri="{FF2B5EF4-FFF2-40B4-BE49-F238E27FC236}">
                <a16:creationId xmlns:a16="http://schemas.microsoft.com/office/drawing/2014/main" id="{28E19187-EB0A-11A5-B431-2B5DD4252373}"/>
              </a:ext>
            </a:extLst>
          </p:cNvPr>
          <p:cNvSpPr/>
          <p:nvPr/>
        </p:nvSpPr>
        <p:spPr>
          <a:xfrm>
            <a:off x="6451287" y="3353685"/>
            <a:ext cx="1105324" cy="720000"/>
          </a:xfrm>
          <a:prstGeom prst="homePlate">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6" name="TextBox 115">
            <a:extLst>
              <a:ext uri="{FF2B5EF4-FFF2-40B4-BE49-F238E27FC236}">
                <a16:creationId xmlns:a16="http://schemas.microsoft.com/office/drawing/2014/main" id="{DF9E7B99-97EA-E82E-EECF-EB88C7F88A72}"/>
              </a:ext>
            </a:extLst>
          </p:cNvPr>
          <p:cNvSpPr txBox="1"/>
          <p:nvPr/>
        </p:nvSpPr>
        <p:spPr>
          <a:xfrm>
            <a:off x="6461118" y="3380189"/>
            <a:ext cx="1002890" cy="646331"/>
          </a:xfrm>
          <a:prstGeom prst="rect">
            <a:avLst/>
          </a:prstGeom>
          <a:noFill/>
        </p:spPr>
        <p:txBody>
          <a:bodyPr wrap="square" rtlCol="0" anchor="ctr">
            <a:spAutoFit/>
          </a:bodyPr>
          <a:lstStyle/>
          <a:p>
            <a:r>
              <a:rPr lang="en-US" b="1" dirty="0"/>
              <a:t>Security Layers</a:t>
            </a:r>
          </a:p>
        </p:txBody>
      </p:sp>
      <p:sp>
        <p:nvSpPr>
          <p:cNvPr id="117" name="Arrow: Pentagon 116">
            <a:extLst>
              <a:ext uri="{FF2B5EF4-FFF2-40B4-BE49-F238E27FC236}">
                <a16:creationId xmlns:a16="http://schemas.microsoft.com/office/drawing/2014/main" id="{42C1F823-C0B2-BFAF-E90A-BA944298CDE4}"/>
              </a:ext>
            </a:extLst>
          </p:cNvPr>
          <p:cNvSpPr/>
          <p:nvPr/>
        </p:nvSpPr>
        <p:spPr>
          <a:xfrm>
            <a:off x="6461118" y="4271974"/>
            <a:ext cx="1105324" cy="720000"/>
          </a:xfrm>
          <a:prstGeom prst="homePlate">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8" name="TextBox 117">
            <a:extLst>
              <a:ext uri="{FF2B5EF4-FFF2-40B4-BE49-F238E27FC236}">
                <a16:creationId xmlns:a16="http://schemas.microsoft.com/office/drawing/2014/main" id="{BD80D8AD-032B-24BF-88A2-AA9B95FD9AEC}"/>
              </a:ext>
            </a:extLst>
          </p:cNvPr>
          <p:cNvSpPr txBox="1"/>
          <p:nvPr/>
        </p:nvSpPr>
        <p:spPr>
          <a:xfrm>
            <a:off x="6470949" y="4298478"/>
            <a:ext cx="1002890" cy="646331"/>
          </a:xfrm>
          <a:prstGeom prst="rect">
            <a:avLst/>
          </a:prstGeom>
          <a:noFill/>
        </p:spPr>
        <p:txBody>
          <a:bodyPr wrap="square" rtlCol="0" anchor="ctr">
            <a:spAutoFit/>
          </a:bodyPr>
          <a:lstStyle/>
          <a:p>
            <a:r>
              <a:rPr lang="en-US" b="1" dirty="0"/>
              <a:t>Access Level</a:t>
            </a:r>
          </a:p>
        </p:txBody>
      </p:sp>
      <p:sp>
        <p:nvSpPr>
          <p:cNvPr id="119" name="Arrow: Pentagon 118">
            <a:extLst>
              <a:ext uri="{FF2B5EF4-FFF2-40B4-BE49-F238E27FC236}">
                <a16:creationId xmlns:a16="http://schemas.microsoft.com/office/drawing/2014/main" id="{0168FF19-9FEB-4AE8-FEE6-94AEE5A23791}"/>
              </a:ext>
            </a:extLst>
          </p:cNvPr>
          <p:cNvSpPr/>
          <p:nvPr/>
        </p:nvSpPr>
        <p:spPr>
          <a:xfrm>
            <a:off x="6470949" y="5190263"/>
            <a:ext cx="1105324" cy="720000"/>
          </a:xfrm>
          <a:prstGeom prst="homePlate">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0" name="TextBox 119">
            <a:extLst>
              <a:ext uri="{FF2B5EF4-FFF2-40B4-BE49-F238E27FC236}">
                <a16:creationId xmlns:a16="http://schemas.microsoft.com/office/drawing/2014/main" id="{3966F8AF-75EC-5331-B8EB-B9D891BA14B7}"/>
              </a:ext>
            </a:extLst>
          </p:cNvPr>
          <p:cNvSpPr txBox="1"/>
          <p:nvPr/>
        </p:nvSpPr>
        <p:spPr>
          <a:xfrm>
            <a:off x="6480780" y="5355266"/>
            <a:ext cx="1002890" cy="369332"/>
          </a:xfrm>
          <a:prstGeom prst="rect">
            <a:avLst/>
          </a:prstGeom>
          <a:noFill/>
        </p:spPr>
        <p:txBody>
          <a:bodyPr wrap="square" rtlCol="0" anchor="ctr">
            <a:spAutoFit/>
          </a:bodyPr>
          <a:lstStyle/>
          <a:p>
            <a:r>
              <a:rPr lang="en-US" b="1" dirty="0"/>
              <a:t>Focus</a:t>
            </a:r>
          </a:p>
        </p:txBody>
      </p:sp>
      <p:cxnSp>
        <p:nvCxnSpPr>
          <p:cNvPr id="124" name="Straight Connector 123">
            <a:extLst>
              <a:ext uri="{FF2B5EF4-FFF2-40B4-BE49-F238E27FC236}">
                <a16:creationId xmlns:a16="http://schemas.microsoft.com/office/drawing/2014/main" id="{3BE56369-9004-D40D-A612-FAACB94A988F}"/>
              </a:ext>
            </a:extLst>
          </p:cNvPr>
          <p:cNvCxnSpPr/>
          <p:nvPr/>
        </p:nvCxnSpPr>
        <p:spPr>
          <a:xfrm>
            <a:off x="5980217" y="1156001"/>
            <a:ext cx="0" cy="5286805"/>
          </a:xfrm>
          <a:prstGeom prst="line">
            <a:avLst/>
          </a:prstGeom>
          <a:ln>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256670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313278-26A1-C0B5-A158-B76F2832F1C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70E6D89-05BB-BDC2-AEDF-47FB1E799A07}"/>
              </a:ext>
            </a:extLst>
          </p:cNvPr>
          <p:cNvSpPr>
            <a:spLocks noGrp="1"/>
          </p:cNvSpPr>
          <p:nvPr>
            <p:ph type="body" sz="quarter" idx="10"/>
          </p:nvPr>
        </p:nvSpPr>
        <p:spPr/>
        <p:txBody>
          <a:bodyPr/>
          <a:lstStyle/>
          <a:p>
            <a:r>
              <a:rPr lang="en-IN"/>
              <a:t>Executive Summary</a:t>
            </a:r>
            <a:endParaRPr lang="en-US"/>
          </a:p>
        </p:txBody>
      </p:sp>
      <p:sp>
        <p:nvSpPr>
          <p:cNvPr id="5" name="Rectangle 4">
            <a:extLst>
              <a:ext uri="{FF2B5EF4-FFF2-40B4-BE49-F238E27FC236}">
                <a16:creationId xmlns:a16="http://schemas.microsoft.com/office/drawing/2014/main" id="{5DDF9F4F-B944-5639-7C57-A98246F38E81}"/>
              </a:ext>
            </a:extLst>
          </p:cNvPr>
          <p:cNvSpPr/>
          <p:nvPr/>
        </p:nvSpPr>
        <p:spPr>
          <a:xfrm>
            <a:off x="5747656" y="1376810"/>
            <a:ext cx="5712506" cy="462121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 name="Group 5">
            <a:extLst>
              <a:ext uri="{FF2B5EF4-FFF2-40B4-BE49-F238E27FC236}">
                <a16:creationId xmlns:a16="http://schemas.microsoft.com/office/drawing/2014/main" id="{EA4BD794-DC81-BA85-DE14-ADF8B70AAB3E}"/>
              </a:ext>
            </a:extLst>
          </p:cNvPr>
          <p:cNvGrpSpPr/>
          <p:nvPr/>
        </p:nvGrpSpPr>
        <p:grpSpPr>
          <a:xfrm>
            <a:off x="5743051" y="1072723"/>
            <a:ext cx="4385774" cy="306392"/>
            <a:chOff x="511628" y="1306286"/>
            <a:chExt cx="5888867" cy="446314"/>
          </a:xfrm>
          <a:solidFill>
            <a:srgbClr val="E51E26"/>
          </a:solidFill>
        </p:grpSpPr>
        <p:sp>
          <p:nvSpPr>
            <p:cNvPr id="7" name="Rectangle 6">
              <a:extLst>
                <a:ext uri="{FF2B5EF4-FFF2-40B4-BE49-F238E27FC236}">
                  <a16:creationId xmlns:a16="http://schemas.microsoft.com/office/drawing/2014/main" id="{58DD920A-0768-8175-F2AC-3B2898E5718C}"/>
                </a:ext>
              </a:extLst>
            </p:cNvPr>
            <p:cNvSpPr/>
            <p:nvPr/>
          </p:nvSpPr>
          <p:spPr>
            <a:xfrm>
              <a:off x="511628" y="1306286"/>
              <a:ext cx="5271754" cy="442956"/>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IN"/>
                <a:t>Infrastructure Vulnerability Assessments </a:t>
              </a:r>
              <a:endParaRPr lang="en-US"/>
            </a:p>
          </p:txBody>
        </p:sp>
        <p:sp>
          <p:nvSpPr>
            <p:cNvPr id="8" name="Isosceles Triangle 7">
              <a:extLst>
                <a:ext uri="{FF2B5EF4-FFF2-40B4-BE49-F238E27FC236}">
                  <a16:creationId xmlns:a16="http://schemas.microsoft.com/office/drawing/2014/main" id="{1D218FBD-DE3E-3FA7-C5B4-3364AB097F24}"/>
                </a:ext>
              </a:extLst>
            </p:cNvPr>
            <p:cNvSpPr/>
            <p:nvPr/>
          </p:nvSpPr>
          <p:spPr>
            <a:xfrm flipV="1">
              <a:off x="5687708" y="1306286"/>
              <a:ext cx="712787" cy="446314"/>
            </a:xfrm>
            <a:prstGeom prst="triangle">
              <a:avLst>
                <a:gd name="adj" fmla="val 13935"/>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 name="Rectangle 8">
            <a:extLst>
              <a:ext uri="{FF2B5EF4-FFF2-40B4-BE49-F238E27FC236}">
                <a16:creationId xmlns:a16="http://schemas.microsoft.com/office/drawing/2014/main" id="{E704C151-A6CB-D6C2-13D6-9C9B78524B16}"/>
              </a:ext>
            </a:extLst>
          </p:cNvPr>
          <p:cNvSpPr/>
          <p:nvPr/>
        </p:nvSpPr>
        <p:spPr>
          <a:xfrm>
            <a:off x="359682" y="1376807"/>
            <a:ext cx="5213804" cy="462122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E9BB3D13-BBE0-70A1-6DFF-FC3D5FC5B56A}"/>
              </a:ext>
            </a:extLst>
          </p:cNvPr>
          <p:cNvGrpSpPr/>
          <p:nvPr/>
        </p:nvGrpSpPr>
        <p:grpSpPr>
          <a:xfrm>
            <a:off x="359682" y="1072723"/>
            <a:ext cx="4023216" cy="306392"/>
            <a:chOff x="511629" y="1306286"/>
            <a:chExt cx="5402054" cy="446314"/>
          </a:xfrm>
          <a:solidFill>
            <a:srgbClr val="E51E26"/>
          </a:solidFill>
        </p:grpSpPr>
        <p:sp>
          <p:nvSpPr>
            <p:cNvPr id="11" name="Rectangle 10">
              <a:extLst>
                <a:ext uri="{FF2B5EF4-FFF2-40B4-BE49-F238E27FC236}">
                  <a16:creationId xmlns:a16="http://schemas.microsoft.com/office/drawing/2014/main" id="{7750AC0A-7803-364F-5556-C916FCA83B42}"/>
                </a:ext>
              </a:extLst>
            </p:cNvPr>
            <p:cNvSpPr/>
            <p:nvPr/>
          </p:nvSpPr>
          <p:spPr>
            <a:xfrm>
              <a:off x="511629" y="1306286"/>
              <a:ext cx="4819066" cy="446314"/>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IN"/>
                <a:t>Web Applications – Pentesting </a:t>
              </a:r>
              <a:endParaRPr lang="en-US"/>
            </a:p>
          </p:txBody>
        </p:sp>
        <p:sp>
          <p:nvSpPr>
            <p:cNvPr id="12" name="Isosceles Triangle 11">
              <a:extLst>
                <a:ext uri="{FF2B5EF4-FFF2-40B4-BE49-F238E27FC236}">
                  <a16:creationId xmlns:a16="http://schemas.microsoft.com/office/drawing/2014/main" id="{866E4739-0DEC-37D2-4B8F-66EA826189BF}"/>
                </a:ext>
              </a:extLst>
            </p:cNvPr>
            <p:cNvSpPr/>
            <p:nvPr/>
          </p:nvSpPr>
          <p:spPr>
            <a:xfrm flipV="1">
              <a:off x="5200896" y="1306286"/>
              <a:ext cx="712787" cy="446314"/>
            </a:xfrm>
            <a:prstGeom prst="triangle">
              <a:avLst>
                <a:gd name="adj" fmla="val 13935"/>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TextBox 12">
            <a:extLst>
              <a:ext uri="{FF2B5EF4-FFF2-40B4-BE49-F238E27FC236}">
                <a16:creationId xmlns:a16="http://schemas.microsoft.com/office/drawing/2014/main" id="{35ECB57E-27A8-AC52-0E6F-D7C410AB9CC3}"/>
              </a:ext>
            </a:extLst>
          </p:cNvPr>
          <p:cNvSpPr txBox="1"/>
          <p:nvPr/>
        </p:nvSpPr>
        <p:spPr>
          <a:xfrm>
            <a:off x="9122553" y="5718135"/>
            <a:ext cx="2241319" cy="215444"/>
          </a:xfrm>
          <a:prstGeom prst="rect">
            <a:avLst/>
          </a:prstGeom>
          <a:noFill/>
        </p:spPr>
        <p:txBody>
          <a:bodyPr wrap="none" rtlCol="0">
            <a:spAutoFit/>
          </a:bodyPr>
          <a:lstStyle/>
          <a:p>
            <a:r>
              <a:rPr lang="en-US" sz="800" dirty="0"/>
              <a:t>Note: Statistics as of Reported Date 9</a:t>
            </a:r>
            <a:r>
              <a:rPr lang="en-US" sz="800" baseline="30000" dirty="0"/>
              <a:t>th</a:t>
            </a:r>
            <a:r>
              <a:rPr lang="en-US" sz="800" dirty="0"/>
              <a:t> April 2026</a:t>
            </a:r>
          </a:p>
        </p:txBody>
      </p:sp>
      <p:sp>
        <p:nvSpPr>
          <p:cNvPr id="14" name="TextBox 13">
            <a:extLst>
              <a:ext uri="{FF2B5EF4-FFF2-40B4-BE49-F238E27FC236}">
                <a16:creationId xmlns:a16="http://schemas.microsoft.com/office/drawing/2014/main" id="{167DE636-E3B4-4D17-0820-99FD2955C41F}"/>
              </a:ext>
            </a:extLst>
          </p:cNvPr>
          <p:cNvSpPr txBox="1"/>
          <p:nvPr/>
        </p:nvSpPr>
        <p:spPr>
          <a:xfrm>
            <a:off x="3908749" y="5718135"/>
            <a:ext cx="1675459" cy="215444"/>
          </a:xfrm>
          <a:prstGeom prst="rect">
            <a:avLst/>
          </a:prstGeom>
          <a:noFill/>
        </p:spPr>
        <p:txBody>
          <a:bodyPr wrap="none" rtlCol="0">
            <a:spAutoFit/>
          </a:bodyPr>
          <a:lstStyle/>
          <a:p>
            <a:r>
              <a:rPr lang="en-US" sz="800"/>
              <a:t>Note: Statistics as of 21</a:t>
            </a:r>
            <a:r>
              <a:rPr lang="en-US" sz="800" baseline="30000"/>
              <a:t>st</a:t>
            </a:r>
            <a:r>
              <a:rPr lang="en-US" sz="800"/>
              <a:t> April 2026</a:t>
            </a:r>
          </a:p>
        </p:txBody>
      </p:sp>
      <p:graphicFrame>
        <p:nvGraphicFramePr>
          <p:cNvPr id="20" name="Chart 19">
            <a:extLst>
              <a:ext uri="{FF2B5EF4-FFF2-40B4-BE49-F238E27FC236}">
                <a16:creationId xmlns:a16="http://schemas.microsoft.com/office/drawing/2014/main" id="{C1855126-83A1-AFA0-1E42-CF26686F0C58}"/>
              </a:ext>
            </a:extLst>
          </p:cNvPr>
          <p:cNvGraphicFramePr/>
          <p:nvPr>
            <p:extLst>
              <p:ext uri="{D42A27DB-BD31-4B8C-83A1-F6EECF244321}">
                <p14:modId xmlns:p14="http://schemas.microsoft.com/office/powerpoint/2010/main" val="1880943762"/>
              </p:ext>
            </p:extLst>
          </p:nvPr>
        </p:nvGraphicFramePr>
        <p:xfrm>
          <a:off x="474611" y="2212258"/>
          <a:ext cx="5055033" cy="3342968"/>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22" name="Chart 21">
            <a:extLst>
              <a:ext uri="{FF2B5EF4-FFF2-40B4-BE49-F238E27FC236}">
                <a16:creationId xmlns:a16="http://schemas.microsoft.com/office/drawing/2014/main" id="{6E555888-F51B-F98A-1563-9EA55CF01522}"/>
              </a:ext>
            </a:extLst>
          </p:cNvPr>
          <p:cNvGraphicFramePr/>
          <p:nvPr>
            <p:extLst>
              <p:ext uri="{D42A27DB-BD31-4B8C-83A1-F6EECF244321}">
                <p14:modId xmlns:p14="http://schemas.microsoft.com/office/powerpoint/2010/main" val="381532607"/>
              </p:ext>
            </p:extLst>
          </p:nvPr>
        </p:nvGraphicFramePr>
        <p:xfrm>
          <a:off x="6096000" y="2212258"/>
          <a:ext cx="5055033" cy="3485916"/>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7" name="Table 26">
            <a:extLst>
              <a:ext uri="{FF2B5EF4-FFF2-40B4-BE49-F238E27FC236}">
                <a16:creationId xmlns:a16="http://schemas.microsoft.com/office/drawing/2014/main" id="{060CE5D9-6402-6A26-7E0C-9A0E8816C33E}"/>
              </a:ext>
            </a:extLst>
          </p:cNvPr>
          <p:cNvGraphicFramePr>
            <a:graphicFrameLocks noGrp="1"/>
          </p:cNvGraphicFramePr>
          <p:nvPr>
            <p:extLst>
              <p:ext uri="{D42A27DB-BD31-4B8C-83A1-F6EECF244321}">
                <p14:modId xmlns:p14="http://schemas.microsoft.com/office/powerpoint/2010/main" val="2107073667"/>
              </p:ext>
            </p:extLst>
          </p:nvPr>
        </p:nvGraphicFramePr>
        <p:xfrm>
          <a:off x="463889" y="1472122"/>
          <a:ext cx="4998359" cy="738800"/>
        </p:xfrm>
        <a:graphic>
          <a:graphicData uri="http://schemas.openxmlformats.org/drawingml/2006/table">
            <a:tbl>
              <a:tblPr>
                <a:tableStyleId>{5C22544A-7EE6-4342-B048-85BDC9FD1C3A}</a:tableStyleId>
              </a:tblPr>
              <a:tblGrid>
                <a:gridCol w="1009169">
                  <a:extLst>
                    <a:ext uri="{9D8B030D-6E8A-4147-A177-3AD203B41FA5}">
                      <a16:colId xmlns:a16="http://schemas.microsoft.com/office/drawing/2014/main" val="1306177583"/>
                    </a:ext>
                  </a:extLst>
                </a:gridCol>
                <a:gridCol w="664865">
                  <a:extLst>
                    <a:ext uri="{9D8B030D-6E8A-4147-A177-3AD203B41FA5}">
                      <a16:colId xmlns:a16="http://schemas.microsoft.com/office/drawing/2014/main" val="2630784759"/>
                    </a:ext>
                  </a:extLst>
                </a:gridCol>
                <a:gridCol w="664865">
                  <a:extLst>
                    <a:ext uri="{9D8B030D-6E8A-4147-A177-3AD203B41FA5}">
                      <a16:colId xmlns:a16="http://schemas.microsoft.com/office/drawing/2014/main" val="657788051"/>
                    </a:ext>
                  </a:extLst>
                </a:gridCol>
                <a:gridCol w="664865">
                  <a:extLst>
                    <a:ext uri="{9D8B030D-6E8A-4147-A177-3AD203B41FA5}">
                      <a16:colId xmlns:a16="http://schemas.microsoft.com/office/drawing/2014/main" val="49102473"/>
                    </a:ext>
                  </a:extLst>
                </a:gridCol>
                <a:gridCol w="664865">
                  <a:extLst>
                    <a:ext uri="{9D8B030D-6E8A-4147-A177-3AD203B41FA5}">
                      <a16:colId xmlns:a16="http://schemas.microsoft.com/office/drawing/2014/main" val="2132937916"/>
                    </a:ext>
                  </a:extLst>
                </a:gridCol>
                <a:gridCol w="664865">
                  <a:extLst>
                    <a:ext uri="{9D8B030D-6E8A-4147-A177-3AD203B41FA5}">
                      <a16:colId xmlns:a16="http://schemas.microsoft.com/office/drawing/2014/main" val="1015937589"/>
                    </a:ext>
                  </a:extLst>
                </a:gridCol>
                <a:gridCol w="664865">
                  <a:extLst>
                    <a:ext uri="{9D8B030D-6E8A-4147-A177-3AD203B41FA5}">
                      <a16:colId xmlns:a16="http://schemas.microsoft.com/office/drawing/2014/main" val="3561878884"/>
                    </a:ext>
                  </a:extLst>
                </a:gridCol>
              </a:tblGrid>
              <a:tr h="184700">
                <a:tc>
                  <a:txBody>
                    <a:bodyPr/>
                    <a:lstStyle/>
                    <a:p>
                      <a:pPr algn="ctr" fontAlgn="b">
                        <a:buNone/>
                      </a:pPr>
                      <a:r>
                        <a:rPr lang="en-US" sz="1100" u="none" strike="noStrike" dirty="0">
                          <a:effectLst/>
                        </a:rPr>
                        <a:t>Status</a:t>
                      </a:r>
                      <a:endParaRPr lang="en-US" sz="1100" b="0" i="0" u="none" strike="noStrike" dirty="0">
                        <a:solidFill>
                          <a:srgbClr val="000000"/>
                        </a:solidFill>
                        <a:effectLst/>
                        <a:latin typeface="Calibri" panose="020F050202020403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u="none" strike="noStrike" dirty="0">
                          <a:effectLst/>
                        </a:rPr>
                        <a:t>Critical</a:t>
                      </a:r>
                      <a:endParaRPr lang="en-US" sz="1100" b="0" i="0" u="none" strike="noStrike" dirty="0">
                        <a:solidFill>
                          <a:srgbClr val="000000"/>
                        </a:solidFill>
                        <a:effectLst/>
                        <a:latin typeface="Calibri" panose="020F050202020403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00000"/>
                    </a:solidFill>
                  </a:tcPr>
                </a:tc>
                <a:tc>
                  <a:txBody>
                    <a:bodyPr/>
                    <a:lstStyle/>
                    <a:p>
                      <a:pPr algn="ctr" fontAlgn="t">
                        <a:buNone/>
                      </a:pPr>
                      <a:r>
                        <a:rPr lang="en-US" sz="1100" u="none" strike="noStrike" dirty="0">
                          <a:effectLst/>
                        </a:rPr>
                        <a:t>High</a:t>
                      </a:r>
                      <a:endParaRPr lang="en-US" sz="1100" b="0" i="0" u="none" strike="noStrike" dirty="0">
                        <a:solidFill>
                          <a:srgbClr val="000000"/>
                        </a:solidFill>
                        <a:effectLst/>
                        <a:latin typeface="Calibri" panose="020F050202020403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tc>
                  <a:txBody>
                    <a:bodyPr/>
                    <a:lstStyle/>
                    <a:p>
                      <a:pPr algn="ctr" fontAlgn="t">
                        <a:buNone/>
                      </a:pPr>
                      <a:r>
                        <a:rPr lang="en-US" sz="1100" u="none" strike="noStrike" dirty="0">
                          <a:effectLst/>
                        </a:rPr>
                        <a:t>Medium</a:t>
                      </a:r>
                      <a:endParaRPr lang="en-US" sz="1100" b="0" i="0" u="none" strike="noStrike" dirty="0">
                        <a:solidFill>
                          <a:srgbClr val="000000"/>
                        </a:solidFill>
                        <a:effectLst/>
                        <a:latin typeface="Calibri" panose="020F050202020403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fontAlgn="t">
                        <a:buNone/>
                      </a:pPr>
                      <a:r>
                        <a:rPr lang="en-US" sz="1100" u="none" strike="noStrike" dirty="0">
                          <a:effectLst/>
                        </a:rPr>
                        <a:t>Low</a:t>
                      </a:r>
                      <a:endParaRPr lang="en-US" sz="1100" b="0" i="0" u="none" strike="noStrike" dirty="0">
                        <a:solidFill>
                          <a:srgbClr val="000000"/>
                        </a:solidFill>
                        <a:effectLst/>
                        <a:latin typeface="Calibri" panose="020F050202020403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lgn="ctr" fontAlgn="t">
                        <a:buNone/>
                      </a:pPr>
                      <a:r>
                        <a:rPr lang="en-US" sz="1100" u="none" strike="noStrike" dirty="0">
                          <a:effectLst/>
                        </a:rPr>
                        <a:t>Info</a:t>
                      </a:r>
                      <a:endParaRPr lang="en-US" sz="1100" b="0" i="0" u="none" strike="noStrike" dirty="0">
                        <a:solidFill>
                          <a:srgbClr val="000000"/>
                        </a:solidFill>
                        <a:effectLst/>
                        <a:latin typeface="Calibri" panose="020F050202020403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F0"/>
                    </a:solidFill>
                  </a:tcPr>
                </a:tc>
                <a:tc>
                  <a:txBody>
                    <a:bodyPr/>
                    <a:lstStyle/>
                    <a:p>
                      <a:pPr algn="ctr" fontAlgn="t">
                        <a:buNone/>
                      </a:pPr>
                      <a:r>
                        <a:rPr lang="en-US" sz="1100" u="none" strike="noStrike">
                          <a:effectLst/>
                        </a:rPr>
                        <a:t>Total</a:t>
                      </a:r>
                      <a:endParaRPr lang="en-US" sz="1100" b="0" i="0" u="none" strike="noStrike">
                        <a:solidFill>
                          <a:srgbClr val="000000"/>
                        </a:solidFill>
                        <a:effectLst/>
                        <a:latin typeface="Calibri" panose="020F050202020403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86122850"/>
                  </a:ext>
                </a:extLst>
              </a:tr>
              <a:tr h="184700">
                <a:tc>
                  <a:txBody>
                    <a:bodyPr/>
                    <a:lstStyle/>
                    <a:p>
                      <a:pPr algn="ctr" fontAlgn="b">
                        <a:buNone/>
                      </a:pPr>
                      <a:r>
                        <a:rPr lang="en-US" sz="1100" u="none" strike="noStrike" dirty="0">
                          <a:effectLst/>
                        </a:rPr>
                        <a:t>Closed</a:t>
                      </a:r>
                      <a:endParaRPr lang="en-US" sz="1100" b="0" i="0" u="none" strike="noStrike" dirty="0">
                        <a:solidFill>
                          <a:srgbClr val="000000"/>
                        </a:solidFill>
                        <a:effectLst/>
                        <a:latin typeface="Calibri" panose="020F050202020403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u="none" strike="noStrike">
                          <a:effectLst/>
                        </a:rPr>
                        <a:t>10</a:t>
                      </a:r>
                      <a:endParaRPr lang="en-US" sz="1100" b="0" i="0" u="none" strike="noStrike">
                        <a:solidFill>
                          <a:srgbClr val="000000"/>
                        </a:solidFill>
                        <a:effectLst/>
                        <a:latin typeface="Calibri" panose="020F050202020403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buNone/>
                      </a:pPr>
                      <a:r>
                        <a:rPr lang="en-US" sz="1100" u="none" strike="noStrike" dirty="0">
                          <a:effectLst/>
                        </a:rPr>
                        <a:t>27</a:t>
                      </a:r>
                      <a:endParaRPr lang="en-US" sz="1100" b="0" i="0" u="none" strike="noStrike" dirty="0">
                        <a:solidFill>
                          <a:srgbClr val="000000"/>
                        </a:solidFill>
                        <a:effectLst/>
                        <a:latin typeface="Calibri" panose="020F050202020403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buNone/>
                      </a:pPr>
                      <a:r>
                        <a:rPr lang="en-US" sz="1100" u="none" strike="noStrike" dirty="0">
                          <a:effectLst/>
                        </a:rPr>
                        <a:t>53</a:t>
                      </a:r>
                      <a:endParaRPr lang="en-US" sz="1100" b="0" i="0" u="none" strike="noStrike" dirty="0">
                        <a:solidFill>
                          <a:srgbClr val="000000"/>
                        </a:solidFill>
                        <a:effectLst/>
                        <a:latin typeface="Calibri" panose="020F050202020403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buNone/>
                      </a:pPr>
                      <a:r>
                        <a:rPr lang="en-US" sz="1100" u="none" strike="noStrike" dirty="0">
                          <a:effectLst/>
                        </a:rPr>
                        <a:t>31</a:t>
                      </a:r>
                      <a:endParaRPr lang="en-US" sz="1100" b="0" i="0" u="none" strike="noStrike" dirty="0">
                        <a:solidFill>
                          <a:srgbClr val="000000"/>
                        </a:solidFill>
                        <a:effectLst/>
                        <a:latin typeface="Calibri" panose="020F050202020403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buNone/>
                      </a:pPr>
                      <a:r>
                        <a:rPr lang="en-US" sz="1100" u="none" strike="noStrike">
                          <a:effectLst/>
                        </a:rPr>
                        <a:t>1</a:t>
                      </a:r>
                      <a:endParaRPr lang="en-US" sz="1100" b="0" i="0" u="none" strike="noStrike">
                        <a:solidFill>
                          <a:srgbClr val="000000"/>
                        </a:solidFill>
                        <a:effectLst/>
                        <a:latin typeface="Calibri" panose="020F050202020403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buNone/>
                      </a:pPr>
                      <a:r>
                        <a:rPr lang="en-US" sz="1100" u="none" strike="noStrike">
                          <a:effectLst/>
                        </a:rPr>
                        <a:t>122</a:t>
                      </a:r>
                      <a:endParaRPr lang="en-US" sz="1100" b="0" i="0" u="none" strike="noStrike">
                        <a:solidFill>
                          <a:srgbClr val="000000"/>
                        </a:solidFill>
                        <a:effectLst/>
                        <a:latin typeface="Calibri" panose="020F050202020403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98414716"/>
                  </a:ext>
                </a:extLst>
              </a:tr>
              <a:tr h="184700">
                <a:tc>
                  <a:txBody>
                    <a:bodyPr/>
                    <a:lstStyle/>
                    <a:p>
                      <a:pPr algn="ctr" fontAlgn="b">
                        <a:buNone/>
                      </a:pPr>
                      <a:r>
                        <a:rPr lang="en-US" sz="1100" u="none" strike="noStrike" dirty="0">
                          <a:effectLst/>
                        </a:rPr>
                        <a:t>Open</a:t>
                      </a:r>
                      <a:endParaRPr lang="en-US" sz="1100" b="0" i="0" u="none" strike="noStrike" dirty="0">
                        <a:solidFill>
                          <a:srgbClr val="000000"/>
                        </a:solidFill>
                        <a:effectLst/>
                        <a:latin typeface="Calibri" panose="020F050202020403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u="none" strike="noStrike">
                          <a:effectLst/>
                        </a:rPr>
                        <a:t> </a:t>
                      </a:r>
                      <a:endParaRPr lang="en-US" sz="1100" b="0" i="0" u="none" strike="noStrike">
                        <a:solidFill>
                          <a:srgbClr val="000000"/>
                        </a:solidFill>
                        <a:effectLst/>
                        <a:latin typeface="Calibri" panose="020F050202020403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buNone/>
                      </a:pPr>
                      <a:r>
                        <a:rPr lang="en-US" sz="1100" u="none" strike="noStrike">
                          <a:effectLst/>
                        </a:rPr>
                        <a:t>8</a:t>
                      </a:r>
                      <a:endParaRPr lang="en-US" sz="1100" b="0" i="0" u="none" strike="noStrike">
                        <a:solidFill>
                          <a:srgbClr val="000000"/>
                        </a:solidFill>
                        <a:effectLst/>
                        <a:latin typeface="Calibri" panose="020F050202020403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buNone/>
                      </a:pPr>
                      <a:r>
                        <a:rPr lang="en-US" sz="1100" u="none" strike="noStrike">
                          <a:effectLst/>
                        </a:rPr>
                        <a:t>36</a:t>
                      </a:r>
                      <a:endParaRPr lang="en-US" sz="1100" b="0" i="0" u="none" strike="noStrike">
                        <a:solidFill>
                          <a:srgbClr val="000000"/>
                        </a:solidFill>
                        <a:effectLst/>
                        <a:latin typeface="Calibri" panose="020F050202020403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buNone/>
                      </a:pPr>
                      <a:r>
                        <a:rPr lang="en-US" sz="1100" u="none" strike="noStrike" dirty="0">
                          <a:effectLst/>
                        </a:rPr>
                        <a:t>38</a:t>
                      </a:r>
                      <a:endParaRPr lang="en-US" sz="1100" b="0" i="0" u="none" strike="noStrike" dirty="0">
                        <a:solidFill>
                          <a:srgbClr val="000000"/>
                        </a:solidFill>
                        <a:effectLst/>
                        <a:latin typeface="Calibri" panose="020F050202020403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buNone/>
                      </a:pPr>
                      <a:r>
                        <a:rPr lang="en-US" sz="1100" u="none" strike="noStrike" dirty="0">
                          <a:effectLst/>
                        </a:rPr>
                        <a:t>3</a:t>
                      </a:r>
                      <a:endParaRPr lang="en-US" sz="1100" b="0" i="0" u="none" strike="noStrike" dirty="0">
                        <a:solidFill>
                          <a:srgbClr val="000000"/>
                        </a:solidFill>
                        <a:effectLst/>
                        <a:latin typeface="Calibri" panose="020F050202020403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buNone/>
                      </a:pPr>
                      <a:r>
                        <a:rPr lang="en-US" sz="1100" u="none" strike="noStrike" dirty="0">
                          <a:effectLst/>
                        </a:rPr>
                        <a:t>85</a:t>
                      </a:r>
                      <a:endParaRPr lang="en-US" sz="1100" b="0" i="0" u="none" strike="noStrike" dirty="0">
                        <a:solidFill>
                          <a:srgbClr val="000000"/>
                        </a:solidFill>
                        <a:effectLst/>
                        <a:latin typeface="Calibri" panose="020F050202020403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66872287"/>
                  </a:ext>
                </a:extLst>
              </a:tr>
              <a:tr h="184700">
                <a:tc>
                  <a:txBody>
                    <a:bodyPr/>
                    <a:lstStyle/>
                    <a:p>
                      <a:pPr algn="ctr" fontAlgn="b">
                        <a:buNone/>
                      </a:pPr>
                      <a:r>
                        <a:rPr lang="en-US" sz="1100" b="0" i="0" u="none" strike="noStrike" dirty="0">
                          <a:solidFill>
                            <a:srgbClr val="000000"/>
                          </a:solidFill>
                          <a:effectLst/>
                          <a:latin typeface="Calibri" panose="020F0502020204030204" pitchFamily="34" charset="0"/>
                        </a:rPr>
                        <a:t>Reported</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u="none" strike="noStrike">
                          <a:effectLst/>
                        </a:rPr>
                        <a:t>10</a:t>
                      </a:r>
                      <a:endParaRPr lang="en-US" sz="1100" b="0" i="0" u="none" strike="noStrike">
                        <a:solidFill>
                          <a:srgbClr val="000000"/>
                        </a:solidFill>
                        <a:effectLst/>
                        <a:latin typeface="Calibri" panose="020F050202020403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buNone/>
                      </a:pPr>
                      <a:r>
                        <a:rPr lang="en-US" sz="1100" u="none" strike="noStrike">
                          <a:effectLst/>
                        </a:rPr>
                        <a:t>35</a:t>
                      </a:r>
                      <a:endParaRPr lang="en-US" sz="1100" b="0" i="0" u="none" strike="noStrike">
                        <a:solidFill>
                          <a:srgbClr val="000000"/>
                        </a:solidFill>
                        <a:effectLst/>
                        <a:latin typeface="Calibri" panose="020F050202020403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buNone/>
                      </a:pPr>
                      <a:r>
                        <a:rPr lang="en-US" sz="1100" u="none" strike="noStrike">
                          <a:effectLst/>
                        </a:rPr>
                        <a:t>89</a:t>
                      </a:r>
                      <a:endParaRPr lang="en-US" sz="1100" b="0" i="0" u="none" strike="noStrike">
                        <a:solidFill>
                          <a:srgbClr val="000000"/>
                        </a:solidFill>
                        <a:effectLst/>
                        <a:latin typeface="Calibri" panose="020F050202020403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buNone/>
                      </a:pPr>
                      <a:r>
                        <a:rPr lang="en-US" sz="1100" u="none" strike="noStrike">
                          <a:effectLst/>
                        </a:rPr>
                        <a:t>69</a:t>
                      </a:r>
                      <a:endParaRPr lang="en-US" sz="1100" b="0" i="0" u="none" strike="noStrike">
                        <a:solidFill>
                          <a:srgbClr val="000000"/>
                        </a:solidFill>
                        <a:effectLst/>
                        <a:latin typeface="Calibri" panose="020F050202020403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buNone/>
                      </a:pPr>
                      <a:r>
                        <a:rPr lang="en-US" sz="1100" u="none" strike="noStrike" dirty="0">
                          <a:effectLst/>
                        </a:rPr>
                        <a:t>4</a:t>
                      </a:r>
                      <a:endParaRPr lang="en-US" sz="1100" b="0" i="0" u="none" strike="noStrike" dirty="0">
                        <a:solidFill>
                          <a:srgbClr val="000000"/>
                        </a:solidFill>
                        <a:effectLst/>
                        <a:latin typeface="Calibri" panose="020F050202020403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buNone/>
                      </a:pPr>
                      <a:r>
                        <a:rPr lang="en-US" sz="1100" u="none" strike="noStrike" dirty="0">
                          <a:effectLst/>
                        </a:rPr>
                        <a:t>207</a:t>
                      </a:r>
                      <a:endParaRPr lang="en-US" sz="1100" b="0" i="0" u="none" strike="noStrike" dirty="0">
                        <a:solidFill>
                          <a:srgbClr val="000000"/>
                        </a:solidFill>
                        <a:effectLst/>
                        <a:latin typeface="Calibri" panose="020F050202020403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92649554"/>
                  </a:ext>
                </a:extLst>
              </a:tr>
            </a:tbl>
          </a:graphicData>
        </a:graphic>
      </p:graphicFrame>
      <p:graphicFrame>
        <p:nvGraphicFramePr>
          <p:cNvPr id="28" name="Table 27">
            <a:extLst>
              <a:ext uri="{FF2B5EF4-FFF2-40B4-BE49-F238E27FC236}">
                <a16:creationId xmlns:a16="http://schemas.microsoft.com/office/drawing/2014/main" id="{3471CD45-5FE8-D7E4-72BF-285F0BDA43F2}"/>
              </a:ext>
            </a:extLst>
          </p:cNvPr>
          <p:cNvGraphicFramePr>
            <a:graphicFrameLocks noGrp="1"/>
          </p:cNvGraphicFramePr>
          <p:nvPr>
            <p:extLst>
              <p:ext uri="{D42A27DB-BD31-4B8C-83A1-F6EECF244321}">
                <p14:modId xmlns:p14="http://schemas.microsoft.com/office/powerpoint/2010/main" val="485756771"/>
              </p:ext>
            </p:extLst>
          </p:nvPr>
        </p:nvGraphicFramePr>
        <p:xfrm>
          <a:off x="6124335" y="1472122"/>
          <a:ext cx="4946786" cy="738800"/>
        </p:xfrm>
        <a:graphic>
          <a:graphicData uri="http://schemas.openxmlformats.org/drawingml/2006/table">
            <a:tbl>
              <a:tblPr>
                <a:tableStyleId>{5C22544A-7EE6-4342-B048-85BDC9FD1C3A}</a:tableStyleId>
              </a:tblPr>
              <a:tblGrid>
                <a:gridCol w="1151991">
                  <a:extLst>
                    <a:ext uri="{9D8B030D-6E8A-4147-A177-3AD203B41FA5}">
                      <a16:colId xmlns:a16="http://schemas.microsoft.com/office/drawing/2014/main" val="1306177583"/>
                    </a:ext>
                  </a:extLst>
                </a:gridCol>
                <a:gridCol w="758959">
                  <a:extLst>
                    <a:ext uri="{9D8B030D-6E8A-4147-A177-3AD203B41FA5}">
                      <a16:colId xmlns:a16="http://schemas.microsoft.com/office/drawing/2014/main" val="2630784759"/>
                    </a:ext>
                  </a:extLst>
                </a:gridCol>
                <a:gridCol w="758959">
                  <a:extLst>
                    <a:ext uri="{9D8B030D-6E8A-4147-A177-3AD203B41FA5}">
                      <a16:colId xmlns:a16="http://schemas.microsoft.com/office/drawing/2014/main" val="657788051"/>
                    </a:ext>
                  </a:extLst>
                </a:gridCol>
                <a:gridCol w="758959">
                  <a:extLst>
                    <a:ext uri="{9D8B030D-6E8A-4147-A177-3AD203B41FA5}">
                      <a16:colId xmlns:a16="http://schemas.microsoft.com/office/drawing/2014/main" val="49102473"/>
                    </a:ext>
                  </a:extLst>
                </a:gridCol>
                <a:gridCol w="758959">
                  <a:extLst>
                    <a:ext uri="{9D8B030D-6E8A-4147-A177-3AD203B41FA5}">
                      <a16:colId xmlns:a16="http://schemas.microsoft.com/office/drawing/2014/main" val="2132937916"/>
                    </a:ext>
                  </a:extLst>
                </a:gridCol>
                <a:gridCol w="758959">
                  <a:extLst>
                    <a:ext uri="{9D8B030D-6E8A-4147-A177-3AD203B41FA5}">
                      <a16:colId xmlns:a16="http://schemas.microsoft.com/office/drawing/2014/main" val="3561878884"/>
                    </a:ext>
                  </a:extLst>
                </a:gridCol>
              </a:tblGrid>
              <a:tr h="184700">
                <a:tc>
                  <a:txBody>
                    <a:bodyPr/>
                    <a:lstStyle/>
                    <a:p>
                      <a:pPr algn="ctr" fontAlgn="b">
                        <a:buNone/>
                      </a:pPr>
                      <a:r>
                        <a:rPr lang="en-US" sz="1100" u="none" strike="noStrike" dirty="0">
                          <a:effectLst/>
                        </a:rPr>
                        <a:t>Status</a:t>
                      </a:r>
                      <a:endParaRPr lang="en-US" sz="1100" b="0" i="0" u="none" strike="noStrike" dirty="0">
                        <a:solidFill>
                          <a:srgbClr val="000000"/>
                        </a:solidFill>
                        <a:effectLst/>
                        <a:latin typeface="Calibri" panose="020F050202020403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u="none" strike="noStrike" dirty="0">
                          <a:effectLst/>
                        </a:rPr>
                        <a:t>Critical</a:t>
                      </a:r>
                      <a:endParaRPr lang="en-US" sz="1100" b="0" i="0" u="none" strike="noStrike" dirty="0">
                        <a:solidFill>
                          <a:srgbClr val="000000"/>
                        </a:solidFill>
                        <a:effectLst/>
                        <a:latin typeface="Calibri" panose="020F050202020403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00000"/>
                    </a:solidFill>
                  </a:tcPr>
                </a:tc>
                <a:tc>
                  <a:txBody>
                    <a:bodyPr/>
                    <a:lstStyle/>
                    <a:p>
                      <a:pPr algn="ctr" fontAlgn="t">
                        <a:buNone/>
                      </a:pPr>
                      <a:r>
                        <a:rPr lang="en-US" sz="1100" u="none" strike="noStrike" dirty="0">
                          <a:effectLst/>
                        </a:rPr>
                        <a:t>High</a:t>
                      </a:r>
                      <a:endParaRPr lang="en-US" sz="1100" b="0" i="0" u="none" strike="noStrike" dirty="0">
                        <a:solidFill>
                          <a:srgbClr val="000000"/>
                        </a:solidFill>
                        <a:effectLst/>
                        <a:latin typeface="Calibri" panose="020F050202020403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tc>
                  <a:txBody>
                    <a:bodyPr/>
                    <a:lstStyle/>
                    <a:p>
                      <a:pPr algn="ctr" fontAlgn="t">
                        <a:buNone/>
                      </a:pPr>
                      <a:r>
                        <a:rPr lang="en-US" sz="1100" u="none" strike="noStrike" dirty="0">
                          <a:effectLst/>
                        </a:rPr>
                        <a:t>Medium</a:t>
                      </a:r>
                      <a:endParaRPr lang="en-US" sz="1100" b="0" i="0" u="none" strike="noStrike" dirty="0">
                        <a:solidFill>
                          <a:srgbClr val="000000"/>
                        </a:solidFill>
                        <a:effectLst/>
                        <a:latin typeface="Calibri" panose="020F050202020403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fontAlgn="t">
                        <a:buNone/>
                      </a:pPr>
                      <a:r>
                        <a:rPr lang="en-US" sz="1100" u="none" strike="noStrike" dirty="0">
                          <a:effectLst/>
                        </a:rPr>
                        <a:t>Low</a:t>
                      </a:r>
                      <a:endParaRPr lang="en-US" sz="1100" b="0" i="0" u="none" strike="noStrike" dirty="0">
                        <a:solidFill>
                          <a:srgbClr val="000000"/>
                        </a:solidFill>
                        <a:effectLst/>
                        <a:latin typeface="Calibri" panose="020F050202020403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lgn="ctr" fontAlgn="t">
                        <a:buNone/>
                      </a:pPr>
                      <a:r>
                        <a:rPr lang="en-US" sz="1100" u="none" strike="noStrike" dirty="0">
                          <a:effectLst/>
                        </a:rPr>
                        <a:t>Total</a:t>
                      </a:r>
                      <a:endParaRPr lang="en-US" sz="1100" b="0" i="0" u="none" strike="noStrike" dirty="0">
                        <a:solidFill>
                          <a:srgbClr val="000000"/>
                        </a:solidFill>
                        <a:effectLst/>
                        <a:latin typeface="Calibri" panose="020F050202020403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86122850"/>
                  </a:ext>
                </a:extLst>
              </a:tr>
              <a:tr h="184700">
                <a:tc>
                  <a:txBody>
                    <a:bodyPr/>
                    <a:lstStyle/>
                    <a:p>
                      <a:pPr algn="ctr" fontAlgn="b">
                        <a:buNone/>
                      </a:pPr>
                      <a:r>
                        <a:rPr lang="en-US" sz="1100" u="none" strike="noStrike" dirty="0">
                          <a:effectLst/>
                        </a:rPr>
                        <a:t>Closed</a:t>
                      </a:r>
                      <a:endParaRPr lang="en-US" sz="1100" b="0" i="0" u="none" strike="noStrike" dirty="0">
                        <a:solidFill>
                          <a:srgbClr val="000000"/>
                        </a:solidFill>
                        <a:effectLst/>
                        <a:latin typeface="Calibri" panose="020F050202020403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Calibri" panose="020F0502020204030204" pitchFamily="34" charset="0"/>
                        </a:rPr>
                        <a:t>25</a:t>
                      </a:r>
                    </a:p>
                  </a:txBody>
                  <a:tcPr marL="7620" marR="7620" marT="762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Calibri" panose="020F0502020204030204" pitchFamily="34" charset="0"/>
                        </a:rPr>
                        <a:t>102</a:t>
                      </a:r>
                    </a:p>
                  </a:txBody>
                  <a:tcPr marL="7620" marR="7620" marT="762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Calibri" panose="020F0502020204030204" pitchFamily="34" charset="0"/>
                        </a:rPr>
                        <a:t>59</a:t>
                      </a:r>
                    </a:p>
                  </a:txBody>
                  <a:tcPr marL="7620" marR="7620" marT="762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Calibri" panose="020F0502020204030204" pitchFamily="34" charset="0"/>
                        </a:rPr>
                        <a:t>9</a:t>
                      </a:r>
                    </a:p>
                  </a:txBody>
                  <a:tcPr marL="7620" marR="7620" marT="762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Calibri" panose="020F0502020204030204" pitchFamily="34" charset="0"/>
                        </a:rPr>
                        <a:t>195</a:t>
                      </a:r>
                    </a:p>
                  </a:txBody>
                  <a:tcPr marL="7620" marR="7620" marT="762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98414716"/>
                  </a:ext>
                </a:extLst>
              </a:tr>
              <a:tr h="184700">
                <a:tc>
                  <a:txBody>
                    <a:bodyPr/>
                    <a:lstStyle/>
                    <a:p>
                      <a:pPr algn="ctr" fontAlgn="b">
                        <a:buNone/>
                      </a:pPr>
                      <a:r>
                        <a:rPr lang="en-US" sz="1100" u="none" strike="noStrike" dirty="0">
                          <a:effectLst/>
                        </a:rPr>
                        <a:t>Open</a:t>
                      </a:r>
                      <a:endParaRPr lang="en-US" sz="1100" b="0" i="0" u="none" strike="noStrike" dirty="0">
                        <a:solidFill>
                          <a:srgbClr val="000000"/>
                        </a:solidFill>
                        <a:effectLst/>
                        <a:latin typeface="Calibri" panose="020F050202020403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Calibri" panose="020F0502020204030204" pitchFamily="34" charset="0"/>
                        </a:rPr>
                        <a:t>54</a:t>
                      </a:r>
                    </a:p>
                  </a:txBody>
                  <a:tcPr marL="7620" marR="7620" marT="762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Calibri" panose="020F0502020204030204" pitchFamily="34" charset="0"/>
                        </a:rPr>
                        <a:t>201</a:t>
                      </a:r>
                    </a:p>
                  </a:txBody>
                  <a:tcPr marL="7620" marR="7620" marT="762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Calibri" panose="020F0502020204030204" pitchFamily="34" charset="0"/>
                        </a:rPr>
                        <a:t>121</a:t>
                      </a:r>
                    </a:p>
                  </a:txBody>
                  <a:tcPr marL="7620" marR="7620" marT="762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Calibri" panose="020F0502020204030204" pitchFamily="34" charset="0"/>
                        </a:rPr>
                        <a:t>30</a:t>
                      </a:r>
                    </a:p>
                  </a:txBody>
                  <a:tcPr marL="7620" marR="7620" marT="762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Calibri" panose="020F0502020204030204" pitchFamily="34" charset="0"/>
                        </a:rPr>
                        <a:t>406</a:t>
                      </a:r>
                    </a:p>
                  </a:txBody>
                  <a:tcPr marL="7620" marR="7620" marT="762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66872287"/>
                  </a:ext>
                </a:extLst>
              </a:tr>
              <a:tr h="184700">
                <a:tc>
                  <a:txBody>
                    <a:bodyPr/>
                    <a:lstStyle/>
                    <a:p>
                      <a:pPr algn="ctr" fontAlgn="b">
                        <a:buNone/>
                      </a:pPr>
                      <a:r>
                        <a:rPr lang="en-US" sz="1100" u="none" strike="noStrike" dirty="0">
                          <a:effectLst/>
                        </a:rPr>
                        <a:t>Total</a:t>
                      </a:r>
                      <a:endParaRPr lang="en-US" sz="1100" b="0" i="0" u="none" strike="noStrike" dirty="0">
                        <a:solidFill>
                          <a:srgbClr val="000000"/>
                        </a:solidFill>
                        <a:effectLst/>
                        <a:latin typeface="Calibri" panose="020F050202020403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Calibri" panose="020F0502020204030204" pitchFamily="34" charset="0"/>
                        </a:rPr>
                        <a:t>79</a:t>
                      </a:r>
                    </a:p>
                  </a:txBody>
                  <a:tcPr marL="7620" marR="7620" marT="762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Calibri" panose="020F0502020204030204" pitchFamily="34" charset="0"/>
                        </a:rPr>
                        <a:t>303</a:t>
                      </a:r>
                    </a:p>
                  </a:txBody>
                  <a:tcPr marL="7620" marR="7620" marT="762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Calibri" panose="020F0502020204030204" pitchFamily="34" charset="0"/>
                        </a:rPr>
                        <a:t>180</a:t>
                      </a:r>
                    </a:p>
                  </a:txBody>
                  <a:tcPr marL="7620" marR="7620" marT="762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Calibri" panose="020F0502020204030204" pitchFamily="34" charset="0"/>
                        </a:rPr>
                        <a:t>39</a:t>
                      </a:r>
                    </a:p>
                  </a:txBody>
                  <a:tcPr marL="7620" marR="7620" marT="762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dirty="0">
                          <a:solidFill>
                            <a:srgbClr val="000000"/>
                          </a:solidFill>
                          <a:effectLst/>
                          <a:latin typeface="Calibri" panose="020F0502020204030204" pitchFamily="34" charset="0"/>
                        </a:rPr>
                        <a:t>601</a:t>
                      </a:r>
                    </a:p>
                  </a:txBody>
                  <a:tcPr marL="7620" marR="7620" marT="762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92649554"/>
                  </a:ext>
                </a:extLst>
              </a:tr>
            </a:tbl>
          </a:graphicData>
        </a:graphic>
      </p:graphicFrame>
    </p:spTree>
    <p:extLst>
      <p:ext uri="{BB962C8B-B14F-4D97-AF65-F5344CB8AC3E}">
        <p14:creationId xmlns:p14="http://schemas.microsoft.com/office/powerpoint/2010/main" val="9846927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9B2011-50FD-32E5-C865-1A777ABA334D}"/>
            </a:ext>
          </a:extLst>
        </p:cNvPr>
        <p:cNvGrpSpPr/>
        <p:nvPr/>
      </p:nvGrpSpPr>
      <p:grpSpPr>
        <a:xfrm>
          <a:off x="0" y="0"/>
          <a:ext cx="0" cy="0"/>
          <a:chOff x="0" y="0"/>
          <a:chExt cx="0" cy="0"/>
        </a:xfrm>
      </p:grpSpPr>
      <p:graphicFrame>
        <p:nvGraphicFramePr>
          <p:cNvPr id="21" name="Chart 20">
            <a:extLst>
              <a:ext uri="{FF2B5EF4-FFF2-40B4-BE49-F238E27FC236}">
                <a16:creationId xmlns:a16="http://schemas.microsoft.com/office/drawing/2014/main" id="{9DE7881A-D2A4-90DA-FF1B-DAE104DAEE37}"/>
              </a:ext>
            </a:extLst>
          </p:cNvPr>
          <p:cNvGraphicFramePr/>
          <p:nvPr>
            <p:extLst>
              <p:ext uri="{D42A27DB-BD31-4B8C-83A1-F6EECF244321}">
                <p14:modId xmlns:p14="http://schemas.microsoft.com/office/powerpoint/2010/main" val="1594199121"/>
              </p:ext>
            </p:extLst>
          </p:nvPr>
        </p:nvGraphicFramePr>
        <p:xfrm>
          <a:off x="12912" y="1394827"/>
          <a:ext cx="5842834" cy="4557681"/>
        </p:xfrm>
        <a:graphic>
          <a:graphicData uri="http://schemas.openxmlformats.org/drawingml/2006/chart">
            <c:chart xmlns:c="http://schemas.openxmlformats.org/drawingml/2006/chart" xmlns:r="http://schemas.openxmlformats.org/officeDocument/2006/relationships" r:id="rId2"/>
          </a:graphicData>
        </a:graphic>
      </p:graphicFrame>
      <p:sp>
        <p:nvSpPr>
          <p:cNvPr id="2" name="Text Placeholder 1">
            <a:extLst>
              <a:ext uri="{FF2B5EF4-FFF2-40B4-BE49-F238E27FC236}">
                <a16:creationId xmlns:a16="http://schemas.microsoft.com/office/drawing/2014/main" id="{659FBB3E-8FB1-CFBD-88A2-75E05FC652A8}"/>
              </a:ext>
            </a:extLst>
          </p:cNvPr>
          <p:cNvSpPr>
            <a:spLocks noGrp="1"/>
          </p:cNvSpPr>
          <p:nvPr>
            <p:ph type="body" sz="quarter" idx="10"/>
          </p:nvPr>
        </p:nvSpPr>
        <p:spPr/>
        <p:txBody>
          <a:bodyPr/>
          <a:lstStyle/>
          <a:p>
            <a:r>
              <a:rPr lang="en-IN"/>
              <a:t>Executive Summary</a:t>
            </a:r>
            <a:endParaRPr lang="en-US"/>
          </a:p>
        </p:txBody>
      </p:sp>
      <p:sp>
        <p:nvSpPr>
          <p:cNvPr id="5" name="Rectangle 4">
            <a:extLst>
              <a:ext uri="{FF2B5EF4-FFF2-40B4-BE49-F238E27FC236}">
                <a16:creationId xmlns:a16="http://schemas.microsoft.com/office/drawing/2014/main" id="{66D76D36-2DAC-F8B1-9D74-E60945888617}"/>
              </a:ext>
            </a:extLst>
          </p:cNvPr>
          <p:cNvSpPr/>
          <p:nvPr/>
        </p:nvSpPr>
        <p:spPr>
          <a:xfrm>
            <a:off x="5747656" y="1376810"/>
            <a:ext cx="5712506" cy="3482921"/>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 name="Group 5">
            <a:extLst>
              <a:ext uri="{FF2B5EF4-FFF2-40B4-BE49-F238E27FC236}">
                <a16:creationId xmlns:a16="http://schemas.microsoft.com/office/drawing/2014/main" id="{FAFF3048-80C5-EFF8-79D6-4641F5A2E771}"/>
              </a:ext>
            </a:extLst>
          </p:cNvPr>
          <p:cNvGrpSpPr/>
          <p:nvPr/>
        </p:nvGrpSpPr>
        <p:grpSpPr>
          <a:xfrm>
            <a:off x="5743051" y="1072723"/>
            <a:ext cx="4385774" cy="306392"/>
            <a:chOff x="511628" y="1306286"/>
            <a:chExt cx="5888867" cy="446314"/>
          </a:xfrm>
          <a:solidFill>
            <a:srgbClr val="E51E26"/>
          </a:solidFill>
        </p:grpSpPr>
        <p:sp>
          <p:nvSpPr>
            <p:cNvPr id="7" name="Rectangle 6">
              <a:extLst>
                <a:ext uri="{FF2B5EF4-FFF2-40B4-BE49-F238E27FC236}">
                  <a16:creationId xmlns:a16="http://schemas.microsoft.com/office/drawing/2014/main" id="{08194F0D-B913-C199-A1F8-9EABF474FB5F}"/>
                </a:ext>
              </a:extLst>
            </p:cNvPr>
            <p:cNvSpPr/>
            <p:nvPr/>
          </p:nvSpPr>
          <p:spPr>
            <a:xfrm>
              <a:off x="511628" y="1306286"/>
              <a:ext cx="5271754" cy="442956"/>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IN"/>
                <a:t>Infrastructure Vulnerability Assessments </a:t>
              </a:r>
              <a:endParaRPr lang="en-US"/>
            </a:p>
          </p:txBody>
        </p:sp>
        <p:sp>
          <p:nvSpPr>
            <p:cNvPr id="8" name="Isosceles Triangle 7">
              <a:extLst>
                <a:ext uri="{FF2B5EF4-FFF2-40B4-BE49-F238E27FC236}">
                  <a16:creationId xmlns:a16="http://schemas.microsoft.com/office/drawing/2014/main" id="{0B6F1308-2470-241F-3F2F-E1B8EFC87226}"/>
                </a:ext>
              </a:extLst>
            </p:cNvPr>
            <p:cNvSpPr/>
            <p:nvPr/>
          </p:nvSpPr>
          <p:spPr>
            <a:xfrm flipV="1">
              <a:off x="5687708" y="1306286"/>
              <a:ext cx="712787" cy="446314"/>
            </a:xfrm>
            <a:prstGeom prst="triangle">
              <a:avLst>
                <a:gd name="adj" fmla="val 13935"/>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 name="Rectangle 8">
            <a:extLst>
              <a:ext uri="{FF2B5EF4-FFF2-40B4-BE49-F238E27FC236}">
                <a16:creationId xmlns:a16="http://schemas.microsoft.com/office/drawing/2014/main" id="{F0DBC97C-F9B7-275C-4EA4-5E37654EF7E3}"/>
              </a:ext>
            </a:extLst>
          </p:cNvPr>
          <p:cNvSpPr/>
          <p:nvPr/>
        </p:nvSpPr>
        <p:spPr>
          <a:xfrm>
            <a:off x="359682" y="1376807"/>
            <a:ext cx="5213804" cy="462122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B5F3D948-8EFE-378A-287F-4EB840455FD3}"/>
              </a:ext>
            </a:extLst>
          </p:cNvPr>
          <p:cNvGrpSpPr/>
          <p:nvPr/>
        </p:nvGrpSpPr>
        <p:grpSpPr>
          <a:xfrm>
            <a:off x="359682" y="1072723"/>
            <a:ext cx="4023216" cy="306392"/>
            <a:chOff x="511629" y="1306286"/>
            <a:chExt cx="5402054" cy="446314"/>
          </a:xfrm>
          <a:solidFill>
            <a:srgbClr val="E51E26"/>
          </a:solidFill>
        </p:grpSpPr>
        <p:sp>
          <p:nvSpPr>
            <p:cNvPr id="11" name="Rectangle 10">
              <a:extLst>
                <a:ext uri="{FF2B5EF4-FFF2-40B4-BE49-F238E27FC236}">
                  <a16:creationId xmlns:a16="http://schemas.microsoft.com/office/drawing/2014/main" id="{10DF29E0-4EB6-D1D6-053E-61864029AC26}"/>
                </a:ext>
              </a:extLst>
            </p:cNvPr>
            <p:cNvSpPr/>
            <p:nvPr/>
          </p:nvSpPr>
          <p:spPr>
            <a:xfrm>
              <a:off x="511629" y="1306286"/>
              <a:ext cx="4819066" cy="446314"/>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IN"/>
                <a:t>Web Applications – Pentesting </a:t>
              </a:r>
              <a:endParaRPr lang="en-US"/>
            </a:p>
          </p:txBody>
        </p:sp>
        <p:sp>
          <p:nvSpPr>
            <p:cNvPr id="12" name="Isosceles Triangle 11">
              <a:extLst>
                <a:ext uri="{FF2B5EF4-FFF2-40B4-BE49-F238E27FC236}">
                  <a16:creationId xmlns:a16="http://schemas.microsoft.com/office/drawing/2014/main" id="{49CF7273-472C-08E4-27EA-AE95E2199AD1}"/>
                </a:ext>
              </a:extLst>
            </p:cNvPr>
            <p:cNvSpPr/>
            <p:nvPr/>
          </p:nvSpPr>
          <p:spPr>
            <a:xfrm flipV="1">
              <a:off x="5200896" y="1306286"/>
              <a:ext cx="712787" cy="446314"/>
            </a:xfrm>
            <a:prstGeom prst="triangle">
              <a:avLst>
                <a:gd name="adj" fmla="val 13935"/>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3" name="Rectangle 22">
            <a:extLst>
              <a:ext uri="{FF2B5EF4-FFF2-40B4-BE49-F238E27FC236}">
                <a16:creationId xmlns:a16="http://schemas.microsoft.com/office/drawing/2014/main" id="{8BFB9A60-58CD-45E5-1C31-8FA981ABE047}"/>
              </a:ext>
            </a:extLst>
          </p:cNvPr>
          <p:cNvSpPr/>
          <p:nvPr/>
        </p:nvSpPr>
        <p:spPr>
          <a:xfrm>
            <a:off x="5747657" y="5285855"/>
            <a:ext cx="5712506" cy="71217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 name="Group 23">
            <a:extLst>
              <a:ext uri="{FF2B5EF4-FFF2-40B4-BE49-F238E27FC236}">
                <a16:creationId xmlns:a16="http://schemas.microsoft.com/office/drawing/2014/main" id="{67619614-3713-2D54-AA48-9542391DDCD1}"/>
              </a:ext>
            </a:extLst>
          </p:cNvPr>
          <p:cNvGrpSpPr/>
          <p:nvPr/>
        </p:nvGrpSpPr>
        <p:grpSpPr>
          <a:xfrm>
            <a:off x="5743051" y="4905252"/>
            <a:ext cx="2829416" cy="306392"/>
            <a:chOff x="511629" y="1306286"/>
            <a:chExt cx="3799114" cy="446314"/>
          </a:xfrm>
          <a:solidFill>
            <a:srgbClr val="E51E26"/>
          </a:solidFill>
        </p:grpSpPr>
        <p:sp>
          <p:nvSpPr>
            <p:cNvPr id="25" name="Rectangle 24">
              <a:extLst>
                <a:ext uri="{FF2B5EF4-FFF2-40B4-BE49-F238E27FC236}">
                  <a16:creationId xmlns:a16="http://schemas.microsoft.com/office/drawing/2014/main" id="{A421F376-92F1-4DE5-54E0-617A8B243877}"/>
                </a:ext>
              </a:extLst>
            </p:cNvPr>
            <p:cNvSpPr/>
            <p:nvPr/>
          </p:nvSpPr>
          <p:spPr>
            <a:xfrm>
              <a:off x="511629" y="1306286"/>
              <a:ext cx="3211285" cy="446314"/>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IN"/>
                <a:t>Compensatory Controls</a:t>
              </a:r>
              <a:endParaRPr lang="en-US"/>
            </a:p>
          </p:txBody>
        </p:sp>
        <p:sp>
          <p:nvSpPr>
            <p:cNvPr id="26" name="Isosceles Triangle 25">
              <a:extLst>
                <a:ext uri="{FF2B5EF4-FFF2-40B4-BE49-F238E27FC236}">
                  <a16:creationId xmlns:a16="http://schemas.microsoft.com/office/drawing/2014/main" id="{B602BCED-2A5B-0AED-1636-059E13ECEAEF}"/>
                </a:ext>
              </a:extLst>
            </p:cNvPr>
            <p:cNvSpPr/>
            <p:nvPr/>
          </p:nvSpPr>
          <p:spPr>
            <a:xfrm flipV="1">
              <a:off x="3597956" y="1306286"/>
              <a:ext cx="712787" cy="446314"/>
            </a:xfrm>
            <a:prstGeom prst="triangle">
              <a:avLst>
                <a:gd name="adj" fmla="val 13935"/>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9" name="TextBox 38">
            <a:extLst>
              <a:ext uri="{FF2B5EF4-FFF2-40B4-BE49-F238E27FC236}">
                <a16:creationId xmlns:a16="http://schemas.microsoft.com/office/drawing/2014/main" id="{9D0110E3-37B6-C1D7-B6E6-C20527BF8910}"/>
              </a:ext>
            </a:extLst>
          </p:cNvPr>
          <p:cNvSpPr txBox="1"/>
          <p:nvPr/>
        </p:nvSpPr>
        <p:spPr>
          <a:xfrm>
            <a:off x="5782487" y="5306177"/>
            <a:ext cx="4819175" cy="646331"/>
          </a:xfrm>
          <a:prstGeom prst="rect">
            <a:avLst/>
          </a:prstGeom>
          <a:noFill/>
          <a:ln>
            <a:noFill/>
            <a:prstDash val="dash"/>
          </a:ln>
        </p:spPr>
        <p:txBody>
          <a:bodyPr wrap="square" rtlCol="0">
            <a:spAutoFit/>
          </a:bodyPr>
          <a:lstStyle/>
          <a:p>
            <a:pPr marL="171450" indent="-171450">
              <a:buFont typeface="Wingdings" panose="05000000000000000000" pitchFamily="2" charset="2"/>
              <a:buChar char="Ø"/>
            </a:pPr>
            <a:r>
              <a:rPr lang="en-IN" sz="1200"/>
              <a:t>External Web Application Firewall (WAF) deployed</a:t>
            </a:r>
          </a:p>
          <a:p>
            <a:pPr marL="171450" indent="-171450">
              <a:buFont typeface="Wingdings" panose="05000000000000000000" pitchFamily="2" charset="2"/>
              <a:buChar char="Ø"/>
            </a:pPr>
            <a:r>
              <a:rPr lang="en-IN" sz="1200"/>
              <a:t>Vulnerabilities reported are identified via internal  authenticated scans</a:t>
            </a:r>
          </a:p>
          <a:p>
            <a:pPr marL="171450" indent="-171450">
              <a:buFont typeface="Wingdings" panose="05000000000000000000" pitchFamily="2" charset="2"/>
              <a:buChar char="Ø"/>
            </a:pPr>
            <a:r>
              <a:rPr lang="en-IN" sz="1200"/>
              <a:t>Security monitoring and alerting in place to detect anomalies</a:t>
            </a:r>
          </a:p>
        </p:txBody>
      </p:sp>
      <p:sp>
        <p:nvSpPr>
          <p:cNvPr id="13" name="TextBox 12">
            <a:extLst>
              <a:ext uri="{FF2B5EF4-FFF2-40B4-BE49-F238E27FC236}">
                <a16:creationId xmlns:a16="http://schemas.microsoft.com/office/drawing/2014/main" id="{9C237B92-9810-3420-9759-1E303E3B1E10}"/>
              </a:ext>
            </a:extLst>
          </p:cNvPr>
          <p:cNvSpPr txBox="1"/>
          <p:nvPr/>
        </p:nvSpPr>
        <p:spPr>
          <a:xfrm>
            <a:off x="9218843" y="4662304"/>
            <a:ext cx="2241319" cy="215444"/>
          </a:xfrm>
          <a:prstGeom prst="rect">
            <a:avLst/>
          </a:prstGeom>
          <a:noFill/>
        </p:spPr>
        <p:txBody>
          <a:bodyPr wrap="none" rtlCol="0">
            <a:spAutoFit/>
          </a:bodyPr>
          <a:lstStyle/>
          <a:p>
            <a:r>
              <a:rPr lang="en-US" sz="800"/>
              <a:t>Note: Statistics as of Reported Date 9</a:t>
            </a:r>
            <a:r>
              <a:rPr lang="en-US" sz="800" baseline="30000"/>
              <a:t>th</a:t>
            </a:r>
            <a:r>
              <a:rPr lang="en-US" sz="800"/>
              <a:t> April 2026</a:t>
            </a:r>
          </a:p>
        </p:txBody>
      </p:sp>
      <p:sp>
        <p:nvSpPr>
          <p:cNvPr id="14" name="TextBox 13">
            <a:extLst>
              <a:ext uri="{FF2B5EF4-FFF2-40B4-BE49-F238E27FC236}">
                <a16:creationId xmlns:a16="http://schemas.microsoft.com/office/drawing/2014/main" id="{E807C864-D401-152D-06E1-DFC7BFDA252E}"/>
              </a:ext>
            </a:extLst>
          </p:cNvPr>
          <p:cNvSpPr txBox="1"/>
          <p:nvPr/>
        </p:nvSpPr>
        <p:spPr>
          <a:xfrm>
            <a:off x="3908749" y="5718135"/>
            <a:ext cx="1675459" cy="215444"/>
          </a:xfrm>
          <a:prstGeom prst="rect">
            <a:avLst/>
          </a:prstGeom>
          <a:noFill/>
        </p:spPr>
        <p:txBody>
          <a:bodyPr wrap="none" rtlCol="0">
            <a:spAutoFit/>
          </a:bodyPr>
          <a:lstStyle/>
          <a:p>
            <a:r>
              <a:rPr lang="en-US" sz="800"/>
              <a:t>Note: Statistics as of 21</a:t>
            </a:r>
            <a:r>
              <a:rPr lang="en-US" sz="800" baseline="30000"/>
              <a:t>st</a:t>
            </a:r>
            <a:r>
              <a:rPr lang="en-US" sz="800"/>
              <a:t> April 2026</a:t>
            </a:r>
          </a:p>
        </p:txBody>
      </p:sp>
      <p:graphicFrame>
        <p:nvGraphicFramePr>
          <p:cNvPr id="3" name="Chart 2">
            <a:extLst>
              <a:ext uri="{FF2B5EF4-FFF2-40B4-BE49-F238E27FC236}">
                <a16:creationId xmlns:a16="http://schemas.microsoft.com/office/drawing/2014/main" id="{24B54AA5-4B89-CB8E-0610-65D50E17D9C7}"/>
              </a:ext>
            </a:extLst>
          </p:cNvPr>
          <p:cNvGraphicFramePr/>
          <p:nvPr/>
        </p:nvGraphicFramePr>
        <p:xfrm>
          <a:off x="5573486" y="1397132"/>
          <a:ext cx="5842834" cy="3421576"/>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7381555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5D62A-2137-4153-E82E-06C889EDFDCE}"/>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4508B5EB-46FE-B70E-261A-03178A86AFEB}"/>
              </a:ext>
            </a:extLst>
          </p:cNvPr>
          <p:cNvSpPr/>
          <p:nvPr/>
        </p:nvSpPr>
        <p:spPr>
          <a:xfrm>
            <a:off x="527919" y="1209368"/>
            <a:ext cx="5351772" cy="4306677"/>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dirty="0"/>
          </a:p>
        </p:txBody>
      </p:sp>
      <p:sp>
        <p:nvSpPr>
          <p:cNvPr id="42" name="Rectangle: Rounded Corners 41">
            <a:extLst>
              <a:ext uri="{FF2B5EF4-FFF2-40B4-BE49-F238E27FC236}">
                <a16:creationId xmlns:a16="http://schemas.microsoft.com/office/drawing/2014/main" id="{356A47CA-CA13-5160-0D0C-D0EBA4A6CF86}"/>
              </a:ext>
            </a:extLst>
          </p:cNvPr>
          <p:cNvSpPr/>
          <p:nvPr/>
        </p:nvSpPr>
        <p:spPr>
          <a:xfrm>
            <a:off x="3701034" y="3141626"/>
            <a:ext cx="719736" cy="2133600"/>
          </a:xfrm>
          <a:prstGeom prst="round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Rounded Corners 39">
            <a:extLst>
              <a:ext uri="{FF2B5EF4-FFF2-40B4-BE49-F238E27FC236}">
                <a16:creationId xmlns:a16="http://schemas.microsoft.com/office/drawing/2014/main" id="{5FD757E9-63A6-15AF-B9C2-CBDAA754D712}"/>
              </a:ext>
            </a:extLst>
          </p:cNvPr>
          <p:cNvSpPr/>
          <p:nvPr/>
        </p:nvSpPr>
        <p:spPr>
          <a:xfrm>
            <a:off x="1728014" y="3115760"/>
            <a:ext cx="719736" cy="2133600"/>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Rounded Corners 40">
            <a:extLst>
              <a:ext uri="{FF2B5EF4-FFF2-40B4-BE49-F238E27FC236}">
                <a16:creationId xmlns:a16="http://schemas.microsoft.com/office/drawing/2014/main" id="{F6920A70-CB67-FF49-7A51-66CA45454E7F}"/>
              </a:ext>
            </a:extLst>
          </p:cNvPr>
          <p:cNvSpPr/>
          <p:nvPr/>
        </p:nvSpPr>
        <p:spPr>
          <a:xfrm>
            <a:off x="2749729" y="3127801"/>
            <a:ext cx="719736" cy="2133600"/>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Rounded Corners 42">
            <a:extLst>
              <a:ext uri="{FF2B5EF4-FFF2-40B4-BE49-F238E27FC236}">
                <a16:creationId xmlns:a16="http://schemas.microsoft.com/office/drawing/2014/main" id="{207C1EBD-E03C-0929-A90C-90F74F98BAAE}"/>
              </a:ext>
            </a:extLst>
          </p:cNvPr>
          <p:cNvSpPr/>
          <p:nvPr/>
        </p:nvSpPr>
        <p:spPr>
          <a:xfrm>
            <a:off x="4681834" y="3155451"/>
            <a:ext cx="719736" cy="2133600"/>
          </a:xfrm>
          <a:prstGeom prst="roundRect">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38" name="Table 37">
            <a:extLst>
              <a:ext uri="{FF2B5EF4-FFF2-40B4-BE49-F238E27FC236}">
                <a16:creationId xmlns:a16="http://schemas.microsoft.com/office/drawing/2014/main" id="{841DF3B9-6304-9DB4-91F7-1F1DF3424E0B}"/>
              </a:ext>
            </a:extLst>
          </p:cNvPr>
          <p:cNvGraphicFramePr>
            <a:graphicFrameLocks noGrp="1"/>
          </p:cNvGraphicFramePr>
          <p:nvPr>
            <p:extLst>
              <p:ext uri="{D42A27DB-BD31-4B8C-83A1-F6EECF244321}">
                <p14:modId xmlns:p14="http://schemas.microsoft.com/office/powerpoint/2010/main" val="927209028"/>
              </p:ext>
            </p:extLst>
          </p:nvPr>
        </p:nvGraphicFramePr>
        <p:xfrm>
          <a:off x="610178" y="3115760"/>
          <a:ext cx="4916630" cy="2133600"/>
        </p:xfrm>
        <a:graphic>
          <a:graphicData uri="http://schemas.openxmlformats.org/drawingml/2006/table">
            <a:tbl>
              <a:tblPr bandRow="1">
                <a:tableStyleId>{5C22544A-7EE6-4342-B048-85BDC9FD1C3A}</a:tableStyleId>
              </a:tblPr>
              <a:tblGrid>
                <a:gridCol w="983326">
                  <a:extLst>
                    <a:ext uri="{9D8B030D-6E8A-4147-A177-3AD203B41FA5}">
                      <a16:colId xmlns:a16="http://schemas.microsoft.com/office/drawing/2014/main" val="3082937127"/>
                    </a:ext>
                  </a:extLst>
                </a:gridCol>
                <a:gridCol w="983326">
                  <a:extLst>
                    <a:ext uri="{9D8B030D-6E8A-4147-A177-3AD203B41FA5}">
                      <a16:colId xmlns:a16="http://schemas.microsoft.com/office/drawing/2014/main" val="2431089755"/>
                    </a:ext>
                  </a:extLst>
                </a:gridCol>
                <a:gridCol w="983326">
                  <a:extLst>
                    <a:ext uri="{9D8B030D-6E8A-4147-A177-3AD203B41FA5}">
                      <a16:colId xmlns:a16="http://schemas.microsoft.com/office/drawing/2014/main" val="3455659263"/>
                    </a:ext>
                  </a:extLst>
                </a:gridCol>
                <a:gridCol w="983326">
                  <a:extLst>
                    <a:ext uri="{9D8B030D-6E8A-4147-A177-3AD203B41FA5}">
                      <a16:colId xmlns:a16="http://schemas.microsoft.com/office/drawing/2014/main" val="655026903"/>
                    </a:ext>
                  </a:extLst>
                </a:gridCol>
                <a:gridCol w="983326">
                  <a:extLst>
                    <a:ext uri="{9D8B030D-6E8A-4147-A177-3AD203B41FA5}">
                      <a16:colId xmlns:a16="http://schemas.microsoft.com/office/drawing/2014/main" val="4173152000"/>
                    </a:ext>
                  </a:extLst>
                </a:gridCol>
              </a:tblGrid>
              <a:tr h="299104">
                <a:tc>
                  <a:txBody>
                    <a:bodyPr/>
                    <a:lstStyle/>
                    <a:p>
                      <a:pPr algn="ctr"/>
                      <a:r>
                        <a:rPr lang="en-US" sz="1400" dirty="0"/>
                        <a:t>Date</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400" b="1" dirty="0">
                          <a:solidFill>
                            <a:schemeClr val="bg1"/>
                          </a:solidFill>
                        </a:rPr>
                        <a:t>Critical</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400" b="1" dirty="0">
                          <a:solidFill>
                            <a:schemeClr val="bg1"/>
                          </a:solidFill>
                        </a:rPr>
                        <a:t>High</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400" b="1" dirty="0"/>
                        <a:t>Medium</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400" b="1" dirty="0"/>
                        <a:t>Low</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5053617"/>
                  </a:ext>
                </a:extLst>
              </a:tr>
              <a:tr h="29910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17 Dec 25</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fontAlgn="t">
                        <a:buNone/>
                      </a:pPr>
                      <a:r>
                        <a:rPr lang="en-US" sz="1400" b="0" i="0" u="none" strike="noStrike" dirty="0">
                          <a:solidFill>
                            <a:schemeClr val="bg1"/>
                          </a:solidFill>
                          <a:effectLst/>
                          <a:latin typeface="Calibri" panose="020F0502020204030204" pitchFamily="34" charset="0"/>
                        </a:rPr>
                        <a:t>1.13%</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fontAlgn="t">
                        <a:buNone/>
                      </a:pPr>
                      <a:r>
                        <a:rPr lang="en-US" sz="1400" b="0" i="0" u="none" strike="noStrike" dirty="0">
                          <a:solidFill>
                            <a:schemeClr val="bg1"/>
                          </a:solidFill>
                          <a:effectLst/>
                          <a:latin typeface="Calibri" panose="020F0502020204030204" pitchFamily="34" charset="0"/>
                        </a:rPr>
                        <a:t>1.40%</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fontAlgn="t">
                        <a:buNone/>
                      </a:pPr>
                      <a:r>
                        <a:rPr lang="en-US" sz="1400" b="0" i="0" u="none" strike="noStrike" dirty="0">
                          <a:solidFill>
                            <a:srgbClr val="000000"/>
                          </a:solidFill>
                          <a:effectLst/>
                          <a:latin typeface="Calibri" panose="020F0502020204030204" pitchFamily="34" charset="0"/>
                        </a:rPr>
                        <a:t>2.16%</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fontAlgn="t">
                        <a:buNone/>
                      </a:pPr>
                      <a:r>
                        <a:rPr lang="en-US" sz="1400" b="0" i="0" u="none" strike="noStrike" dirty="0">
                          <a:solidFill>
                            <a:srgbClr val="000000"/>
                          </a:solidFill>
                          <a:effectLst/>
                          <a:latin typeface="Calibri" panose="020F0502020204030204" pitchFamily="34" charset="0"/>
                        </a:rPr>
                        <a:t>1.26%</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65126687"/>
                  </a:ext>
                </a:extLst>
              </a:tr>
              <a:tr h="299104">
                <a:tc>
                  <a:txBody>
                    <a:bodyPr/>
                    <a:lstStyle/>
                    <a:p>
                      <a:r>
                        <a:rPr lang="en-US" sz="1400" dirty="0"/>
                        <a:t>19 Dec 25</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fontAlgn="t">
                        <a:buNone/>
                      </a:pPr>
                      <a:r>
                        <a:rPr lang="en-US" sz="1400" b="0" i="0" u="none" strike="noStrike" dirty="0">
                          <a:solidFill>
                            <a:schemeClr val="bg1"/>
                          </a:solidFill>
                          <a:effectLst/>
                          <a:latin typeface="Calibri" panose="020F0502020204030204" pitchFamily="34" charset="0"/>
                        </a:rPr>
                        <a:t>0.11%</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fontAlgn="t">
                        <a:buNone/>
                      </a:pPr>
                      <a:r>
                        <a:rPr lang="en-US" sz="1400" b="0" i="0" u="none" strike="noStrike" dirty="0">
                          <a:solidFill>
                            <a:schemeClr val="bg1"/>
                          </a:solidFill>
                          <a:effectLst/>
                          <a:latin typeface="Calibri" panose="020F0502020204030204" pitchFamily="34" charset="0"/>
                        </a:rPr>
                        <a:t>0.05%</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fontAlgn="t">
                        <a:buNone/>
                      </a:pPr>
                      <a:r>
                        <a:rPr lang="en-US" sz="1400" b="0" i="0" u="none" strike="noStrike" dirty="0">
                          <a:solidFill>
                            <a:srgbClr val="000000"/>
                          </a:solidFill>
                          <a:effectLst/>
                          <a:latin typeface="Calibri" panose="020F0502020204030204" pitchFamily="34" charset="0"/>
                        </a:rPr>
                        <a:t>0.37%</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fontAlgn="t">
                        <a:buNone/>
                      </a:pPr>
                      <a:r>
                        <a:rPr lang="en-US" sz="1400" b="0" i="0" u="none" strike="noStrike">
                          <a:solidFill>
                            <a:srgbClr val="000000"/>
                          </a:solidFill>
                          <a:effectLst/>
                          <a:latin typeface="Calibri" panose="020F0502020204030204" pitchFamily="34" charset="0"/>
                        </a:rPr>
                        <a:t>0.58%</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36672377"/>
                  </a:ext>
                </a:extLst>
              </a:tr>
              <a:tr h="299104">
                <a:tc>
                  <a:txBody>
                    <a:bodyPr/>
                    <a:lstStyle/>
                    <a:p>
                      <a:r>
                        <a:rPr lang="en-US" sz="1400" dirty="0"/>
                        <a:t>16 Feb 26</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fontAlgn="t">
                        <a:buNone/>
                      </a:pPr>
                      <a:r>
                        <a:rPr lang="en-US" sz="1400" b="0" i="0" u="none" strike="noStrike" dirty="0">
                          <a:solidFill>
                            <a:schemeClr val="bg1"/>
                          </a:solidFill>
                          <a:effectLst/>
                          <a:latin typeface="Calibri" panose="020F0502020204030204" pitchFamily="34" charset="0"/>
                        </a:rPr>
                        <a:t>0.05%</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fontAlgn="t">
                        <a:buNone/>
                      </a:pPr>
                      <a:r>
                        <a:rPr lang="en-US" sz="1400" b="0" i="0" u="none" strike="noStrike" dirty="0">
                          <a:solidFill>
                            <a:schemeClr val="bg1"/>
                          </a:solidFill>
                          <a:effectLst/>
                          <a:latin typeface="Calibri" panose="020F0502020204030204" pitchFamily="34" charset="0"/>
                        </a:rPr>
                        <a:t>0.17%</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fontAlgn="t">
                        <a:buNone/>
                      </a:pPr>
                      <a:r>
                        <a:rPr lang="en-US" sz="1400" b="0" i="0" u="none" strike="noStrike" dirty="0">
                          <a:solidFill>
                            <a:srgbClr val="000000"/>
                          </a:solidFill>
                          <a:effectLst/>
                          <a:latin typeface="Calibri" panose="020F0502020204030204" pitchFamily="34" charset="0"/>
                        </a:rPr>
                        <a:t>0.58%</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fontAlgn="t">
                        <a:buNone/>
                      </a:pPr>
                      <a:r>
                        <a:rPr lang="en-US" sz="1400" b="0" i="0" u="none" strike="noStrike" dirty="0">
                          <a:solidFill>
                            <a:srgbClr val="000000"/>
                          </a:solidFill>
                          <a:effectLst/>
                          <a:latin typeface="Calibri" panose="020F0502020204030204" pitchFamily="34" charset="0"/>
                        </a:rPr>
                        <a:t>0.21%</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10116369"/>
                  </a:ext>
                </a:extLst>
              </a:tr>
              <a:tr h="299104">
                <a:tc>
                  <a:txBody>
                    <a:bodyPr/>
                    <a:lstStyle/>
                    <a:p>
                      <a:r>
                        <a:rPr lang="en-US" sz="1400" dirty="0"/>
                        <a:t>19 Feb 26</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fontAlgn="t">
                        <a:buNone/>
                      </a:pPr>
                      <a:r>
                        <a:rPr lang="en-US" sz="1400" b="0" i="0" u="none" strike="noStrike" dirty="0">
                          <a:solidFill>
                            <a:schemeClr val="bg1"/>
                          </a:solidFill>
                          <a:effectLst/>
                          <a:latin typeface="Calibri" panose="020F0502020204030204" pitchFamily="34" charset="0"/>
                        </a:rPr>
                        <a:t>0.14%</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fontAlgn="t">
                        <a:buNone/>
                      </a:pPr>
                      <a:r>
                        <a:rPr lang="en-US" sz="1400" b="0" i="0" u="none" strike="noStrike" dirty="0">
                          <a:solidFill>
                            <a:schemeClr val="bg1"/>
                          </a:solidFill>
                          <a:effectLst/>
                          <a:latin typeface="Calibri" panose="020F0502020204030204" pitchFamily="34" charset="0"/>
                        </a:rPr>
                        <a:t>0.91%</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fontAlgn="t">
                        <a:buNone/>
                      </a:pPr>
                      <a:r>
                        <a:rPr lang="en-US" sz="1400" b="0" i="0" u="none" strike="noStrike" dirty="0">
                          <a:solidFill>
                            <a:srgbClr val="000000"/>
                          </a:solidFill>
                          <a:effectLst/>
                          <a:latin typeface="Calibri" panose="020F0502020204030204" pitchFamily="34" charset="0"/>
                        </a:rPr>
                        <a:t>0.59%</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fontAlgn="t">
                        <a:buNone/>
                      </a:pPr>
                      <a:r>
                        <a:rPr lang="en-US" sz="1400" b="0" i="0" u="none" strike="noStrike" dirty="0">
                          <a:solidFill>
                            <a:srgbClr val="000000"/>
                          </a:solidFill>
                          <a:effectLst/>
                          <a:latin typeface="Calibri" panose="020F0502020204030204" pitchFamily="34" charset="0"/>
                        </a:rPr>
                        <a:t>0.40%</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85044552"/>
                  </a:ext>
                </a:extLst>
              </a:tr>
              <a:tr h="299104">
                <a:tc>
                  <a:txBody>
                    <a:bodyPr/>
                    <a:lstStyle/>
                    <a:p>
                      <a:r>
                        <a:rPr lang="en-US" sz="1400" dirty="0"/>
                        <a:t>10 Mar 26</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fontAlgn="t">
                        <a:buNone/>
                      </a:pPr>
                      <a:r>
                        <a:rPr lang="en-US" sz="1400" b="0" i="0" u="none" strike="noStrike" dirty="0">
                          <a:solidFill>
                            <a:schemeClr val="bg1"/>
                          </a:solidFill>
                          <a:effectLst/>
                          <a:latin typeface="Calibri" panose="020F0502020204030204" pitchFamily="34" charset="0"/>
                        </a:rPr>
                        <a:t>3.29%</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fontAlgn="t">
                        <a:buNone/>
                      </a:pPr>
                      <a:r>
                        <a:rPr lang="en-US" sz="1400" b="0" i="0" u="none" strike="noStrike" dirty="0">
                          <a:solidFill>
                            <a:schemeClr val="bg1"/>
                          </a:solidFill>
                          <a:effectLst/>
                          <a:latin typeface="Calibri" panose="020F0502020204030204" pitchFamily="34" charset="0"/>
                        </a:rPr>
                        <a:t>4.11%</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fontAlgn="t">
                        <a:buNone/>
                      </a:pPr>
                      <a:r>
                        <a:rPr lang="en-US" sz="1400" b="0" i="0" u="none" strike="noStrike" dirty="0">
                          <a:solidFill>
                            <a:srgbClr val="000000"/>
                          </a:solidFill>
                          <a:effectLst/>
                          <a:latin typeface="Calibri" panose="020F0502020204030204" pitchFamily="34" charset="0"/>
                        </a:rPr>
                        <a:t>-</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fontAlgn="t">
                        <a:buNone/>
                      </a:pPr>
                      <a:r>
                        <a:rPr lang="en-US" sz="1400" b="0" i="0" u="none" strike="noStrike" dirty="0">
                          <a:solidFill>
                            <a:srgbClr val="000000"/>
                          </a:solidFill>
                          <a:effectLst/>
                          <a:latin typeface="Calibri" panose="020F0502020204030204" pitchFamily="34" charset="0"/>
                        </a:rPr>
                        <a:t>-</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79731308"/>
                  </a:ext>
                </a:extLst>
              </a:tr>
              <a:tr h="299104">
                <a:tc>
                  <a:txBody>
                    <a:bodyPr/>
                    <a:lstStyle/>
                    <a:p>
                      <a:r>
                        <a:rPr lang="en-US" sz="1400" dirty="0"/>
                        <a:t>18 Mar 26</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fontAlgn="t">
                        <a:buNone/>
                      </a:pPr>
                      <a:r>
                        <a:rPr lang="en-US" sz="1400" b="0" i="0" u="none" strike="noStrike" dirty="0">
                          <a:solidFill>
                            <a:schemeClr val="bg1"/>
                          </a:solidFill>
                          <a:effectLst/>
                          <a:latin typeface="Calibri" panose="020F0502020204030204" pitchFamily="34" charset="0"/>
                        </a:rPr>
                        <a:t>3.12%</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fontAlgn="t">
                        <a:buNone/>
                      </a:pPr>
                      <a:r>
                        <a:rPr lang="en-US" sz="1400" b="0" i="0" u="none" strike="noStrike" dirty="0">
                          <a:solidFill>
                            <a:schemeClr val="bg1"/>
                          </a:solidFill>
                          <a:effectLst/>
                          <a:latin typeface="Calibri" panose="020F0502020204030204" pitchFamily="34" charset="0"/>
                        </a:rPr>
                        <a:t>5.74%</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fontAlgn="t">
                        <a:buNone/>
                      </a:pPr>
                      <a:r>
                        <a:rPr lang="en-US" sz="1400" b="0" i="0" u="none" strike="noStrike" dirty="0">
                          <a:solidFill>
                            <a:srgbClr val="000000"/>
                          </a:solidFill>
                          <a:effectLst/>
                          <a:latin typeface="Calibri" panose="020F0502020204030204" pitchFamily="34" charset="0"/>
                        </a:rPr>
                        <a:t>-</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fontAlgn="t">
                        <a:buNone/>
                      </a:pPr>
                      <a:r>
                        <a:rPr lang="en-US" sz="1400" b="0" i="0" u="none" strike="noStrike" dirty="0">
                          <a:solidFill>
                            <a:srgbClr val="000000"/>
                          </a:solidFill>
                          <a:effectLst/>
                          <a:latin typeface="Calibri" panose="020F0502020204030204" pitchFamily="34" charset="0"/>
                        </a:rPr>
                        <a:t>-</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09810460"/>
                  </a:ext>
                </a:extLst>
              </a:tr>
            </a:tbl>
          </a:graphicData>
        </a:graphic>
      </p:graphicFrame>
      <p:sp>
        <p:nvSpPr>
          <p:cNvPr id="2" name="Text Placeholder 1">
            <a:extLst>
              <a:ext uri="{FF2B5EF4-FFF2-40B4-BE49-F238E27FC236}">
                <a16:creationId xmlns:a16="http://schemas.microsoft.com/office/drawing/2014/main" id="{1B0FF685-9AC1-D41E-CB13-368478EDFB97}"/>
              </a:ext>
            </a:extLst>
          </p:cNvPr>
          <p:cNvSpPr>
            <a:spLocks noGrp="1"/>
          </p:cNvSpPr>
          <p:nvPr>
            <p:ph type="body" sz="quarter" idx="10"/>
          </p:nvPr>
        </p:nvSpPr>
        <p:spPr/>
        <p:txBody>
          <a:bodyPr/>
          <a:lstStyle/>
          <a:p>
            <a:r>
              <a:rPr lang="en-IN" dirty="0"/>
              <a:t>Infrastructure Vulnerability Assessment – Ageing</a:t>
            </a:r>
            <a:endParaRPr lang="en-US" dirty="0"/>
          </a:p>
        </p:txBody>
      </p:sp>
      <p:sp>
        <p:nvSpPr>
          <p:cNvPr id="92" name="Rectangle 91">
            <a:extLst>
              <a:ext uri="{FF2B5EF4-FFF2-40B4-BE49-F238E27FC236}">
                <a16:creationId xmlns:a16="http://schemas.microsoft.com/office/drawing/2014/main" id="{3B294C31-1C44-EF1B-FBEC-58AA2CE9A7BE}"/>
              </a:ext>
            </a:extLst>
          </p:cNvPr>
          <p:cNvSpPr/>
          <p:nvPr/>
        </p:nvSpPr>
        <p:spPr>
          <a:xfrm>
            <a:off x="359681" y="1022555"/>
            <a:ext cx="11304401" cy="4931504"/>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D0736DE9-5EFF-3FB6-C6D8-36BDC2CD16CA}"/>
              </a:ext>
            </a:extLst>
          </p:cNvPr>
          <p:cNvSpPr/>
          <p:nvPr/>
        </p:nvSpPr>
        <p:spPr>
          <a:xfrm>
            <a:off x="1680373" y="2168778"/>
            <a:ext cx="720000" cy="720000"/>
          </a:xfrm>
          <a:prstGeom prst="ellipse">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dirty="0"/>
          </a:p>
        </p:txBody>
      </p:sp>
      <p:sp>
        <p:nvSpPr>
          <p:cNvPr id="13" name="Oval 12">
            <a:extLst>
              <a:ext uri="{FF2B5EF4-FFF2-40B4-BE49-F238E27FC236}">
                <a16:creationId xmlns:a16="http://schemas.microsoft.com/office/drawing/2014/main" id="{C625FA57-2260-8FF5-0B7E-217E57184742}"/>
              </a:ext>
            </a:extLst>
          </p:cNvPr>
          <p:cNvSpPr/>
          <p:nvPr/>
        </p:nvSpPr>
        <p:spPr>
          <a:xfrm>
            <a:off x="2741572" y="2170568"/>
            <a:ext cx="720000" cy="720000"/>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Oval 13">
            <a:extLst>
              <a:ext uri="{FF2B5EF4-FFF2-40B4-BE49-F238E27FC236}">
                <a16:creationId xmlns:a16="http://schemas.microsoft.com/office/drawing/2014/main" id="{9B10EC92-7F62-8094-191B-CFA5BE3A750E}"/>
              </a:ext>
            </a:extLst>
          </p:cNvPr>
          <p:cNvSpPr/>
          <p:nvPr/>
        </p:nvSpPr>
        <p:spPr>
          <a:xfrm>
            <a:off x="3671833" y="2168778"/>
            <a:ext cx="720000" cy="720000"/>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Oval 14">
            <a:extLst>
              <a:ext uri="{FF2B5EF4-FFF2-40B4-BE49-F238E27FC236}">
                <a16:creationId xmlns:a16="http://schemas.microsoft.com/office/drawing/2014/main" id="{BCF8B4DF-1C77-BFCE-199A-9100EE2FA87D}"/>
              </a:ext>
            </a:extLst>
          </p:cNvPr>
          <p:cNvSpPr/>
          <p:nvPr/>
        </p:nvSpPr>
        <p:spPr>
          <a:xfrm>
            <a:off x="4685767" y="2210236"/>
            <a:ext cx="720000" cy="720000"/>
          </a:xfrm>
          <a:prstGeom prst="ellipse">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Rectangle: Rounded Corners 19">
            <a:extLst>
              <a:ext uri="{FF2B5EF4-FFF2-40B4-BE49-F238E27FC236}">
                <a16:creationId xmlns:a16="http://schemas.microsoft.com/office/drawing/2014/main" id="{E01CB9BC-A939-9DC4-71CA-31B42F9F9955}"/>
              </a:ext>
            </a:extLst>
          </p:cNvPr>
          <p:cNvSpPr/>
          <p:nvPr/>
        </p:nvSpPr>
        <p:spPr>
          <a:xfrm>
            <a:off x="1535501" y="1913807"/>
            <a:ext cx="1009744" cy="253181"/>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Critical</a:t>
            </a:r>
          </a:p>
        </p:txBody>
      </p:sp>
      <p:sp>
        <p:nvSpPr>
          <p:cNvPr id="21" name="Rectangle: Rounded Corners 20">
            <a:extLst>
              <a:ext uri="{FF2B5EF4-FFF2-40B4-BE49-F238E27FC236}">
                <a16:creationId xmlns:a16="http://schemas.microsoft.com/office/drawing/2014/main" id="{F3147E5A-D10A-1D7C-4BF2-1C03EDB8389A}"/>
              </a:ext>
            </a:extLst>
          </p:cNvPr>
          <p:cNvSpPr/>
          <p:nvPr/>
        </p:nvSpPr>
        <p:spPr>
          <a:xfrm>
            <a:off x="2602828" y="1913807"/>
            <a:ext cx="1009744" cy="253181"/>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High</a:t>
            </a:r>
          </a:p>
        </p:txBody>
      </p:sp>
      <p:sp>
        <p:nvSpPr>
          <p:cNvPr id="22" name="Rectangle: Rounded Corners 21">
            <a:extLst>
              <a:ext uri="{FF2B5EF4-FFF2-40B4-BE49-F238E27FC236}">
                <a16:creationId xmlns:a16="http://schemas.microsoft.com/office/drawing/2014/main" id="{E3629D2B-316D-6CFC-DAA2-99DC5E6D491F}"/>
              </a:ext>
            </a:extLst>
          </p:cNvPr>
          <p:cNvSpPr/>
          <p:nvPr/>
        </p:nvSpPr>
        <p:spPr>
          <a:xfrm>
            <a:off x="3583908" y="1915930"/>
            <a:ext cx="1009744" cy="253181"/>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Medium</a:t>
            </a:r>
          </a:p>
        </p:txBody>
      </p:sp>
      <p:sp>
        <p:nvSpPr>
          <p:cNvPr id="23" name="Rectangle: Rounded Corners 22">
            <a:extLst>
              <a:ext uri="{FF2B5EF4-FFF2-40B4-BE49-F238E27FC236}">
                <a16:creationId xmlns:a16="http://schemas.microsoft.com/office/drawing/2014/main" id="{78FECF3E-7EF6-4172-E675-A1C81557D38D}"/>
              </a:ext>
            </a:extLst>
          </p:cNvPr>
          <p:cNvSpPr/>
          <p:nvPr/>
        </p:nvSpPr>
        <p:spPr>
          <a:xfrm>
            <a:off x="4558146" y="1910227"/>
            <a:ext cx="1009744" cy="253181"/>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Low</a:t>
            </a:r>
          </a:p>
        </p:txBody>
      </p:sp>
      <p:sp>
        <p:nvSpPr>
          <p:cNvPr id="33" name="TextBox 32">
            <a:extLst>
              <a:ext uri="{FF2B5EF4-FFF2-40B4-BE49-F238E27FC236}">
                <a16:creationId xmlns:a16="http://schemas.microsoft.com/office/drawing/2014/main" id="{A04387BD-177A-6F37-550D-99A830691B55}"/>
              </a:ext>
            </a:extLst>
          </p:cNvPr>
          <p:cNvSpPr txBox="1"/>
          <p:nvPr/>
        </p:nvSpPr>
        <p:spPr>
          <a:xfrm>
            <a:off x="1680637" y="2357711"/>
            <a:ext cx="719736" cy="338554"/>
          </a:xfrm>
          <a:prstGeom prst="rect">
            <a:avLst/>
          </a:prstGeom>
          <a:noFill/>
        </p:spPr>
        <p:txBody>
          <a:bodyPr wrap="square" rtlCol="0">
            <a:spAutoFit/>
          </a:bodyPr>
          <a:lstStyle/>
          <a:p>
            <a:r>
              <a:rPr lang="en-US" sz="1600" b="1" dirty="0">
                <a:solidFill>
                  <a:schemeClr val="bg1"/>
                </a:solidFill>
              </a:rPr>
              <a:t>7.83%</a:t>
            </a:r>
          </a:p>
        </p:txBody>
      </p:sp>
      <p:sp>
        <p:nvSpPr>
          <p:cNvPr id="34" name="TextBox 33">
            <a:extLst>
              <a:ext uri="{FF2B5EF4-FFF2-40B4-BE49-F238E27FC236}">
                <a16:creationId xmlns:a16="http://schemas.microsoft.com/office/drawing/2014/main" id="{275B55E5-97BB-304A-BF9E-C6ABE7E043EC}"/>
              </a:ext>
            </a:extLst>
          </p:cNvPr>
          <p:cNvSpPr txBox="1"/>
          <p:nvPr/>
        </p:nvSpPr>
        <p:spPr>
          <a:xfrm>
            <a:off x="2698941" y="2369752"/>
            <a:ext cx="842336" cy="338554"/>
          </a:xfrm>
          <a:prstGeom prst="rect">
            <a:avLst/>
          </a:prstGeom>
          <a:noFill/>
        </p:spPr>
        <p:txBody>
          <a:bodyPr wrap="square" rtlCol="0">
            <a:spAutoFit/>
          </a:bodyPr>
          <a:lstStyle/>
          <a:p>
            <a:r>
              <a:rPr lang="en-US" sz="1600" b="1" dirty="0">
                <a:solidFill>
                  <a:schemeClr val="bg1"/>
                </a:solidFill>
              </a:rPr>
              <a:t>12.39%</a:t>
            </a:r>
          </a:p>
        </p:txBody>
      </p:sp>
      <p:sp>
        <p:nvSpPr>
          <p:cNvPr id="35" name="TextBox 34">
            <a:extLst>
              <a:ext uri="{FF2B5EF4-FFF2-40B4-BE49-F238E27FC236}">
                <a16:creationId xmlns:a16="http://schemas.microsoft.com/office/drawing/2014/main" id="{CBAA5870-183A-A2D8-5BA6-7785D2F4BA93}"/>
              </a:ext>
            </a:extLst>
          </p:cNvPr>
          <p:cNvSpPr txBox="1"/>
          <p:nvPr/>
        </p:nvSpPr>
        <p:spPr>
          <a:xfrm>
            <a:off x="3700676" y="2369752"/>
            <a:ext cx="842336" cy="338554"/>
          </a:xfrm>
          <a:prstGeom prst="rect">
            <a:avLst/>
          </a:prstGeom>
          <a:noFill/>
        </p:spPr>
        <p:txBody>
          <a:bodyPr wrap="square" rtlCol="0">
            <a:spAutoFit/>
          </a:bodyPr>
          <a:lstStyle/>
          <a:p>
            <a:r>
              <a:rPr lang="en-US" sz="1600" b="1" dirty="0">
                <a:solidFill>
                  <a:schemeClr val="bg1"/>
                </a:solidFill>
              </a:rPr>
              <a:t>3.70%</a:t>
            </a:r>
          </a:p>
        </p:txBody>
      </p:sp>
      <p:sp>
        <p:nvSpPr>
          <p:cNvPr id="36" name="TextBox 35">
            <a:extLst>
              <a:ext uri="{FF2B5EF4-FFF2-40B4-BE49-F238E27FC236}">
                <a16:creationId xmlns:a16="http://schemas.microsoft.com/office/drawing/2014/main" id="{BB400FAF-EBEC-3D6B-85C9-0FB0D0E04B32}"/>
              </a:ext>
            </a:extLst>
          </p:cNvPr>
          <p:cNvSpPr txBox="1"/>
          <p:nvPr/>
        </p:nvSpPr>
        <p:spPr>
          <a:xfrm>
            <a:off x="4707708" y="2413000"/>
            <a:ext cx="842336" cy="338554"/>
          </a:xfrm>
          <a:prstGeom prst="rect">
            <a:avLst/>
          </a:prstGeom>
          <a:noFill/>
        </p:spPr>
        <p:txBody>
          <a:bodyPr wrap="square" rtlCol="0">
            <a:spAutoFit/>
          </a:bodyPr>
          <a:lstStyle/>
          <a:p>
            <a:r>
              <a:rPr lang="en-US" sz="1600" b="1" dirty="0">
                <a:solidFill>
                  <a:schemeClr val="bg1"/>
                </a:solidFill>
              </a:rPr>
              <a:t>2.45%</a:t>
            </a:r>
          </a:p>
        </p:txBody>
      </p:sp>
      <p:sp>
        <p:nvSpPr>
          <p:cNvPr id="62" name="Rectangle: Rounded Corners 61">
            <a:extLst>
              <a:ext uri="{FF2B5EF4-FFF2-40B4-BE49-F238E27FC236}">
                <a16:creationId xmlns:a16="http://schemas.microsoft.com/office/drawing/2014/main" id="{C53F4087-C00A-4804-9AE4-2921574CC202}"/>
              </a:ext>
            </a:extLst>
          </p:cNvPr>
          <p:cNvSpPr/>
          <p:nvPr/>
        </p:nvSpPr>
        <p:spPr>
          <a:xfrm>
            <a:off x="1350133" y="1205788"/>
            <a:ext cx="3575828" cy="320981"/>
          </a:xfrm>
          <a:prstGeom prst="round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Infra Team  - Ageing for Open Points</a:t>
            </a:r>
          </a:p>
        </p:txBody>
      </p:sp>
      <p:sp>
        <p:nvSpPr>
          <p:cNvPr id="63" name="Rectangle 62">
            <a:extLst>
              <a:ext uri="{FF2B5EF4-FFF2-40B4-BE49-F238E27FC236}">
                <a16:creationId xmlns:a16="http://schemas.microsoft.com/office/drawing/2014/main" id="{930BB41E-6F01-94F2-7188-E5E36ECB194B}"/>
              </a:ext>
            </a:extLst>
          </p:cNvPr>
          <p:cNvSpPr/>
          <p:nvPr/>
        </p:nvSpPr>
        <p:spPr>
          <a:xfrm>
            <a:off x="6071681" y="1205788"/>
            <a:ext cx="5351772" cy="4306677"/>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dirty="0"/>
          </a:p>
        </p:txBody>
      </p:sp>
      <p:sp>
        <p:nvSpPr>
          <p:cNvPr id="64" name="Rectangle: Rounded Corners 63">
            <a:extLst>
              <a:ext uri="{FF2B5EF4-FFF2-40B4-BE49-F238E27FC236}">
                <a16:creationId xmlns:a16="http://schemas.microsoft.com/office/drawing/2014/main" id="{B4B7EB08-449A-CCB4-DE29-97ED06CDD8C1}"/>
              </a:ext>
            </a:extLst>
          </p:cNvPr>
          <p:cNvSpPr/>
          <p:nvPr/>
        </p:nvSpPr>
        <p:spPr>
          <a:xfrm>
            <a:off x="9244796" y="3138046"/>
            <a:ext cx="719736" cy="1287664"/>
          </a:xfrm>
          <a:prstGeom prst="round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Rectangle: Rounded Corners 64">
            <a:extLst>
              <a:ext uri="{FF2B5EF4-FFF2-40B4-BE49-F238E27FC236}">
                <a16:creationId xmlns:a16="http://schemas.microsoft.com/office/drawing/2014/main" id="{AB65A1C6-1941-602A-641C-7B56500C7AF6}"/>
              </a:ext>
            </a:extLst>
          </p:cNvPr>
          <p:cNvSpPr/>
          <p:nvPr/>
        </p:nvSpPr>
        <p:spPr>
          <a:xfrm>
            <a:off x="7271776" y="3112180"/>
            <a:ext cx="719736" cy="1287664"/>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Rectangle: Rounded Corners 65">
            <a:extLst>
              <a:ext uri="{FF2B5EF4-FFF2-40B4-BE49-F238E27FC236}">
                <a16:creationId xmlns:a16="http://schemas.microsoft.com/office/drawing/2014/main" id="{01CAA3D4-2AD1-3E77-59B0-C53AF4402362}"/>
              </a:ext>
            </a:extLst>
          </p:cNvPr>
          <p:cNvSpPr/>
          <p:nvPr/>
        </p:nvSpPr>
        <p:spPr>
          <a:xfrm>
            <a:off x="8293491" y="3124221"/>
            <a:ext cx="719736" cy="1287664"/>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Rounded Corners 66">
            <a:extLst>
              <a:ext uri="{FF2B5EF4-FFF2-40B4-BE49-F238E27FC236}">
                <a16:creationId xmlns:a16="http://schemas.microsoft.com/office/drawing/2014/main" id="{63D4D190-F365-392D-06D6-85A3B9F5CDCF}"/>
              </a:ext>
            </a:extLst>
          </p:cNvPr>
          <p:cNvSpPr/>
          <p:nvPr/>
        </p:nvSpPr>
        <p:spPr>
          <a:xfrm>
            <a:off x="10225596" y="3151871"/>
            <a:ext cx="719736" cy="1287664"/>
          </a:xfrm>
          <a:prstGeom prst="roundRect">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68" name="Table 67">
            <a:extLst>
              <a:ext uri="{FF2B5EF4-FFF2-40B4-BE49-F238E27FC236}">
                <a16:creationId xmlns:a16="http://schemas.microsoft.com/office/drawing/2014/main" id="{B01811F7-59B3-DA81-E94B-F8D3ACF955A8}"/>
              </a:ext>
            </a:extLst>
          </p:cNvPr>
          <p:cNvGraphicFramePr>
            <a:graphicFrameLocks noGrp="1"/>
          </p:cNvGraphicFramePr>
          <p:nvPr>
            <p:extLst>
              <p:ext uri="{D42A27DB-BD31-4B8C-83A1-F6EECF244321}">
                <p14:modId xmlns:p14="http://schemas.microsoft.com/office/powerpoint/2010/main" val="2140996180"/>
              </p:ext>
            </p:extLst>
          </p:nvPr>
        </p:nvGraphicFramePr>
        <p:xfrm>
          <a:off x="6153940" y="3112180"/>
          <a:ext cx="4916630" cy="1219200"/>
        </p:xfrm>
        <a:graphic>
          <a:graphicData uri="http://schemas.openxmlformats.org/drawingml/2006/table">
            <a:tbl>
              <a:tblPr bandRow="1">
                <a:tableStyleId>{5C22544A-7EE6-4342-B048-85BDC9FD1C3A}</a:tableStyleId>
              </a:tblPr>
              <a:tblGrid>
                <a:gridCol w="983326">
                  <a:extLst>
                    <a:ext uri="{9D8B030D-6E8A-4147-A177-3AD203B41FA5}">
                      <a16:colId xmlns:a16="http://schemas.microsoft.com/office/drawing/2014/main" val="3082937127"/>
                    </a:ext>
                  </a:extLst>
                </a:gridCol>
                <a:gridCol w="983326">
                  <a:extLst>
                    <a:ext uri="{9D8B030D-6E8A-4147-A177-3AD203B41FA5}">
                      <a16:colId xmlns:a16="http://schemas.microsoft.com/office/drawing/2014/main" val="2431089755"/>
                    </a:ext>
                  </a:extLst>
                </a:gridCol>
                <a:gridCol w="983326">
                  <a:extLst>
                    <a:ext uri="{9D8B030D-6E8A-4147-A177-3AD203B41FA5}">
                      <a16:colId xmlns:a16="http://schemas.microsoft.com/office/drawing/2014/main" val="3455659263"/>
                    </a:ext>
                  </a:extLst>
                </a:gridCol>
                <a:gridCol w="983326">
                  <a:extLst>
                    <a:ext uri="{9D8B030D-6E8A-4147-A177-3AD203B41FA5}">
                      <a16:colId xmlns:a16="http://schemas.microsoft.com/office/drawing/2014/main" val="655026903"/>
                    </a:ext>
                  </a:extLst>
                </a:gridCol>
                <a:gridCol w="983326">
                  <a:extLst>
                    <a:ext uri="{9D8B030D-6E8A-4147-A177-3AD203B41FA5}">
                      <a16:colId xmlns:a16="http://schemas.microsoft.com/office/drawing/2014/main" val="4173152000"/>
                    </a:ext>
                  </a:extLst>
                </a:gridCol>
              </a:tblGrid>
              <a:tr h="299104">
                <a:tc>
                  <a:txBody>
                    <a:bodyPr/>
                    <a:lstStyle/>
                    <a:p>
                      <a:pPr algn="ctr"/>
                      <a:r>
                        <a:rPr lang="en-US" sz="1400" dirty="0"/>
                        <a:t>Date</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400" b="1" dirty="0">
                          <a:solidFill>
                            <a:schemeClr val="bg1"/>
                          </a:solidFill>
                        </a:rPr>
                        <a:t>Critical</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400" b="1" dirty="0">
                          <a:solidFill>
                            <a:schemeClr val="bg1"/>
                          </a:solidFill>
                        </a:rPr>
                        <a:t>High</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400" b="1" dirty="0"/>
                        <a:t>Medium</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400" b="1" dirty="0"/>
                        <a:t>Low</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5053617"/>
                  </a:ext>
                </a:extLst>
              </a:tr>
              <a:tr h="299104">
                <a:tc>
                  <a:txBody>
                    <a:bodyPr/>
                    <a:lstStyle/>
                    <a:p>
                      <a:pPr algn="l" fontAlgn="b">
                        <a:buNone/>
                      </a:pPr>
                      <a:r>
                        <a:rPr lang="en-US" sz="1400" b="0" i="0" u="none" strike="noStrike">
                          <a:solidFill>
                            <a:srgbClr val="000000"/>
                          </a:solidFill>
                          <a:effectLst/>
                          <a:latin typeface="Calibri" panose="020F0502020204030204" pitchFamily="34" charset="0"/>
                        </a:rPr>
                        <a:t>17-Dec-25</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fontAlgn="t">
                        <a:buNone/>
                      </a:pPr>
                      <a:r>
                        <a:rPr lang="en-US" sz="1400" b="0" i="0" u="none" strike="noStrike" dirty="0">
                          <a:solidFill>
                            <a:schemeClr val="bg1"/>
                          </a:solidFill>
                          <a:effectLst/>
                          <a:latin typeface="Calibri" panose="020F0502020204030204" pitchFamily="34" charset="0"/>
                        </a:rPr>
                        <a:t>0.49%</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fontAlgn="t">
                        <a:buNone/>
                      </a:pPr>
                      <a:r>
                        <a:rPr lang="en-US" sz="1400" b="0" i="0" u="none" strike="noStrike" dirty="0">
                          <a:solidFill>
                            <a:schemeClr val="bg1"/>
                          </a:solidFill>
                          <a:effectLst/>
                          <a:latin typeface="Calibri" panose="020F0502020204030204" pitchFamily="34" charset="0"/>
                        </a:rPr>
                        <a:t>0.73%</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fontAlgn="t">
                        <a:buNone/>
                      </a:pPr>
                      <a:r>
                        <a:rPr lang="en-US" sz="1400" b="0" i="0" u="none" strike="noStrike">
                          <a:solidFill>
                            <a:srgbClr val="000000"/>
                          </a:solidFill>
                          <a:effectLst/>
                          <a:latin typeface="Calibri" panose="020F0502020204030204" pitchFamily="34" charset="0"/>
                        </a:rPr>
                        <a:t>1.10%</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fontAlgn="t">
                        <a:buNone/>
                      </a:pPr>
                      <a:r>
                        <a:rPr lang="en-US" sz="1400" b="0" i="0" u="none" strike="noStrike">
                          <a:solidFill>
                            <a:srgbClr val="000000"/>
                          </a:solidFill>
                          <a:effectLst/>
                          <a:latin typeface="Calibri" panose="020F0502020204030204" pitchFamily="34" charset="0"/>
                        </a:rPr>
                        <a:t>0.05%</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65126687"/>
                  </a:ext>
                </a:extLst>
              </a:tr>
              <a:tr h="299104">
                <a:tc>
                  <a:txBody>
                    <a:bodyPr/>
                    <a:lstStyle/>
                    <a:p>
                      <a:pPr algn="l" fontAlgn="b">
                        <a:buNone/>
                      </a:pPr>
                      <a:r>
                        <a:rPr lang="en-US" sz="1400" b="0" i="0" u="none" strike="noStrike">
                          <a:solidFill>
                            <a:srgbClr val="000000"/>
                          </a:solidFill>
                          <a:effectLst/>
                          <a:latin typeface="Calibri" panose="020F0502020204030204" pitchFamily="34" charset="0"/>
                        </a:rPr>
                        <a:t>19-Dec-25</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fontAlgn="t">
                        <a:buNone/>
                      </a:pPr>
                      <a:r>
                        <a:rPr lang="en-US" sz="1400" b="0" i="0" u="none" strike="noStrike">
                          <a:solidFill>
                            <a:schemeClr val="bg1"/>
                          </a:solidFill>
                          <a:effectLst/>
                          <a:latin typeface="Calibri" panose="020F0502020204030204" pitchFamily="34" charset="0"/>
                        </a:rPr>
                        <a:t>0.03%</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fontAlgn="t">
                        <a:buNone/>
                      </a:pPr>
                      <a:r>
                        <a:rPr lang="en-US" sz="1400" b="0" i="0" u="none" strike="noStrike" dirty="0">
                          <a:solidFill>
                            <a:schemeClr val="bg1"/>
                          </a:solidFill>
                          <a:effectLst/>
                          <a:latin typeface="Calibri" panose="020F0502020204030204" pitchFamily="34" charset="0"/>
                        </a:rPr>
                        <a:t>0.06%</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fontAlgn="t">
                        <a:buNone/>
                      </a:pPr>
                      <a:r>
                        <a:rPr lang="en-US" sz="1400" b="0" i="0" u="none" strike="noStrike">
                          <a:solidFill>
                            <a:srgbClr val="000000"/>
                          </a:solidFill>
                          <a:effectLst/>
                          <a:latin typeface="Calibri" panose="020F0502020204030204" pitchFamily="34" charset="0"/>
                        </a:rPr>
                        <a:t>0.12%</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fontAlgn="t">
                        <a:buNone/>
                      </a:pPr>
                      <a:r>
                        <a:rPr lang="en-US" sz="1400" b="0" i="0" u="none" strike="noStrike">
                          <a:solidFill>
                            <a:srgbClr val="000000"/>
                          </a:solidFill>
                          <a:effectLst/>
                          <a:latin typeface="Calibri" panose="020F0502020204030204" pitchFamily="34" charset="0"/>
                        </a:rPr>
                        <a:t>0.00%</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36672377"/>
                  </a:ext>
                </a:extLst>
              </a:tr>
              <a:tr h="299104">
                <a:tc>
                  <a:txBody>
                    <a:bodyPr/>
                    <a:lstStyle/>
                    <a:p>
                      <a:pPr algn="l" fontAlgn="b">
                        <a:buNone/>
                      </a:pPr>
                      <a:r>
                        <a:rPr lang="en-US" sz="1400" b="0" i="0" u="none" strike="noStrike">
                          <a:solidFill>
                            <a:srgbClr val="000000"/>
                          </a:solidFill>
                          <a:effectLst/>
                          <a:latin typeface="Calibri" panose="020F0502020204030204" pitchFamily="34" charset="0"/>
                        </a:rPr>
                        <a:t>19-Feb-26</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fontAlgn="t">
                        <a:buNone/>
                      </a:pPr>
                      <a:r>
                        <a:rPr lang="en-US" sz="1400" b="0" i="0" u="none" strike="noStrike">
                          <a:solidFill>
                            <a:schemeClr val="bg1"/>
                          </a:solidFill>
                          <a:effectLst/>
                          <a:latin typeface="Calibri" panose="020F0502020204030204" pitchFamily="34" charset="0"/>
                        </a:rPr>
                        <a:t>2.15%</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fontAlgn="t">
                        <a:buNone/>
                      </a:pPr>
                      <a:r>
                        <a:rPr lang="en-US" sz="1400" b="0" i="0" u="none" strike="noStrike" dirty="0">
                          <a:solidFill>
                            <a:schemeClr val="bg1"/>
                          </a:solidFill>
                          <a:effectLst/>
                          <a:latin typeface="Calibri" panose="020F0502020204030204" pitchFamily="34" charset="0"/>
                        </a:rPr>
                        <a:t>1.20%</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fontAlgn="t">
                        <a:buNone/>
                      </a:pPr>
                      <a:r>
                        <a:rPr lang="en-US" sz="1400" b="0" i="0" u="none" strike="noStrike">
                          <a:solidFill>
                            <a:srgbClr val="000000"/>
                          </a:solidFill>
                          <a:effectLst/>
                          <a:latin typeface="Calibri" panose="020F0502020204030204" pitchFamily="34" charset="0"/>
                        </a:rPr>
                        <a:t>0.56%</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fontAlgn="t">
                        <a:buNone/>
                      </a:pPr>
                      <a:r>
                        <a:rPr lang="en-US" sz="1400" b="0" i="0" u="none" strike="noStrike" dirty="0">
                          <a:solidFill>
                            <a:srgbClr val="000000"/>
                          </a:solidFill>
                          <a:effectLst/>
                          <a:latin typeface="Calibri" panose="020F0502020204030204" pitchFamily="34" charset="0"/>
                        </a:rPr>
                        <a:t>0.05%</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10116369"/>
                  </a:ext>
                </a:extLst>
              </a:tr>
            </a:tbl>
          </a:graphicData>
        </a:graphic>
      </p:graphicFrame>
      <p:sp>
        <p:nvSpPr>
          <p:cNvPr id="69" name="Oval 68">
            <a:extLst>
              <a:ext uri="{FF2B5EF4-FFF2-40B4-BE49-F238E27FC236}">
                <a16:creationId xmlns:a16="http://schemas.microsoft.com/office/drawing/2014/main" id="{28EC6184-5A0B-1CBF-219C-6B1C84EF3B93}"/>
              </a:ext>
            </a:extLst>
          </p:cNvPr>
          <p:cNvSpPr/>
          <p:nvPr/>
        </p:nvSpPr>
        <p:spPr>
          <a:xfrm>
            <a:off x="7224135" y="2165198"/>
            <a:ext cx="720000" cy="720000"/>
          </a:xfrm>
          <a:prstGeom prst="ellipse">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dirty="0"/>
          </a:p>
        </p:txBody>
      </p:sp>
      <p:sp>
        <p:nvSpPr>
          <p:cNvPr id="70" name="Oval 69">
            <a:extLst>
              <a:ext uri="{FF2B5EF4-FFF2-40B4-BE49-F238E27FC236}">
                <a16:creationId xmlns:a16="http://schemas.microsoft.com/office/drawing/2014/main" id="{490F0DEE-98C2-CF55-462C-67D5340B2E35}"/>
              </a:ext>
            </a:extLst>
          </p:cNvPr>
          <p:cNvSpPr/>
          <p:nvPr/>
        </p:nvSpPr>
        <p:spPr>
          <a:xfrm>
            <a:off x="8285334" y="2166988"/>
            <a:ext cx="720000" cy="720000"/>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1" name="Oval 70">
            <a:extLst>
              <a:ext uri="{FF2B5EF4-FFF2-40B4-BE49-F238E27FC236}">
                <a16:creationId xmlns:a16="http://schemas.microsoft.com/office/drawing/2014/main" id="{C371E836-CED4-F53E-D85C-C8148D35F392}"/>
              </a:ext>
            </a:extLst>
          </p:cNvPr>
          <p:cNvSpPr/>
          <p:nvPr/>
        </p:nvSpPr>
        <p:spPr>
          <a:xfrm>
            <a:off x="9215595" y="2165198"/>
            <a:ext cx="720000" cy="720000"/>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2" name="Oval 71">
            <a:extLst>
              <a:ext uri="{FF2B5EF4-FFF2-40B4-BE49-F238E27FC236}">
                <a16:creationId xmlns:a16="http://schemas.microsoft.com/office/drawing/2014/main" id="{821234C3-6D38-C0D6-35A8-B86E6D7D6B2A}"/>
              </a:ext>
            </a:extLst>
          </p:cNvPr>
          <p:cNvSpPr/>
          <p:nvPr/>
        </p:nvSpPr>
        <p:spPr>
          <a:xfrm>
            <a:off x="10229529" y="2206656"/>
            <a:ext cx="720000" cy="720000"/>
          </a:xfrm>
          <a:prstGeom prst="ellipse">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3" name="Rectangle: Rounded Corners 72">
            <a:extLst>
              <a:ext uri="{FF2B5EF4-FFF2-40B4-BE49-F238E27FC236}">
                <a16:creationId xmlns:a16="http://schemas.microsoft.com/office/drawing/2014/main" id="{7AA3321D-1247-9676-5D16-2DE128ADEA0D}"/>
              </a:ext>
            </a:extLst>
          </p:cNvPr>
          <p:cNvSpPr/>
          <p:nvPr/>
        </p:nvSpPr>
        <p:spPr>
          <a:xfrm>
            <a:off x="7079263" y="1910227"/>
            <a:ext cx="1009744" cy="253181"/>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Critical</a:t>
            </a:r>
          </a:p>
        </p:txBody>
      </p:sp>
      <p:sp>
        <p:nvSpPr>
          <p:cNvPr id="74" name="Rectangle: Rounded Corners 73">
            <a:extLst>
              <a:ext uri="{FF2B5EF4-FFF2-40B4-BE49-F238E27FC236}">
                <a16:creationId xmlns:a16="http://schemas.microsoft.com/office/drawing/2014/main" id="{D35F05DD-B03F-C888-1231-581840650708}"/>
              </a:ext>
            </a:extLst>
          </p:cNvPr>
          <p:cNvSpPr/>
          <p:nvPr/>
        </p:nvSpPr>
        <p:spPr>
          <a:xfrm>
            <a:off x="8146590" y="1910227"/>
            <a:ext cx="1009744" cy="253181"/>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High</a:t>
            </a:r>
          </a:p>
        </p:txBody>
      </p:sp>
      <p:sp>
        <p:nvSpPr>
          <p:cNvPr id="75" name="Rectangle: Rounded Corners 74">
            <a:extLst>
              <a:ext uri="{FF2B5EF4-FFF2-40B4-BE49-F238E27FC236}">
                <a16:creationId xmlns:a16="http://schemas.microsoft.com/office/drawing/2014/main" id="{ADD0E097-2003-5A46-CDB4-61D75F31447E}"/>
              </a:ext>
            </a:extLst>
          </p:cNvPr>
          <p:cNvSpPr/>
          <p:nvPr/>
        </p:nvSpPr>
        <p:spPr>
          <a:xfrm>
            <a:off x="9127670" y="1912350"/>
            <a:ext cx="1009744" cy="253181"/>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Medium</a:t>
            </a:r>
          </a:p>
        </p:txBody>
      </p:sp>
      <p:sp>
        <p:nvSpPr>
          <p:cNvPr id="76" name="Rectangle: Rounded Corners 75">
            <a:extLst>
              <a:ext uri="{FF2B5EF4-FFF2-40B4-BE49-F238E27FC236}">
                <a16:creationId xmlns:a16="http://schemas.microsoft.com/office/drawing/2014/main" id="{11FAF3CB-3C58-0C45-4E93-23782844ED2A}"/>
              </a:ext>
            </a:extLst>
          </p:cNvPr>
          <p:cNvSpPr/>
          <p:nvPr/>
        </p:nvSpPr>
        <p:spPr>
          <a:xfrm>
            <a:off x="10060826" y="1876534"/>
            <a:ext cx="1009744" cy="253181"/>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Low</a:t>
            </a:r>
          </a:p>
        </p:txBody>
      </p:sp>
      <p:sp>
        <p:nvSpPr>
          <p:cNvPr id="77" name="TextBox 76">
            <a:extLst>
              <a:ext uri="{FF2B5EF4-FFF2-40B4-BE49-F238E27FC236}">
                <a16:creationId xmlns:a16="http://schemas.microsoft.com/office/drawing/2014/main" id="{D45CF601-2BDB-7C40-4C54-EC57F8A0C213}"/>
              </a:ext>
            </a:extLst>
          </p:cNvPr>
          <p:cNvSpPr txBox="1"/>
          <p:nvPr/>
        </p:nvSpPr>
        <p:spPr>
          <a:xfrm>
            <a:off x="7224399" y="2354131"/>
            <a:ext cx="719736" cy="338554"/>
          </a:xfrm>
          <a:prstGeom prst="rect">
            <a:avLst/>
          </a:prstGeom>
          <a:noFill/>
        </p:spPr>
        <p:txBody>
          <a:bodyPr wrap="square" rtlCol="0">
            <a:spAutoFit/>
          </a:bodyPr>
          <a:lstStyle/>
          <a:p>
            <a:r>
              <a:rPr lang="en-US" sz="1600" b="1" dirty="0">
                <a:solidFill>
                  <a:schemeClr val="bg1"/>
                </a:solidFill>
              </a:rPr>
              <a:t>2.67%</a:t>
            </a:r>
          </a:p>
        </p:txBody>
      </p:sp>
      <p:sp>
        <p:nvSpPr>
          <p:cNvPr id="78" name="TextBox 77">
            <a:extLst>
              <a:ext uri="{FF2B5EF4-FFF2-40B4-BE49-F238E27FC236}">
                <a16:creationId xmlns:a16="http://schemas.microsoft.com/office/drawing/2014/main" id="{CD69DE19-F57C-8D20-3D77-F16B13B75408}"/>
              </a:ext>
            </a:extLst>
          </p:cNvPr>
          <p:cNvSpPr txBox="1"/>
          <p:nvPr/>
        </p:nvSpPr>
        <p:spPr>
          <a:xfrm>
            <a:off x="8456932" y="2335530"/>
            <a:ext cx="842336" cy="338554"/>
          </a:xfrm>
          <a:prstGeom prst="rect">
            <a:avLst/>
          </a:prstGeom>
          <a:noFill/>
        </p:spPr>
        <p:txBody>
          <a:bodyPr wrap="square" rtlCol="0">
            <a:spAutoFit/>
          </a:bodyPr>
          <a:lstStyle/>
          <a:p>
            <a:r>
              <a:rPr lang="en-US" sz="1600" b="1" dirty="0">
                <a:solidFill>
                  <a:schemeClr val="bg1"/>
                </a:solidFill>
              </a:rPr>
              <a:t>2%</a:t>
            </a:r>
          </a:p>
        </p:txBody>
      </p:sp>
      <p:sp>
        <p:nvSpPr>
          <p:cNvPr id="79" name="TextBox 78">
            <a:extLst>
              <a:ext uri="{FF2B5EF4-FFF2-40B4-BE49-F238E27FC236}">
                <a16:creationId xmlns:a16="http://schemas.microsoft.com/office/drawing/2014/main" id="{D9CBF51E-6572-0E39-19D0-F1690964BCD5}"/>
              </a:ext>
            </a:extLst>
          </p:cNvPr>
          <p:cNvSpPr txBox="1"/>
          <p:nvPr/>
        </p:nvSpPr>
        <p:spPr>
          <a:xfrm>
            <a:off x="9244438" y="2366172"/>
            <a:ext cx="842336" cy="338554"/>
          </a:xfrm>
          <a:prstGeom prst="rect">
            <a:avLst/>
          </a:prstGeom>
          <a:noFill/>
        </p:spPr>
        <p:txBody>
          <a:bodyPr wrap="square" rtlCol="0">
            <a:spAutoFit/>
          </a:bodyPr>
          <a:lstStyle/>
          <a:p>
            <a:r>
              <a:rPr lang="en-US" sz="1600" b="1" dirty="0">
                <a:solidFill>
                  <a:schemeClr val="bg1"/>
                </a:solidFill>
              </a:rPr>
              <a:t>1.78%</a:t>
            </a:r>
          </a:p>
        </p:txBody>
      </p:sp>
      <p:sp>
        <p:nvSpPr>
          <p:cNvPr id="80" name="TextBox 79">
            <a:extLst>
              <a:ext uri="{FF2B5EF4-FFF2-40B4-BE49-F238E27FC236}">
                <a16:creationId xmlns:a16="http://schemas.microsoft.com/office/drawing/2014/main" id="{D1B654EA-1F3C-5C38-E318-D969506FACDF}"/>
              </a:ext>
            </a:extLst>
          </p:cNvPr>
          <p:cNvSpPr txBox="1"/>
          <p:nvPr/>
        </p:nvSpPr>
        <p:spPr>
          <a:xfrm>
            <a:off x="10251470" y="2409420"/>
            <a:ext cx="842336" cy="338554"/>
          </a:xfrm>
          <a:prstGeom prst="rect">
            <a:avLst/>
          </a:prstGeom>
          <a:noFill/>
        </p:spPr>
        <p:txBody>
          <a:bodyPr wrap="square" rtlCol="0">
            <a:spAutoFit/>
          </a:bodyPr>
          <a:lstStyle/>
          <a:p>
            <a:r>
              <a:rPr lang="en-US" sz="1600" b="1" dirty="0">
                <a:solidFill>
                  <a:schemeClr val="bg1"/>
                </a:solidFill>
              </a:rPr>
              <a:t>0.09%</a:t>
            </a:r>
          </a:p>
        </p:txBody>
      </p:sp>
      <p:sp>
        <p:nvSpPr>
          <p:cNvPr id="82" name="Rectangle: Rounded Corners 81">
            <a:extLst>
              <a:ext uri="{FF2B5EF4-FFF2-40B4-BE49-F238E27FC236}">
                <a16:creationId xmlns:a16="http://schemas.microsoft.com/office/drawing/2014/main" id="{FC9C2610-0411-E35E-11B5-506B916E6AE7}"/>
              </a:ext>
            </a:extLst>
          </p:cNvPr>
          <p:cNvSpPr/>
          <p:nvPr/>
        </p:nvSpPr>
        <p:spPr>
          <a:xfrm>
            <a:off x="7061287" y="1220180"/>
            <a:ext cx="3705036" cy="320981"/>
          </a:xfrm>
          <a:prstGeom prst="round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Infra Team  - Ageing for Open Points</a:t>
            </a:r>
          </a:p>
        </p:txBody>
      </p:sp>
    </p:spTree>
    <p:extLst>
      <p:ext uri="{BB962C8B-B14F-4D97-AF65-F5344CB8AC3E}">
        <p14:creationId xmlns:p14="http://schemas.microsoft.com/office/powerpoint/2010/main" val="32807733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10F2C5-C44C-577D-EAFB-CB41AF9B623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545EFA2-3D98-9C27-2DDE-4615C422CADA}"/>
              </a:ext>
            </a:extLst>
          </p:cNvPr>
          <p:cNvSpPr>
            <a:spLocks noGrp="1"/>
          </p:cNvSpPr>
          <p:nvPr>
            <p:ph type="body" sz="quarter" idx="10"/>
          </p:nvPr>
        </p:nvSpPr>
        <p:spPr/>
        <p:txBody>
          <a:bodyPr/>
          <a:lstStyle/>
          <a:p>
            <a:r>
              <a:rPr lang="en-US"/>
              <a:t>Critical Findings reported</a:t>
            </a:r>
          </a:p>
        </p:txBody>
      </p:sp>
      <p:sp>
        <p:nvSpPr>
          <p:cNvPr id="6" name="Rectangle 5">
            <a:extLst>
              <a:ext uri="{FF2B5EF4-FFF2-40B4-BE49-F238E27FC236}">
                <a16:creationId xmlns:a16="http://schemas.microsoft.com/office/drawing/2014/main" id="{A972618A-EF03-24CF-9DC5-EFA2A8C81E0C}"/>
              </a:ext>
            </a:extLst>
          </p:cNvPr>
          <p:cNvSpPr/>
          <p:nvPr/>
        </p:nvSpPr>
        <p:spPr>
          <a:xfrm>
            <a:off x="3355881" y="1385034"/>
            <a:ext cx="8571101" cy="4512031"/>
          </a:xfrm>
          <a:prstGeom prst="rect">
            <a:avLst/>
          </a:prstGeom>
          <a:solidFill>
            <a:schemeClr val="bg1"/>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 name="Group 7">
            <a:extLst>
              <a:ext uri="{FF2B5EF4-FFF2-40B4-BE49-F238E27FC236}">
                <a16:creationId xmlns:a16="http://schemas.microsoft.com/office/drawing/2014/main" id="{96F0FF0A-6338-B4BD-FA37-292F9A74C55D}"/>
              </a:ext>
            </a:extLst>
          </p:cNvPr>
          <p:cNvGrpSpPr/>
          <p:nvPr/>
        </p:nvGrpSpPr>
        <p:grpSpPr>
          <a:xfrm>
            <a:off x="3352622" y="1088297"/>
            <a:ext cx="4791965" cy="319285"/>
            <a:chOff x="511627" y="1306282"/>
            <a:chExt cx="5335544" cy="481084"/>
          </a:xfrm>
          <a:solidFill>
            <a:srgbClr val="E51E26"/>
          </a:solidFill>
        </p:grpSpPr>
        <p:sp>
          <p:nvSpPr>
            <p:cNvPr id="9" name="Rectangle 8">
              <a:extLst>
                <a:ext uri="{FF2B5EF4-FFF2-40B4-BE49-F238E27FC236}">
                  <a16:creationId xmlns:a16="http://schemas.microsoft.com/office/drawing/2014/main" id="{1B7273E3-788D-87F3-A996-EABCCC1354CB}"/>
                </a:ext>
              </a:extLst>
            </p:cNvPr>
            <p:cNvSpPr/>
            <p:nvPr/>
          </p:nvSpPr>
          <p:spPr>
            <a:xfrm>
              <a:off x="511627" y="1306284"/>
              <a:ext cx="4763568" cy="481082"/>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t>Critical Findings reported</a:t>
              </a:r>
            </a:p>
          </p:txBody>
        </p:sp>
        <p:sp>
          <p:nvSpPr>
            <p:cNvPr id="13" name="Isosceles Triangle 12">
              <a:extLst>
                <a:ext uri="{FF2B5EF4-FFF2-40B4-BE49-F238E27FC236}">
                  <a16:creationId xmlns:a16="http://schemas.microsoft.com/office/drawing/2014/main" id="{4E4786EC-2D37-6CAC-612B-BFBC7B426790}"/>
                </a:ext>
              </a:extLst>
            </p:cNvPr>
            <p:cNvSpPr/>
            <p:nvPr/>
          </p:nvSpPr>
          <p:spPr>
            <a:xfrm flipV="1">
              <a:off x="5134384" y="1306282"/>
              <a:ext cx="712787" cy="481077"/>
            </a:xfrm>
            <a:prstGeom prst="triangle">
              <a:avLst>
                <a:gd name="adj" fmla="val 13935"/>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16" name="Table 15">
            <a:extLst>
              <a:ext uri="{FF2B5EF4-FFF2-40B4-BE49-F238E27FC236}">
                <a16:creationId xmlns:a16="http://schemas.microsoft.com/office/drawing/2014/main" id="{BCCD8BD9-FA12-D5F6-C397-030173A41EE4}"/>
              </a:ext>
            </a:extLst>
          </p:cNvPr>
          <p:cNvGraphicFramePr>
            <a:graphicFrameLocks noGrp="1"/>
          </p:cNvGraphicFramePr>
          <p:nvPr>
            <p:extLst>
              <p:ext uri="{D42A27DB-BD31-4B8C-83A1-F6EECF244321}">
                <p14:modId xmlns:p14="http://schemas.microsoft.com/office/powerpoint/2010/main" val="77797820"/>
              </p:ext>
            </p:extLst>
          </p:nvPr>
        </p:nvGraphicFramePr>
        <p:xfrm>
          <a:off x="3473104" y="1581475"/>
          <a:ext cx="8336653" cy="4188797"/>
        </p:xfrm>
        <a:graphic>
          <a:graphicData uri="http://schemas.openxmlformats.org/drawingml/2006/table">
            <a:tbl>
              <a:tblPr firstRow="1" bandRow="1">
                <a:tableStyleId>{0660B408-B3CF-4A94-85FC-2B1E0A45F4A2}</a:tableStyleId>
              </a:tblPr>
              <a:tblGrid>
                <a:gridCol w="636244">
                  <a:extLst>
                    <a:ext uri="{9D8B030D-6E8A-4147-A177-3AD203B41FA5}">
                      <a16:colId xmlns:a16="http://schemas.microsoft.com/office/drawing/2014/main" val="1076525989"/>
                    </a:ext>
                  </a:extLst>
                </a:gridCol>
                <a:gridCol w="2383027">
                  <a:extLst>
                    <a:ext uri="{9D8B030D-6E8A-4147-A177-3AD203B41FA5}">
                      <a16:colId xmlns:a16="http://schemas.microsoft.com/office/drawing/2014/main" val="2655435604"/>
                    </a:ext>
                  </a:extLst>
                </a:gridCol>
                <a:gridCol w="1815411">
                  <a:extLst>
                    <a:ext uri="{9D8B030D-6E8A-4147-A177-3AD203B41FA5}">
                      <a16:colId xmlns:a16="http://schemas.microsoft.com/office/drawing/2014/main" val="916079720"/>
                    </a:ext>
                  </a:extLst>
                </a:gridCol>
                <a:gridCol w="1500951">
                  <a:extLst>
                    <a:ext uri="{9D8B030D-6E8A-4147-A177-3AD203B41FA5}">
                      <a16:colId xmlns:a16="http://schemas.microsoft.com/office/drawing/2014/main" val="2117998939"/>
                    </a:ext>
                  </a:extLst>
                </a:gridCol>
                <a:gridCol w="2001020">
                  <a:extLst>
                    <a:ext uri="{9D8B030D-6E8A-4147-A177-3AD203B41FA5}">
                      <a16:colId xmlns:a16="http://schemas.microsoft.com/office/drawing/2014/main" val="3720489735"/>
                    </a:ext>
                  </a:extLst>
                </a:gridCol>
              </a:tblGrid>
              <a:tr h="598216">
                <a:tc>
                  <a:txBody>
                    <a:bodyPr/>
                    <a:lstStyle/>
                    <a:p>
                      <a:pPr algn="ctr"/>
                      <a:r>
                        <a:rPr lang="en-IN" sz="1200"/>
                        <a:t>SN</a:t>
                      </a:r>
                      <a:endParaRPr lang="en-US" sz="1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200"/>
                        <a:t>Finding Name</a:t>
                      </a:r>
                      <a:endParaRPr lang="en-US" sz="1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200"/>
                        <a:t>Application Name</a:t>
                      </a:r>
                      <a:endParaRPr lang="en-US" sz="1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200"/>
                        <a:t>Found Date</a:t>
                      </a:r>
                      <a:endParaRPr lang="en-US" sz="1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200"/>
                        <a:t>Remediation Date</a:t>
                      </a:r>
                      <a:endParaRPr lang="en-US" sz="1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5807794"/>
                  </a:ext>
                </a:extLst>
              </a:tr>
              <a:tr h="265874">
                <a:tc>
                  <a:txBody>
                    <a:bodyPr/>
                    <a:lstStyle/>
                    <a:p>
                      <a:r>
                        <a:rPr lang="en-US" sz="120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IN" sz="1200"/>
                        <a:t>Account Takeover </a:t>
                      </a:r>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IN" sz="1200"/>
                        <a:t>MAGIC</a:t>
                      </a:r>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IN" sz="1200"/>
                        <a:t>04</a:t>
                      </a:r>
                      <a:r>
                        <a:rPr lang="en-IN" sz="1200" baseline="30000"/>
                        <a:t>th</a:t>
                      </a:r>
                      <a:r>
                        <a:rPr lang="en-IN" sz="1200"/>
                        <a:t> Dec 2025</a:t>
                      </a:r>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IN" sz="1200"/>
                        <a:t>07</a:t>
                      </a:r>
                      <a:r>
                        <a:rPr lang="en-IN" sz="1200" baseline="30000"/>
                        <a:t>TH</a:t>
                      </a:r>
                      <a:r>
                        <a:rPr lang="en-IN" sz="1200"/>
                        <a:t> Dec 2025</a:t>
                      </a:r>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45274641"/>
                  </a:ext>
                </a:extLst>
              </a:tr>
              <a:tr h="265874">
                <a:tc>
                  <a:txBody>
                    <a:bodyPr/>
                    <a:lstStyle/>
                    <a:p>
                      <a:r>
                        <a:rPr lang="en-US" sz="120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IN" sz="1200"/>
                        <a:t>Account Takeover </a:t>
                      </a:r>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IN" sz="1200"/>
                        <a:t>Website</a:t>
                      </a:r>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IN" sz="1200"/>
                        <a:t>22</a:t>
                      </a:r>
                      <a:r>
                        <a:rPr lang="en-IN" sz="1200" baseline="30000"/>
                        <a:t>nd</a:t>
                      </a:r>
                      <a:r>
                        <a:rPr lang="en-IN" sz="1200"/>
                        <a:t> Dec 2025</a:t>
                      </a:r>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IN" sz="1200"/>
                        <a:t>24</a:t>
                      </a:r>
                      <a:r>
                        <a:rPr lang="en-IN" sz="1200" baseline="30000"/>
                        <a:t>th</a:t>
                      </a:r>
                      <a:r>
                        <a:rPr lang="en-IN" sz="1200"/>
                        <a:t> Dec 2025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933235805"/>
                  </a:ext>
                </a:extLst>
              </a:tr>
              <a:tr h="265874">
                <a:tc>
                  <a:txBody>
                    <a:bodyPr/>
                    <a:lstStyle/>
                    <a:p>
                      <a:r>
                        <a:rPr lang="en-US" sz="120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IN" sz="1200"/>
                        <a:t>PII Data Exposure (IDOR)</a:t>
                      </a:r>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IN" sz="1200"/>
                        <a:t>Website</a:t>
                      </a:r>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IN" sz="1200"/>
                        <a:t>26</a:t>
                      </a:r>
                      <a:r>
                        <a:rPr lang="en-IN" sz="1200" baseline="30000"/>
                        <a:t>th</a:t>
                      </a:r>
                      <a:r>
                        <a:rPr lang="en-IN" sz="1200"/>
                        <a:t> Dec 2025</a:t>
                      </a:r>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IN" sz="1200"/>
                        <a:t>02</a:t>
                      </a:r>
                      <a:r>
                        <a:rPr lang="en-IN" sz="1200" baseline="30000"/>
                        <a:t>nd</a:t>
                      </a:r>
                      <a:r>
                        <a:rPr lang="en-IN" sz="1200"/>
                        <a:t> Jan 2026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32471693"/>
                  </a:ext>
                </a:extLst>
              </a:tr>
              <a:tr h="265874">
                <a:tc>
                  <a:txBody>
                    <a:bodyPr/>
                    <a:lstStyle/>
                    <a:p>
                      <a:r>
                        <a:rPr lang="en-US" sz="120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IN" sz="1200"/>
                        <a:t>IDOR</a:t>
                      </a:r>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IN" sz="1200" err="1"/>
                        <a:t>iClaim</a:t>
                      </a:r>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IN" sz="1200"/>
                        <a:t>30</a:t>
                      </a:r>
                      <a:r>
                        <a:rPr lang="en-IN" sz="1200" baseline="30000"/>
                        <a:t>th</a:t>
                      </a:r>
                      <a:r>
                        <a:rPr lang="en-IN" sz="1200"/>
                        <a:t> Jan 26</a:t>
                      </a:r>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IN" sz="1200"/>
                        <a:t>04</a:t>
                      </a:r>
                      <a:r>
                        <a:rPr lang="en-IN" sz="1200" baseline="30000"/>
                        <a:t>th</a:t>
                      </a:r>
                      <a:r>
                        <a:rPr lang="en-IN" sz="1200"/>
                        <a:t> Feb 26</a:t>
                      </a:r>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67356572"/>
                  </a:ext>
                </a:extLst>
              </a:tr>
              <a:tr h="432045">
                <a:tc>
                  <a:txBody>
                    <a:bodyPr/>
                    <a:lstStyle/>
                    <a:p>
                      <a:r>
                        <a:rPr lang="en-US" sz="120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IN" sz="1200"/>
                        <a:t>IDOR</a:t>
                      </a:r>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IN" sz="1200"/>
                        <a:t>Channel Integration</a:t>
                      </a:r>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IN" sz="1200"/>
                        <a:t>05</a:t>
                      </a:r>
                      <a:r>
                        <a:rPr lang="en-IN" sz="1200" baseline="30000"/>
                        <a:t>th</a:t>
                      </a:r>
                      <a:r>
                        <a:rPr lang="en-IN" sz="1200"/>
                        <a:t> Feb 26</a:t>
                      </a:r>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IN" sz="1200"/>
                        <a:t>06</a:t>
                      </a:r>
                      <a:r>
                        <a:rPr lang="en-IN" sz="1200" baseline="30000"/>
                        <a:t>th</a:t>
                      </a:r>
                      <a:r>
                        <a:rPr lang="en-IN" sz="1200"/>
                        <a:t> Feb 26</a:t>
                      </a:r>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77062362"/>
                  </a:ext>
                </a:extLst>
              </a:tr>
              <a:tr h="265874">
                <a:tc>
                  <a:txBody>
                    <a:bodyPr/>
                    <a:lstStyle/>
                    <a:p>
                      <a:r>
                        <a:rPr lang="en-US" sz="120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a:t>Authentication Bypass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IN" sz="1200"/>
                        <a:t>NMI</a:t>
                      </a:r>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IN" sz="1200"/>
                        <a:t>10</a:t>
                      </a:r>
                      <a:r>
                        <a:rPr lang="en-IN" sz="1200" baseline="30000"/>
                        <a:t>th</a:t>
                      </a:r>
                      <a:r>
                        <a:rPr lang="en-IN" sz="1200"/>
                        <a:t> Feb 26</a:t>
                      </a:r>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IN" sz="1200"/>
                        <a:t>11</a:t>
                      </a:r>
                      <a:r>
                        <a:rPr lang="en-IN" sz="1200" baseline="30000"/>
                        <a:t>th</a:t>
                      </a:r>
                      <a:r>
                        <a:rPr lang="en-IN" sz="1200"/>
                        <a:t> Feb 26</a:t>
                      </a:r>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91539460"/>
                  </a:ext>
                </a:extLst>
              </a:tr>
              <a:tr h="598216">
                <a:tc>
                  <a:txBody>
                    <a:bodyPr/>
                    <a:lstStyle/>
                    <a:p>
                      <a:r>
                        <a:rPr lang="en-US" sz="120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sz="1200"/>
                        <a:t>Unauthenticated Download of Customer Data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sz="1200"/>
                        <a:t>NMI</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200"/>
                        <a:t>12</a:t>
                      </a:r>
                      <a:r>
                        <a:rPr lang="en-IN" sz="1200" baseline="30000"/>
                        <a:t>th</a:t>
                      </a:r>
                      <a:r>
                        <a:rPr lang="en-IN" sz="1200"/>
                        <a:t> Feb 26</a:t>
                      </a:r>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200"/>
                        <a:t>16</a:t>
                      </a:r>
                      <a:r>
                        <a:rPr lang="en-IN" sz="1200" baseline="30000"/>
                        <a:t>th</a:t>
                      </a:r>
                      <a:r>
                        <a:rPr lang="en-IN" sz="1200"/>
                        <a:t> Feb 26</a:t>
                      </a:r>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00122291"/>
                  </a:ext>
                </a:extLst>
              </a:tr>
              <a:tr h="265874">
                <a:tc>
                  <a:txBody>
                    <a:bodyPr/>
                    <a:lstStyle/>
                    <a:p>
                      <a:r>
                        <a:rPr lang="en-US" sz="1200"/>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sz="1200"/>
                        <a:t>Authentication Bypass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a:t>FastTrack</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200"/>
                        <a:t>26</a:t>
                      </a:r>
                      <a:r>
                        <a:rPr lang="en-IN" sz="1200" baseline="30000"/>
                        <a:t>th</a:t>
                      </a:r>
                      <a:r>
                        <a:rPr lang="en-IN" sz="1200"/>
                        <a:t> Feb 26</a:t>
                      </a:r>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IN" sz="1200"/>
                        <a:t>27</a:t>
                      </a:r>
                      <a:r>
                        <a:rPr lang="en-IN" sz="1200" baseline="30000"/>
                        <a:t>th</a:t>
                      </a:r>
                      <a:r>
                        <a:rPr lang="en-IN" sz="1200"/>
                        <a:t> Feb 26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43898957"/>
                  </a:ext>
                </a:extLst>
              </a:tr>
              <a:tr h="432045">
                <a:tc>
                  <a:txBody>
                    <a:bodyPr/>
                    <a:lstStyle/>
                    <a:p>
                      <a:r>
                        <a:rPr lang="en-US" sz="1200"/>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sz="1200"/>
                        <a:t>Unauthorized access to application endpoint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a:t>FastTrack</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200"/>
                        <a:t>28</a:t>
                      </a:r>
                      <a:r>
                        <a:rPr lang="en-IN" sz="1200" baseline="30000"/>
                        <a:t>th</a:t>
                      </a:r>
                      <a:r>
                        <a:rPr lang="en-IN" sz="1200"/>
                        <a:t> Feb 26</a:t>
                      </a:r>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IN" sz="1200"/>
                        <a:t>02</a:t>
                      </a:r>
                      <a:r>
                        <a:rPr lang="en-IN" sz="1200" baseline="30000"/>
                        <a:t>nd</a:t>
                      </a:r>
                      <a:r>
                        <a:rPr lang="en-IN" sz="1200"/>
                        <a:t> Mar 26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41591984"/>
                  </a:ext>
                </a:extLst>
              </a:tr>
              <a:tr h="432045">
                <a:tc>
                  <a:txBody>
                    <a:bodyPr/>
                    <a:lstStyle/>
                    <a:p>
                      <a:r>
                        <a:rPr lang="en-US" sz="1200"/>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sz="1200"/>
                        <a:t>Unauthorized access to application endpoint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a:t>IFCU Portal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a:t>13</a:t>
                      </a:r>
                      <a:r>
                        <a:rPr lang="en-US" sz="1200" baseline="30000"/>
                        <a:t>th</a:t>
                      </a:r>
                      <a:r>
                        <a:rPr lang="en-US" sz="1200"/>
                        <a:t> Mar 26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IN" sz="1200"/>
                        <a:t>16</a:t>
                      </a:r>
                      <a:r>
                        <a:rPr lang="en-IN" sz="1200" baseline="30000"/>
                        <a:t>th</a:t>
                      </a:r>
                      <a:r>
                        <a:rPr lang="en-IN" sz="1200"/>
                        <a:t> Mar 26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73680306"/>
                  </a:ext>
                </a:extLst>
              </a:tr>
            </a:tbl>
          </a:graphicData>
        </a:graphic>
      </p:graphicFrame>
      <p:sp>
        <p:nvSpPr>
          <p:cNvPr id="19" name="Rectangle 18">
            <a:extLst>
              <a:ext uri="{FF2B5EF4-FFF2-40B4-BE49-F238E27FC236}">
                <a16:creationId xmlns:a16="http://schemas.microsoft.com/office/drawing/2014/main" id="{0515A67A-E7D7-94A1-D592-D768A08F7500}"/>
              </a:ext>
            </a:extLst>
          </p:cNvPr>
          <p:cNvSpPr/>
          <p:nvPr/>
        </p:nvSpPr>
        <p:spPr>
          <a:xfrm>
            <a:off x="372437" y="1407581"/>
            <a:ext cx="2862960" cy="3077334"/>
          </a:xfrm>
          <a:prstGeom prst="rect">
            <a:avLst/>
          </a:prstGeom>
          <a:solidFill>
            <a:schemeClr val="bg1"/>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0" name="Group 19">
            <a:extLst>
              <a:ext uri="{FF2B5EF4-FFF2-40B4-BE49-F238E27FC236}">
                <a16:creationId xmlns:a16="http://schemas.microsoft.com/office/drawing/2014/main" id="{1AD22629-37FF-0336-8158-1389D9E1E164}"/>
              </a:ext>
            </a:extLst>
          </p:cNvPr>
          <p:cNvGrpSpPr/>
          <p:nvPr/>
        </p:nvGrpSpPr>
        <p:grpSpPr>
          <a:xfrm>
            <a:off x="372437" y="1109883"/>
            <a:ext cx="2091051" cy="319284"/>
            <a:chOff x="597837" y="1306282"/>
            <a:chExt cx="2328252" cy="481081"/>
          </a:xfrm>
          <a:solidFill>
            <a:srgbClr val="E51E26"/>
          </a:solidFill>
        </p:grpSpPr>
        <p:sp>
          <p:nvSpPr>
            <p:cNvPr id="21" name="Rectangle 20">
              <a:extLst>
                <a:ext uri="{FF2B5EF4-FFF2-40B4-BE49-F238E27FC236}">
                  <a16:creationId xmlns:a16="http://schemas.microsoft.com/office/drawing/2014/main" id="{7E9690BF-E4C8-9054-F798-0B729A34AAE2}"/>
                </a:ext>
              </a:extLst>
            </p:cNvPr>
            <p:cNvSpPr/>
            <p:nvPr/>
          </p:nvSpPr>
          <p:spPr>
            <a:xfrm>
              <a:off x="597837" y="1306282"/>
              <a:ext cx="1706410" cy="481081"/>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TAT Defined</a:t>
              </a:r>
            </a:p>
          </p:txBody>
        </p:sp>
        <p:sp>
          <p:nvSpPr>
            <p:cNvPr id="22" name="Isosceles Triangle 21">
              <a:extLst>
                <a:ext uri="{FF2B5EF4-FFF2-40B4-BE49-F238E27FC236}">
                  <a16:creationId xmlns:a16="http://schemas.microsoft.com/office/drawing/2014/main" id="{94297673-93E7-B662-B3CD-5C47AA853446}"/>
                </a:ext>
              </a:extLst>
            </p:cNvPr>
            <p:cNvSpPr/>
            <p:nvPr/>
          </p:nvSpPr>
          <p:spPr>
            <a:xfrm flipV="1">
              <a:off x="2213302" y="1308524"/>
              <a:ext cx="712787" cy="446313"/>
            </a:xfrm>
            <a:prstGeom prst="triangle">
              <a:avLst>
                <a:gd name="adj" fmla="val 13935"/>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23" name="Table 22">
            <a:extLst>
              <a:ext uri="{FF2B5EF4-FFF2-40B4-BE49-F238E27FC236}">
                <a16:creationId xmlns:a16="http://schemas.microsoft.com/office/drawing/2014/main" id="{BD6F69D0-090B-8DAA-FA2E-A61AB44D421C}"/>
              </a:ext>
            </a:extLst>
          </p:cNvPr>
          <p:cNvGraphicFramePr>
            <a:graphicFrameLocks noGrp="1"/>
          </p:cNvGraphicFramePr>
          <p:nvPr>
            <p:extLst>
              <p:ext uri="{D42A27DB-BD31-4B8C-83A1-F6EECF244321}">
                <p14:modId xmlns:p14="http://schemas.microsoft.com/office/powerpoint/2010/main" val="280571599"/>
              </p:ext>
            </p:extLst>
          </p:nvPr>
        </p:nvGraphicFramePr>
        <p:xfrm>
          <a:off x="507317" y="1602474"/>
          <a:ext cx="2632004" cy="2687548"/>
        </p:xfrm>
        <a:graphic>
          <a:graphicData uri="http://schemas.openxmlformats.org/drawingml/2006/table">
            <a:tbl>
              <a:tblPr firstRow="1" bandRow="1">
                <a:tableStyleId>{0660B408-B3CF-4A94-85FC-2B1E0A45F4A2}</a:tableStyleId>
              </a:tblPr>
              <a:tblGrid>
                <a:gridCol w="703680">
                  <a:extLst>
                    <a:ext uri="{9D8B030D-6E8A-4147-A177-3AD203B41FA5}">
                      <a16:colId xmlns:a16="http://schemas.microsoft.com/office/drawing/2014/main" val="2655435604"/>
                    </a:ext>
                  </a:extLst>
                </a:gridCol>
                <a:gridCol w="1012371">
                  <a:extLst>
                    <a:ext uri="{9D8B030D-6E8A-4147-A177-3AD203B41FA5}">
                      <a16:colId xmlns:a16="http://schemas.microsoft.com/office/drawing/2014/main" val="916079720"/>
                    </a:ext>
                  </a:extLst>
                </a:gridCol>
                <a:gridCol w="915953">
                  <a:extLst>
                    <a:ext uri="{9D8B030D-6E8A-4147-A177-3AD203B41FA5}">
                      <a16:colId xmlns:a16="http://schemas.microsoft.com/office/drawing/2014/main" val="2117998939"/>
                    </a:ext>
                  </a:extLst>
                </a:gridCol>
              </a:tblGrid>
              <a:tr h="723571">
                <a:tc>
                  <a:txBody>
                    <a:bodyPr/>
                    <a:lstStyle/>
                    <a:p>
                      <a:pPr algn="ctr"/>
                      <a:r>
                        <a:rPr lang="en-IN" sz="1200"/>
                        <a:t>Vulnerability Risk</a:t>
                      </a:r>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200"/>
                        <a:t>Action Plan (From Report Date)</a:t>
                      </a:r>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200"/>
                        <a:t>Resolution Timelines</a:t>
                      </a:r>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5807794"/>
                  </a:ext>
                </a:extLst>
              </a:tr>
              <a:tr h="321587">
                <a:tc>
                  <a:txBody>
                    <a:bodyPr/>
                    <a:lstStyle/>
                    <a:p>
                      <a:r>
                        <a:rPr lang="en-IN" sz="1000" b="1">
                          <a:solidFill>
                            <a:schemeClr val="bg1"/>
                          </a:solidFill>
                        </a:rPr>
                        <a:t>Critical</a:t>
                      </a:r>
                      <a:endParaRPr lang="en-US" sz="1000"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tc>
                  <a:txBody>
                    <a:bodyPr/>
                    <a:lstStyle/>
                    <a:p>
                      <a:r>
                        <a:rPr lang="en-IN" sz="1000"/>
                        <a:t>Same Day</a:t>
                      </a:r>
                      <a:endParaRPr lang="en-US" sz="10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000"/>
                        <a:t>Within 2 Days</a:t>
                      </a:r>
                      <a:endParaRPr lang="en-US" sz="10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67356572"/>
                  </a:ext>
                </a:extLst>
              </a:tr>
              <a:tr h="522579">
                <a:tc>
                  <a:txBody>
                    <a:bodyPr/>
                    <a:lstStyle/>
                    <a:p>
                      <a:r>
                        <a:rPr lang="en-IN" sz="1000" b="1">
                          <a:solidFill>
                            <a:schemeClr val="bg1"/>
                          </a:solidFill>
                        </a:rPr>
                        <a:t>High</a:t>
                      </a:r>
                      <a:endParaRPr lang="en-US" sz="1000"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r>
                        <a:rPr lang="en-IN" sz="1000"/>
                        <a:t>Within 1 week</a:t>
                      </a:r>
                      <a:endParaRPr lang="en-US" sz="10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000"/>
                        <a:t>Within 30 Days</a:t>
                      </a:r>
                      <a:endParaRPr lang="en-US" sz="10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77062362"/>
                  </a:ext>
                </a:extLst>
              </a:tr>
              <a:tr h="32158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b="1"/>
                        <a:t>Medium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r>
                        <a:rPr lang="en-IN" sz="1000"/>
                        <a:t>Within 1 week</a:t>
                      </a:r>
                      <a:endParaRPr lang="en-US" sz="10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000"/>
                        <a:t>Within 60 Days</a:t>
                      </a:r>
                      <a:endParaRPr lang="en-US" sz="10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91539460"/>
                  </a:ext>
                </a:extLst>
              </a:tr>
              <a:tr h="723571">
                <a:tc>
                  <a:txBody>
                    <a:bodyPr/>
                    <a:lstStyle/>
                    <a:p>
                      <a:r>
                        <a:rPr lang="en-US" sz="1000" b="1"/>
                        <a:t>Low</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r>
                        <a:rPr lang="en-IN" sz="1000"/>
                        <a:t>Within 1 week</a:t>
                      </a:r>
                      <a:endParaRPr lang="en-US" sz="10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000"/>
                        <a:t>Within 60 Days</a:t>
                      </a:r>
                      <a:endParaRPr lang="en-US" sz="10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00122291"/>
                  </a:ext>
                </a:extLst>
              </a:tr>
            </a:tbl>
          </a:graphicData>
        </a:graphic>
      </p:graphicFrame>
    </p:spTree>
    <p:extLst>
      <p:ext uri="{BB962C8B-B14F-4D97-AF65-F5344CB8AC3E}">
        <p14:creationId xmlns:p14="http://schemas.microsoft.com/office/powerpoint/2010/main" val="971938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AF0805-A0FD-249B-873B-CC89E528642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7C462DE5-85B4-6F14-71B3-13574FF6AEC6}"/>
              </a:ext>
            </a:extLst>
          </p:cNvPr>
          <p:cNvSpPr>
            <a:spLocks noGrp="1"/>
          </p:cNvSpPr>
          <p:nvPr>
            <p:ph type="body" sz="quarter" idx="10"/>
          </p:nvPr>
        </p:nvSpPr>
        <p:spPr/>
        <p:txBody>
          <a:bodyPr/>
          <a:lstStyle/>
          <a:p>
            <a:r>
              <a:rPr lang="en-IN"/>
              <a:t>Critical Findings - Overview</a:t>
            </a:r>
            <a:endParaRPr lang="en-US"/>
          </a:p>
        </p:txBody>
      </p:sp>
      <p:grpSp>
        <p:nvGrpSpPr>
          <p:cNvPr id="31" name="Group 30">
            <a:extLst>
              <a:ext uri="{FF2B5EF4-FFF2-40B4-BE49-F238E27FC236}">
                <a16:creationId xmlns:a16="http://schemas.microsoft.com/office/drawing/2014/main" id="{D03A23FC-466A-0F51-B136-A1689CE2D69D}"/>
              </a:ext>
            </a:extLst>
          </p:cNvPr>
          <p:cNvGrpSpPr/>
          <p:nvPr/>
        </p:nvGrpSpPr>
        <p:grpSpPr>
          <a:xfrm>
            <a:off x="359680" y="1083553"/>
            <a:ext cx="3545611" cy="4822830"/>
            <a:chOff x="359681" y="1083553"/>
            <a:chExt cx="2607105" cy="4822830"/>
          </a:xfrm>
        </p:grpSpPr>
        <p:sp>
          <p:nvSpPr>
            <p:cNvPr id="80" name="Rectangle 79">
              <a:extLst>
                <a:ext uri="{FF2B5EF4-FFF2-40B4-BE49-F238E27FC236}">
                  <a16:creationId xmlns:a16="http://schemas.microsoft.com/office/drawing/2014/main" id="{3D14B0A0-C614-74A5-94A4-39B9217F5B58}"/>
                </a:ext>
              </a:extLst>
            </p:cNvPr>
            <p:cNvSpPr/>
            <p:nvPr/>
          </p:nvSpPr>
          <p:spPr>
            <a:xfrm>
              <a:off x="359685" y="1383304"/>
              <a:ext cx="2607101" cy="452307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4EA08A2C-9F51-F417-8448-13D50CC8A33C}"/>
                </a:ext>
              </a:extLst>
            </p:cNvPr>
            <p:cNvSpPr/>
            <p:nvPr/>
          </p:nvSpPr>
          <p:spPr>
            <a:xfrm>
              <a:off x="359681" y="1083553"/>
              <a:ext cx="2073854" cy="299753"/>
            </a:xfrm>
            <a:prstGeom prst="rect">
              <a:avLst/>
            </a:prstGeom>
            <a:solidFill>
              <a:srgbClr val="E51E26"/>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r>
                <a:rPr lang="en-IN"/>
                <a:t>Account Takeover - Magic </a:t>
              </a:r>
              <a:endParaRPr lang="en-US"/>
            </a:p>
          </p:txBody>
        </p:sp>
      </p:grpSp>
      <p:sp>
        <p:nvSpPr>
          <p:cNvPr id="33" name="Isosceles Triangle 32">
            <a:extLst>
              <a:ext uri="{FF2B5EF4-FFF2-40B4-BE49-F238E27FC236}">
                <a16:creationId xmlns:a16="http://schemas.microsoft.com/office/drawing/2014/main" id="{2CB8DB79-1E48-737C-40D2-51FD0F24FA4A}"/>
              </a:ext>
            </a:extLst>
          </p:cNvPr>
          <p:cNvSpPr/>
          <p:nvPr/>
        </p:nvSpPr>
        <p:spPr>
          <a:xfrm flipV="1">
            <a:off x="3161650" y="1083551"/>
            <a:ext cx="530853" cy="299752"/>
          </a:xfrm>
          <a:prstGeom prst="triangle">
            <a:avLst>
              <a:gd name="adj" fmla="val 0"/>
            </a:avLst>
          </a:prstGeom>
          <a:solidFill>
            <a:srgbClr val="E51E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 name="Group 4">
            <a:extLst>
              <a:ext uri="{FF2B5EF4-FFF2-40B4-BE49-F238E27FC236}">
                <a16:creationId xmlns:a16="http://schemas.microsoft.com/office/drawing/2014/main" id="{25766917-9AAD-E1AD-AAE2-C108730CB13F}"/>
              </a:ext>
            </a:extLst>
          </p:cNvPr>
          <p:cNvGrpSpPr/>
          <p:nvPr/>
        </p:nvGrpSpPr>
        <p:grpSpPr>
          <a:xfrm>
            <a:off x="4173877" y="1093176"/>
            <a:ext cx="3554228" cy="4826361"/>
            <a:chOff x="4173877" y="1093176"/>
            <a:chExt cx="3554228" cy="4826361"/>
          </a:xfrm>
        </p:grpSpPr>
        <p:grpSp>
          <p:nvGrpSpPr>
            <p:cNvPr id="32" name="Group 31">
              <a:extLst>
                <a:ext uri="{FF2B5EF4-FFF2-40B4-BE49-F238E27FC236}">
                  <a16:creationId xmlns:a16="http://schemas.microsoft.com/office/drawing/2014/main" id="{D9E4B567-CE6C-3C08-7267-57C3070F8956}"/>
                </a:ext>
              </a:extLst>
            </p:cNvPr>
            <p:cNvGrpSpPr/>
            <p:nvPr/>
          </p:nvGrpSpPr>
          <p:grpSpPr>
            <a:xfrm>
              <a:off x="4173877" y="1093176"/>
              <a:ext cx="3554228" cy="4826361"/>
              <a:chOff x="4237626" y="1093176"/>
              <a:chExt cx="2617925" cy="4826361"/>
            </a:xfrm>
          </p:grpSpPr>
          <p:sp>
            <p:nvSpPr>
              <p:cNvPr id="4" name="Rectangle 3">
                <a:extLst>
                  <a:ext uri="{FF2B5EF4-FFF2-40B4-BE49-F238E27FC236}">
                    <a16:creationId xmlns:a16="http://schemas.microsoft.com/office/drawing/2014/main" id="{2D50CF08-93C0-9E16-0B47-D5ADE158304E}"/>
                  </a:ext>
                </a:extLst>
              </p:cNvPr>
              <p:cNvSpPr/>
              <p:nvPr/>
            </p:nvSpPr>
            <p:spPr>
              <a:xfrm>
                <a:off x="4243977" y="1396458"/>
                <a:ext cx="2611574" cy="452307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867B2A2A-C708-79E1-AFC1-C816AB3BB00F}"/>
                  </a:ext>
                </a:extLst>
              </p:cNvPr>
              <p:cNvSpPr/>
              <p:nvPr/>
            </p:nvSpPr>
            <p:spPr>
              <a:xfrm>
                <a:off x="4237626" y="1093176"/>
                <a:ext cx="2112706" cy="299753"/>
              </a:xfrm>
              <a:prstGeom prst="rect">
                <a:avLst/>
              </a:prstGeom>
              <a:solidFill>
                <a:srgbClr val="E51E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IN"/>
                  <a:t>Account Takeover - Website </a:t>
                </a:r>
                <a:endParaRPr lang="en-US"/>
              </a:p>
            </p:txBody>
          </p:sp>
          <p:sp>
            <p:nvSpPr>
              <p:cNvPr id="10" name="Rectangle: Rounded Corners 9">
                <a:extLst>
                  <a:ext uri="{FF2B5EF4-FFF2-40B4-BE49-F238E27FC236}">
                    <a16:creationId xmlns:a16="http://schemas.microsoft.com/office/drawing/2014/main" id="{DF274295-8B9A-029A-1A1E-5813B6FA126D}"/>
                  </a:ext>
                </a:extLst>
              </p:cNvPr>
              <p:cNvSpPr/>
              <p:nvPr/>
            </p:nvSpPr>
            <p:spPr>
              <a:xfrm>
                <a:off x="6026786" y="5417747"/>
                <a:ext cx="718210" cy="417897"/>
              </a:xfrm>
              <a:prstGeom prst="roundRect">
                <a:avLst>
                  <a:gd name="adj" fmla="val 5000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b="1">
                    <a:solidFill>
                      <a:schemeClr val="tx1"/>
                    </a:solidFill>
                  </a:rPr>
                  <a:t>Closed</a:t>
                </a:r>
                <a:endParaRPr lang="en-US" b="1">
                  <a:solidFill>
                    <a:schemeClr val="tx1"/>
                  </a:solidFill>
                </a:endParaRPr>
              </a:p>
            </p:txBody>
          </p:sp>
        </p:grpSp>
        <p:sp>
          <p:nvSpPr>
            <p:cNvPr id="35" name="Isosceles Triangle 34">
              <a:extLst>
                <a:ext uri="{FF2B5EF4-FFF2-40B4-BE49-F238E27FC236}">
                  <a16:creationId xmlns:a16="http://schemas.microsoft.com/office/drawing/2014/main" id="{796BAC0F-B62B-585D-E882-6CA18E869668}"/>
                </a:ext>
              </a:extLst>
            </p:cNvPr>
            <p:cNvSpPr/>
            <p:nvPr/>
          </p:nvSpPr>
          <p:spPr>
            <a:xfrm flipV="1">
              <a:off x="7047157" y="1093679"/>
              <a:ext cx="530853" cy="299752"/>
            </a:xfrm>
            <a:prstGeom prst="triangle">
              <a:avLst>
                <a:gd name="adj" fmla="val 0"/>
              </a:avLst>
            </a:prstGeom>
            <a:solidFill>
              <a:srgbClr val="E51E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 name="Group 6">
            <a:extLst>
              <a:ext uri="{FF2B5EF4-FFF2-40B4-BE49-F238E27FC236}">
                <a16:creationId xmlns:a16="http://schemas.microsoft.com/office/drawing/2014/main" id="{72CAC850-9665-77B2-9576-15BE378839E2}"/>
              </a:ext>
            </a:extLst>
          </p:cNvPr>
          <p:cNvGrpSpPr/>
          <p:nvPr/>
        </p:nvGrpSpPr>
        <p:grpSpPr>
          <a:xfrm>
            <a:off x="7992032" y="1083551"/>
            <a:ext cx="3880544" cy="4835986"/>
            <a:chOff x="4173877" y="1093176"/>
            <a:chExt cx="3880544" cy="4835986"/>
          </a:xfrm>
        </p:grpSpPr>
        <p:grpSp>
          <p:nvGrpSpPr>
            <p:cNvPr id="9" name="Group 8">
              <a:extLst>
                <a:ext uri="{FF2B5EF4-FFF2-40B4-BE49-F238E27FC236}">
                  <a16:creationId xmlns:a16="http://schemas.microsoft.com/office/drawing/2014/main" id="{DF06BB17-41B5-5133-B25E-36E965E62F09}"/>
                </a:ext>
              </a:extLst>
            </p:cNvPr>
            <p:cNvGrpSpPr/>
            <p:nvPr/>
          </p:nvGrpSpPr>
          <p:grpSpPr>
            <a:xfrm>
              <a:off x="4173877" y="1093176"/>
              <a:ext cx="3554228" cy="4835986"/>
              <a:chOff x="4237626" y="1093176"/>
              <a:chExt cx="2617925" cy="4835986"/>
            </a:xfrm>
          </p:grpSpPr>
          <p:sp>
            <p:nvSpPr>
              <p:cNvPr id="12" name="Rectangle 11">
                <a:extLst>
                  <a:ext uri="{FF2B5EF4-FFF2-40B4-BE49-F238E27FC236}">
                    <a16:creationId xmlns:a16="http://schemas.microsoft.com/office/drawing/2014/main" id="{430A65D4-A477-36A5-D373-B84B29A7B0EC}"/>
                  </a:ext>
                </a:extLst>
              </p:cNvPr>
              <p:cNvSpPr/>
              <p:nvPr/>
            </p:nvSpPr>
            <p:spPr>
              <a:xfrm>
                <a:off x="4243977" y="1396458"/>
                <a:ext cx="2611574" cy="4532704"/>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D4FE1E07-0DDC-2439-2537-E613683A8CFA}"/>
                  </a:ext>
                </a:extLst>
              </p:cNvPr>
              <p:cNvSpPr/>
              <p:nvPr/>
            </p:nvSpPr>
            <p:spPr>
              <a:xfrm>
                <a:off x="4237626" y="1093176"/>
                <a:ext cx="2468682" cy="299753"/>
              </a:xfrm>
              <a:prstGeom prst="rect">
                <a:avLst/>
              </a:prstGeom>
              <a:solidFill>
                <a:srgbClr val="E51E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IN"/>
                  <a:t>PII Data Exposure (IDOR)- Website  </a:t>
                </a:r>
                <a:endParaRPr lang="en-US"/>
              </a:p>
            </p:txBody>
          </p:sp>
          <p:sp>
            <p:nvSpPr>
              <p:cNvPr id="16" name="Rectangle: Rounded Corners 15">
                <a:extLst>
                  <a:ext uri="{FF2B5EF4-FFF2-40B4-BE49-F238E27FC236}">
                    <a16:creationId xmlns:a16="http://schemas.microsoft.com/office/drawing/2014/main" id="{87367FE6-8615-75E4-AA41-49A5635A9837}"/>
                  </a:ext>
                </a:extLst>
              </p:cNvPr>
              <p:cNvSpPr/>
              <p:nvPr/>
            </p:nvSpPr>
            <p:spPr>
              <a:xfrm>
                <a:off x="6037946" y="5445001"/>
                <a:ext cx="719308" cy="400268"/>
              </a:xfrm>
              <a:prstGeom prst="roundRect">
                <a:avLst>
                  <a:gd name="adj" fmla="val 5000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b="1">
                    <a:solidFill>
                      <a:schemeClr val="tx1"/>
                    </a:solidFill>
                  </a:rPr>
                  <a:t>Closed</a:t>
                </a:r>
                <a:endParaRPr lang="en-US" b="1">
                  <a:solidFill>
                    <a:schemeClr val="tx1"/>
                  </a:solidFill>
                </a:endParaRPr>
              </a:p>
            </p:txBody>
          </p:sp>
        </p:grpSp>
        <p:sp>
          <p:nvSpPr>
            <p:cNvPr id="11" name="Isosceles Triangle 10">
              <a:extLst>
                <a:ext uri="{FF2B5EF4-FFF2-40B4-BE49-F238E27FC236}">
                  <a16:creationId xmlns:a16="http://schemas.microsoft.com/office/drawing/2014/main" id="{98AF2385-B1CA-D094-D56D-5FFFEB3E4ABF}"/>
                </a:ext>
              </a:extLst>
            </p:cNvPr>
            <p:cNvSpPr/>
            <p:nvPr/>
          </p:nvSpPr>
          <p:spPr>
            <a:xfrm flipV="1">
              <a:off x="7523568" y="1093176"/>
              <a:ext cx="530853" cy="299752"/>
            </a:xfrm>
            <a:prstGeom prst="triangle">
              <a:avLst>
                <a:gd name="adj" fmla="val 0"/>
              </a:avLst>
            </a:prstGeom>
            <a:solidFill>
              <a:srgbClr val="E51E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TextBox 14">
            <a:extLst>
              <a:ext uri="{FF2B5EF4-FFF2-40B4-BE49-F238E27FC236}">
                <a16:creationId xmlns:a16="http://schemas.microsoft.com/office/drawing/2014/main" id="{E2DA2C78-7CB4-8BA1-0861-702541E94EF7}"/>
              </a:ext>
            </a:extLst>
          </p:cNvPr>
          <p:cNvSpPr txBox="1"/>
          <p:nvPr/>
        </p:nvSpPr>
        <p:spPr>
          <a:xfrm>
            <a:off x="392384" y="1392929"/>
            <a:ext cx="3243766" cy="830997"/>
          </a:xfrm>
          <a:prstGeom prst="rect">
            <a:avLst/>
          </a:prstGeom>
          <a:noFill/>
          <a:ln>
            <a:noFill/>
            <a:prstDash val="dash"/>
          </a:ln>
        </p:spPr>
        <p:txBody>
          <a:bodyPr wrap="square" rtlCol="0">
            <a:spAutoFit/>
          </a:bodyPr>
          <a:lstStyle/>
          <a:p>
            <a:r>
              <a:rPr lang="en-IN" sz="1200"/>
              <a:t>Finding Date: 04</a:t>
            </a:r>
            <a:r>
              <a:rPr lang="en-IN" sz="1200" baseline="30000"/>
              <a:t>th</a:t>
            </a:r>
            <a:r>
              <a:rPr lang="en-IN" sz="1200"/>
              <a:t> Dec 2025</a:t>
            </a:r>
          </a:p>
          <a:p>
            <a:r>
              <a:rPr lang="en-IN" sz="1200"/>
              <a:t>Remediation Date: 07</a:t>
            </a:r>
            <a:r>
              <a:rPr lang="en-IN" sz="1200" baseline="30000"/>
              <a:t>th</a:t>
            </a:r>
            <a:r>
              <a:rPr lang="en-IN" sz="1200"/>
              <a:t> Dec 2025</a:t>
            </a:r>
          </a:p>
          <a:p>
            <a:r>
              <a:rPr lang="en-IN" sz="1200"/>
              <a:t>Application Type: Web Application</a:t>
            </a:r>
          </a:p>
          <a:p>
            <a:r>
              <a:rPr lang="en-US" sz="1200"/>
              <a:t>Environment: Prod</a:t>
            </a:r>
            <a:endParaRPr lang="en-IN" sz="1200"/>
          </a:p>
        </p:txBody>
      </p:sp>
      <p:sp>
        <p:nvSpPr>
          <p:cNvPr id="19" name="TextBox 18">
            <a:extLst>
              <a:ext uri="{FF2B5EF4-FFF2-40B4-BE49-F238E27FC236}">
                <a16:creationId xmlns:a16="http://schemas.microsoft.com/office/drawing/2014/main" id="{1C701F2F-F087-4EAF-BB59-768F2DAE4785}"/>
              </a:ext>
            </a:extLst>
          </p:cNvPr>
          <p:cNvSpPr txBox="1"/>
          <p:nvPr/>
        </p:nvSpPr>
        <p:spPr>
          <a:xfrm>
            <a:off x="4215203" y="1392929"/>
            <a:ext cx="3243766" cy="830997"/>
          </a:xfrm>
          <a:prstGeom prst="rect">
            <a:avLst/>
          </a:prstGeom>
          <a:noFill/>
          <a:ln>
            <a:noFill/>
            <a:prstDash val="dash"/>
          </a:ln>
        </p:spPr>
        <p:txBody>
          <a:bodyPr wrap="square" rtlCol="0">
            <a:spAutoFit/>
          </a:bodyPr>
          <a:lstStyle/>
          <a:p>
            <a:r>
              <a:rPr lang="en-IN" sz="1200"/>
              <a:t>Finding Date: 22</a:t>
            </a:r>
            <a:r>
              <a:rPr lang="en-IN" sz="1200" baseline="30000"/>
              <a:t>nd</a:t>
            </a:r>
            <a:r>
              <a:rPr lang="en-IN" sz="1200"/>
              <a:t> Dec 2025</a:t>
            </a:r>
          </a:p>
          <a:p>
            <a:r>
              <a:rPr lang="en-IN" sz="1200"/>
              <a:t>Remediation Date: 24</a:t>
            </a:r>
            <a:r>
              <a:rPr lang="en-IN" sz="1200" baseline="30000"/>
              <a:t>th</a:t>
            </a:r>
            <a:r>
              <a:rPr lang="en-IN" sz="1200"/>
              <a:t> Dec 2025</a:t>
            </a:r>
          </a:p>
          <a:p>
            <a:r>
              <a:rPr lang="en-IN" sz="1200"/>
              <a:t>Application Type: Web Application </a:t>
            </a:r>
            <a:endParaRPr lang="en-US" sz="1200"/>
          </a:p>
          <a:p>
            <a:r>
              <a:rPr lang="en-US" sz="1200"/>
              <a:t>Environment: UAT</a:t>
            </a:r>
            <a:endParaRPr lang="en-IN" sz="1200"/>
          </a:p>
        </p:txBody>
      </p:sp>
      <p:sp>
        <p:nvSpPr>
          <p:cNvPr id="23" name="TextBox 22">
            <a:extLst>
              <a:ext uri="{FF2B5EF4-FFF2-40B4-BE49-F238E27FC236}">
                <a16:creationId xmlns:a16="http://schemas.microsoft.com/office/drawing/2014/main" id="{777A045B-97FC-3D4E-B35D-6C51669C7957}"/>
              </a:ext>
            </a:extLst>
          </p:cNvPr>
          <p:cNvSpPr txBox="1"/>
          <p:nvPr/>
        </p:nvSpPr>
        <p:spPr>
          <a:xfrm>
            <a:off x="8054508" y="1392929"/>
            <a:ext cx="3243766" cy="830997"/>
          </a:xfrm>
          <a:prstGeom prst="rect">
            <a:avLst/>
          </a:prstGeom>
          <a:noFill/>
          <a:ln>
            <a:noFill/>
            <a:prstDash val="dash"/>
          </a:ln>
        </p:spPr>
        <p:txBody>
          <a:bodyPr wrap="square" rtlCol="0">
            <a:spAutoFit/>
          </a:bodyPr>
          <a:lstStyle/>
          <a:p>
            <a:r>
              <a:rPr lang="en-IN" sz="1200"/>
              <a:t>Finding Date: 26</a:t>
            </a:r>
            <a:r>
              <a:rPr lang="en-IN" sz="1200" baseline="30000"/>
              <a:t>th</a:t>
            </a:r>
            <a:r>
              <a:rPr lang="en-IN" sz="1200"/>
              <a:t> Dec 2025</a:t>
            </a:r>
          </a:p>
          <a:p>
            <a:r>
              <a:rPr lang="en-IN" sz="1200"/>
              <a:t>Remediation Date: Not yet remediated</a:t>
            </a:r>
          </a:p>
          <a:p>
            <a:r>
              <a:rPr lang="en-IN" sz="1200"/>
              <a:t>Application Type: Web Application</a:t>
            </a:r>
          </a:p>
          <a:p>
            <a:r>
              <a:rPr lang="en-US" sz="1200"/>
              <a:t>Environment: Prod</a:t>
            </a:r>
          </a:p>
        </p:txBody>
      </p:sp>
      <p:sp>
        <p:nvSpPr>
          <p:cNvPr id="26" name="Rectangle: Rounded Corners 25">
            <a:extLst>
              <a:ext uri="{FF2B5EF4-FFF2-40B4-BE49-F238E27FC236}">
                <a16:creationId xmlns:a16="http://schemas.microsoft.com/office/drawing/2014/main" id="{07DB8896-3D14-D483-A33F-ACD96DCF9E7D}"/>
              </a:ext>
            </a:extLst>
          </p:cNvPr>
          <p:cNvSpPr/>
          <p:nvPr/>
        </p:nvSpPr>
        <p:spPr>
          <a:xfrm>
            <a:off x="1064257" y="2322892"/>
            <a:ext cx="2002795" cy="433136"/>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200">
                <a:solidFill>
                  <a:schemeClr val="tx1"/>
                </a:solidFill>
              </a:rPr>
              <a:t>Valid user ID entered in forgot password</a:t>
            </a:r>
            <a:endParaRPr lang="en-US" sz="1200">
              <a:solidFill>
                <a:schemeClr val="tx1"/>
              </a:solidFill>
            </a:endParaRPr>
          </a:p>
        </p:txBody>
      </p:sp>
      <p:sp>
        <p:nvSpPr>
          <p:cNvPr id="40" name="Rectangle: Rounded Corners 39">
            <a:extLst>
              <a:ext uri="{FF2B5EF4-FFF2-40B4-BE49-F238E27FC236}">
                <a16:creationId xmlns:a16="http://schemas.microsoft.com/office/drawing/2014/main" id="{D065AAA8-EA71-11BF-A43D-20A398FCD418}"/>
              </a:ext>
            </a:extLst>
          </p:cNvPr>
          <p:cNvSpPr/>
          <p:nvPr/>
        </p:nvSpPr>
        <p:spPr>
          <a:xfrm>
            <a:off x="1064257" y="2897461"/>
            <a:ext cx="2002795" cy="433136"/>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200">
                <a:solidFill>
                  <a:schemeClr val="tx1"/>
                </a:solidFill>
              </a:rPr>
              <a:t>Mobile number exposed</a:t>
            </a:r>
            <a:endParaRPr lang="en-US" sz="1200">
              <a:solidFill>
                <a:schemeClr val="tx1"/>
              </a:solidFill>
            </a:endParaRPr>
          </a:p>
        </p:txBody>
      </p:sp>
      <p:cxnSp>
        <p:nvCxnSpPr>
          <p:cNvPr id="42" name="Straight Arrow Connector 41">
            <a:extLst>
              <a:ext uri="{FF2B5EF4-FFF2-40B4-BE49-F238E27FC236}">
                <a16:creationId xmlns:a16="http://schemas.microsoft.com/office/drawing/2014/main" id="{F6EADDC9-63F2-0D21-6301-241A6D696B8F}"/>
              </a:ext>
            </a:extLst>
          </p:cNvPr>
          <p:cNvCxnSpPr>
            <a:stCxn id="26" idx="2"/>
            <a:endCxn id="40" idx="0"/>
          </p:cNvCxnSpPr>
          <p:nvPr/>
        </p:nvCxnSpPr>
        <p:spPr>
          <a:xfrm>
            <a:off x="2065655" y="2756028"/>
            <a:ext cx="0" cy="1414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6" name="Rectangle: Rounded Corners 45">
            <a:extLst>
              <a:ext uri="{FF2B5EF4-FFF2-40B4-BE49-F238E27FC236}">
                <a16:creationId xmlns:a16="http://schemas.microsoft.com/office/drawing/2014/main" id="{982997C4-A0A6-7C69-F251-65E298A2EA7E}"/>
              </a:ext>
            </a:extLst>
          </p:cNvPr>
          <p:cNvSpPr/>
          <p:nvPr/>
        </p:nvSpPr>
        <p:spPr>
          <a:xfrm>
            <a:off x="1064257" y="3455215"/>
            <a:ext cx="2002795" cy="433136"/>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200">
                <a:solidFill>
                  <a:schemeClr val="tx1"/>
                </a:solidFill>
              </a:rPr>
              <a:t>Mobile number modified</a:t>
            </a:r>
            <a:endParaRPr lang="en-US" sz="1200">
              <a:solidFill>
                <a:schemeClr val="tx1"/>
              </a:solidFill>
            </a:endParaRPr>
          </a:p>
        </p:txBody>
      </p:sp>
      <p:cxnSp>
        <p:nvCxnSpPr>
          <p:cNvPr id="47" name="Straight Arrow Connector 46">
            <a:extLst>
              <a:ext uri="{FF2B5EF4-FFF2-40B4-BE49-F238E27FC236}">
                <a16:creationId xmlns:a16="http://schemas.microsoft.com/office/drawing/2014/main" id="{93BECF10-19F3-3B9E-26C7-F74C0B787545}"/>
              </a:ext>
            </a:extLst>
          </p:cNvPr>
          <p:cNvCxnSpPr>
            <a:endCxn id="46" idx="0"/>
          </p:cNvCxnSpPr>
          <p:nvPr/>
        </p:nvCxnSpPr>
        <p:spPr>
          <a:xfrm>
            <a:off x="2065655" y="3313782"/>
            <a:ext cx="0" cy="1414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8" name="Rectangle: Rounded Corners 47">
            <a:extLst>
              <a:ext uri="{FF2B5EF4-FFF2-40B4-BE49-F238E27FC236}">
                <a16:creationId xmlns:a16="http://schemas.microsoft.com/office/drawing/2014/main" id="{B108E0C6-F746-3236-7F14-FA582466AF7F}"/>
              </a:ext>
            </a:extLst>
          </p:cNvPr>
          <p:cNvSpPr/>
          <p:nvPr/>
        </p:nvSpPr>
        <p:spPr>
          <a:xfrm>
            <a:off x="1064257" y="4031095"/>
            <a:ext cx="2002795" cy="433136"/>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200">
                <a:solidFill>
                  <a:schemeClr val="tx1"/>
                </a:solidFill>
              </a:rPr>
              <a:t>OTP received successfully</a:t>
            </a:r>
            <a:endParaRPr lang="en-US" sz="1200">
              <a:solidFill>
                <a:schemeClr val="tx1"/>
              </a:solidFill>
            </a:endParaRPr>
          </a:p>
        </p:txBody>
      </p:sp>
      <p:cxnSp>
        <p:nvCxnSpPr>
          <p:cNvPr id="49" name="Straight Arrow Connector 48">
            <a:extLst>
              <a:ext uri="{FF2B5EF4-FFF2-40B4-BE49-F238E27FC236}">
                <a16:creationId xmlns:a16="http://schemas.microsoft.com/office/drawing/2014/main" id="{A1940CC9-8D85-F0FD-E712-40A8D83A5732}"/>
              </a:ext>
            </a:extLst>
          </p:cNvPr>
          <p:cNvCxnSpPr>
            <a:endCxn id="48" idx="0"/>
          </p:cNvCxnSpPr>
          <p:nvPr/>
        </p:nvCxnSpPr>
        <p:spPr>
          <a:xfrm>
            <a:off x="2065655" y="3889662"/>
            <a:ext cx="0" cy="1414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0" name="Rectangle: Rounded Corners 49">
            <a:extLst>
              <a:ext uri="{FF2B5EF4-FFF2-40B4-BE49-F238E27FC236}">
                <a16:creationId xmlns:a16="http://schemas.microsoft.com/office/drawing/2014/main" id="{94EE5853-40A1-DB73-8546-BAAEBDA36027}"/>
              </a:ext>
            </a:extLst>
          </p:cNvPr>
          <p:cNvSpPr/>
          <p:nvPr/>
        </p:nvSpPr>
        <p:spPr>
          <a:xfrm>
            <a:off x="1064257" y="4610057"/>
            <a:ext cx="2002795" cy="597209"/>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200">
                <a:solidFill>
                  <a:schemeClr val="tx1"/>
                </a:solidFill>
              </a:rPr>
              <a:t>Enter received OTP and reset password (not performed on prod)</a:t>
            </a:r>
            <a:endParaRPr lang="en-US" sz="1200">
              <a:solidFill>
                <a:schemeClr val="tx1"/>
              </a:solidFill>
            </a:endParaRPr>
          </a:p>
        </p:txBody>
      </p:sp>
      <p:cxnSp>
        <p:nvCxnSpPr>
          <p:cNvPr id="51" name="Straight Arrow Connector 50">
            <a:extLst>
              <a:ext uri="{FF2B5EF4-FFF2-40B4-BE49-F238E27FC236}">
                <a16:creationId xmlns:a16="http://schemas.microsoft.com/office/drawing/2014/main" id="{0D917995-EA0B-7075-5545-3A1DA163FE25}"/>
              </a:ext>
            </a:extLst>
          </p:cNvPr>
          <p:cNvCxnSpPr>
            <a:cxnSpLocks/>
            <a:endCxn id="50" idx="0"/>
          </p:cNvCxnSpPr>
          <p:nvPr/>
        </p:nvCxnSpPr>
        <p:spPr>
          <a:xfrm>
            <a:off x="2065655" y="4468625"/>
            <a:ext cx="0" cy="1414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91" name="Group 90">
            <a:extLst>
              <a:ext uri="{FF2B5EF4-FFF2-40B4-BE49-F238E27FC236}">
                <a16:creationId xmlns:a16="http://schemas.microsoft.com/office/drawing/2014/main" id="{2B619480-191A-0318-A528-0D221EAB15A2}"/>
              </a:ext>
            </a:extLst>
          </p:cNvPr>
          <p:cNvGrpSpPr/>
          <p:nvPr/>
        </p:nvGrpSpPr>
        <p:grpSpPr>
          <a:xfrm>
            <a:off x="4992151" y="2322892"/>
            <a:ext cx="2002795" cy="2437068"/>
            <a:chOff x="4992151" y="2322892"/>
            <a:chExt cx="2002795" cy="2437068"/>
          </a:xfrm>
        </p:grpSpPr>
        <p:sp>
          <p:nvSpPr>
            <p:cNvPr id="52" name="Rectangle: Rounded Corners 51">
              <a:extLst>
                <a:ext uri="{FF2B5EF4-FFF2-40B4-BE49-F238E27FC236}">
                  <a16:creationId xmlns:a16="http://schemas.microsoft.com/office/drawing/2014/main" id="{D7DCF2D8-BA73-9C0E-2387-F1829B1BF755}"/>
                </a:ext>
              </a:extLst>
            </p:cNvPr>
            <p:cNvSpPr/>
            <p:nvPr/>
          </p:nvSpPr>
          <p:spPr>
            <a:xfrm>
              <a:off x="4992151" y="2322892"/>
              <a:ext cx="2002795" cy="563406"/>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200">
                  <a:solidFill>
                    <a:schemeClr val="tx1"/>
                  </a:solidFill>
                </a:rPr>
                <a:t>Valid user ID and OTP entered in forgot password (optional step)</a:t>
              </a:r>
              <a:endParaRPr lang="en-US" sz="1200">
                <a:solidFill>
                  <a:schemeClr val="tx1"/>
                </a:solidFill>
              </a:endParaRPr>
            </a:p>
          </p:txBody>
        </p:sp>
        <p:sp>
          <p:nvSpPr>
            <p:cNvPr id="54" name="Rectangle: Rounded Corners 53">
              <a:extLst>
                <a:ext uri="{FF2B5EF4-FFF2-40B4-BE49-F238E27FC236}">
                  <a16:creationId xmlns:a16="http://schemas.microsoft.com/office/drawing/2014/main" id="{169B3627-C4E8-5431-78D1-14017DAA9AD5}"/>
                </a:ext>
              </a:extLst>
            </p:cNvPr>
            <p:cNvSpPr/>
            <p:nvPr/>
          </p:nvSpPr>
          <p:spPr>
            <a:xfrm>
              <a:off x="4992151" y="3606562"/>
              <a:ext cx="2002795" cy="433136"/>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200">
                  <a:solidFill>
                    <a:schemeClr val="tx1"/>
                  </a:solidFill>
                </a:rPr>
                <a:t>Mobile number modification in captured request</a:t>
              </a:r>
              <a:endParaRPr lang="en-US" sz="1200">
                <a:solidFill>
                  <a:schemeClr val="tx1"/>
                </a:solidFill>
              </a:endParaRPr>
            </a:p>
          </p:txBody>
        </p:sp>
        <p:cxnSp>
          <p:nvCxnSpPr>
            <p:cNvPr id="55" name="Straight Arrow Connector 54">
              <a:extLst>
                <a:ext uri="{FF2B5EF4-FFF2-40B4-BE49-F238E27FC236}">
                  <a16:creationId xmlns:a16="http://schemas.microsoft.com/office/drawing/2014/main" id="{2F5AB188-36D3-4A16-D76F-40F48C865B72}"/>
                </a:ext>
              </a:extLst>
            </p:cNvPr>
            <p:cNvCxnSpPr>
              <a:cxnSpLocks/>
              <a:endCxn id="54" idx="0"/>
            </p:cNvCxnSpPr>
            <p:nvPr/>
          </p:nvCxnSpPr>
          <p:spPr>
            <a:xfrm>
              <a:off x="5993549" y="3465129"/>
              <a:ext cx="0" cy="1414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6" name="Rectangle: Rounded Corners 55">
              <a:extLst>
                <a:ext uri="{FF2B5EF4-FFF2-40B4-BE49-F238E27FC236}">
                  <a16:creationId xmlns:a16="http://schemas.microsoft.com/office/drawing/2014/main" id="{A2CA3AC9-7EBA-0BBC-CDF1-0D42FD9B4C6E}"/>
                </a:ext>
              </a:extLst>
            </p:cNvPr>
            <p:cNvSpPr/>
            <p:nvPr/>
          </p:nvSpPr>
          <p:spPr>
            <a:xfrm>
              <a:off x="4992151" y="4174953"/>
              <a:ext cx="2002795" cy="585007"/>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200">
                  <a:solidFill>
                    <a:schemeClr val="tx1"/>
                  </a:solidFill>
                </a:rPr>
                <a:t>Successful change in password post submission of captured request</a:t>
              </a:r>
              <a:endParaRPr lang="en-US" sz="1200">
                <a:solidFill>
                  <a:schemeClr val="tx1"/>
                </a:solidFill>
              </a:endParaRPr>
            </a:p>
          </p:txBody>
        </p:sp>
        <p:cxnSp>
          <p:nvCxnSpPr>
            <p:cNvPr id="57" name="Straight Arrow Connector 56">
              <a:extLst>
                <a:ext uri="{FF2B5EF4-FFF2-40B4-BE49-F238E27FC236}">
                  <a16:creationId xmlns:a16="http://schemas.microsoft.com/office/drawing/2014/main" id="{BDE432FF-477B-B299-7BE3-B5DE4D55DE79}"/>
                </a:ext>
              </a:extLst>
            </p:cNvPr>
            <p:cNvCxnSpPr>
              <a:cxnSpLocks/>
              <a:endCxn id="56" idx="0"/>
            </p:cNvCxnSpPr>
            <p:nvPr/>
          </p:nvCxnSpPr>
          <p:spPr>
            <a:xfrm>
              <a:off x="5993549" y="4033521"/>
              <a:ext cx="0" cy="1414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9" name="Rectangle: Rounded Corners 58">
              <a:extLst>
                <a:ext uri="{FF2B5EF4-FFF2-40B4-BE49-F238E27FC236}">
                  <a16:creationId xmlns:a16="http://schemas.microsoft.com/office/drawing/2014/main" id="{E45A6303-DCCF-A512-E04A-018EA9D42DA3}"/>
                </a:ext>
              </a:extLst>
            </p:cNvPr>
            <p:cNvSpPr/>
            <p:nvPr/>
          </p:nvSpPr>
          <p:spPr>
            <a:xfrm>
              <a:off x="4992151" y="3027563"/>
              <a:ext cx="2002795" cy="433136"/>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200">
                  <a:solidFill>
                    <a:schemeClr val="tx1"/>
                  </a:solidFill>
                </a:rPr>
                <a:t>‘</a:t>
              </a:r>
              <a:r>
                <a:rPr lang="en-IN" sz="1200" err="1">
                  <a:solidFill>
                    <a:schemeClr val="tx1"/>
                  </a:solidFill>
                </a:rPr>
                <a:t>updatePassword</a:t>
              </a:r>
              <a:r>
                <a:rPr lang="en-IN" sz="1200">
                  <a:solidFill>
                    <a:schemeClr val="tx1"/>
                  </a:solidFill>
                </a:rPr>
                <a:t>’ request triggered</a:t>
              </a:r>
              <a:endParaRPr lang="en-US" sz="1200">
                <a:solidFill>
                  <a:schemeClr val="tx1"/>
                </a:solidFill>
              </a:endParaRPr>
            </a:p>
          </p:txBody>
        </p:sp>
        <p:cxnSp>
          <p:nvCxnSpPr>
            <p:cNvPr id="60" name="Straight Arrow Connector 59">
              <a:extLst>
                <a:ext uri="{FF2B5EF4-FFF2-40B4-BE49-F238E27FC236}">
                  <a16:creationId xmlns:a16="http://schemas.microsoft.com/office/drawing/2014/main" id="{A6BAD29A-533D-77E8-B07A-C282142DC4D5}"/>
                </a:ext>
              </a:extLst>
            </p:cNvPr>
            <p:cNvCxnSpPr>
              <a:endCxn id="59" idx="0"/>
            </p:cNvCxnSpPr>
            <p:nvPr/>
          </p:nvCxnSpPr>
          <p:spPr>
            <a:xfrm>
              <a:off x="5993549" y="2886130"/>
              <a:ext cx="0" cy="1414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
        <p:nvSpPr>
          <p:cNvPr id="61" name="Rectangle: Rounded Corners 60">
            <a:extLst>
              <a:ext uri="{FF2B5EF4-FFF2-40B4-BE49-F238E27FC236}">
                <a16:creationId xmlns:a16="http://schemas.microsoft.com/office/drawing/2014/main" id="{60ADF19A-C59D-18E9-E186-AB0063E6FA01}"/>
              </a:ext>
            </a:extLst>
          </p:cNvPr>
          <p:cNvSpPr/>
          <p:nvPr/>
        </p:nvSpPr>
        <p:spPr>
          <a:xfrm>
            <a:off x="8123550" y="2249987"/>
            <a:ext cx="1519983" cy="433136"/>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200">
                <a:solidFill>
                  <a:schemeClr val="tx1"/>
                </a:solidFill>
              </a:rPr>
              <a:t>Enter Policy Number in Claim Status</a:t>
            </a:r>
            <a:endParaRPr lang="en-US" sz="1200">
              <a:solidFill>
                <a:schemeClr val="tx1"/>
              </a:solidFill>
            </a:endParaRPr>
          </a:p>
        </p:txBody>
      </p:sp>
      <p:sp>
        <p:nvSpPr>
          <p:cNvPr id="68" name="Rectangle: Rounded Corners 67">
            <a:extLst>
              <a:ext uri="{FF2B5EF4-FFF2-40B4-BE49-F238E27FC236}">
                <a16:creationId xmlns:a16="http://schemas.microsoft.com/office/drawing/2014/main" id="{FEDC8A3B-A3EA-56E7-6841-4C2AB70981A4}"/>
              </a:ext>
            </a:extLst>
          </p:cNvPr>
          <p:cNvSpPr/>
          <p:nvPr/>
        </p:nvSpPr>
        <p:spPr>
          <a:xfrm>
            <a:off x="9856108" y="2237801"/>
            <a:ext cx="1519983" cy="433136"/>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200">
                <a:solidFill>
                  <a:schemeClr val="tx1"/>
                </a:solidFill>
              </a:rPr>
              <a:t>Valid Policy numbers enumeration</a:t>
            </a:r>
            <a:endParaRPr lang="en-US" sz="1200">
              <a:solidFill>
                <a:schemeClr val="tx1"/>
              </a:solidFill>
            </a:endParaRPr>
          </a:p>
        </p:txBody>
      </p:sp>
      <p:sp>
        <p:nvSpPr>
          <p:cNvPr id="69" name="Rectangle: Rounded Corners 68">
            <a:extLst>
              <a:ext uri="{FF2B5EF4-FFF2-40B4-BE49-F238E27FC236}">
                <a16:creationId xmlns:a16="http://schemas.microsoft.com/office/drawing/2014/main" id="{CCCD4196-A20B-F277-2C01-8ECFE513B6C5}"/>
              </a:ext>
            </a:extLst>
          </p:cNvPr>
          <p:cNvSpPr/>
          <p:nvPr/>
        </p:nvSpPr>
        <p:spPr>
          <a:xfrm>
            <a:off x="8123550" y="3205901"/>
            <a:ext cx="1519983" cy="433136"/>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200">
                <a:solidFill>
                  <a:schemeClr val="tx1"/>
                </a:solidFill>
              </a:rPr>
              <a:t>Enter Policy Number in claim intimation</a:t>
            </a:r>
            <a:endParaRPr lang="en-US" sz="1200">
              <a:solidFill>
                <a:schemeClr val="tx1"/>
              </a:solidFill>
            </a:endParaRPr>
          </a:p>
        </p:txBody>
      </p:sp>
      <p:sp>
        <p:nvSpPr>
          <p:cNvPr id="70" name="Rectangle: Rounded Corners 69">
            <a:extLst>
              <a:ext uri="{FF2B5EF4-FFF2-40B4-BE49-F238E27FC236}">
                <a16:creationId xmlns:a16="http://schemas.microsoft.com/office/drawing/2014/main" id="{A4CB081F-597F-34DF-5AC3-90852F2C687A}"/>
              </a:ext>
            </a:extLst>
          </p:cNvPr>
          <p:cNvSpPr/>
          <p:nvPr/>
        </p:nvSpPr>
        <p:spPr>
          <a:xfrm>
            <a:off x="9856108" y="3193715"/>
            <a:ext cx="1519983" cy="433136"/>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200">
                <a:solidFill>
                  <a:schemeClr val="tx1"/>
                </a:solidFill>
              </a:rPr>
              <a:t>Customer PII data exposed</a:t>
            </a:r>
            <a:endParaRPr lang="en-US" sz="1200">
              <a:solidFill>
                <a:schemeClr val="tx1"/>
              </a:solidFill>
            </a:endParaRPr>
          </a:p>
        </p:txBody>
      </p:sp>
      <p:sp>
        <p:nvSpPr>
          <p:cNvPr id="71" name="Rectangle: Rounded Corners 70">
            <a:extLst>
              <a:ext uri="{FF2B5EF4-FFF2-40B4-BE49-F238E27FC236}">
                <a16:creationId xmlns:a16="http://schemas.microsoft.com/office/drawing/2014/main" id="{74DB3BA2-00B9-3DD8-05A9-2A229B811EA9}"/>
              </a:ext>
            </a:extLst>
          </p:cNvPr>
          <p:cNvSpPr/>
          <p:nvPr/>
        </p:nvSpPr>
        <p:spPr>
          <a:xfrm>
            <a:off x="8123550" y="3681652"/>
            <a:ext cx="1519983" cy="543398"/>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a:solidFill>
                  <a:schemeClr val="tx1"/>
                </a:solidFill>
              </a:rPr>
              <a:t>Enter Policy Number in annual health checkup</a:t>
            </a:r>
          </a:p>
        </p:txBody>
      </p:sp>
      <p:sp>
        <p:nvSpPr>
          <p:cNvPr id="72" name="Rectangle: Rounded Corners 71">
            <a:extLst>
              <a:ext uri="{FF2B5EF4-FFF2-40B4-BE49-F238E27FC236}">
                <a16:creationId xmlns:a16="http://schemas.microsoft.com/office/drawing/2014/main" id="{B8D63F59-8665-AA40-3B33-BB7566416860}"/>
              </a:ext>
            </a:extLst>
          </p:cNvPr>
          <p:cNvSpPr/>
          <p:nvPr/>
        </p:nvSpPr>
        <p:spPr>
          <a:xfrm>
            <a:off x="9856108" y="3669466"/>
            <a:ext cx="1519983" cy="555584"/>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200">
                <a:solidFill>
                  <a:schemeClr val="tx1"/>
                </a:solidFill>
              </a:rPr>
              <a:t>Customer and Agent PII data exposed</a:t>
            </a:r>
            <a:endParaRPr lang="en-US" sz="1200">
              <a:solidFill>
                <a:schemeClr val="tx1"/>
              </a:solidFill>
            </a:endParaRPr>
          </a:p>
        </p:txBody>
      </p:sp>
      <p:sp>
        <p:nvSpPr>
          <p:cNvPr id="73" name="Rectangle: Rounded Corners 72">
            <a:extLst>
              <a:ext uri="{FF2B5EF4-FFF2-40B4-BE49-F238E27FC236}">
                <a16:creationId xmlns:a16="http://schemas.microsoft.com/office/drawing/2014/main" id="{0C8778F3-B63C-7329-9932-C866AF5D1DE1}"/>
              </a:ext>
            </a:extLst>
          </p:cNvPr>
          <p:cNvSpPr/>
          <p:nvPr/>
        </p:nvSpPr>
        <p:spPr>
          <a:xfrm>
            <a:off x="9856108" y="2710229"/>
            <a:ext cx="1519983" cy="433136"/>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200">
                <a:solidFill>
                  <a:schemeClr val="tx1"/>
                </a:solidFill>
              </a:rPr>
              <a:t>Customer mobile number exposed</a:t>
            </a:r>
            <a:endParaRPr lang="en-US" sz="1200">
              <a:solidFill>
                <a:schemeClr val="tx1"/>
              </a:solidFill>
            </a:endParaRPr>
          </a:p>
        </p:txBody>
      </p:sp>
      <p:cxnSp>
        <p:nvCxnSpPr>
          <p:cNvPr id="75" name="Straight Arrow Connector 74">
            <a:extLst>
              <a:ext uri="{FF2B5EF4-FFF2-40B4-BE49-F238E27FC236}">
                <a16:creationId xmlns:a16="http://schemas.microsoft.com/office/drawing/2014/main" id="{087C11D7-201B-3E56-985C-E440D0DF1DF0}"/>
              </a:ext>
            </a:extLst>
          </p:cNvPr>
          <p:cNvCxnSpPr>
            <a:cxnSpLocks/>
            <a:stCxn id="61" idx="3"/>
            <a:endCxn id="68" idx="1"/>
          </p:cNvCxnSpPr>
          <p:nvPr/>
        </p:nvCxnSpPr>
        <p:spPr>
          <a:xfrm flipV="1">
            <a:off x="9643533" y="2454369"/>
            <a:ext cx="212575" cy="121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Straight Arrow Connector 77">
            <a:extLst>
              <a:ext uri="{FF2B5EF4-FFF2-40B4-BE49-F238E27FC236}">
                <a16:creationId xmlns:a16="http://schemas.microsoft.com/office/drawing/2014/main" id="{0923182F-B411-75D5-1009-69F3ACD0F93C}"/>
              </a:ext>
            </a:extLst>
          </p:cNvPr>
          <p:cNvCxnSpPr>
            <a:stCxn id="69" idx="3"/>
            <a:endCxn id="70" idx="1"/>
          </p:cNvCxnSpPr>
          <p:nvPr/>
        </p:nvCxnSpPr>
        <p:spPr>
          <a:xfrm flipV="1">
            <a:off x="9643533" y="3410283"/>
            <a:ext cx="212575" cy="121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1" name="Straight Arrow Connector 80">
            <a:extLst>
              <a:ext uri="{FF2B5EF4-FFF2-40B4-BE49-F238E27FC236}">
                <a16:creationId xmlns:a16="http://schemas.microsoft.com/office/drawing/2014/main" id="{736D0190-30C2-0018-EBB4-B88BB9A91469}"/>
              </a:ext>
            </a:extLst>
          </p:cNvPr>
          <p:cNvCxnSpPr>
            <a:cxnSpLocks/>
            <a:stCxn id="71" idx="3"/>
            <a:endCxn id="72" idx="1"/>
          </p:cNvCxnSpPr>
          <p:nvPr/>
        </p:nvCxnSpPr>
        <p:spPr>
          <a:xfrm flipV="1">
            <a:off x="9643533" y="3947258"/>
            <a:ext cx="212575" cy="609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8" name="TextBox 87">
            <a:extLst>
              <a:ext uri="{FF2B5EF4-FFF2-40B4-BE49-F238E27FC236}">
                <a16:creationId xmlns:a16="http://schemas.microsoft.com/office/drawing/2014/main" id="{EE8E9FE2-DE5F-4EA6-275F-657459750010}"/>
              </a:ext>
            </a:extLst>
          </p:cNvPr>
          <p:cNvSpPr txBox="1"/>
          <p:nvPr/>
        </p:nvSpPr>
        <p:spPr>
          <a:xfrm>
            <a:off x="8123550" y="4876068"/>
            <a:ext cx="3384059" cy="646331"/>
          </a:xfrm>
          <a:prstGeom prst="rect">
            <a:avLst/>
          </a:prstGeom>
          <a:noFill/>
        </p:spPr>
        <p:txBody>
          <a:bodyPr wrap="square" rtlCol="0">
            <a:spAutoFit/>
          </a:bodyPr>
          <a:lstStyle/>
          <a:p>
            <a:r>
              <a:rPr lang="en-US" sz="1200"/>
              <a:t>Successful exploitation of the above vulnerabilities can expose huge amounts of customer and agent PII data as well as policy details.</a:t>
            </a:r>
            <a:endParaRPr lang="en-IN" sz="1200"/>
          </a:p>
        </p:txBody>
      </p:sp>
      <p:cxnSp>
        <p:nvCxnSpPr>
          <p:cNvPr id="95" name="Connector: Elbow 94">
            <a:extLst>
              <a:ext uri="{FF2B5EF4-FFF2-40B4-BE49-F238E27FC236}">
                <a16:creationId xmlns:a16="http://schemas.microsoft.com/office/drawing/2014/main" id="{B88061DD-5393-DB48-0DDC-D27BCFAFC48E}"/>
              </a:ext>
            </a:extLst>
          </p:cNvPr>
          <p:cNvCxnSpPr>
            <a:cxnSpLocks/>
            <a:stCxn id="61" idx="2"/>
            <a:endCxn id="73" idx="1"/>
          </p:cNvCxnSpPr>
          <p:nvPr/>
        </p:nvCxnSpPr>
        <p:spPr>
          <a:xfrm rot="16200000" flipH="1">
            <a:off x="9247988" y="2318677"/>
            <a:ext cx="243674" cy="972566"/>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96" name="Rectangle: Rounded Corners 95">
            <a:extLst>
              <a:ext uri="{FF2B5EF4-FFF2-40B4-BE49-F238E27FC236}">
                <a16:creationId xmlns:a16="http://schemas.microsoft.com/office/drawing/2014/main" id="{549FC47B-E223-4672-5242-DE670D2BD846}"/>
              </a:ext>
            </a:extLst>
          </p:cNvPr>
          <p:cNvSpPr/>
          <p:nvPr/>
        </p:nvSpPr>
        <p:spPr>
          <a:xfrm>
            <a:off x="8123550" y="4278860"/>
            <a:ext cx="1519983" cy="543398"/>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200">
                <a:solidFill>
                  <a:schemeClr val="tx1"/>
                </a:solidFill>
              </a:rPr>
              <a:t>A</a:t>
            </a:r>
            <a:r>
              <a:rPr lang="en-US" sz="1200">
                <a:solidFill>
                  <a:schemeClr val="tx1"/>
                </a:solidFill>
              </a:rPr>
              <a:t>dd Policy Number in customer portal</a:t>
            </a:r>
          </a:p>
        </p:txBody>
      </p:sp>
      <p:sp>
        <p:nvSpPr>
          <p:cNvPr id="97" name="Rectangle: Rounded Corners 96">
            <a:extLst>
              <a:ext uri="{FF2B5EF4-FFF2-40B4-BE49-F238E27FC236}">
                <a16:creationId xmlns:a16="http://schemas.microsoft.com/office/drawing/2014/main" id="{04988033-9783-B519-E80E-9FD6F9920116}"/>
              </a:ext>
            </a:extLst>
          </p:cNvPr>
          <p:cNvSpPr/>
          <p:nvPr/>
        </p:nvSpPr>
        <p:spPr>
          <a:xfrm>
            <a:off x="9856108" y="4266674"/>
            <a:ext cx="1519983" cy="555584"/>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200">
                <a:solidFill>
                  <a:schemeClr val="tx1"/>
                </a:solidFill>
              </a:rPr>
              <a:t>No DOB validation and Customer PII exposure</a:t>
            </a:r>
            <a:endParaRPr lang="en-US" sz="1200">
              <a:solidFill>
                <a:schemeClr val="tx1"/>
              </a:solidFill>
            </a:endParaRPr>
          </a:p>
        </p:txBody>
      </p:sp>
      <p:cxnSp>
        <p:nvCxnSpPr>
          <p:cNvPr id="98" name="Straight Arrow Connector 97">
            <a:extLst>
              <a:ext uri="{FF2B5EF4-FFF2-40B4-BE49-F238E27FC236}">
                <a16:creationId xmlns:a16="http://schemas.microsoft.com/office/drawing/2014/main" id="{9A8541E7-98DC-C893-E54A-689E3353ED0F}"/>
              </a:ext>
            </a:extLst>
          </p:cNvPr>
          <p:cNvCxnSpPr>
            <a:cxnSpLocks/>
            <a:stCxn id="96" idx="3"/>
            <a:endCxn id="97" idx="1"/>
          </p:cNvCxnSpPr>
          <p:nvPr/>
        </p:nvCxnSpPr>
        <p:spPr>
          <a:xfrm flipV="1">
            <a:off x="9643533" y="4544466"/>
            <a:ext cx="212575" cy="609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0" name="Rectangle: Rounded Corners 99">
            <a:extLst>
              <a:ext uri="{FF2B5EF4-FFF2-40B4-BE49-F238E27FC236}">
                <a16:creationId xmlns:a16="http://schemas.microsoft.com/office/drawing/2014/main" id="{CAA82059-50F4-649E-ACCA-588072FB74F7}"/>
              </a:ext>
            </a:extLst>
          </p:cNvPr>
          <p:cNvSpPr/>
          <p:nvPr/>
        </p:nvSpPr>
        <p:spPr>
          <a:xfrm>
            <a:off x="2792573" y="5435376"/>
            <a:ext cx="975078" cy="417897"/>
          </a:xfrm>
          <a:prstGeom prst="roundRect">
            <a:avLst>
              <a:gd name="adj" fmla="val 5000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b="1">
                <a:solidFill>
                  <a:schemeClr val="tx1"/>
                </a:solidFill>
              </a:rPr>
              <a:t>Closed</a:t>
            </a:r>
            <a:endParaRPr lang="en-US" b="1">
              <a:solidFill>
                <a:schemeClr val="tx1"/>
              </a:solidFill>
            </a:endParaRPr>
          </a:p>
        </p:txBody>
      </p:sp>
    </p:spTree>
    <p:extLst>
      <p:ext uri="{BB962C8B-B14F-4D97-AF65-F5344CB8AC3E}">
        <p14:creationId xmlns:p14="http://schemas.microsoft.com/office/powerpoint/2010/main" val="13069152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F67988-DC19-E646-5E33-229CB7C57A2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30583EE-A852-4CF2-3AB5-BCF4BF9745F3}"/>
              </a:ext>
            </a:extLst>
          </p:cNvPr>
          <p:cNvSpPr>
            <a:spLocks noGrp="1"/>
          </p:cNvSpPr>
          <p:nvPr>
            <p:ph type="body" sz="quarter" idx="10"/>
          </p:nvPr>
        </p:nvSpPr>
        <p:spPr/>
        <p:txBody>
          <a:bodyPr/>
          <a:lstStyle/>
          <a:p>
            <a:r>
              <a:rPr lang="en-IN"/>
              <a:t>Critical Findings - Overview</a:t>
            </a:r>
            <a:endParaRPr lang="en-US"/>
          </a:p>
        </p:txBody>
      </p:sp>
      <p:grpSp>
        <p:nvGrpSpPr>
          <p:cNvPr id="31" name="Group 30">
            <a:extLst>
              <a:ext uri="{FF2B5EF4-FFF2-40B4-BE49-F238E27FC236}">
                <a16:creationId xmlns:a16="http://schemas.microsoft.com/office/drawing/2014/main" id="{9153ED1F-F00B-CB49-94DE-6FD28EC04CA0}"/>
              </a:ext>
            </a:extLst>
          </p:cNvPr>
          <p:cNvGrpSpPr/>
          <p:nvPr/>
        </p:nvGrpSpPr>
        <p:grpSpPr>
          <a:xfrm>
            <a:off x="359680" y="1083553"/>
            <a:ext cx="3545611" cy="4822830"/>
            <a:chOff x="359681" y="1083553"/>
            <a:chExt cx="2607105" cy="4822830"/>
          </a:xfrm>
        </p:grpSpPr>
        <p:sp>
          <p:nvSpPr>
            <p:cNvPr id="80" name="Rectangle 79">
              <a:extLst>
                <a:ext uri="{FF2B5EF4-FFF2-40B4-BE49-F238E27FC236}">
                  <a16:creationId xmlns:a16="http://schemas.microsoft.com/office/drawing/2014/main" id="{B581E987-2C99-785A-5057-8B6686DB62F3}"/>
                </a:ext>
              </a:extLst>
            </p:cNvPr>
            <p:cNvSpPr/>
            <p:nvPr/>
          </p:nvSpPr>
          <p:spPr>
            <a:xfrm>
              <a:off x="359685" y="1383304"/>
              <a:ext cx="2607101" cy="452307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951AF424-0096-732D-319A-6FFF5CAF6590}"/>
                </a:ext>
              </a:extLst>
            </p:cNvPr>
            <p:cNvSpPr/>
            <p:nvPr/>
          </p:nvSpPr>
          <p:spPr>
            <a:xfrm>
              <a:off x="359681" y="1083553"/>
              <a:ext cx="2073854" cy="299753"/>
            </a:xfrm>
            <a:prstGeom prst="rect">
              <a:avLst/>
            </a:prstGeom>
            <a:solidFill>
              <a:srgbClr val="E51E26"/>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r>
                <a:rPr lang="en-IN"/>
                <a:t>IDOR - </a:t>
              </a:r>
              <a:r>
                <a:rPr lang="en-IN" err="1"/>
                <a:t>IClaim</a:t>
              </a:r>
              <a:r>
                <a:rPr lang="en-IN"/>
                <a:t> </a:t>
              </a:r>
              <a:endParaRPr lang="en-US"/>
            </a:p>
          </p:txBody>
        </p:sp>
      </p:grpSp>
      <p:sp>
        <p:nvSpPr>
          <p:cNvPr id="33" name="Isosceles Triangle 32">
            <a:extLst>
              <a:ext uri="{FF2B5EF4-FFF2-40B4-BE49-F238E27FC236}">
                <a16:creationId xmlns:a16="http://schemas.microsoft.com/office/drawing/2014/main" id="{6C834B67-416E-F3FA-53F5-E49888C6C7F0}"/>
              </a:ext>
            </a:extLst>
          </p:cNvPr>
          <p:cNvSpPr/>
          <p:nvPr/>
        </p:nvSpPr>
        <p:spPr>
          <a:xfrm flipV="1">
            <a:off x="3161650" y="1083551"/>
            <a:ext cx="530853" cy="299752"/>
          </a:xfrm>
          <a:prstGeom prst="triangle">
            <a:avLst>
              <a:gd name="adj" fmla="val 0"/>
            </a:avLst>
          </a:prstGeom>
          <a:solidFill>
            <a:srgbClr val="E51E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 name="Group 4">
            <a:extLst>
              <a:ext uri="{FF2B5EF4-FFF2-40B4-BE49-F238E27FC236}">
                <a16:creationId xmlns:a16="http://schemas.microsoft.com/office/drawing/2014/main" id="{665AEA8E-8583-6A56-1E6A-664F82D71AD0}"/>
              </a:ext>
            </a:extLst>
          </p:cNvPr>
          <p:cNvGrpSpPr/>
          <p:nvPr/>
        </p:nvGrpSpPr>
        <p:grpSpPr>
          <a:xfrm>
            <a:off x="4173877" y="1093176"/>
            <a:ext cx="3554228" cy="4826361"/>
            <a:chOff x="4173877" y="1093176"/>
            <a:chExt cx="3554228" cy="4826361"/>
          </a:xfrm>
        </p:grpSpPr>
        <p:grpSp>
          <p:nvGrpSpPr>
            <p:cNvPr id="32" name="Group 31">
              <a:extLst>
                <a:ext uri="{FF2B5EF4-FFF2-40B4-BE49-F238E27FC236}">
                  <a16:creationId xmlns:a16="http://schemas.microsoft.com/office/drawing/2014/main" id="{F38A1862-8F50-F52F-45E9-07486A9D2E3F}"/>
                </a:ext>
              </a:extLst>
            </p:cNvPr>
            <p:cNvGrpSpPr/>
            <p:nvPr/>
          </p:nvGrpSpPr>
          <p:grpSpPr>
            <a:xfrm>
              <a:off x="4173877" y="1093176"/>
              <a:ext cx="3554228" cy="4826361"/>
              <a:chOff x="4237626" y="1093176"/>
              <a:chExt cx="2617925" cy="4826361"/>
            </a:xfrm>
          </p:grpSpPr>
          <p:sp>
            <p:nvSpPr>
              <p:cNvPr id="4" name="Rectangle 3">
                <a:extLst>
                  <a:ext uri="{FF2B5EF4-FFF2-40B4-BE49-F238E27FC236}">
                    <a16:creationId xmlns:a16="http://schemas.microsoft.com/office/drawing/2014/main" id="{6B0278F1-4E2E-9348-131D-D8C5925786C2}"/>
                  </a:ext>
                </a:extLst>
              </p:cNvPr>
              <p:cNvSpPr/>
              <p:nvPr/>
            </p:nvSpPr>
            <p:spPr>
              <a:xfrm>
                <a:off x="4243977" y="1396458"/>
                <a:ext cx="2611574" cy="452307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B556C7C-3137-E782-D39A-A8973619AE19}"/>
                  </a:ext>
                </a:extLst>
              </p:cNvPr>
              <p:cNvSpPr/>
              <p:nvPr/>
            </p:nvSpPr>
            <p:spPr>
              <a:xfrm>
                <a:off x="4237626" y="1093176"/>
                <a:ext cx="2112706" cy="299753"/>
              </a:xfrm>
              <a:prstGeom prst="rect">
                <a:avLst/>
              </a:prstGeom>
              <a:solidFill>
                <a:srgbClr val="E51E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IN"/>
                  <a:t>IDOR – Channel Integration</a:t>
                </a:r>
                <a:endParaRPr lang="en-US"/>
              </a:p>
            </p:txBody>
          </p:sp>
          <p:sp>
            <p:nvSpPr>
              <p:cNvPr id="10" name="Rectangle: Rounded Corners 9">
                <a:extLst>
                  <a:ext uri="{FF2B5EF4-FFF2-40B4-BE49-F238E27FC236}">
                    <a16:creationId xmlns:a16="http://schemas.microsoft.com/office/drawing/2014/main" id="{B94A1E60-3110-240F-8A76-C58DE2A942C4}"/>
                  </a:ext>
                </a:extLst>
              </p:cNvPr>
              <p:cNvSpPr/>
              <p:nvPr/>
            </p:nvSpPr>
            <p:spPr>
              <a:xfrm>
                <a:off x="6026786" y="5417747"/>
                <a:ext cx="718210" cy="417897"/>
              </a:xfrm>
              <a:prstGeom prst="roundRect">
                <a:avLst>
                  <a:gd name="adj" fmla="val 5000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b="1">
                    <a:solidFill>
                      <a:schemeClr val="tx1"/>
                    </a:solidFill>
                  </a:rPr>
                  <a:t>Closed</a:t>
                </a:r>
                <a:endParaRPr lang="en-US" b="1">
                  <a:solidFill>
                    <a:schemeClr val="tx1"/>
                  </a:solidFill>
                </a:endParaRPr>
              </a:p>
            </p:txBody>
          </p:sp>
        </p:grpSp>
        <p:sp>
          <p:nvSpPr>
            <p:cNvPr id="35" name="Isosceles Triangle 34">
              <a:extLst>
                <a:ext uri="{FF2B5EF4-FFF2-40B4-BE49-F238E27FC236}">
                  <a16:creationId xmlns:a16="http://schemas.microsoft.com/office/drawing/2014/main" id="{6A0B1C7F-B87A-EA23-A4BF-B90E32BE34CC}"/>
                </a:ext>
              </a:extLst>
            </p:cNvPr>
            <p:cNvSpPr/>
            <p:nvPr/>
          </p:nvSpPr>
          <p:spPr>
            <a:xfrm flipV="1">
              <a:off x="7047157" y="1093679"/>
              <a:ext cx="530853" cy="299752"/>
            </a:xfrm>
            <a:prstGeom prst="triangle">
              <a:avLst>
                <a:gd name="adj" fmla="val 0"/>
              </a:avLst>
            </a:prstGeom>
            <a:solidFill>
              <a:srgbClr val="E51E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 name="Group 6">
            <a:extLst>
              <a:ext uri="{FF2B5EF4-FFF2-40B4-BE49-F238E27FC236}">
                <a16:creationId xmlns:a16="http://schemas.microsoft.com/office/drawing/2014/main" id="{EAB5B554-30B7-783E-DA6A-AC8E2A34CF2C}"/>
              </a:ext>
            </a:extLst>
          </p:cNvPr>
          <p:cNvGrpSpPr/>
          <p:nvPr/>
        </p:nvGrpSpPr>
        <p:grpSpPr>
          <a:xfrm>
            <a:off x="7992032" y="1083551"/>
            <a:ext cx="3880544" cy="1944012"/>
            <a:chOff x="4173877" y="1093176"/>
            <a:chExt cx="3880544" cy="1944012"/>
          </a:xfrm>
        </p:grpSpPr>
        <p:grpSp>
          <p:nvGrpSpPr>
            <p:cNvPr id="9" name="Group 8">
              <a:extLst>
                <a:ext uri="{FF2B5EF4-FFF2-40B4-BE49-F238E27FC236}">
                  <a16:creationId xmlns:a16="http://schemas.microsoft.com/office/drawing/2014/main" id="{F3C3DADD-90D9-5237-AC93-B79CF6704432}"/>
                </a:ext>
              </a:extLst>
            </p:cNvPr>
            <p:cNvGrpSpPr/>
            <p:nvPr/>
          </p:nvGrpSpPr>
          <p:grpSpPr>
            <a:xfrm>
              <a:off x="4173877" y="1093176"/>
              <a:ext cx="3554228" cy="1944012"/>
              <a:chOff x="4237626" y="1093176"/>
              <a:chExt cx="2617925" cy="1944012"/>
            </a:xfrm>
          </p:grpSpPr>
          <p:sp>
            <p:nvSpPr>
              <p:cNvPr id="12" name="Rectangle 11">
                <a:extLst>
                  <a:ext uri="{FF2B5EF4-FFF2-40B4-BE49-F238E27FC236}">
                    <a16:creationId xmlns:a16="http://schemas.microsoft.com/office/drawing/2014/main" id="{F056F7C0-1634-014B-D1CF-4197CF9472D8}"/>
                  </a:ext>
                </a:extLst>
              </p:cNvPr>
              <p:cNvSpPr/>
              <p:nvPr/>
            </p:nvSpPr>
            <p:spPr>
              <a:xfrm>
                <a:off x="4243977" y="1396460"/>
                <a:ext cx="2611574" cy="164072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CA535A1-4060-E7B7-5998-0A6FEED5D1C3}"/>
                  </a:ext>
                </a:extLst>
              </p:cNvPr>
              <p:cNvSpPr/>
              <p:nvPr/>
            </p:nvSpPr>
            <p:spPr>
              <a:xfrm>
                <a:off x="4237626" y="1093176"/>
                <a:ext cx="2468682" cy="299753"/>
              </a:xfrm>
              <a:prstGeom prst="rect">
                <a:avLst/>
              </a:prstGeom>
              <a:solidFill>
                <a:srgbClr val="E51E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IN"/>
                  <a:t>Authentication Bypass - NMI  </a:t>
                </a:r>
                <a:endParaRPr lang="en-US"/>
              </a:p>
            </p:txBody>
          </p:sp>
          <p:sp>
            <p:nvSpPr>
              <p:cNvPr id="16" name="Rectangle: Rounded Corners 15">
                <a:extLst>
                  <a:ext uri="{FF2B5EF4-FFF2-40B4-BE49-F238E27FC236}">
                    <a16:creationId xmlns:a16="http://schemas.microsoft.com/office/drawing/2014/main" id="{DD18603C-4160-2836-816A-B15CED2A1C8F}"/>
                  </a:ext>
                </a:extLst>
              </p:cNvPr>
              <p:cNvSpPr/>
              <p:nvPr/>
            </p:nvSpPr>
            <p:spPr>
              <a:xfrm>
                <a:off x="6044358" y="1520478"/>
                <a:ext cx="747777" cy="400268"/>
              </a:xfrm>
              <a:prstGeom prst="roundRect">
                <a:avLst>
                  <a:gd name="adj" fmla="val 5000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b="1">
                    <a:solidFill>
                      <a:schemeClr val="tx1"/>
                    </a:solidFill>
                  </a:rPr>
                  <a:t>Closed</a:t>
                </a:r>
                <a:endParaRPr lang="en-US" b="1">
                  <a:solidFill>
                    <a:schemeClr val="tx1"/>
                  </a:solidFill>
                </a:endParaRPr>
              </a:p>
            </p:txBody>
          </p:sp>
        </p:grpSp>
        <p:sp>
          <p:nvSpPr>
            <p:cNvPr id="11" name="Isosceles Triangle 10">
              <a:extLst>
                <a:ext uri="{FF2B5EF4-FFF2-40B4-BE49-F238E27FC236}">
                  <a16:creationId xmlns:a16="http://schemas.microsoft.com/office/drawing/2014/main" id="{F209B21E-2689-8CEA-B613-96DD0459FB2D}"/>
                </a:ext>
              </a:extLst>
            </p:cNvPr>
            <p:cNvSpPr/>
            <p:nvPr/>
          </p:nvSpPr>
          <p:spPr>
            <a:xfrm flipV="1">
              <a:off x="7523568" y="1093176"/>
              <a:ext cx="530853" cy="299752"/>
            </a:xfrm>
            <a:prstGeom prst="triangle">
              <a:avLst>
                <a:gd name="adj" fmla="val 0"/>
              </a:avLst>
            </a:prstGeom>
            <a:solidFill>
              <a:srgbClr val="E51E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TextBox 14">
            <a:extLst>
              <a:ext uri="{FF2B5EF4-FFF2-40B4-BE49-F238E27FC236}">
                <a16:creationId xmlns:a16="http://schemas.microsoft.com/office/drawing/2014/main" id="{AD48452B-8CB5-792E-CD6C-28CA12126E70}"/>
              </a:ext>
            </a:extLst>
          </p:cNvPr>
          <p:cNvSpPr txBox="1"/>
          <p:nvPr/>
        </p:nvSpPr>
        <p:spPr>
          <a:xfrm>
            <a:off x="392384" y="1392929"/>
            <a:ext cx="3243766" cy="830997"/>
          </a:xfrm>
          <a:prstGeom prst="rect">
            <a:avLst/>
          </a:prstGeom>
          <a:noFill/>
          <a:ln>
            <a:noFill/>
            <a:prstDash val="dash"/>
          </a:ln>
        </p:spPr>
        <p:txBody>
          <a:bodyPr wrap="square" rtlCol="0">
            <a:spAutoFit/>
          </a:bodyPr>
          <a:lstStyle/>
          <a:p>
            <a:r>
              <a:rPr lang="en-IN" sz="1200"/>
              <a:t>Finding Date: 30</a:t>
            </a:r>
            <a:r>
              <a:rPr lang="en-IN" sz="1200" baseline="30000"/>
              <a:t>th</a:t>
            </a:r>
            <a:r>
              <a:rPr lang="en-IN" sz="1200"/>
              <a:t> Jan 2026</a:t>
            </a:r>
          </a:p>
          <a:p>
            <a:r>
              <a:rPr lang="en-IN" sz="1200"/>
              <a:t>Remediation Date: 05</a:t>
            </a:r>
            <a:r>
              <a:rPr lang="en-IN" sz="1200" baseline="30000"/>
              <a:t>th</a:t>
            </a:r>
            <a:r>
              <a:rPr lang="en-IN" sz="1200"/>
              <a:t> Feb 2026</a:t>
            </a:r>
          </a:p>
          <a:p>
            <a:r>
              <a:rPr lang="en-IN" sz="1200"/>
              <a:t>Application Type: Web Application</a:t>
            </a:r>
          </a:p>
          <a:p>
            <a:r>
              <a:rPr lang="en-US" sz="1200"/>
              <a:t>Environment: UAT</a:t>
            </a:r>
            <a:endParaRPr lang="en-IN" sz="1200"/>
          </a:p>
        </p:txBody>
      </p:sp>
      <p:sp>
        <p:nvSpPr>
          <p:cNvPr id="19" name="TextBox 18">
            <a:extLst>
              <a:ext uri="{FF2B5EF4-FFF2-40B4-BE49-F238E27FC236}">
                <a16:creationId xmlns:a16="http://schemas.microsoft.com/office/drawing/2014/main" id="{D869655E-C481-C0A0-2F4E-5291D0A3881B}"/>
              </a:ext>
            </a:extLst>
          </p:cNvPr>
          <p:cNvSpPr txBox="1"/>
          <p:nvPr/>
        </p:nvSpPr>
        <p:spPr>
          <a:xfrm>
            <a:off x="4215203" y="1392929"/>
            <a:ext cx="3243766" cy="830997"/>
          </a:xfrm>
          <a:prstGeom prst="rect">
            <a:avLst/>
          </a:prstGeom>
          <a:noFill/>
          <a:ln>
            <a:noFill/>
            <a:prstDash val="dash"/>
          </a:ln>
        </p:spPr>
        <p:txBody>
          <a:bodyPr wrap="square" rtlCol="0">
            <a:spAutoFit/>
          </a:bodyPr>
          <a:lstStyle/>
          <a:p>
            <a:r>
              <a:rPr lang="en-IN" sz="1200"/>
              <a:t>Finding Date: 05</a:t>
            </a:r>
            <a:r>
              <a:rPr lang="en-IN" sz="1200" baseline="30000"/>
              <a:t>th</a:t>
            </a:r>
            <a:r>
              <a:rPr lang="en-IN" sz="1200"/>
              <a:t> Feb 2026</a:t>
            </a:r>
          </a:p>
          <a:p>
            <a:r>
              <a:rPr lang="en-IN" sz="1200"/>
              <a:t>Remediation Date : 06</a:t>
            </a:r>
            <a:r>
              <a:rPr lang="en-IN" sz="1200" baseline="30000"/>
              <a:t>th</a:t>
            </a:r>
            <a:r>
              <a:rPr lang="en-IN" sz="1200"/>
              <a:t> Feb 2026 </a:t>
            </a:r>
          </a:p>
          <a:p>
            <a:r>
              <a:rPr lang="en-IN" sz="1200"/>
              <a:t>Application Type: Web Application </a:t>
            </a:r>
            <a:endParaRPr lang="en-US" sz="1200"/>
          </a:p>
          <a:p>
            <a:r>
              <a:rPr lang="en-US" sz="1200"/>
              <a:t>Environment: Preprod</a:t>
            </a:r>
            <a:endParaRPr lang="en-IN" sz="1200"/>
          </a:p>
        </p:txBody>
      </p:sp>
      <p:sp>
        <p:nvSpPr>
          <p:cNvPr id="23" name="TextBox 22">
            <a:extLst>
              <a:ext uri="{FF2B5EF4-FFF2-40B4-BE49-F238E27FC236}">
                <a16:creationId xmlns:a16="http://schemas.microsoft.com/office/drawing/2014/main" id="{6C302C65-AAF8-9C4C-BF0E-C2FE095CD7EA}"/>
              </a:ext>
            </a:extLst>
          </p:cNvPr>
          <p:cNvSpPr txBox="1"/>
          <p:nvPr/>
        </p:nvSpPr>
        <p:spPr>
          <a:xfrm>
            <a:off x="8006383" y="1364054"/>
            <a:ext cx="3243766" cy="830997"/>
          </a:xfrm>
          <a:prstGeom prst="rect">
            <a:avLst/>
          </a:prstGeom>
          <a:noFill/>
          <a:ln>
            <a:noFill/>
            <a:prstDash val="dash"/>
          </a:ln>
        </p:spPr>
        <p:txBody>
          <a:bodyPr wrap="square" rtlCol="0">
            <a:spAutoFit/>
          </a:bodyPr>
          <a:lstStyle/>
          <a:p>
            <a:r>
              <a:rPr lang="en-IN" sz="1200"/>
              <a:t>Finding Date: 10</a:t>
            </a:r>
            <a:r>
              <a:rPr lang="en-IN" sz="1200" baseline="30000"/>
              <a:t>th</a:t>
            </a:r>
            <a:r>
              <a:rPr lang="en-IN" sz="1200"/>
              <a:t> Feb 2026</a:t>
            </a:r>
          </a:p>
          <a:p>
            <a:r>
              <a:rPr lang="en-IN" sz="1200"/>
              <a:t>Remediation Date: 11</a:t>
            </a:r>
            <a:r>
              <a:rPr lang="en-IN" sz="1200" baseline="30000"/>
              <a:t>th</a:t>
            </a:r>
            <a:r>
              <a:rPr lang="en-IN" sz="1200"/>
              <a:t> Feb 2026</a:t>
            </a:r>
          </a:p>
          <a:p>
            <a:r>
              <a:rPr lang="en-IN" sz="1200"/>
              <a:t>Application Type: Web Application</a:t>
            </a:r>
          </a:p>
          <a:p>
            <a:r>
              <a:rPr lang="en-US" sz="1200"/>
              <a:t>Environment: Prod</a:t>
            </a:r>
          </a:p>
        </p:txBody>
      </p:sp>
      <p:grpSp>
        <p:nvGrpSpPr>
          <p:cNvPr id="17" name="Group 16">
            <a:extLst>
              <a:ext uri="{FF2B5EF4-FFF2-40B4-BE49-F238E27FC236}">
                <a16:creationId xmlns:a16="http://schemas.microsoft.com/office/drawing/2014/main" id="{F892921F-A3A5-D6C5-4CB4-70CBE6E6AECC}"/>
              </a:ext>
            </a:extLst>
          </p:cNvPr>
          <p:cNvGrpSpPr/>
          <p:nvPr/>
        </p:nvGrpSpPr>
        <p:grpSpPr>
          <a:xfrm>
            <a:off x="1064257" y="2322892"/>
            <a:ext cx="2002795" cy="2437067"/>
            <a:chOff x="1064257" y="2322892"/>
            <a:chExt cx="2002795" cy="2437067"/>
          </a:xfrm>
        </p:grpSpPr>
        <p:sp>
          <p:nvSpPr>
            <p:cNvPr id="26" name="Rectangle: Rounded Corners 25">
              <a:extLst>
                <a:ext uri="{FF2B5EF4-FFF2-40B4-BE49-F238E27FC236}">
                  <a16:creationId xmlns:a16="http://schemas.microsoft.com/office/drawing/2014/main" id="{7634CA5B-AE7C-3960-0D3F-17F12C1C7BF5}"/>
                </a:ext>
              </a:extLst>
            </p:cNvPr>
            <p:cNvSpPr/>
            <p:nvPr/>
          </p:nvSpPr>
          <p:spPr>
            <a:xfrm>
              <a:off x="1064257" y="2322892"/>
              <a:ext cx="2002795" cy="433136"/>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a:solidFill>
                    <a:schemeClr val="tx1"/>
                  </a:solidFill>
                </a:rPr>
                <a:t>Image-view endpoint </a:t>
              </a:r>
            </a:p>
          </p:txBody>
        </p:sp>
        <p:sp>
          <p:nvSpPr>
            <p:cNvPr id="40" name="Rectangle: Rounded Corners 39">
              <a:extLst>
                <a:ext uri="{FF2B5EF4-FFF2-40B4-BE49-F238E27FC236}">
                  <a16:creationId xmlns:a16="http://schemas.microsoft.com/office/drawing/2014/main" id="{E690593E-62F7-F3BF-CAA5-17681B763F25}"/>
                </a:ext>
              </a:extLst>
            </p:cNvPr>
            <p:cNvSpPr/>
            <p:nvPr/>
          </p:nvSpPr>
          <p:spPr>
            <a:xfrm>
              <a:off x="1064257" y="2897461"/>
              <a:ext cx="2002795" cy="433136"/>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200">
                  <a:solidFill>
                    <a:schemeClr val="tx1"/>
                  </a:solidFill>
                </a:rPr>
                <a:t>Numeric image identifier modified</a:t>
              </a:r>
              <a:endParaRPr lang="en-US" sz="1200">
                <a:solidFill>
                  <a:schemeClr val="tx1"/>
                </a:solidFill>
              </a:endParaRPr>
            </a:p>
          </p:txBody>
        </p:sp>
        <p:cxnSp>
          <p:nvCxnSpPr>
            <p:cNvPr id="42" name="Straight Arrow Connector 41">
              <a:extLst>
                <a:ext uri="{FF2B5EF4-FFF2-40B4-BE49-F238E27FC236}">
                  <a16:creationId xmlns:a16="http://schemas.microsoft.com/office/drawing/2014/main" id="{562FC526-CAB3-7C02-2237-BE4EE10CBE54}"/>
                </a:ext>
              </a:extLst>
            </p:cNvPr>
            <p:cNvCxnSpPr>
              <a:stCxn id="26" idx="2"/>
              <a:endCxn id="40" idx="0"/>
            </p:cNvCxnSpPr>
            <p:nvPr/>
          </p:nvCxnSpPr>
          <p:spPr>
            <a:xfrm>
              <a:off x="2065655" y="2756028"/>
              <a:ext cx="0" cy="1414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6" name="Rectangle: Rounded Corners 45">
              <a:extLst>
                <a:ext uri="{FF2B5EF4-FFF2-40B4-BE49-F238E27FC236}">
                  <a16:creationId xmlns:a16="http://schemas.microsoft.com/office/drawing/2014/main" id="{8CBADBCC-FCDA-FAE6-D210-CA67D157D915}"/>
                </a:ext>
              </a:extLst>
            </p:cNvPr>
            <p:cNvSpPr/>
            <p:nvPr/>
          </p:nvSpPr>
          <p:spPr>
            <a:xfrm>
              <a:off x="1064257" y="3455215"/>
              <a:ext cx="2002795" cy="433136"/>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200">
                  <a:solidFill>
                    <a:schemeClr val="tx1"/>
                  </a:solidFill>
                </a:rPr>
                <a:t>Valid claim policy images exposed</a:t>
              </a:r>
              <a:endParaRPr lang="en-US" sz="1200">
                <a:solidFill>
                  <a:schemeClr val="tx1"/>
                </a:solidFill>
              </a:endParaRPr>
            </a:p>
          </p:txBody>
        </p:sp>
        <p:cxnSp>
          <p:nvCxnSpPr>
            <p:cNvPr id="47" name="Straight Arrow Connector 46">
              <a:extLst>
                <a:ext uri="{FF2B5EF4-FFF2-40B4-BE49-F238E27FC236}">
                  <a16:creationId xmlns:a16="http://schemas.microsoft.com/office/drawing/2014/main" id="{7288083E-C7A6-98F3-31CA-D665AED880C7}"/>
                </a:ext>
              </a:extLst>
            </p:cNvPr>
            <p:cNvCxnSpPr>
              <a:endCxn id="46" idx="0"/>
            </p:cNvCxnSpPr>
            <p:nvPr/>
          </p:nvCxnSpPr>
          <p:spPr>
            <a:xfrm>
              <a:off x="2065655" y="3313782"/>
              <a:ext cx="0" cy="1414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8" name="Rectangle: Rounded Corners 47">
              <a:extLst>
                <a:ext uri="{FF2B5EF4-FFF2-40B4-BE49-F238E27FC236}">
                  <a16:creationId xmlns:a16="http://schemas.microsoft.com/office/drawing/2014/main" id="{11DEA14D-2340-7094-DCB4-5A64581F3444}"/>
                </a:ext>
              </a:extLst>
            </p:cNvPr>
            <p:cNvSpPr/>
            <p:nvPr/>
          </p:nvSpPr>
          <p:spPr>
            <a:xfrm>
              <a:off x="1064257" y="4031094"/>
              <a:ext cx="2002795" cy="728865"/>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200">
                  <a:solidFill>
                    <a:schemeClr val="tx1"/>
                  </a:solidFill>
                </a:rPr>
                <a:t>Also possible to enumerate documents via the URL path using a non-admin user </a:t>
              </a:r>
              <a:endParaRPr lang="en-US" sz="1200">
                <a:solidFill>
                  <a:schemeClr val="tx1"/>
                </a:solidFill>
              </a:endParaRPr>
            </a:p>
          </p:txBody>
        </p:sp>
        <p:cxnSp>
          <p:nvCxnSpPr>
            <p:cNvPr id="49" name="Straight Arrow Connector 48">
              <a:extLst>
                <a:ext uri="{FF2B5EF4-FFF2-40B4-BE49-F238E27FC236}">
                  <a16:creationId xmlns:a16="http://schemas.microsoft.com/office/drawing/2014/main" id="{8FEFBA2F-E7E9-24EA-5EE4-47D0CB0EAF26}"/>
                </a:ext>
              </a:extLst>
            </p:cNvPr>
            <p:cNvCxnSpPr>
              <a:cxnSpLocks/>
              <a:endCxn id="48" idx="0"/>
            </p:cNvCxnSpPr>
            <p:nvPr/>
          </p:nvCxnSpPr>
          <p:spPr>
            <a:xfrm>
              <a:off x="2065655" y="3889662"/>
              <a:ext cx="0" cy="1414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91" name="Group 90">
            <a:extLst>
              <a:ext uri="{FF2B5EF4-FFF2-40B4-BE49-F238E27FC236}">
                <a16:creationId xmlns:a16="http://schemas.microsoft.com/office/drawing/2014/main" id="{32F0A43D-7C6C-4866-31D3-951ABCF5DE92}"/>
              </a:ext>
            </a:extLst>
          </p:cNvPr>
          <p:cNvGrpSpPr/>
          <p:nvPr/>
        </p:nvGrpSpPr>
        <p:grpSpPr>
          <a:xfrm>
            <a:off x="4992151" y="2322892"/>
            <a:ext cx="2002795" cy="1902158"/>
            <a:chOff x="4992151" y="2322892"/>
            <a:chExt cx="2002795" cy="1902158"/>
          </a:xfrm>
        </p:grpSpPr>
        <p:sp>
          <p:nvSpPr>
            <p:cNvPr id="52" name="Rectangle: Rounded Corners 51">
              <a:extLst>
                <a:ext uri="{FF2B5EF4-FFF2-40B4-BE49-F238E27FC236}">
                  <a16:creationId xmlns:a16="http://schemas.microsoft.com/office/drawing/2014/main" id="{38ECD7AA-FFE8-DC2F-4D81-D681A9FAE59C}"/>
                </a:ext>
              </a:extLst>
            </p:cNvPr>
            <p:cNvSpPr/>
            <p:nvPr/>
          </p:nvSpPr>
          <p:spPr>
            <a:xfrm>
              <a:off x="4992151" y="2322892"/>
              <a:ext cx="2002795" cy="563406"/>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200">
                  <a:solidFill>
                    <a:schemeClr val="tx1"/>
                  </a:solidFill>
                </a:rPr>
                <a:t>Policy template download endpoint </a:t>
              </a:r>
              <a:endParaRPr lang="en-US" sz="1200">
                <a:solidFill>
                  <a:schemeClr val="tx1"/>
                </a:solidFill>
              </a:endParaRPr>
            </a:p>
          </p:txBody>
        </p:sp>
        <p:sp>
          <p:nvSpPr>
            <p:cNvPr id="54" name="Rectangle: Rounded Corners 53">
              <a:extLst>
                <a:ext uri="{FF2B5EF4-FFF2-40B4-BE49-F238E27FC236}">
                  <a16:creationId xmlns:a16="http://schemas.microsoft.com/office/drawing/2014/main" id="{EEA65FB3-06DD-7347-A2A3-B0E5ACB9B42A}"/>
                </a:ext>
              </a:extLst>
            </p:cNvPr>
            <p:cNvSpPr/>
            <p:nvPr/>
          </p:nvSpPr>
          <p:spPr>
            <a:xfrm>
              <a:off x="4992151" y="3605871"/>
              <a:ext cx="2002795" cy="619179"/>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200">
                  <a:solidFill>
                    <a:schemeClr val="tx1"/>
                  </a:solidFill>
                </a:rPr>
                <a:t>Non-admin user can download restricted policy templates</a:t>
              </a:r>
              <a:endParaRPr lang="en-US" sz="1200">
                <a:solidFill>
                  <a:schemeClr val="tx1"/>
                </a:solidFill>
              </a:endParaRPr>
            </a:p>
          </p:txBody>
        </p:sp>
        <p:cxnSp>
          <p:nvCxnSpPr>
            <p:cNvPr id="55" name="Straight Arrow Connector 54">
              <a:extLst>
                <a:ext uri="{FF2B5EF4-FFF2-40B4-BE49-F238E27FC236}">
                  <a16:creationId xmlns:a16="http://schemas.microsoft.com/office/drawing/2014/main" id="{9A2088AA-466B-A72E-4B9D-8C8DFE22C3B2}"/>
                </a:ext>
              </a:extLst>
            </p:cNvPr>
            <p:cNvCxnSpPr>
              <a:cxnSpLocks/>
              <a:endCxn id="54" idx="0"/>
            </p:cNvCxnSpPr>
            <p:nvPr/>
          </p:nvCxnSpPr>
          <p:spPr>
            <a:xfrm>
              <a:off x="5993549" y="3561379"/>
              <a:ext cx="0" cy="444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9" name="Rectangle: Rounded Corners 58">
              <a:extLst>
                <a:ext uri="{FF2B5EF4-FFF2-40B4-BE49-F238E27FC236}">
                  <a16:creationId xmlns:a16="http://schemas.microsoft.com/office/drawing/2014/main" id="{B02E79A8-F13F-542D-088A-1861C8A7D902}"/>
                </a:ext>
              </a:extLst>
            </p:cNvPr>
            <p:cNvSpPr/>
            <p:nvPr/>
          </p:nvSpPr>
          <p:spPr>
            <a:xfrm>
              <a:off x="4992151" y="3027563"/>
              <a:ext cx="2002795" cy="433136"/>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200">
                  <a:solidFill>
                    <a:schemeClr val="tx1"/>
                  </a:solidFill>
                </a:rPr>
                <a:t>Numeric product code identifier modified</a:t>
              </a:r>
              <a:endParaRPr lang="en-US" sz="1200">
                <a:solidFill>
                  <a:schemeClr val="tx1"/>
                </a:solidFill>
              </a:endParaRPr>
            </a:p>
          </p:txBody>
        </p:sp>
        <p:cxnSp>
          <p:nvCxnSpPr>
            <p:cNvPr id="60" name="Straight Arrow Connector 59">
              <a:extLst>
                <a:ext uri="{FF2B5EF4-FFF2-40B4-BE49-F238E27FC236}">
                  <a16:creationId xmlns:a16="http://schemas.microsoft.com/office/drawing/2014/main" id="{C6C1EBE3-84CE-ECE6-EA27-3DBE2E0391EF}"/>
                </a:ext>
              </a:extLst>
            </p:cNvPr>
            <p:cNvCxnSpPr>
              <a:cxnSpLocks/>
              <a:endCxn id="59" idx="0"/>
            </p:cNvCxnSpPr>
            <p:nvPr/>
          </p:nvCxnSpPr>
          <p:spPr>
            <a:xfrm>
              <a:off x="5993549" y="2886130"/>
              <a:ext cx="0" cy="1414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
        <p:nvSpPr>
          <p:cNvPr id="100" name="Rectangle: Rounded Corners 99">
            <a:extLst>
              <a:ext uri="{FF2B5EF4-FFF2-40B4-BE49-F238E27FC236}">
                <a16:creationId xmlns:a16="http://schemas.microsoft.com/office/drawing/2014/main" id="{82A8A474-EDCE-253D-DFBA-C36D255EB4BE}"/>
              </a:ext>
            </a:extLst>
          </p:cNvPr>
          <p:cNvSpPr/>
          <p:nvPr/>
        </p:nvSpPr>
        <p:spPr>
          <a:xfrm>
            <a:off x="2792573" y="5435376"/>
            <a:ext cx="975078" cy="417897"/>
          </a:xfrm>
          <a:prstGeom prst="roundRect">
            <a:avLst>
              <a:gd name="adj" fmla="val 5000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b="1">
                <a:solidFill>
                  <a:schemeClr val="tx1"/>
                </a:solidFill>
              </a:rPr>
              <a:t>Closed</a:t>
            </a:r>
            <a:endParaRPr lang="en-US" b="1">
              <a:solidFill>
                <a:schemeClr val="tx1"/>
              </a:solidFill>
            </a:endParaRPr>
          </a:p>
        </p:txBody>
      </p:sp>
      <p:sp>
        <p:nvSpPr>
          <p:cNvPr id="20" name="Rectangle: Rounded Corners 19">
            <a:extLst>
              <a:ext uri="{FF2B5EF4-FFF2-40B4-BE49-F238E27FC236}">
                <a16:creationId xmlns:a16="http://schemas.microsoft.com/office/drawing/2014/main" id="{DC939F5D-2FEC-0CC0-DF43-DEB6D694911D}"/>
              </a:ext>
            </a:extLst>
          </p:cNvPr>
          <p:cNvSpPr/>
          <p:nvPr/>
        </p:nvSpPr>
        <p:spPr>
          <a:xfrm>
            <a:off x="8884442" y="2279532"/>
            <a:ext cx="2002795" cy="554000"/>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a:solidFill>
                  <a:schemeClr val="tx1"/>
                </a:solidFill>
              </a:rPr>
              <a:t>Application accepts arbitrary password along with a valid username</a:t>
            </a:r>
          </a:p>
        </p:txBody>
      </p:sp>
      <p:sp>
        <p:nvSpPr>
          <p:cNvPr id="8" name="TextBox 7">
            <a:extLst>
              <a:ext uri="{FF2B5EF4-FFF2-40B4-BE49-F238E27FC236}">
                <a16:creationId xmlns:a16="http://schemas.microsoft.com/office/drawing/2014/main" id="{84306FB9-84CD-B9E8-8226-D066C23FF662}"/>
              </a:ext>
            </a:extLst>
          </p:cNvPr>
          <p:cNvSpPr txBox="1"/>
          <p:nvPr/>
        </p:nvSpPr>
        <p:spPr>
          <a:xfrm>
            <a:off x="7994489" y="3716948"/>
            <a:ext cx="3243766" cy="830997"/>
          </a:xfrm>
          <a:prstGeom prst="rect">
            <a:avLst/>
          </a:prstGeom>
          <a:noFill/>
          <a:ln>
            <a:noFill/>
            <a:prstDash val="dash"/>
          </a:ln>
        </p:spPr>
        <p:txBody>
          <a:bodyPr wrap="square" rtlCol="0">
            <a:spAutoFit/>
          </a:bodyPr>
          <a:lstStyle/>
          <a:p>
            <a:r>
              <a:rPr lang="en-IN" sz="1200"/>
              <a:t>Finding Date: 12</a:t>
            </a:r>
            <a:r>
              <a:rPr lang="en-IN" sz="1200" baseline="30000"/>
              <a:t>th</a:t>
            </a:r>
            <a:r>
              <a:rPr lang="en-IN" sz="1200"/>
              <a:t> Feb 2026</a:t>
            </a:r>
          </a:p>
          <a:p>
            <a:r>
              <a:rPr lang="en-IN" sz="1200"/>
              <a:t>Remediation Date: 16</a:t>
            </a:r>
            <a:r>
              <a:rPr lang="en-IN" sz="1200" baseline="30000"/>
              <a:t>th</a:t>
            </a:r>
            <a:r>
              <a:rPr lang="en-IN" sz="1200"/>
              <a:t>  Feb 2026</a:t>
            </a:r>
          </a:p>
          <a:p>
            <a:r>
              <a:rPr lang="en-IN" sz="1200"/>
              <a:t>Application Type: Web Application</a:t>
            </a:r>
          </a:p>
          <a:p>
            <a:r>
              <a:rPr lang="en-US" sz="1200"/>
              <a:t>Environment: UAT</a:t>
            </a:r>
            <a:endParaRPr lang="en-IN" sz="1200"/>
          </a:p>
        </p:txBody>
      </p:sp>
      <p:sp>
        <p:nvSpPr>
          <p:cNvPr id="14" name="Rectangle: Rounded Corners 13">
            <a:extLst>
              <a:ext uri="{FF2B5EF4-FFF2-40B4-BE49-F238E27FC236}">
                <a16:creationId xmlns:a16="http://schemas.microsoft.com/office/drawing/2014/main" id="{9E1668D1-2F41-6C2A-1ED9-415D9392A87C}"/>
              </a:ext>
            </a:extLst>
          </p:cNvPr>
          <p:cNvSpPr/>
          <p:nvPr/>
        </p:nvSpPr>
        <p:spPr>
          <a:xfrm>
            <a:off x="8661889" y="4574177"/>
            <a:ext cx="2223134" cy="830997"/>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err="1">
                <a:solidFill>
                  <a:schemeClr val="tx1"/>
                </a:solidFill>
              </a:rPr>
              <a:t>Preuploaded</a:t>
            </a:r>
            <a:r>
              <a:rPr lang="en-US" sz="1200">
                <a:solidFill>
                  <a:schemeClr val="tx1"/>
                </a:solidFill>
              </a:rPr>
              <a:t> Customer documents accessible (unauthenticated) using “</a:t>
            </a:r>
            <a:r>
              <a:rPr lang="en-US" sz="1200" err="1">
                <a:solidFill>
                  <a:schemeClr val="tx1"/>
                </a:solidFill>
              </a:rPr>
              <a:t>GetImageDocVideo</a:t>
            </a:r>
            <a:r>
              <a:rPr lang="en-US" sz="1200">
                <a:solidFill>
                  <a:schemeClr val="tx1"/>
                </a:solidFill>
              </a:rPr>
              <a:t>” endpoint </a:t>
            </a:r>
          </a:p>
        </p:txBody>
      </p:sp>
      <p:sp>
        <p:nvSpPr>
          <p:cNvPr id="25" name="Rectangle 24">
            <a:extLst>
              <a:ext uri="{FF2B5EF4-FFF2-40B4-BE49-F238E27FC236}">
                <a16:creationId xmlns:a16="http://schemas.microsoft.com/office/drawing/2014/main" id="{4BE0DF59-965C-3CAF-9485-DE8C94CFCB1D}"/>
              </a:ext>
            </a:extLst>
          </p:cNvPr>
          <p:cNvSpPr/>
          <p:nvPr/>
        </p:nvSpPr>
        <p:spPr>
          <a:xfrm>
            <a:off x="8009276" y="3710117"/>
            <a:ext cx="3545606" cy="220942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FE4F285B-E6E4-332D-42B9-532F19CDC7F3}"/>
              </a:ext>
            </a:extLst>
          </p:cNvPr>
          <p:cNvSpPr/>
          <p:nvPr/>
        </p:nvSpPr>
        <p:spPr>
          <a:xfrm>
            <a:off x="8000654" y="3195754"/>
            <a:ext cx="3351608" cy="510833"/>
          </a:xfrm>
          <a:prstGeom prst="rect">
            <a:avLst/>
          </a:prstGeom>
          <a:solidFill>
            <a:srgbClr val="E51E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IN"/>
              <a:t>Unauthenticated Customer Data Download- NMI  </a:t>
            </a:r>
            <a:endParaRPr lang="en-US"/>
          </a:p>
        </p:txBody>
      </p:sp>
      <p:sp>
        <p:nvSpPr>
          <p:cNvPr id="28" name="Isosceles Triangle 27">
            <a:extLst>
              <a:ext uri="{FF2B5EF4-FFF2-40B4-BE49-F238E27FC236}">
                <a16:creationId xmlns:a16="http://schemas.microsoft.com/office/drawing/2014/main" id="{0BFF146B-BEDC-4360-C7BE-F028871C36C5}"/>
              </a:ext>
            </a:extLst>
          </p:cNvPr>
          <p:cNvSpPr/>
          <p:nvPr/>
        </p:nvSpPr>
        <p:spPr>
          <a:xfrm flipV="1">
            <a:off x="11330337" y="3203110"/>
            <a:ext cx="530853" cy="515325"/>
          </a:xfrm>
          <a:prstGeom prst="triangle">
            <a:avLst>
              <a:gd name="adj" fmla="val 0"/>
            </a:avLst>
          </a:prstGeom>
          <a:solidFill>
            <a:srgbClr val="E51E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Rounded Corners 28">
            <a:extLst>
              <a:ext uri="{FF2B5EF4-FFF2-40B4-BE49-F238E27FC236}">
                <a16:creationId xmlns:a16="http://schemas.microsoft.com/office/drawing/2014/main" id="{54D7EE7B-A083-81D4-9C79-4D89C710F055}"/>
              </a:ext>
            </a:extLst>
          </p:cNvPr>
          <p:cNvSpPr/>
          <p:nvPr/>
        </p:nvSpPr>
        <p:spPr>
          <a:xfrm>
            <a:off x="10444943" y="5444190"/>
            <a:ext cx="1015220" cy="400268"/>
          </a:xfrm>
          <a:prstGeom prst="roundRect">
            <a:avLst>
              <a:gd name="adj" fmla="val 5000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b="1">
                <a:solidFill>
                  <a:schemeClr val="tx1"/>
                </a:solidFill>
              </a:rPr>
              <a:t>Closed</a:t>
            </a:r>
            <a:endParaRPr lang="en-US" b="1">
              <a:solidFill>
                <a:schemeClr val="tx1"/>
              </a:solidFill>
            </a:endParaRPr>
          </a:p>
        </p:txBody>
      </p:sp>
    </p:spTree>
    <p:extLst>
      <p:ext uri="{BB962C8B-B14F-4D97-AF65-F5344CB8AC3E}">
        <p14:creationId xmlns:p14="http://schemas.microsoft.com/office/powerpoint/2010/main" val="32181057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88C1A2-18E4-3DE5-308A-727BF0D127CB}"/>
            </a:ext>
          </a:extLst>
        </p:cNvPr>
        <p:cNvGrpSpPr/>
        <p:nvPr/>
      </p:nvGrpSpPr>
      <p:grpSpPr>
        <a:xfrm>
          <a:off x="0" y="0"/>
          <a:ext cx="0" cy="0"/>
          <a:chOff x="0" y="0"/>
          <a:chExt cx="0" cy="0"/>
        </a:xfrm>
      </p:grpSpPr>
      <p:sp>
        <p:nvSpPr>
          <p:cNvPr id="3" name="Isosceles Triangle 2">
            <a:extLst>
              <a:ext uri="{FF2B5EF4-FFF2-40B4-BE49-F238E27FC236}">
                <a16:creationId xmlns:a16="http://schemas.microsoft.com/office/drawing/2014/main" id="{69F254EE-91FC-F02B-406C-CB76D6E58E42}"/>
              </a:ext>
            </a:extLst>
          </p:cNvPr>
          <p:cNvSpPr/>
          <p:nvPr/>
        </p:nvSpPr>
        <p:spPr>
          <a:xfrm flipV="1">
            <a:off x="11437343" y="1083049"/>
            <a:ext cx="530853" cy="300255"/>
          </a:xfrm>
          <a:prstGeom prst="triangle">
            <a:avLst>
              <a:gd name="adj" fmla="val 38077"/>
            </a:avLst>
          </a:prstGeom>
          <a:solidFill>
            <a:srgbClr val="E51E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Placeholder 1">
            <a:extLst>
              <a:ext uri="{FF2B5EF4-FFF2-40B4-BE49-F238E27FC236}">
                <a16:creationId xmlns:a16="http://schemas.microsoft.com/office/drawing/2014/main" id="{99EF356E-D7B1-F0E2-6457-8CC5281D93CE}"/>
              </a:ext>
            </a:extLst>
          </p:cNvPr>
          <p:cNvSpPr>
            <a:spLocks noGrp="1"/>
          </p:cNvSpPr>
          <p:nvPr>
            <p:ph type="body" sz="quarter" idx="10"/>
          </p:nvPr>
        </p:nvSpPr>
        <p:spPr/>
        <p:txBody>
          <a:bodyPr/>
          <a:lstStyle/>
          <a:p>
            <a:r>
              <a:rPr lang="en-IN"/>
              <a:t>Critical Findings - Overview</a:t>
            </a:r>
            <a:endParaRPr lang="en-US"/>
          </a:p>
        </p:txBody>
      </p:sp>
      <p:grpSp>
        <p:nvGrpSpPr>
          <p:cNvPr id="31" name="Group 30">
            <a:extLst>
              <a:ext uri="{FF2B5EF4-FFF2-40B4-BE49-F238E27FC236}">
                <a16:creationId xmlns:a16="http://schemas.microsoft.com/office/drawing/2014/main" id="{A0EE024F-91AA-D2EA-7304-C7CF58E60E99}"/>
              </a:ext>
            </a:extLst>
          </p:cNvPr>
          <p:cNvGrpSpPr/>
          <p:nvPr/>
        </p:nvGrpSpPr>
        <p:grpSpPr>
          <a:xfrm>
            <a:off x="359680" y="1083553"/>
            <a:ext cx="3545611" cy="4822830"/>
            <a:chOff x="359681" y="1083553"/>
            <a:chExt cx="2607105" cy="4822830"/>
          </a:xfrm>
        </p:grpSpPr>
        <p:sp>
          <p:nvSpPr>
            <p:cNvPr id="80" name="Rectangle 79">
              <a:extLst>
                <a:ext uri="{FF2B5EF4-FFF2-40B4-BE49-F238E27FC236}">
                  <a16:creationId xmlns:a16="http://schemas.microsoft.com/office/drawing/2014/main" id="{FAE6F3E9-581B-41B2-BEF8-7A8AF87A52FE}"/>
                </a:ext>
              </a:extLst>
            </p:cNvPr>
            <p:cNvSpPr/>
            <p:nvPr/>
          </p:nvSpPr>
          <p:spPr>
            <a:xfrm>
              <a:off x="359685" y="1383304"/>
              <a:ext cx="2607101" cy="452307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07027F44-10B2-DB86-9F7E-0D85682E375A}"/>
                </a:ext>
              </a:extLst>
            </p:cNvPr>
            <p:cNvSpPr/>
            <p:nvPr/>
          </p:nvSpPr>
          <p:spPr>
            <a:xfrm>
              <a:off x="359681" y="1083553"/>
              <a:ext cx="2385157" cy="303280"/>
            </a:xfrm>
            <a:prstGeom prst="rect">
              <a:avLst/>
            </a:prstGeom>
            <a:solidFill>
              <a:srgbClr val="E51E26"/>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r>
                <a:rPr lang="en-IN" sz="1600"/>
                <a:t>Authentication Bypass- FastTrack</a:t>
              </a:r>
              <a:endParaRPr lang="en-US" sz="1600"/>
            </a:p>
          </p:txBody>
        </p:sp>
      </p:grpSp>
      <p:sp>
        <p:nvSpPr>
          <p:cNvPr id="33" name="Isosceles Triangle 32">
            <a:extLst>
              <a:ext uri="{FF2B5EF4-FFF2-40B4-BE49-F238E27FC236}">
                <a16:creationId xmlns:a16="http://schemas.microsoft.com/office/drawing/2014/main" id="{2FBCC066-97E9-4FD9-C7B3-0ABF37EFF41C}"/>
              </a:ext>
            </a:extLst>
          </p:cNvPr>
          <p:cNvSpPr/>
          <p:nvPr/>
        </p:nvSpPr>
        <p:spPr>
          <a:xfrm flipV="1">
            <a:off x="3575536" y="1083551"/>
            <a:ext cx="530853" cy="299752"/>
          </a:xfrm>
          <a:prstGeom prst="triangle">
            <a:avLst>
              <a:gd name="adj" fmla="val 0"/>
            </a:avLst>
          </a:prstGeom>
          <a:solidFill>
            <a:srgbClr val="E51E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 name="Group 4">
            <a:extLst>
              <a:ext uri="{FF2B5EF4-FFF2-40B4-BE49-F238E27FC236}">
                <a16:creationId xmlns:a16="http://schemas.microsoft.com/office/drawing/2014/main" id="{1CF8FA51-7B29-584F-EE3C-D2B3AFF5DDFB}"/>
              </a:ext>
            </a:extLst>
          </p:cNvPr>
          <p:cNvGrpSpPr/>
          <p:nvPr/>
        </p:nvGrpSpPr>
        <p:grpSpPr>
          <a:xfrm>
            <a:off x="4154551" y="1080022"/>
            <a:ext cx="3809684" cy="4826361"/>
            <a:chOff x="4173877" y="1093176"/>
            <a:chExt cx="3809684" cy="4826361"/>
          </a:xfrm>
        </p:grpSpPr>
        <p:grpSp>
          <p:nvGrpSpPr>
            <p:cNvPr id="32" name="Group 31">
              <a:extLst>
                <a:ext uri="{FF2B5EF4-FFF2-40B4-BE49-F238E27FC236}">
                  <a16:creationId xmlns:a16="http://schemas.microsoft.com/office/drawing/2014/main" id="{F0FDCAC0-B4BB-EBF8-8CB5-4732224FD03E}"/>
                </a:ext>
              </a:extLst>
            </p:cNvPr>
            <p:cNvGrpSpPr/>
            <p:nvPr/>
          </p:nvGrpSpPr>
          <p:grpSpPr>
            <a:xfrm>
              <a:off x="4173877" y="1093176"/>
              <a:ext cx="3554228" cy="4826361"/>
              <a:chOff x="4237626" y="1093176"/>
              <a:chExt cx="2617925" cy="4826361"/>
            </a:xfrm>
          </p:grpSpPr>
          <p:sp>
            <p:nvSpPr>
              <p:cNvPr id="4" name="Rectangle 3">
                <a:extLst>
                  <a:ext uri="{FF2B5EF4-FFF2-40B4-BE49-F238E27FC236}">
                    <a16:creationId xmlns:a16="http://schemas.microsoft.com/office/drawing/2014/main" id="{E8AD55DF-C37A-DE27-A9CA-55DB328D223E}"/>
                  </a:ext>
                </a:extLst>
              </p:cNvPr>
              <p:cNvSpPr/>
              <p:nvPr/>
            </p:nvSpPr>
            <p:spPr>
              <a:xfrm>
                <a:off x="4243977" y="1396458"/>
                <a:ext cx="2611574" cy="452307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B165229E-85E0-9023-B662-72A04A1824EA}"/>
                  </a:ext>
                </a:extLst>
              </p:cNvPr>
              <p:cNvSpPr/>
              <p:nvPr/>
            </p:nvSpPr>
            <p:spPr>
              <a:xfrm>
                <a:off x="4237626" y="1093176"/>
                <a:ext cx="2571972" cy="306811"/>
              </a:xfrm>
              <a:prstGeom prst="rect">
                <a:avLst/>
              </a:prstGeom>
              <a:solidFill>
                <a:srgbClr val="E51E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IN" sz="1600"/>
                  <a:t>Lack of Session Enforcement - FastTrack</a:t>
                </a:r>
                <a:endParaRPr lang="en-US" sz="1600"/>
              </a:p>
            </p:txBody>
          </p:sp>
          <p:sp>
            <p:nvSpPr>
              <p:cNvPr id="10" name="Rectangle: Rounded Corners 9">
                <a:extLst>
                  <a:ext uri="{FF2B5EF4-FFF2-40B4-BE49-F238E27FC236}">
                    <a16:creationId xmlns:a16="http://schemas.microsoft.com/office/drawing/2014/main" id="{1A3A01D0-A867-174D-989D-3DC7EEA54B22}"/>
                  </a:ext>
                </a:extLst>
              </p:cNvPr>
              <p:cNvSpPr/>
              <p:nvPr/>
            </p:nvSpPr>
            <p:spPr>
              <a:xfrm>
                <a:off x="6026786" y="5417747"/>
                <a:ext cx="718210" cy="417897"/>
              </a:xfrm>
              <a:prstGeom prst="roundRect">
                <a:avLst>
                  <a:gd name="adj" fmla="val 5000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b="1">
                    <a:solidFill>
                      <a:schemeClr val="tx1"/>
                    </a:solidFill>
                  </a:rPr>
                  <a:t>Closed</a:t>
                </a:r>
                <a:endParaRPr lang="en-US" b="1">
                  <a:solidFill>
                    <a:schemeClr val="tx1"/>
                  </a:solidFill>
                </a:endParaRPr>
              </a:p>
            </p:txBody>
          </p:sp>
        </p:grpSp>
        <p:sp>
          <p:nvSpPr>
            <p:cNvPr id="35" name="Isosceles Triangle 34">
              <a:extLst>
                <a:ext uri="{FF2B5EF4-FFF2-40B4-BE49-F238E27FC236}">
                  <a16:creationId xmlns:a16="http://schemas.microsoft.com/office/drawing/2014/main" id="{E27AB4A5-88F5-3E6F-8668-6D213B3A0D7F}"/>
                </a:ext>
              </a:extLst>
            </p:cNvPr>
            <p:cNvSpPr/>
            <p:nvPr/>
          </p:nvSpPr>
          <p:spPr>
            <a:xfrm flipV="1">
              <a:off x="7452708" y="1094690"/>
              <a:ext cx="530853" cy="300255"/>
            </a:xfrm>
            <a:prstGeom prst="triangle">
              <a:avLst>
                <a:gd name="adj" fmla="val 38077"/>
              </a:avLst>
            </a:prstGeom>
            <a:solidFill>
              <a:srgbClr val="E51E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 name="Group 8">
            <a:extLst>
              <a:ext uri="{FF2B5EF4-FFF2-40B4-BE49-F238E27FC236}">
                <a16:creationId xmlns:a16="http://schemas.microsoft.com/office/drawing/2014/main" id="{98F3C510-7AF9-37A8-8C9B-2338C95FBF78}"/>
              </a:ext>
            </a:extLst>
          </p:cNvPr>
          <p:cNvGrpSpPr/>
          <p:nvPr/>
        </p:nvGrpSpPr>
        <p:grpSpPr>
          <a:xfrm>
            <a:off x="7992032" y="1083552"/>
            <a:ext cx="3644470" cy="4835985"/>
            <a:chOff x="4237626" y="1093177"/>
            <a:chExt cx="2684394" cy="4835985"/>
          </a:xfrm>
        </p:grpSpPr>
        <p:sp>
          <p:nvSpPr>
            <p:cNvPr id="12" name="Rectangle 11">
              <a:extLst>
                <a:ext uri="{FF2B5EF4-FFF2-40B4-BE49-F238E27FC236}">
                  <a16:creationId xmlns:a16="http://schemas.microsoft.com/office/drawing/2014/main" id="{D343E2F4-90FE-E16E-82C8-7D940F78BDD4}"/>
                </a:ext>
              </a:extLst>
            </p:cNvPr>
            <p:cNvSpPr/>
            <p:nvPr/>
          </p:nvSpPr>
          <p:spPr>
            <a:xfrm>
              <a:off x="4243977" y="1396458"/>
              <a:ext cx="2611574" cy="4532704"/>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01053C12-B0F7-34BC-F721-28EE39A87320}"/>
                </a:ext>
              </a:extLst>
            </p:cNvPr>
            <p:cNvSpPr/>
            <p:nvPr/>
          </p:nvSpPr>
          <p:spPr>
            <a:xfrm>
              <a:off x="4237626" y="1093177"/>
              <a:ext cx="2684394" cy="297988"/>
            </a:xfrm>
            <a:prstGeom prst="rect">
              <a:avLst/>
            </a:prstGeom>
            <a:solidFill>
              <a:srgbClr val="E51E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IN" sz="1600"/>
                <a:t>Lack of Session Enforcement – IFCU Portal</a:t>
              </a:r>
              <a:endParaRPr lang="en-US" sz="1600"/>
            </a:p>
          </p:txBody>
        </p:sp>
        <p:sp>
          <p:nvSpPr>
            <p:cNvPr id="16" name="Rectangle: Rounded Corners 15">
              <a:extLst>
                <a:ext uri="{FF2B5EF4-FFF2-40B4-BE49-F238E27FC236}">
                  <a16:creationId xmlns:a16="http://schemas.microsoft.com/office/drawing/2014/main" id="{D0D47EFC-881D-7201-D065-7A150B5317AA}"/>
                </a:ext>
              </a:extLst>
            </p:cNvPr>
            <p:cNvSpPr/>
            <p:nvPr/>
          </p:nvSpPr>
          <p:spPr>
            <a:xfrm>
              <a:off x="6037946" y="5445001"/>
              <a:ext cx="719308" cy="400268"/>
            </a:xfrm>
            <a:prstGeom prst="roundRect">
              <a:avLst>
                <a:gd name="adj" fmla="val 5000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b="1">
                  <a:solidFill>
                    <a:schemeClr val="tx1"/>
                  </a:solidFill>
                </a:rPr>
                <a:t>Closed</a:t>
              </a:r>
              <a:endParaRPr lang="en-US" b="1">
                <a:solidFill>
                  <a:schemeClr val="tx1"/>
                </a:solidFill>
              </a:endParaRPr>
            </a:p>
          </p:txBody>
        </p:sp>
      </p:grpSp>
      <p:sp>
        <p:nvSpPr>
          <p:cNvPr id="15" name="TextBox 14">
            <a:extLst>
              <a:ext uri="{FF2B5EF4-FFF2-40B4-BE49-F238E27FC236}">
                <a16:creationId xmlns:a16="http://schemas.microsoft.com/office/drawing/2014/main" id="{72D744FE-4DDF-CD1C-C10C-50BBD4ED4A19}"/>
              </a:ext>
            </a:extLst>
          </p:cNvPr>
          <p:cNvSpPr txBox="1"/>
          <p:nvPr/>
        </p:nvSpPr>
        <p:spPr>
          <a:xfrm>
            <a:off x="392384" y="1392929"/>
            <a:ext cx="3243766" cy="830997"/>
          </a:xfrm>
          <a:prstGeom prst="rect">
            <a:avLst/>
          </a:prstGeom>
          <a:noFill/>
          <a:ln>
            <a:noFill/>
            <a:prstDash val="dash"/>
          </a:ln>
        </p:spPr>
        <p:txBody>
          <a:bodyPr wrap="square" rtlCol="0">
            <a:spAutoFit/>
          </a:bodyPr>
          <a:lstStyle/>
          <a:p>
            <a:r>
              <a:rPr lang="en-IN" sz="1200"/>
              <a:t>Finding Date: 26</a:t>
            </a:r>
            <a:r>
              <a:rPr lang="en-IN" sz="1200" baseline="30000"/>
              <a:t>th</a:t>
            </a:r>
            <a:r>
              <a:rPr lang="en-IN" sz="1200"/>
              <a:t> Feb 2026</a:t>
            </a:r>
          </a:p>
          <a:p>
            <a:r>
              <a:rPr lang="en-IN" sz="1200"/>
              <a:t>Remediation Date: 27</a:t>
            </a:r>
            <a:r>
              <a:rPr lang="en-IN" sz="1200" baseline="30000"/>
              <a:t>th</a:t>
            </a:r>
            <a:r>
              <a:rPr lang="en-IN" sz="1200"/>
              <a:t> Feb 2026</a:t>
            </a:r>
          </a:p>
          <a:p>
            <a:r>
              <a:rPr lang="en-IN" sz="1200"/>
              <a:t>Application Type: Web Application</a:t>
            </a:r>
          </a:p>
          <a:p>
            <a:r>
              <a:rPr lang="en-US" sz="1200"/>
              <a:t>Environment: Prod</a:t>
            </a:r>
            <a:endParaRPr lang="en-IN" sz="1200"/>
          </a:p>
        </p:txBody>
      </p:sp>
      <p:sp>
        <p:nvSpPr>
          <p:cNvPr id="19" name="TextBox 18">
            <a:extLst>
              <a:ext uri="{FF2B5EF4-FFF2-40B4-BE49-F238E27FC236}">
                <a16:creationId xmlns:a16="http://schemas.microsoft.com/office/drawing/2014/main" id="{AF893B79-8A06-0E22-AA2B-9AA9C94BD395}"/>
              </a:ext>
            </a:extLst>
          </p:cNvPr>
          <p:cNvSpPr txBox="1"/>
          <p:nvPr/>
        </p:nvSpPr>
        <p:spPr>
          <a:xfrm>
            <a:off x="4215203" y="1392929"/>
            <a:ext cx="3243766" cy="830997"/>
          </a:xfrm>
          <a:prstGeom prst="rect">
            <a:avLst/>
          </a:prstGeom>
          <a:noFill/>
          <a:ln>
            <a:noFill/>
            <a:prstDash val="dash"/>
          </a:ln>
        </p:spPr>
        <p:txBody>
          <a:bodyPr wrap="square" rtlCol="0">
            <a:spAutoFit/>
          </a:bodyPr>
          <a:lstStyle/>
          <a:p>
            <a:r>
              <a:rPr lang="en-IN" sz="1200"/>
              <a:t>Finding Date: 26</a:t>
            </a:r>
            <a:r>
              <a:rPr lang="en-IN" sz="1200" baseline="30000"/>
              <a:t>th</a:t>
            </a:r>
            <a:r>
              <a:rPr lang="en-IN" sz="1200"/>
              <a:t> Feb 2026</a:t>
            </a:r>
          </a:p>
          <a:p>
            <a:r>
              <a:rPr lang="en-IN" sz="1200"/>
              <a:t>Remediation Date: 02</a:t>
            </a:r>
            <a:r>
              <a:rPr lang="en-IN" sz="1200" baseline="30000"/>
              <a:t>nd</a:t>
            </a:r>
            <a:r>
              <a:rPr lang="en-IN" sz="1200"/>
              <a:t> Mar 2026</a:t>
            </a:r>
          </a:p>
          <a:p>
            <a:r>
              <a:rPr lang="en-IN" sz="1200"/>
              <a:t>Application Type: Web Application </a:t>
            </a:r>
            <a:endParaRPr lang="en-US" sz="1200"/>
          </a:p>
          <a:p>
            <a:r>
              <a:rPr lang="en-US" sz="1200"/>
              <a:t>Environment: UAT</a:t>
            </a:r>
            <a:endParaRPr lang="en-IN" sz="1200"/>
          </a:p>
        </p:txBody>
      </p:sp>
      <p:sp>
        <p:nvSpPr>
          <p:cNvPr id="23" name="TextBox 22">
            <a:extLst>
              <a:ext uri="{FF2B5EF4-FFF2-40B4-BE49-F238E27FC236}">
                <a16:creationId xmlns:a16="http://schemas.microsoft.com/office/drawing/2014/main" id="{B61DEDCA-4BF9-3AFC-C569-661F7552186A}"/>
              </a:ext>
            </a:extLst>
          </p:cNvPr>
          <p:cNvSpPr txBox="1"/>
          <p:nvPr/>
        </p:nvSpPr>
        <p:spPr>
          <a:xfrm>
            <a:off x="8054508" y="1392929"/>
            <a:ext cx="3243766" cy="830997"/>
          </a:xfrm>
          <a:prstGeom prst="rect">
            <a:avLst/>
          </a:prstGeom>
          <a:noFill/>
          <a:ln>
            <a:noFill/>
            <a:prstDash val="dash"/>
          </a:ln>
        </p:spPr>
        <p:txBody>
          <a:bodyPr wrap="square" rtlCol="0">
            <a:spAutoFit/>
          </a:bodyPr>
          <a:lstStyle/>
          <a:p>
            <a:r>
              <a:rPr lang="en-IN" sz="1200"/>
              <a:t>Finding Date: 13</a:t>
            </a:r>
            <a:r>
              <a:rPr lang="en-IN" sz="1200" baseline="30000"/>
              <a:t>th</a:t>
            </a:r>
            <a:r>
              <a:rPr lang="en-IN" sz="1200"/>
              <a:t> Mar 2026</a:t>
            </a:r>
          </a:p>
          <a:p>
            <a:r>
              <a:rPr lang="en-IN" sz="1200"/>
              <a:t>Remediation Date: 16</a:t>
            </a:r>
            <a:r>
              <a:rPr lang="en-IN" sz="1200" baseline="30000"/>
              <a:t>th</a:t>
            </a:r>
            <a:r>
              <a:rPr lang="en-IN" sz="1200"/>
              <a:t> Mar 2026</a:t>
            </a:r>
          </a:p>
          <a:p>
            <a:r>
              <a:rPr lang="en-IN" sz="1200"/>
              <a:t>Application Type: Web Application</a:t>
            </a:r>
          </a:p>
          <a:p>
            <a:r>
              <a:rPr lang="en-US" sz="1200"/>
              <a:t>Environment: Preprod</a:t>
            </a:r>
          </a:p>
        </p:txBody>
      </p:sp>
      <p:sp>
        <p:nvSpPr>
          <p:cNvPr id="100" name="Rectangle: Rounded Corners 99">
            <a:extLst>
              <a:ext uri="{FF2B5EF4-FFF2-40B4-BE49-F238E27FC236}">
                <a16:creationId xmlns:a16="http://schemas.microsoft.com/office/drawing/2014/main" id="{457AF0BD-50F5-79D9-FD22-3780C4726D6A}"/>
              </a:ext>
            </a:extLst>
          </p:cNvPr>
          <p:cNvSpPr/>
          <p:nvPr/>
        </p:nvSpPr>
        <p:spPr>
          <a:xfrm>
            <a:off x="2792573" y="5435376"/>
            <a:ext cx="975078" cy="417897"/>
          </a:xfrm>
          <a:prstGeom prst="roundRect">
            <a:avLst>
              <a:gd name="adj" fmla="val 5000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b="1">
                <a:solidFill>
                  <a:schemeClr val="tx1"/>
                </a:solidFill>
              </a:rPr>
              <a:t>Closed</a:t>
            </a:r>
            <a:endParaRPr lang="en-US" b="1">
              <a:solidFill>
                <a:schemeClr val="tx1"/>
              </a:solidFill>
            </a:endParaRPr>
          </a:p>
        </p:txBody>
      </p:sp>
      <p:grpSp>
        <p:nvGrpSpPr>
          <p:cNvPr id="28" name="Group 27">
            <a:extLst>
              <a:ext uri="{FF2B5EF4-FFF2-40B4-BE49-F238E27FC236}">
                <a16:creationId xmlns:a16="http://schemas.microsoft.com/office/drawing/2014/main" id="{99E29B99-2A13-45A6-F47B-2400C97B63A3}"/>
              </a:ext>
            </a:extLst>
          </p:cNvPr>
          <p:cNvGrpSpPr/>
          <p:nvPr/>
        </p:nvGrpSpPr>
        <p:grpSpPr>
          <a:xfrm>
            <a:off x="8812869" y="2357822"/>
            <a:ext cx="2002795" cy="2053352"/>
            <a:chOff x="4992151" y="2322892"/>
            <a:chExt cx="2002795" cy="2053352"/>
          </a:xfrm>
        </p:grpSpPr>
        <p:sp>
          <p:nvSpPr>
            <p:cNvPr id="29" name="Rectangle: Rounded Corners 28">
              <a:extLst>
                <a:ext uri="{FF2B5EF4-FFF2-40B4-BE49-F238E27FC236}">
                  <a16:creationId xmlns:a16="http://schemas.microsoft.com/office/drawing/2014/main" id="{755A316E-5268-971F-B9E4-DC6AF0A7C429}"/>
                </a:ext>
              </a:extLst>
            </p:cNvPr>
            <p:cNvSpPr/>
            <p:nvPr/>
          </p:nvSpPr>
          <p:spPr>
            <a:xfrm>
              <a:off x="4992151" y="2322892"/>
              <a:ext cx="2002795" cy="563406"/>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200">
                  <a:solidFill>
                    <a:schemeClr val="tx1"/>
                  </a:solidFill>
                </a:rPr>
                <a:t>Initial login access with valid credentials</a:t>
              </a:r>
              <a:endParaRPr lang="en-US" sz="1200">
                <a:solidFill>
                  <a:schemeClr val="tx1"/>
                </a:solidFill>
              </a:endParaRPr>
            </a:p>
          </p:txBody>
        </p:sp>
        <p:sp>
          <p:nvSpPr>
            <p:cNvPr id="30" name="Rectangle: Rounded Corners 29">
              <a:extLst>
                <a:ext uri="{FF2B5EF4-FFF2-40B4-BE49-F238E27FC236}">
                  <a16:creationId xmlns:a16="http://schemas.microsoft.com/office/drawing/2014/main" id="{F285ABCE-2ACA-5BF0-CA4F-0C73AFBBC1F1}"/>
                </a:ext>
              </a:extLst>
            </p:cNvPr>
            <p:cNvSpPr/>
            <p:nvPr/>
          </p:nvSpPr>
          <p:spPr>
            <a:xfrm>
              <a:off x="4992151" y="3943108"/>
              <a:ext cx="2002795" cy="433136"/>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200">
                  <a:solidFill>
                    <a:schemeClr val="tx1"/>
                  </a:solidFill>
                </a:rPr>
                <a:t>Complaint details exposed without any authentication</a:t>
              </a:r>
              <a:endParaRPr lang="en-US" sz="1200">
                <a:solidFill>
                  <a:schemeClr val="tx1"/>
                </a:solidFill>
              </a:endParaRPr>
            </a:p>
          </p:txBody>
        </p:sp>
        <p:cxnSp>
          <p:nvCxnSpPr>
            <p:cNvPr id="34" name="Straight Arrow Connector 33">
              <a:extLst>
                <a:ext uri="{FF2B5EF4-FFF2-40B4-BE49-F238E27FC236}">
                  <a16:creationId xmlns:a16="http://schemas.microsoft.com/office/drawing/2014/main" id="{35C6C0C1-B857-FD37-1ECA-1F2B2C7FF76E}"/>
                </a:ext>
              </a:extLst>
            </p:cNvPr>
            <p:cNvCxnSpPr>
              <a:cxnSpLocks/>
              <a:endCxn id="30" idx="0"/>
            </p:cNvCxnSpPr>
            <p:nvPr/>
          </p:nvCxnSpPr>
          <p:spPr>
            <a:xfrm>
              <a:off x="5993549" y="3801675"/>
              <a:ext cx="0" cy="1414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6" name="Rectangle: Rounded Corners 35">
              <a:extLst>
                <a:ext uri="{FF2B5EF4-FFF2-40B4-BE49-F238E27FC236}">
                  <a16:creationId xmlns:a16="http://schemas.microsoft.com/office/drawing/2014/main" id="{A37CF68D-7D29-F3D9-7FE0-3F3DD485C844}"/>
                </a:ext>
              </a:extLst>
            </p:cNvPr>
            <p:cNvSpPr/>
            <p:nvPr/>
          </p:nvSpPr>
          <p:spPr>
            <a:xfrm>
              <a:off x="4992151" y="3027561"/>
              <a:ext cx="2002795" cy="774113"/>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err="1">
                  <a:solidFill>
                    <a:schemeClr val="tx1"/>
                  </a:solidFill>
                </a:rPr>
                <a:t>IFCUService</a:t>
              </a:r>
              <a:r>
                <a:rPr lang="en-US" sz="1200">
                  <a:solidFill>
                    <a:schemeClr val="tx1"/>
                  </a:solidFill>
                </a:rPr>
                <a:t>/Dashboard/</a:t>
              </a:r>
              <a:r>
                <a:rPr lang="en-US" sz="1200" err="1">
                  <a:solidFill>
                    <a:schemeClr val="tx1"/>
                  </a:solidFill>
                </a:rPr>
                <a:t>BindAllRequest</a:t>
              </a:r>
              <a:r>
                <a:rPr lang="en-US" sz="1200">
                  <a:solidFill>
                    <a:schemeClr val="tx1"/>
                  </a:solidFill>
                </a:rPr>
                <a:t> accessible without  any session cookies/tokens</a:t>
              </a:r>
            </a:p>
          </p:txBody>
        </p:sp>
        <p:cxnSp>
          <p:nvCxnSpPr>
            <p:cNvPr id="37" name="Straight Arrow Connector 36">
              <a:extLst>
                <a:ext uri="{FF2B5EF4-FFF2-40B4-BE49-F238E27FC236}">
                  <a16:creationId xmlns:a16="http://schemas.microsoft.com/office/drawing/2014/main" id="{4B06D61A-D846-8D51-20D7-B6BEB213114B}"/>
                </a:ext>
              </a:extLst>
            </p:cNvPr>
            <p:cNvCxnSpPr>
              <a:cxnSpLocks/>
              <a:endCxn id="36" idx="0"/>
            </p:cNvCxnSpPr>
            <p:nvPr/>
          </p:nvCxnSpPr>
          <p:spPr>
            <a:xfrm>
              <a:off x="5993549" y="2886130"/>
              <a:ext cx="0" cy="1414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45" name="Group 44">
            <a:extLst>
              <a:ext uri="{FF2B5EF4-FFF2-40B4-BE49-F238E27FC236}">
                <a16:creationId xmlns:a16="http://schemas.microsoft.com/office/drawing/2014/main" id="{F9166281-F63D-AF41-1233-D32EDC4428C8}"/>
              </a:ext>
            </a:extLst>
          </p:cNvPr>
          <p:cNvGrpSpPr/>
          <p:nvPr/>
        </p:nvGrpSpPr>
        <p:grpSpPr>
          <a:xfrm>
            <a:off x="4901870" y="2208218"/>
            <a:ext cx="2002795" cy="3112482"/>
            <a:chOff x="4934578" y="2475292"/>
            <a:chExt cx="2002795" cy="3258938"/>
          </a:xfrm>
        </p:grpSpPr>
        <p:grpSp>
          <p:nvGrpSpPr>
            <p:cNvPr id="8" name="Group 7">
              <a:extLst>
                <a:ext uri="{FF2B5EF4-FFF2-40B4-BE49-F238E27FC236}">
                  <a16:creationId xmlns:a16="http://schemas.microsoft.com/office/drawing/2014/main" id="{808952D8-270F-E46B-F3C1-B181F8FC36FE}"/>
                </a:ext>
              </a:extLst>
            </p:cNvPr>
            <p:cNvGrpSpPr/>
            <p:nvPr/>
          </p:nvGrpSpPr>
          <p:grpSpPr>
            <a:xfrm>
              <a:off x="4934578" y="2475292"/>
              <a:ext cx="2002795" cy="1934821"/>
              <a:chOff x="4992151" y="2322892"/>
              <a:chExt cx="2002795" cy="1934821"/>
            </a:xfrm>
          </p:grpSpPr>
          <p:sp>
            <p:nvSpPr>
              <p:cNvPr id="14" name="Rectangle: Rounded Corners 13">
                <a:extLst>
                  <a:ext uri="{FF2B5EF4-FFF2-40B4-BE49-F238E27FC236}">
                    <a16:creationId xmlns:a16="http://schemas.microsoft.com/office/drawing/2014/main" id="{CC27A56A-05C5-6FCA-AB2E-38CD9838A8A7}"/>
                  </a:ext>
                </a:extLst>
              </p:cNvPr>
              <p:cNvSpPr/>
              <p:nvPr/>
            </p:nvSpPr>
            <p:spPr>
              <a:xfrm>
                <a:off x="4992151" y="2322892"/>
                <a:ext cx="2002795" cy="563406"/>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200">
                    <a:solidFill>
                      <a:schemeClr val="tx1"/>
                    </a:solidFill>
                  </a:rPr>
                  <a:t>Initial login access with valid credentials</a:t>
                </a:r>
                <a:endParaRPr lang="en-US" sz="1200">
                  <a:solidFill>
                    <a:schemeClr val="tx1"/>
                  </a:solidFill>
                </a:endParaRPr>
              </a:p>
            </p:txBody>
          </p:sp>
          <p:sp>
            <p:nvSpPr>
              <p:cNvPr id="17" name="Rectangle: Rounded Corners 16">
                <a:extLst>
                  <a:ext uri="{FF2B5EF4-FFF2-40B4-BE49-F238E27FC236}">
                    <a16:creationId xmlns:a16="http://schemas.microsoft.com/office/drawing/2014/main" id="{3861D736-99EE-02D9-35A2-654CD3911B58}"/>
                  </a:ext>
                </a:extLst>
              </p:cNvPr>
              <p:cNvSpPr/>
              <p:nvPr/>
            </p:nvSpPr>
            <p:spPr>
              <a:xfrm>
                <a:off x="4992151" y="3824577"/>
                <a:ext cx="2002795" cy="433136"/>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200">
                    <a:solidFill>
                      <a:schemeClr val="tx1"/>
                    </a:solidFill>
                  </a:rPr>
                  <a:t>/GHI/</a:t>
                </a:r>
                <a:r>
                  <a:rPr lang="en-IN" sz="1200" err="1">
                    <a:solidFill>
                      <a:schemeClr val="tx1"/>
                    </a:solidFill>
                  </a:rPr>
                  <a:t>LoadProductPolicyData</a:t>
                </a:r>
                <a:r>
                  <a:rPr lang="en-IN" sz="1200">
                    <a:solidFill>
                      <a:schemeClr val="tx1"/>
                    </a:solidFill>
                  </a:rPr>
                  <a:t> – PII details exposed</a:t>
                </a:r>
                <a:endParaRPr lang="en-US" sz="1200">
                  <a:solidFill>
                    <a:schemeClr val="tx1"/>
                  </a:solidFill>
                </a:endParaRPr>
              </a:p>
            </p:txBody>
          </p:sp>
          <p:cxnSp>
            <p:nvCxnSpPr>
              <p:cNvPr id="18" name="Straight Arrow Connector 17">
                <a:extLst>
                  <a:ext uri="{FF2B5EF4-FFF2-40B4-BE49-F238E27FC236}">
                    <a16:creationId xmlns:a16="http://schemas.microsoft.com/office/drawing/2014/main" id="{B29B0E9F-2427-0C02-3053-AAC51C330E53}"/>
                  </a:ext>
                </a:extLst>
              </p:cNvPr>
              <p:cNvCxnSpPr>
                <a:cxnSpLocks/>
                <a:endCxn id="17" idx="0"/>
              </p:cNvCxnSpPr>
              <p:nvPr/>
            </p:nvCxnSpPr>
            <p:spPr>
              <a:xfrm>
                <a:off x="5993549" y="3683144"/>
                <a:ext cx="0" cy="1414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Rectangle: Rounded Corners 19">
                <a:extLst>
                  <a:ext uri="{FF2B5EF4-FFF2-40B4-BE49-F238E27FC236}">
                    <a16:creationId xmlns:a16="http://schemas.microsoft.com/office/drawing/2014/main" id="{E6F98A67-4689-3B04-F58F-13F99887ECD0}"/>
                  </a:ext>
                </a:extLst>
              </p:cNvPr>
              <p:cNvSpPr/>
              <p:nvPr/>
            </p:nvSpPr>
            <p:spPr>
              <a:xfrm>
                <a:off x="4992151" y="3027562"/>
                <a:ext cx="2002795" cy="655582"/>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a:solidFill>
                      <a:schemeClr val="tx1"/>
                    </a:solidFill>
                  </a:rPr>
                  <a:t>Multiple endpoints accessible without any session cookies/tokens</a:t>
                </a:r>
              </a:p>
            </p:txBody>
          </p:sp>
          <p:cxnSp>
            <p:nvCxnSpPr>
              <p:cNvPr id="21" name="Straight Arrow Connector 20">
                <a:extLst>
                  <a:ext uri="{FF2B5EF4-FFF2-40B4-BE49-F238E27FC236}">
                    <a16:creationId xmlns:a16="http://schemas.microsoft.com/office/drawing/2014/main" id="{58B587E6-3285-ECFC-2205-D5A39F35DF36}"/>
                  </a:ext>
                </a:extLst>
              </p:cNvPr>
              <p:cNvCxnSpPr>
                <a:cxnSpLocks/>
                <a:endCxn id="20" idx="0"/>
              </p:cNvCxnSpPr>
              <p:nvPr/>
            </p:nvCxnSpPr>
            <p:spPr>
              <a:xfrm>
                <a:off x="5993549" y="2886130"/>
                <a:ext cx="0" cy="1414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
          <p:nvSpPr>
            <p:cNvPr id="39" name="Rectangle: Rounded Corners 38">
              <a:extLst>
                <a:ext uri="{FF2B5EF4-FFF2-40B4-BE49-F238E27FC236}">
                  <a16:creationId xmlns:a16="http://schemas.microsoft.com/office/drawing/2014/main" id="{4FFADF66-E2E5-F944-EBDD-FE922CB7CD31}"/>
                </a:ext>
              </a:extLst>
            </p:cNvPr>
            <p:cNvSpPr/>
            <p:nvPr/>
          </p:nvSpPr>
          <p:spPr>
            <a:xfrm>
              <a:off x="4934578" y="4551546"/>
              <a:ext cx="2002795" cy="433136"/>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200">
                  <a:solidFill>
                    <a:schemeClr val="tx1"/>
                  </a:solidFill>
                </a:rPr>
                <a:t>/</a:t>
              </a:r>
              <a:r>
                <a:rPr lang="en-IN" sz="1200" err="1">
                  <a:solidFill>
                    <a:schemeClr val="tx1"/>
                  </a:solidFill>
                </a:rPr>
                <a:t>ArohanPartner</a:t>
              </a:r>
              <a:r>
                <a:rPr lang="en-IN" sz="1200">
                  <a:solidFill>
                    <a:schemeClr val="tx1"/>
                  </a:solidFill>
                </a:rPr>
                <a:t>/</a:t>
              </a:r>
              <a:r>
                <a:rPr lang="en-IN" sz="1200" err="1">
                  <a:solidFill>
                    <a:schemeClr val="tx1"/>
                  </a:solidFill>
                </a:rPr>
                <a:t>GetPartnerList</a:t>
              </a:r>
              <a:r>
                <a:rPr lang="en-IN" sz="1200">
                  <a:solidFill>
                    <a:schemeClr val="tx1"/>
                  </a:solidFill>
                </a:rPr>
                <a:t>– 21 partners list exposed</a:t>
              </a:r>
              <a:endParaRPr lang="en-US" sz="1200">
                <a:solidFill>
                  <a:schemeClr val="tx1"/>
                </a:solidFill>
              </a:endParaRPr>
            </a:p>
          </p:txBody>
        </p:sp>
        <p:cxnSp>
          <p:nvCxnSpPr>
            <p:cNvPr id="41" name="Straight Arrow Connector 40">
              <a:extLst>
                <a:ext uri="{FF2B5EF4-FFF2-40B4-BE49-F238E27FC236}">
                  <a16:creationId xmlns:a16="http://schemas.microsoft.com/office/drawing/2014/main" id="{9A79A741-8E16-C149-ED88-199F7FB0E94B}"/>
                </a:ext>
              </a:extLst>
            </p:cNvPr>
            <p:cNvCxnSpPr>
              <a:cxnSpLocks/>
              <a:endCxn id="39" idx="0"/>
            </p:cNvCxnSpPr>
            <p:nvPr/>
          </p:nvCxnSpPr>
          <p:spPr>
            <a:xfrm>
              <a:off x="5935976" y="4410113"/>
              <a:ext cx="0" cy="1414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3" name="Rectangle: Rounded Corners 42">
              <a:extLst>
                <a:ext uri="{FF2B5EF4-FFF2-40B4-BE49-F238E27FC236}">
                  <a16:creationId xmlns:a16="http://schemas.microsoft.com/office/drawing/2014/main" id="{26BAF120-1FE7-0CA3-D1FF-6364CBF5AC81}"/>
                </a:ext>
              </a:extLst>
            </p:cNvPr>
            <p:cNvSpPr/>
            <p:nvPr/>
          </p:nvSpPr>
          <p:spPr>
            <a:xfrm>
              <a:off x="4934578" y="5129654"/>
              <a:ext cx="2002795" cy="604576"/>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200">
                  <a:solidFill>
                    <a:schemeClr val="tx1"/>
                  </a:solidFill>
                </a:rPr>
                <a:t>/Admin/</a:t>
              </a:r>
              <a:r>
                <a:rPr lang="en-IN" sz="1200" err="1">
                  <a:solidFill>
                    <a:schemeClr val="tx1"/>
                  </a:solidFill>
                </a:rPr>
                <a:t>CheckUserByEmpCode</a:t>
              </a:r>
              <a:r>
                <a:rPr lang="en-IN" sz="1200">
                  <a:solidFill>
                    <a:schemeClr val="tx1"/>
                  </a:solidFill>
                </a:rPr>
                <a:t> – Employee PII details exposed</a:t>
              </a:r>
              <a:endParaRPr lang="en-US" sz="1200">
                <a:solidFill>
                  <a:schemeClr val="tx1"/>
                </a:solidFill>
              </a:endParaRPr>
            </a:p>
          </p:txBody>
        </p:sp>
        <p:cxnSp>
          <p:nvCxnSpPr>
            <p:cNvPr id="44" name="Straight Arrow Connector 43">
              <a:extLst>
                <a:ext uri="{FF2B5EF4-FFF2-40B4-BE49-F238E27FC236}">
                  <a16:creationId xmlns:a16="http://schemas.microsoft.com/office/drawing/2014/main" id="{AE0DEB89-C07C-FFEE-ACFB-57BD6F01597B}"/>
                </a:ext>
              </a:extLst>
            </p:cNvPr>
            <p:cNvCxnSpPr>
              <a:cxnSpLocks/>
              <a:endCxn id="43" idx="0"/>
            </p:cNvCxnSpPr>
            <p:nvPr/>
          </p:nvCxnSpPr>
          <p:spPr>
            <a:xfrm>
              <a:off x="5935976" y="4988222"/>
              <a:ext cx="0" cy="1414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
        <p:nvSpPr>
          <p:cNvPr id="74" name="Rectangle: Rounded Corners 73">
            <a:extLst>
              <a:ext uri="{FF2B5EF4-FFF2-40B4-BE49-F238E27FC236}">
                <a16:creationId xmlns:a16="http://schemas.microsoft.com/office/drawing/2014/main" id="{D42EED1A-237B-145B-AC7D-B8E6292E26F5}"/>
              </a:ext>
            </a:extLst>
          </p:cNvPr>
          <p:cNvSpPr/>
          <p:nvPr/>
        </p:nvSpPr>
        <p:spPr>
          <a:xfrm>
            <a:off x="1140771" y="2923520"/>
            <a:ext cx="2002795" cy="1320828"/>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a:solidFill>
                  <a:schemeClr val="tx1"/>
                </a:solidFill>
              </a:rPr>
              <a:t>Application accepted arbitrary password along with a valid username- resulting in successful login without any password validation</a:t>
            </a:r>
          </a:p>
        </p:txBody>
      </p:sp>
    </p:spTree>
    <p:extLst>
      <p:ext uri="{BB962C8B-B14F-4D97-AF65-F5344CB8AC3E}">
        <p14:creationId xmlns:p14="http://schemas.microsoft.com/office/powerpoint/2010/main" val="7090192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72B56-A8C5-DA52-5153-2E0CD23B090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F76C6FE-F0BA-0A4C-0CA7-9961B961F7A0}"/>
              </a:ext>
            </a:extLst>
          </p:cNvPr>
          <p:cNvSpPr>
            <a:spLocks noGrp="1"/>
          </p:cNvSpPr>
          <p:nvPr>
            <p:ph type="body" sz="quarter" idx="10"/>
          </p:nvPr>
        </p:nvSpPr>
        <p:spPr/>
        <p:txBody>
          <a:bodyPr/>
          <a:lstStyle/>
          <a:p>
            <a:r>
              <a:rPr lang="en-IN"/>
              <a:t>Web Application Observations - Ageing</a:t>
            </a:r>
          </a:p>
        </p:txBody>
      </p:sp>
      <p:sp>
        <p:nvSpPr>
          <p:cNvPr id="51" name="Rectangle: Rounded Corners 50">
            <a:extLst>
              <a:ext uri="{FF2B5EF4-FFF2-40B4-BE49-F238E27FC236}">
                <a16:creationId xmlns:a16="http://schemas.microsoft.com/office/drawing/2014/main" id="{66AC98FB-AE3A-FBE3-B575-76FE52E761CB}"/>
              </a:ext>
            </a:extLst>
          </p:cNvPr>
          <p:cNvSpPr/>
          <p:nvPr/>
        </p:nvSpPr>
        <p:spPr>
          <a:xfrm rot="5400000">
            <a:off x="968486" y="713317"/>
            <a:ext cx="1599185" cy="2480323"/>
          </a:xfrm>
          <a:prstGeom prst="roundRect">
            <a:avLst>
              <a:gd name="adj" fmla="val 10381"/>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a:solidFill>
                <a:schemeClr val="tx1"/>
              </a:solidFill>
            </a:endParaRPr>
          </a:p>
        </p:txBody>
      </p:sp>
      <p:sp>
        <p:nvSpPr>
          <p:cNvPr id="92" name="Rectangle 91">
            <a:extLst>
              <a:ext uri="{FF2B5EF4-FFF2-40B4-BE49-F238E27FC236}">
                <a16:creationId xmlns:a16="http://schemas.microsoft.com/office/drawing/2014/main" id="{BD86DC16-5584-B0C5-2FEA-40CE43F7BC1D}"/>
              </a:ext>
            </a:extLst>
          </p:cNvPr>
          <p:cNvSpPr/>
          <p:nvPr/>
        </p:nvSpPr>
        <p:spPr>
          <a:xfrm>
            <a:off x="359681" y="1339762"/>
            <a:ext cx="11304401" cy="469092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 name="Group 2">
            <a:extLst>
              <a:ext uri="{FF2B5EF4-FFF2-40B4-BE49-F238E27FC236}">
                <a16:creationId xmlns:a16="http://schemas.microsoft.com/office/drawing/2014/main" id="{4A809B0F-3A86-8C62-5808-60B2A3657405}"/>
              </a:ext>
            </a:extLst>
          </p:cNvPr>
          <p:cNvGrpSpPr/>
          <p:nvPr/>
        </p:nvGrpSpPr>
        <p:grpSpPr>
          <a:xfrm>
            <a:off x="359682" y="1040008"/>
            <a:ext cx="4451804" cy="299755"/>
            <a:chOff x="511629" y="1306286"/>
            <a:chExt cx="3799114" cy="446314"/>
          </a:xfrm>
          <a:solidFill>
            <a:srgbClr val="E51E26"/>
          </a:solidFill>
        </p:grpSpPr>
        <p:sp>
          <p:nvSpPr>
            <p:cNvPr id="4" name="Rectangle 3">
              <a:extLst>
                <a:ext uri="{FF2B5EF4-FFF2-40B4-BE49-F238E27FC236}">
                  <a16:creationId xmlns:a16="http://schemas.microsoft.com/office/drawing/2014/main" id="{CCA1329E-129D-98E4-84D1-E90C4C47C812}"/>
                </a:ext>
              </a:extLst>
            </p:cNvPr>
            <p:cNvSpPr/>
            <p:nvPr/>
          </p:nvSpPr>
          <p:spPr>
            <a:xfrm>
              <a:off x="511629" y="1306286"/>
              <a:ext cx="3211285" cy="446314"/>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t>Black Box Testing</a:t>
              </a:r>
            </a:p>
          </p:txBody>
        </p:sp>
        <p:sp>
          <p:nvSpPr>
            <p:cNvPr id="5" name="Isosceles Triangle 4">
              <a:extLst>
                <a:ext uri="{FF2B5EF4-FFF2-40B4-BE49-F238E27FC236}">
                  <a16:creationId xmlns:a16="http://schemas.microsoft.com/office/drawing/2014/main" id="{6FB3F25A-9240-5B38-0541-9FF434121AEB}"/>
                </a:ext>
              </a:extLst>
            </p:cNvPr>
            <p:cNvSpPr/>
            <p:nvPr/>
          </p:nvSpPr>
          <p:spPr>
            <a:xfrm flipV="1">
              <a:off x="3597956" y="1306286"/>
              <a:ext cx="712787" cy="446314"/>
            </a:xfrm>
            <a:prstGeom prst="triangle">
              <a:avLst>
                <a:gd name="adj" fmla="val 13935"/>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7" name="Table 6">
            <a:extLst>
              <a:ext uri="{FF2B5EF4-FFF2-40B4-BE49-F238E27FC236}">
                <a16:creationId xmlns:a16="http://schemas.microsoft.com/office/drawing/2014/main" id="{B1181919-0184-9EA5-0223-3E1EF8DA0023}"/>
              </a:ext>
            </a:extLst>
          </p:cNvPr>
          <p:cNvGraphicFramePr>
            <a:graphicFrameLocks noGrp="1"/>
          </p:cNvGraphicFramePr>
          <p:nvPr>
            <p:extLst>
              <p:ext uri="{D42A27DB-BD31-4B8C-83A1-F6EECF244321}">
                <p14:modId xmlns:p14="http://schemas.microsoft.com/office/powerpoint/2010/main" val="1924189933"/>
              </p:ext>
            </p:extLst>
          </p:nvPr>
        </p:nvGraphicFramePr>
        <p:xfrm>
          <a:off x="462350" y="1400517"/>
          <a:ext cx="5501406" cy="4602477"/>
        </p:xfrm>
        <a:graphic>
          <a:graphicData uri="http://schemas.openxmlformats.org/drawingml/2006/table">
            <a:tbl>
              <a:tblPr firstRow="1" bandRow="1">
                <a:tableStyleId>{5C22544A-7EE6-4342-B048-85BDC9FD1C3A}</a:tableStyleId>
              </a:tblPr>
              <a:tblGrid>
                <a:gridCol w="368777">
                  <a:extLst>
                    <a:ext uri="{9D8B030D-6E8A-4147-A177-3AD203B41FA5}">
                      <a16:colId xmlns:a16="http://schemas.microsoft.com/office/drawing/2014/main" val="1925474152"/>
                    </a:ext>
                  </a:extLst>
                </a:gridCol>
                <a:gridCol w="1054744">
                  <a:extLst>
                    <a:ext uri="{9D8B030D-6E8A-4147-A177-3AD203B41FA5}">
                      <a16:colId xmlns:a16="http://schemas.microsoft.com/office/drawing/2014/main" val="3997825120"/>
                    </a:ext>
                  </a:extLst>
                </a:gridCol>
                <a:gridCol w="753420">
                  <a:extLst>
                    <a:ext uri="{9D8B030D-6E8A-4147-A177-3AD203B41FA5}">
                      <a16:colId xmlns:a16="http://schemas.microsoft.com/office/drawing/2014/main" val="1159947725"/>
                    </a:ext>
                  </a:extLst>
                </a:gridCol>
                <a:gridCol w="602736">
                  <a:extLst>
                    <a:ext uri="{9D8B030D-6E8A-4147-A177-3AD203B41FA5}">
                      <a16:colId xmlns:a16="http://schemas.microsoft.com/office/drawing/2014/main" val="3616431039"/>
                    </a:ext>
                  </a:extLst>
                </a:gridCol>
                <a:gridCol w="791091">
                  <a:extLst>
                    <a:ext uri="{9D8B030D-6E8A-4147-A177-3AD203B41FA5}">
                      <a16:colId xmlns:a16="http://schemas.microsoft.com/office/drawing/2014/main" val="2240962529"/>
                    </a:ext>
                  </a:extLst>
                </a:gridCol>
                <a:gridCol w="489723">
                  <a:extLst>
                    <a:ext uri="{9D8B030D-6E8A-4147-A177-3AD203B41FA5}">
                      <a16:colId xmlns:a16="http://schemas.microsoft.com/office/drawing/2014/main" val="1204569724"/>
                    </a:ext>
                  </a:extLst>
                </a:gridCol>
                <a:gridCol w="800508">
                  <a:extLst>
                    <a:ext uri="{9D8B030D-6E8A-4147-A177-3AD203B41FA5}">
                      <a16:colId xmlns:a16="http://schemas.microsoft.com/office/drawing/2014/main" val="300523276"/>
                    </a:ext>
                  </a:extLst>
                </a:gridCol>
                <a:gridCol w="640407">
                  <a:extLst>
                    <a:ext uri="{9D8B030D-6E8A-4147-A177-3AD203B41FA5}">
                      <a16:colId xmlns:a16="http://schemas.microsoft.com/office/drawing/2014/main" val="1954682729"/>
                    </a:ext>
                  </a:extLst>
                </a:gridCol>
              </a:tblGrid>
              <a:tr h="262743">
                <a:tc rowSpan="2">
                  <a:txBody>
                    <a:bodyPr/>
                    <a:lstStyle/>
                    <a:p>
                      <a:pPr algn="ctr"/>
                      <a:r>
                        <a:rPr lang="en-IN" sz="1000"/>
                        <a:t>SN</a:t>
                      </a:r>
                    </a:p>
                    <a:p>
                      <a:pPr algn="ctr"/>
                      <a:endParaRPr lang="en-US" sz="1000"/>
                    </a:p>
                  </a:txBody>
                  <a:tcPr/>
                </a:tc>
                <a:tc rowSpan="2">
                  <a:txBody>
                    <a:bodyPr/>
                    <a:lstStyle/>
                    <a:p>
                      <a:pPr algn="ctr"/>
                      <a:r>
                        <a:rPr lang="en-IN" sz="1000"/>
                        <a:t>Application Name</a:t>
                      </a:r>
                      <a:endParaRPr lang="en-US" sz="1000"/>
                    </a:p>
                  </a:txBody>
                  <a:tcPr/>
                </a:tc>
                <a:tc gridSpan="4">
                  <a:txBody>
                    <a:bodyPr/>
                    <a:lstStyle/>
                    <a:p>
                      <a:pPr algn="ctr"/>
                      <a:r>
                        <a:rPr lang="en-IN" sz="1000"/>
                        <a:t>Severity</a:t>
                      </a:r>
                      <a:endParaRPr lang="en-US" sz="1000"/>
                    </a:p>
                  </a:txBody>
                  <a:tcPr/>
                </a:tc>
                <a:tc hMerge="1">
                  <a:txBody>
                    <a:bodyPr/>
                    <a:lstStyle/>
                    <a:p>
                      <a:endParaRPr lang="en-US"/>
                    </a:p>
                  </a:txBody>
                  <a:tcPr/>
                </a:tc>
                <a:tc hMerge="1">
                  <a:txBody>
                    <a:bodyPr/>
                    <a:lstStyle/>
                    <a:p>
                      <a:endParaRPr lang="en-US"/>
                    </a:p>
                  </a:txBody>
                  <a:tcPr/>
                </a:tc>
                <a:tc hMerge="1">
                  <a:txBody>
                    <a:bodyPr/>
                    <a:lstStyle/>
                    <a:p>
                      <a:endParaRPr lang="en-US"/>
                    </a:p>
                  </a:txBody>
                  <a:tcPr/>
                </a:tc>
                <a:tc rowSpan="2">
                  <a:txBody>
                    <a:bodyPr/>
                    <a:lstStyle/>
                    <a:p>
                      <a:pPr algn="ctr"/>
                      <a:r>
                        <a:rPr lang="en-US" sz="1000"/>
                        <a:t>Exception</a:t>
                      </a:r>
                    </a:p>
                  </a:txBody>
                  <a:tcPr/>
                </a:tc>
                <a:tc rowSpan="2">
                  <a:txBody>
                    <a:bodyPr/>
                    <a:lstStyle/>
                    <a:p>
                      <a:pPr algn="ctr"/>
                      <a:r>
                        <a:rPr lang="en-IN" sz="1000"/>
                        <a:t>Ageing</a:t>
                      </a:r>
                    </a:p>
                    <a:p>
                      <a:pPr algn="ctr"/>
                      <a:endParaRPr lang="en-US" sz="1000"/>
                    </a:p>
                  </a:txBody>
                  <a:tcPr/>
                </a:tc>
                <a:extLst>
                  <a:ext uri="{0D108BD9-81ED-4DB2-BD59-A6C34878D82A}">
                    <a16:rowId xmlns:a16="http://schemas.microsoft.com/office/drawing/2014/main" val="3027051772"/>
                  </a:ext>
                </a:extLst>
              </a:tr>
              <a:tr h="262743">
                <a:tc vMerge="1">
                  <a:txBody>
                    <a:bodyPr/>
                    <a:lstStyle/>
                    <a:p>
                      <a:endParaRPr/>
                    </a:p>
                  </a:txBody>
                  <a:tcPr/>
                </a:tc>
                <a:tc vMerge="1">
                  <a:txBody>
                    <a:bodyPr/>
                    <a:lstStyle/>
                    <a:p>
                      <a:endParaRPr lang="en-US"/>
                    </a:p>
                  </a:txBody>
                  <a:tcPr/>
                </a:tc>
                <a:tc>
                  <a:txBody>
                    <a:bodyPr/>
                    <a:lstStyle/>
                    <a:p>
                      <a:pPr algn="ctr"/>
                      <a:r>
                        <a:rPr lang="en-IN" sz="1000" b="1">
                          <a:solidFill>
                            <a:schemeClr val="bg1"/>
                          </a:solidFill>
                        </a:rPr>
                        <a:t>Critical</a:t>
                      </a:r>
                      <a:endParaRPr lang="en-US" sz="1000" b="1">
                        <a:solidFill>
                          <a:schemeClr val="bg1"/>
                        </a:solidFill>
                      </a:endParaRPr>
                    </a:p>
                  </a:txBody>
                  <a:tcPr>
                    <a:solidFill>
                      <a:srgbClr val="C00000"/>
                    </a:solidFill>
                  </a:tcPr>
                </a:tc>
                <a:tc>
                  <a:txBody>
                    <a:bodyPr/>
                    <a:lstStyle/>
                    <a:p>
                      <a:pPr algn="ctr"/>
                      <a:r>
                        <a:rPr lang="en-IN" sz="1000" b="1">
                          <a:solidFill>
                            <a:schemeClr val="bg1"/>
                          </a:solidFill>
                        </a:rPr>
                        <a:t>High</a:t>
                      </a:r>
                      <a:endParaRPr lang="en-US" sz="1000" b="1">
                        <a:solidFill>
                          <a:schemeClr val="bg1"/>
                        </a:solidFill>
                      </a:endParaRPr>
                    </a:p>
                  </a:txBody>
                  <a:tcPr>
                    <a:solidFill>
                      <a:srgbClr val="FF0000"/>
                    </a:solidFill>
                  </a:tcPr>
                </a:tc>
                <a:tc>
                  <a:txBody>
                    <a:bodyPr/>
                    <a:lstStyle/>
                    <a:p>
                      <a:pPr algn="ctr"/>
                      <a:r>
                        <a:rPr lang="en-IN" sz="1000" b="1"/>
                        <a:t>Medium</a:t>
                      </a:r>
                      <a:endParaRPr lang="en-US" sz="1000" b="1"/>
                    </a:p>
                  </a:txBody>
                  <a:tcPr>
                    <a:solidFill>
                      <a:srgbClr val="FFC000"/>
                    </a:solidFill>
                  </a:tcPr>
                </a:tc>
                <a:tc>
                  <a:txBody>
                    <a:bodyPr/>
                    <a:lstStyle/>
                    <a:p>
                      <a:pPr algn="ctr"/>
                      <a:r>
                        <a:rPr lang="en-IN" sz="1000" b="1"/>
                        <a:t>Low</a:t>
                      </a:r>
                      <a:endParaRPr lang="en-US" sz="1000" b="1"/>
                    </a:p>
                  </a:txBody>
                  <a:tcPr>
                    <a:solidFill>
                      <a:srgbClr val="92D050"/>
                    </a:solidFill>
                  </a:tcPr>
                </a:tc>
                <a:tc vMerge="1">
                  <a:txBody>
                    <a:bodyPr/>
                    <a:lstStyle/>
                    <a:p>
                      <a:endParaRPr lang="en-US"/>
                    </a:p>
                  </a:txBody>
                  <a:tcPr/>
                </a:tc>
                <a:tc vMerge="1">
                  <a:txBody>
                    <a:bodyPr/>
                    <a:lstStyle/>
                    <a:p>
                      <a:pPr algn="ctr"/>
                      <a:endParaRPr lang="en-US" sz="1200" b="1"/>
                    </a:p>
                  </a:txBody>
                  <a:tcPr>
                    <a:solidFill>
                      <a:schemeClr val="tx1">
                        <a:lumMod val="50000"/>
                        <a:lumOff val="50000"/>
                      </a:schemeClr>
                    </a:solidFill>
                  </a:tcPr>
                </a:tc>
                <a:extLst>
                  <a:ext uri="{0D108BD9-81ED-4DB2-BD59-A6C34878D82A}">
                    <a16:rowId xmlns:a16="http://schemas.microsoft.com/office/drawing/2014/main" val="3080398481"/>
                  </a:ext>
                </a:extLst>
              </a:tr>
              <a:tr h="284020">
                <a:tc>
                  <a:txBody>
                    <a:bodyPr/>
                    <a:lstStyle/>
                    <a:p>
                      <a:pPr algn="ctr"/>
                      <a:r>
                        <a:rPr lang="en-IN" sz="800"/>
                        <a:t>1</a:t>
                      </a:r>
                      <a:endParaRPr lang="en-US" sz="800"/>
                    </a:p>
                  </a:txBody>
                  <a:tcPr/>
                </a:tc>
                <a:tc>
                  <a:txBody>
                    <a:bodyPr/>
                    <a:lstStyle/>
                    <a:p>
                      <a:pPr algn="ctr"/>
                      <a:r>
                        <a:rPr lang="en-IN" sz="800"/>
                        <a:t>Website </a:t>
                      </a:r>
                      <a:endParaRPr lang="en-US" sz="800"/>
                    </a:p>
                  </a:txBody>
                  <a:tcPr/>
                </a:tc>
                <a:tc>
                  <a:txBody>
                    <a:bodyPr/>
                    <a:lstStyle/>
                    <a:p>
                      <a:pPr algn="ctr"/>
                      <a:r>
                        <a:rPr lang="en-IN" sz="800"/>
                        <a:t>-</a:t>
                      </a:r>
                      <a:endParaRPr lang="en-US" sz="800"/>
                    </a:p>
                  </a:txBody>
                  <a:tcPr/>
                </a:tc>
                <a:tc>
                  <a:txBody>
                    <a:bodyPr/>
                    <a:lstStyle/>
                    <a:p>
                      <a:pPr algn="ctr"/>
                      <a:r>
                        <a:rPr lang="en-IN" sz="800"/>
                        <a:t>-</a:t>
                      </a:r>
                    </a:p>
                  </a:txBody>
                  <a:tcPr/>
                </a:tc>
                <a:tc>
                  <a:txBody>
                    <a:bodyPr/>
                    <a:lstStyle/>
                    <a:p>
                      <a:pPr algn="ctr"/>
                      <a:r>
                        <a:rPr lang="en-IN" sz="800"/>
                        <a:t>-</a:t>
                      </a:r>
                      <a:endParaRPr lang="en-US" sz="800"/>
                    </a:p>
                  </a:txBody>
                  <a:tcPr/>
                </a:tc>
                <a:tc>
                  <a:txBody>
                    <a:bodyPr/>
                    <a:lstStyle/>
                    <a:p>
                      <a:pPr algn="ctr"/>
                      <a:r>
                        <a:rPr lang="en-IN" sz="800"/>
                        <a:t>2 </a:t>
                      </a:r>
                      <a:endParaRPr lang="en-US" sz="800"/>
                    </a:p>
                  </a:txBody>
                  <a:tcPr/>
                </a:tc>
                <a:tc>
                  <a:txBody>
                    <a:bodyPr/>
                    <a:lstStyle/>
                    <a:p>
                      <a:pPr algn="ctr"/>
                      <a:r>
                        <a:rPr lang="en-US" sz="800"/>
                        <a:t>Raised</a:t>
                      </a:r>
                    </a:p>
                  </a:txBody>
                  <a:tcPr/>
                </a:tc>
                <a:tc>
                  <a:txBody>
                    <a:bodyPr/>
                    <a:lstStyle/>
                    <a:p>
                      <a:pPr algn="ctr"/>
                      <a:r>
                        <a:rPr lang="en-IN" sz="800" b="1"/>
                        <a:t>152 Days</a:t>
                      </a:r>
                      <a:endParaRPr lang="en-US" sz="800" b="1"/>
                    </a:p>
                  </a:txBody>
                  <a:tcPr/>
                </a:tc>
                <a:extLst>
                  <a:ext uri="{0D108BD9-81ED-4DB2-BD59-A6C34878D82A}">
                    <a16:rowId xmlns:a16="http://schemas.microsoft.com/office/drawing/2014/main" val="3611904418"/>
                  </a:ext>
                </a:extLst>
              </a:tr>
              <a:tr h="330719">
                <a:tc>
                  <a:txBody>
                    <a:bodyPr/>
                    <a:lstStyle/>
                    <a:p>
                      <a:pPr algn="ctr"/>
                      <a:r>
                        <a:rPr lang="en-US" sz="800"/>
                        <a:t>2</a:t>
                      </a:r>
                    </a:p>
                  </a:txBody>
                  <a:tcPr/>
                </a:tc>
                <a:tc>
                  <a:txBody>
                    <a:bodyPr/>
                    <a:lstStyle/>
                    <a:p>
                      <a:pPr algn="ctr"/>
                      <a:r>
                        <a:rPr lang="en-IN" sz="800"/>
                        <a:t>Agent Portal </a:t>
                      </a:r>
                      <a:endParaRPr lang="en-US" sz="800"/>
                    </a:p>
                  </a:txBody>
                  <a:tcPr/>
                </a:tc>
                <a:tc>
                  <a:txBody>
                    <a:bodyPr/>
                    <a:lstStyle/>
                    <a:p>
                      <a:pPr algn="ctr"/>
                      <a:r>
                        <a:rPr lang="en-IN" sz="800"/>
                        <a:t>-</a:t>
                      </a:r>
                      <a:endParaRPr lang="en-US" sz="800"/>
                    </a:p>
                  </a:txBody>
                  <a:tcPr/>
                </a:tc>
                <a:tc>
                  <a:txBody>
                    <a:bodyPr/>
                    <a:lstStyle/>
                    <a:p>
                      <a:pPr algn="ctr"/>
                      <a:r>
                        <a:rPr lang="en-IN" sz="800"/>
                        <a:t>-</a:t>
                      </a:r>
                      <a:endParaRPr lang="en-US" sz="800"/>
                    </a:p>
                  </a:txBody>
                  <a:tcPr/>
                </a:tc>
                <a:tc>
                  <a:txBody>
                    <a:bodyPr/>
                    <a:lstStyle/>
                    <a:p>
                      <a:pPr algn="ctr"/>
                      <a:r>
                        <a:rPr lang="en-IN" sz="800"/>
                        <a:t>-</a:t>
                      </a:r>
                      <a:endParaRPr lang="en-US" sz="800"/>
                    </a:p>
                  </a:txBody>
                  <a:tcPr/>
                </a:tc>
                <a:tc>
                  <a:txBody>
                    <a:bodyPr/>
                    <a:lstStyle/>
                    <a:p>
                      <a:pPr algn="ctr"/>
                      <a:r>
                        <a:rPr lang="en-IN" sz="800"/>
                        <a:t>1 </a:t>
                      </a:r>
                      <a:endParaRPr lang="en-US" sz="800"/>
                    </a:p>
                  </a:txBody>
                  <a:tcPr/>
                </a:tc>
                <a:tc>
                  <a:txBody>
                    <a:bodyPr/>
                    <a:lstStyle/>
                    <a:p>
                      <a:pPr algn="ctr"/>
                      <a:r>
                        <a:rPr lang="en-US" sz="800"/>
                        <a:t>Raised</a:t>
                      </a:r>
                    </a:p>
                  </a:txBody>
                  <a:tcPr/>
                </a:tc>
                <a:tc>
                  <a:txBody>
                    <a:bodyPr/>
                    <a:lstStyle/>
                    <a:p>
                      <a:pPr algn="ctr"/>
                      <a:r>
                        <a:rPr lang="en-IN" sz="800" b="1"/>
                        <a:t>144 Days</a:t>
                      </a:r>
                      <a:endParaRPr lang="en-US" sz="800" b="1"/>
                    </a:p>
                  </a:txBody>
                  <a:tcPr/>
                </a:tc>
                <a:extLst>
                  <a:ext uri="{0D108BD9-81ED-4DB2-BD59-A6C34878D82A}">
                    <a16:rowId xmlns:a16="http://schemas.microsoft.com/office/drawing/2014/main" val="2593876237"/>
                  </a:ext>
                </a:extLst>
              </a:tr>
              <a:tr h="246323">
                <a:tc>
                  <a:txBody>
                    <a:bodyPr/>
                    <a:lstStyle/>
                    <a:p>
                      <a:pPr algn="ctr"/>
                      <a:r>
                        <a:rPr lang="en-US" sz="800"/>
                        <a:t>3</a:t>
                      </a:r>
                    </a:p>
                  </a:txBody>
                  <a:tcPr/>
                </a:tc>
                <a:tc>
                  <a:txBody>
                    <a:bodyPr/>
                    <a:lstStyle/>
                    <a:p>
                      <a:pPr algn="ctr"/>
                      <a:r>
                        <a:rPr lang="en-IN" sz="800"/>
                        <a:t>iClaim </a:t>
                      </a:r>
                      <a:endParaRPr lang="en-US" sz="800"/>
                    </a:p>
                  </a:txBody>
                  <a:tcPr/>
                </a:tc>
                <a:tc>
                  <a:txBody>
                    <a:bodyPr/>
                    <a:lstStyle/>
                    <a:p>
                      <a:pPr algn="ctr"/>
                      <a:r>
                        <a:rPr lang="en-IN" sz="800"/>
                        <a:t>-</a:t>
                      </a:r>
                      <a:endParaRPr lang="en-US" sz="800"/>
                    </a:p>
                  </a:txBody>
                  <a:tcPr/>
                </a:tc>
                <a:tc>
                  <a:txBody>
                    <a:bodyPr/>
                    <a:lstStyle/>
                    <a:p>
                      <a:pPr algn="ctr"/>
                      <a:r>
                        <a:rPr lang="en-IN" sz="800"/>
                        <a:t>-</a:t>
                      </a:r>
                      <a:endParaRPr lang="en-US" sz="800"/>
                    </a:p>
                  </a:txBody>
                  <a:tcPr/>
                </a:tc>
                <a:tc>
                  <a:txBody>
                    <a:bodyPr/>
                    <a:lstStyle/>
                    <a:p>
                      <a:pPr algn="ctr"/>
                      <a:r>
                        <a:rPr lang="en-IN" sz="800"/>
                        <a:t>-</a:t>
                      </a:r>
                      <a:endParaRPr lang="en-US" sz="800"/>
                    </a:p>
                  </a:txBody>
                  <a:tcPr/>
                </a:tc>
                <a:tc>
                  <a:txBody>
                    <a:bodyPr/>
                    <a:lstStyle/>
                    <a:p>
                      <a:pPr algn="ctr"/>
                      <a:r>
                        <a:rPr lang="en-IN" sz="800"/>
                        <a:t>1</a:t>
                      </a:r>
                      <a:endParaRPr lang="en-US" sz="800"/>
                    </a:p>
                  </a:txBody>
                  <a:tcPr/>
                </a:tc>
                <a:tc>
                  <a:txBody>
                    <a:bodyPr/>
                    <a:lstStyle/>
                    <a:p>
                      <a:pPr algn="ctr"/>
                      <a:r>
                        <a:rPr lang="en-US" sz="800"/>
                        <a:t>Raised</a:t>
                      </a:r>
                    </a:p>
                  </a:txBody>
                  <a:tcPr/>
                </a:tc>
                <a:tc>
                  <a:txBody>
                    <a:bodyPr/>
                    <a:lstStyle/>
                    <a:p>
                      <a:pPr algn="ctr"/>
                      <a:r>
                        <a:rPr lang="en-IN" sz="800" b="1"/>
                        <a:t>144 Days</a:t>
                      </a:r>
                      <a:endParaRPr lang="en-US" sz="800" b="1"/>
                    </a:p>
                  </a:txBody>
                  <a:tcPr/>
                </a:tc>
                <a:extLst>
                  <a:ext uri="{0D108BD9-81ED-4DB2-BD59-A6C34878D82A}">
                    <a16:rowId xmlns:a16="http://schemas.microsoft.com/office/drawing/2014/main" val="3505269326"/>
                  </a:ext>
                </a:extLst>
              </a:tr>
              <a:tr h="330719">
                <a:tc>
                  <a:txBody>
                    <a:bodyPr/>
                    <a:lstStyle/>
                    <a:p>
                      <a:pPr algn="ctr"/>
                      <a:r>
                        <a:rPr lang="en-US" sz="800"/>
                        <a:t>4</a:t>
                      </a:r>
                    </a:p>
                  </a:txBody>
                  <a:tcPr/>
                </a:tc>
                <a:tc>
                  <a:txBody>
                    <a:bodyPr/>
                    <a:lstStyle/>
                    <a:p>
                      <a:pPr algn="ctr"/>
                      <a:r>
                        <a:rPr lang="en-IN" sz="800"/>
                        <a:t>iSurvey </a:t>
                      </a:r>
                      <a:endParaRPr lang="en-US" sz="800"/>
                    </a:p>
                  </a:txBody>
                  <a:tcPr/>
                </a:tc>
                <a:tc>
                  <a:txBody>
                    <a:bodyPr/>
                    <a:lstStyle/>
                    <a:p>
                      <a:pPr algn="ctr"/>
                      <a:r>
                        <a:rPr lang="en-IN" sz="800"/>
                        <a:t>-</a:t>
                      </a:r>
                      <a:endParaRPr lang="en-US" sz="800"/>
                    </a:p>
                  </a:txBody>
                  <a:tcPr/>
                </a:tc>
                <a:tc>
                  <a:txBody>
                    <a:bodyPr/>
                    <a:lstStyle/>
                    <a:p>
                      <a:pPr algn="ctr"/>
                      <a:r>
                        <a:rPr lang="en-IN" sz="800"/>
                        <a:t>-</a:t>
                      </a:r>
                      <a:endParaRPr lang="en-US" sz="800"/>
                    </a:p>
                  </a:txBody>
                  <a:tcPr/>
                </a:tc>
                <a:tc>
                  <a:txBody>
                    <a:bodyPr/>
                    <a:lstStyle/>
                    <a:p>
                      <a:pPr algn="ctr"/>
                      <a:r>
                        <a:rPr lang="en-IN" sz="800"/>
                        <a:t>-</a:t>
                      </a:r>
                      <a:endParaRPr lang="en-US" sz="800"/>
                    </a:p>
                  </a:txBody>
                  <a:tcPr/>
                </a:tc>
                <a:tc>
                  <a:txBody>
                    <a:bodyPr/>
                    <a:lstStyle/>
                    <a:p>
                      <a:pPr algn="ctr"/>
                      <a:r>
                        <a:rPr lang="en-IN" sz="800"/>
                        <a:t>1</a:t>
                      </a:r>
                    </a:p>
                  </a:txBody>
                  <a:tcPr/>
                </a:tc>
                <a:tc>
                  <a:txBody>
                    <a:bodyPr/>
                    <a:lstStyle/>
                    <a:p>
                      <a:pPr algn="ctr"/>
                      <a:r>
                        <a:rPr lang="en-IN" sz="800"/>
                        <a:t>Raised</a:t>
                      </a:r>
                    </a:p>
                  </a:txBody>
                  <a:tcPr/>
                </a:tc>
                <a:tc>
                  <a:txBody>
                    <a:bodyPr/>
                    <a:lstStyle/>
                    <a:p>
                      <a:pPr algn="ctr"/>
                      <a:r>
                        <a:rPr lang="en-IN" sz="800" b="1"/>
                        <a:t>144 Days</a:t>
                      </a:r>
                    </a:p>
                  </a:txBody>
                  <a:tcPr/>
                </a:tc>
                <a:extLst>
                  <a:ext uri="{0D108BD9-81ED-4DB2-BD59-A6C34878D82A}">
                    <a16:rowId xmlns:a16="http://schemas.microsoft.com/office/drawing/2014/main" val="1007019335"/>
                  </a:ext>
                </a:extLst>
              </a:tr>
              <a:tr h="246323">
                <a:tc>
                  <a:txBody>
                    <a:bodyPr/>
                    <a:lstStyle/>
                    <a:p>
                      <a:pPr algn="ctr"/>
                      <a:r>
                        <a:rPr lang="en-US" sz="800"/>
                        <a:t>5</a:t>
                      </a:r>
                    </a:p>
                  </a:txBody>
                  <a:tcPr/>
                </a:tc>
                <a:tc>
                  <a:txBody>
                    <a:bodyPr/>
                    <a:lstStyle/>
                    <a:p>
                      <a:pPr algn="ctr"/>
                      <a:r>
                        <a:rPr lang="en-IN" sz="800"/>
                        <a:t>Magic </a:t>
                      </a:r>
                      <a:endParaRPr lang="en-US" sz="800"/>
                    </a:p>
                  </a:txBody>
                  <a:tcPr/>
                </a:tc>
                <a:tc>
                  <a:txBody>
                    <a:bodyPr/>
                    <a:lstStyle/>
                    <a:p>
                      <a:pPr algn="ctr"/>
                      <a:r>
                        <a:rPr lang="en-IN" sz="800"/>
                        <a:t>-</a:t>
                      </a:r>
                      <a:endParaRPr lang="en-US" sz="800"/>
                    </a:p>
                  </a:txBody>
                  <a:tcPr/>
                </a:tc>
                <a:tc>
                  <a:txBody>
                    <a:bodyPr/>
                    <a:lstStyle/>
                    <a:p>
                      <a:pPr algn="ctr"/>
                      <a:r>
                        <a:rPr lang="en-IN" sz="800"/>
                        <a:t>-</a:t>
                      </a:r>
                      <a:endParaRPr lang="en-US" sz="800"/>
                    </a:p>
                  </a:txBody>
                  <a:tcPr/>
                </a:tc>
                <a:tc>
                  <a:txBody>
                    <a:bodyPr/>
                    <a:lstStyle/>
                    <a:p>
                      <a:pPr algn="ctr"/>
                      <a:r>
                        <a:rPr lang="en-IN" sz="800"/>
                        <a:t>2</a:t>
                      </a:r>
                      <a:endParaRPr lang="en-US" sz="800"/>
                    </a:p>
                  </a:txBody>
                  <a:tcPr/>
                </a:tc>
                <a:tc>
                  <a:txBody>
                    <a:bodyPr/>
                    <a:lstStyle/>
                    <a:p>
                      <a:pPr algn="ctr"/>
                      <a:r>
                        <a:rPr lang="en-IN" sz="800"/>
                        <a:t>1</a:t>
                      </a:r>
                    </a:p>
                  </a:txBody>
                  <a:tcPr/>
                </a:tc>
                <a:tc>
                  <a:txBody>
                    <a:bodyPr/>
                    <a:lstStyle/>
                    <a:p>
                      <a:pPr algn="ctr"/>
                      <a:r>
                        <a:rPr lang="en-IN" sz="800"/>
                        <a:t>Raised</a:t>
                      </a:r>
                    </a:p>
                  </a:txBody>
                  <a:tcPr/>
                </a:tc>
                <a:tc>
                  <a:txBody>
                    <a:bodyPr/>
                    <a:lstStyle/>
                    <a:p>
                      <a:pPr algn="ctr"/>
                      <a:r>
                        <a:rPr lang="en-IN" sz="800" b="1"/>
                        <a:t>137 Days</a:t>
                      </a:r>
                    </a:p>
                  </a:txBody>
                  <a:tcPr/>
                </a:tc>
                <a:extLst>
                  <a:ext uri="{0D108BD9-81ED-4DB2-BD59-A6C34878D82A}">
                    <a16:rowId xmlns:a16="http://schemas.microsoft.com/office/drawing/2014/main" val="3942454047"/>
                  </a:ext>
                </a:extLst>
              </a:tr>
              <a:tr h="330719">
                <a:tc>
                  <a:txBody>
                    <a:bodyPr/>
                    <a:lstStyle/>
                    <a:p>
                      <a:pPr algn="ctr"/>
                      <a:r>
                        <a:rPr lang="en-US" sz="800"/>
                        <a:t>6</a:t>
                      </a:r>
                    </a:p>
                  </a:txBody>
                  <a:tcPr/>
                </a:tc>
                <a:tc>
                  <a:txBody>
                    <a:bodyPr/>
                    <a:lstStyle/>
                    <a:p>
                      <a:pPr algn="ctr"/>
                      <a:r>
                        <a:rPr lang="en-IN" sz="800"/>
                        <a:t>Emarine</a:t>
                      </a:r>
                      <a:endParaRPr lang="en-US" sz="800"/>
                    </a:p>
                  </a:txBody>
                  <a:tcPr/>
                </a:tc>
                <a:tc>
                  <a:txBody>
                    <a:bodyPr/>
                    <a:lstStyle/>
                    <a:p>
                      <a:pPr algn="ctr"/>
                      <a:r>
                        <a:rPr lang="en-IN" sz="800"/>
                        <a:t>-</a:t>
                      </a:r>
                      <a:endParaRPr lang="en-US" sz="800"/>
                    </a:p>
                  </a:txBody>
                  <a:tcPr/>
                </a:tc>
                <a:tc>
                  <a:txBody>
                    <a:bodyPr/>
                    <a:lstStyle/>
                    <a:p>
                      <a:pPr algn="ctr"/>
                      <a:r>
                        <a:rPr lang="en-IN" sz="800"/>
                        <a:t>-</a:t>
                      </a:r>
                      <a:endParaRPr lang="en-US" sz="800"/>
                    </a:p>
                  </a:txBody>
                  <a:tcPr/>
                </a:tc>
                <a:tc>
                  <a:txBody>
                    <a:bodyPr/>
                    <a:lstStyle/>
                    <a:p>
                      <a:pPr algn="ctr"/>
                      <a:r>
                        <a:rPr lang="en-IN" sz="800"/>
                        <a:t>2</a:t>
                      </a:r>
                      <a:endParaRPr lang="en-US" sz="800"/>
                    </a:p>
                  </a:txBody>
                  <a:tcPr/>
                </a:tc>
                <a:tc>
                  <a:txBody>
                    <a:bodyPr/>
                    <a:lstStyle/>
                    <a:p>
                      <a:pPr algn="ctr"/>
                      <a:r>
                        <a:rPr lang="en-IN" sz="800"/>
                        <a:t>1</a:t>
                      </a:r>
                    </a:p>
                  </a:txBody>
                  <a:tcPr/>
                </a:tc>
                <a:tc>
                  <a:txBody>
                    <a:bodyPr/>
                    <a:lstStyle/>
                    <a:p>
                      <a:pPr algn="ctr"/>
                      <a:r>
                        <a:rPr lang="en-IN" sz="800"/>
                        <a:t>-</a:t>
                      </a:r>
                    </a:p>
                  </a:txBody>
                  <a:tcPr/>
                </a:tc>
                <a:tc>
                  <a:txBody>
                    <a:bodyPr/>
                    <a:lstStyle/>
                    <a:p>
                      <a:pPr algn="ctr"/>
                      <a:r>
                        <a:rPr lang="en-IN" sz="800" b="1"/>
                        <a:t>83 Days</a:t>
                      </a:r>
                    </a:p>
                  </a:txBody>
                  <a:tcPr/>
                </a:tc>
                <a:extLst>
                  <a:ext uri="{0D108BD9-81ED-4DB2-BD59-A6C34878D82A}">
                    <a16:rowId xmlns:a16="http://schemas.microsoft.com/office/drawing/2014/main" val="2246790114"/>
                  </a:ext>
                </a:extLst>
              </a:tr>
              <a:tr h="330719">
                <a:tc>
                  <a:txBody>
                    <a:bodyPr/>
                    <a:lstStyle/>
                    <a:p>
                      <a:pPr algn="ctr"/>
                      <a:r>
                        <a:rPr lang="en-US" sz="800"/>
                        <a:t>7</a:t>
                      </a:r>
                    </a:p>
                  </a:txBody>
                  <a:tcPr/>
                </a:tc>
                <a:tc>
                  <a:txBody>
                    <a:bodyPr/>
                    <a:lstStyle/>
                    <a:p>
                      <a:pPr algn="ctr"/>
                      <a:r>
                        <a:rPr lang="en-IN" sz="800"/>
                        <a:t>Channel Portal</a:t>
                      </a:r>
                      <a:endParaRPr lang="en-US" sz="800"/>
                    </a:p>
                  </a:txBody>
                  <a:tcPr/>
                </a:tc>
                <a:tc>
                  <a:txBody>
                    <a:bodyPr/>
                    <a:lstStyle/>
                    <a:p>
                      <a:pPr algn="ctr"/>
                      <a:r>
                        <a:rPr lang="en-IN" sz="800"/>
                        <a:t>-</a:t>
                      </a:r>
                      <a:endParaRPr lang="en-US" sz="800"/>
                    </a:p>
                  </a:txBody>
                  <a:tcPr/>
                </a:tc>
                <a:tc>
                  <a:txBody>
                    <a:bodyPr/>
                    <a:lstStyle/>
                    <a:p>
                      <a:pPr algn="ctr"/>
                      <a:r>
                        <a:rPr lang="en-IN" sz="800"/>
                        <a:t>-</a:t>
                      </a:r>
                      <a:endParaRPr lang="en-US" sz="800"/>
                    </a:p>
                  </a:txBody>
                  <a:tcPr/>
                </a:tc>
                <a:tc>
                  <a:txBody>
                    <a:bodyPr/>
                    <a:lstStyle/>
                    <a:p>
                      <a:pPr algn="ctr"/>
                      <a:r>
                        <a:rPr lang="en-IN" sz="800"/>
                        <a:t>1</a:t>
                      </a:r>
                      <a:endParaRPr lang="en-US" sz="800"/>
                    </a:p>
                  </a:txBody>
                  <a:tcPr/>
                </a:tc>
                <a:tc>
                  <a:txBody>
                    <a:bodyPr/>
                    <a:lstStyle/>
                    <a:p>
                      <a:pPr algn="ctr"/>
                      <a:r>
                        <a:rPr lang="en-IN" sz="800"/>
                        <a:t>1</a:t>
                      </a:r>
                    </a:p>
                  </a:txBody>
                  <a:tcPr/>
                </a:tc>
                <a:tc>
                  <a:txBody>
                    <a:bodyPr/>
                    <a:lstStyle/>
                    <a:p>
                      <a:pPr algn="ctr"/>
                      <a:r>
                        <a:rPr lang="en-IN" sz="800"/>
                        <a:t>Pending</a:t>
                      </a:r>
                    </a:p>
                  </a:txBody>
                  <a:tcPr/>
                </a:tc>
                <a:tc>
                  <a:txBody>
                    <a:bodyPr/>
                    <a:lstStyle/>
                    <a:p>
                      <a:pPr algn="ctr"/>
                      <a:r>
                        <a:rPr lang="en-IN" sz="800" b="1"/>
                        <a:t>97 Days</a:t>
                      </a:r>
                    </a:p>
                  </a:txBody>
                  <a:tcPr/>
                </a:tc>
                <a:extLst>
                  <a:ext uri="{0D108BD9-81ED-4DB2-BD59-A6C34878D82A}">
                    <a16:rowId xmlns:a16="http://schemas.microsoft.com/office/drawing/2014/main" val="3557598341"/>
                  </a:ext>
                </a:extLst>
              </a:tr>
              <a:tr h="330719">
                <a:tc>
                  <a:txBody>
                    <a:bodyPr/>
                    <a:lstStyle/>
                    <a:p>
                      <a:pPr algn="ctr"/>
                      <a:r>
                        <a:rPr lang="en-US" sz="800"/>
                        <a:t>8</a:t>
                      </a:r>
                    </a:p>
                  </a:txBody>
                  <a:tcPr/>
                </a:tc>
                <a:tc>
                  <a:txBody>
                    <a:bodyPr/>
                    <a:lstStyle/>
                    <a:p>
                      <a:pPr algn="ctr"/>
                      <a:r>
                        <a:rPr lang="en-IN" sz="800"/>
                        <a:t>Non –Motor Claim </a:t>
                      </a:r>
                      <a:endParaRPr lang="en-US" sz="800"/>
                    </a:p>
                  </a:txBody>
                  <a:tcPr/>
                </a:tc>
                <a:tc>
                  <a:txBody>
                    <a:bodyPr/>
                    <a:lstStyle/>
                    <a:p>
                      <a:pPr algn="ctr"/>
                      <a:r>
                        <a:rPr lang="en-IN" sz="800"/>
                        <a:t>-</a:t>
                      </a:r>
                      <a:endParaRPr lang="en-US" sz="800"/>
                    </a:p>
                  </a:txBody>
                  <a:tcPr/>
                </a:tc>
                <a:tc>
                  <a:txBody>
                    <a:bodyPr/>
                    <a:lstStyle/>
                    <a:p>
                      <a:pPr algn="ctr"/>
                      <a:r>
                        <a:rPr lang="en-IN" sz="800"/>
                        <a:t>-</a:t>
                      </a:r>
                    </a:p>
                  </a:txBody>
                  <a:tcPr/>
                </a:tc>
                <a:tc>
                  <a:txBody>
                    <a:bodyPr/>
                    <a:lstStyle/>
                    <a:p>
                      <a:pPr algn="ctr"/>
                      <a:r>
                        <a:rPr lang="en-IN" sz="800"/>
                        <a:t>-</a:t>
                      </a:r>
                      <a:endParaRPr lang="en-US" sz="800"/>
                    </a:p>
                  </a:txBody>
                  <a:tcPr/>
                </a:tc>
                <a:tc>
                  <a:txBody>
                    <a:bodyPr/>
                    <a:lstStyle/>
                    <a:p>
                      <a:pPr algn="ctr"/>
                      <a:r>
                        <a:rPr lang="en-IN" sz="800"/>
                        <a:t>-</a:t>
                      </a:r>
                      <a:endParaRPr lang="en-US" sz="800"/>
                    </a:p>
                  </a:txBody>
                  <a:tcPr/>
                </a:tc>
                <a:tc>
                  <a:txBody>
                    <a:bodyPr/>
                    <a:lstStyle/>
                    <a:p>
                      <a:pPr algn="ctr"/>
                      <a:r>
                        <a:rPr lang="en-US" sz="800"/>
                        <a:t>-</a:t>
                      </a:r>
                    </a:p>
                  </a:txBody>
                  <a:tcPr/>
                </a:tc>
                <a:tc>
                  <a:txBody>
                    <a:bodyPr/>
                    <a:lstStyle/>
                    <a:p>
                      <a:pPr algn="ctr"/>
                      <a:r>
                        <a:rPr lang="en-IN" sz="800"/>
                        <a:t>-</a:t>
                      </a:r>
                      <a:endParaRPr lang="en-US" sz="800"/>
                    </a:p>
                  </a:txBody>
                  <a:tcPr/>
                </a:tc>
                <a:extLst>
                  <a:ext uri="{0D108BD9-81ED-4DB2-BD59-A6C34878D82A}">
                    <a16:rowId xmlns:a16="http://schemas.microsoft.com/office/drawing/2014/main" val="4196200845"/>
                  </a:ext>
                </a:extLst>
              </a:tr>
              <a:tr h="246323">
                <a:tc>
                  <a:txBody>
                    <a:bodyPr/>
                    <a:lstStyle/>
                    <a:p>
                      <a:pPr algn="ctr"/>
                      <a:r>
                        <a:rPr lang="en-US" sz="800"/>
                        <a:t>9</a:t>
                      </a:r>
                    </a:p>
                  </a:txBody>
                  <a:tcPr/>
                </a:tc>
                <a:tc>
                  <a:txBody>
                    <a:bodyPr/>
                    <a:lstStyle/>
                    <a:p>
                      <a:pPr algn="ctr"/>
                      <a:r>
                        <a:rPr lang="en-US" sz="800"/>
                        <a:t>Buddy</a:t>
                      </a:r>
                    </a:p>
                  </a:txBody>
                  <a:tcPr/>
                </a:tc>
                <a:tc>
                  <a:txBody>
                    <a:bodyPr/>
                    <a:lstStyle/>
                    <a:p>
                      <a:pPr algn="ctr"/>
                      <a:r>
                        <a:rPr lang="en-US" sz="800"/>
                        <a:t>-</a:t>
                      </a:r>
                    </a:p>
                  </a:txBody>
                  <a:tcPr/>
                </a:tc>
                <a:tc>
                  <a:txBody>
                    <a:bodyPr/>
                    <a:lstStyle/>
                    <a:p>
                      <a:pPr algn="ctr"/>
                      <a:r>
                        <a:rPr lang="en-US" sz="800"/>
                        <a:t>-</a:t>
                      </a:r>
                    </a:p>
                  </a:txBody>
                  <a:tcPr/>
                </a:tc>
                <a:tc>
                  <a:txBody>
                    <a:bodyPr/>
                    <a:lstStyle/>
                    <a:p>
                      <a:pPr algn="ctr"/>
                      <a:r>
                        <a:rPr lang="en-US" sz="800"/>
                        <a:t>1</a:t>
                      </a:r>
                    </a:p>
                  </a:txBody>
                  <a:tcPr/>
                </a:tc>
                <a:tc>
                  <a:txBody>
                    <a:bodyPr/>
                    <a:lstStyle/>
                    <a:p>
                      <a:pPr algn="ctr"/>
                      <a:r>
                        <a:rPr lang="en-US" sz="800"/>
                        <a:t>-</a:t>
                      </a:r>
                    </a:p>
                  </a:txBody>
                  <a:tcPr/>
                </a:tc>
                <a:tc>
                  <a:txBody>
                    <a:bodyPr/>
                    <a:lstStyle/>
                    <a:p>
                      <a:pPr algn="ctr"/>
                      <a:r>
                        <a:rPr lang="en-US" sz="800"/>
                        <a:t>-</a:t>
                      </a:r>
                    </a:p>
                  </a:txBody>
                  <a:tcPr/>
                </a:tc>
                <a:tc>
                  <a:txBody>
                    <a:bodyPr/>
                    <a:lstStyle/>
                    <a:p>
                      <a:pPr algn="ctr"/>
                      <a:r>
                        <a:rPr lang="en-US" sz="800"/>
                        <a:t>55 Days</a:t>
                      </a:r>
                    </a:p>
                  </a:txBody>
                  <a:tcPr/>
                </a:tc>
                <a:extLst>
                  <a:ext uri="{0D108BD9-81ED-4DB2-BD59-A6C34878D82A}">
                    <a16:rowId xmlns:a16="http://schemas.microsoft.com/office/drawing/2014/main" val="65072266"/>
                  </a:ext>
                </a:extLst>
              </a:tr>
              <a:tr h="330719">
                <a:tc>
                  <a:txBody>
                    <a:bodyPr/>
                    <a:lstStyle/>
                    <a:p>
                      <a:pPr algn="ctr"/>
                      <a:r>
                        <a:rPr lang="en-US" sz="800"/>
                        <a:t>10</a:t>
                      </a:r>
                    </a:p>
                  </a:txBody>
                  <a:tcPr/>
                </a:tc>
                <a:tc>
                  <a:txBody>
                    <a:bodyPr/>
                    <a:lstStyle/>
                    <a:p>
                      <a:pPr algn="ctr"/>
                      <a:r>
                        <a:rPr lang="en-US" sz="800"/>
                        <a:t>Insillion Portal</a:t>
                      </a:r>
                    </a:p>
                  </a:txBody>
                  <a:tcPr/>
                </a:tc>
                <a:tc>
                  <a:txBody>
                    <a:bodyPr/>
                    <a:lstStyle/>
                    <a:p>
                      <a:pPr algn="ctr"/>
                      <a:r>
                        <a:rPr lang="en-US" sz="800"/>
                        <a:t>-</a:t>
                      </a:r>
                    </a:p>
                  </a:txBody>
                  <a:tcPr/>
                </a:tc>
                <a:tc>
                  <a:txBody>
                    <a:bodyPr/>
                    <a:lstStyle/>
                    <a:p>
                      <a:pPr algn="ctr"/>
                      <a:r>
                        <a:rPr lang="en-US" sz="800"/>
                        <a:t>-</a:t>
                      </a:r>
                    </a:p>
                  </a:txBody>
                  <a:tcPr/>
                </a:tc>
                <a:tc>
                  <a:txBody>
                    <a:bodyPr/>
                    <a:lstStyle/>
                    <a:p>
                      <a:pPr algn="ctr"/>
                      <a:r>
                        <a:rPr lang="en-US" sz="800"/>
                        <a:t>-</a:t>
                      </a:r>
                    </a:p>
                  </a:txBody>
                  <a:tcPr/>
                </a:tc>
                <a:tc>
                  <a:txBody>
                    <a:bodyPr/>
                    <a:lstStyle/>
                    <a:p>
                      <a:pPr algn="ctr"/>
                      <a:r>
                        <a:rPr lang="en-US" sz="800"/>
                        <a:t>2</a:t>
                      </a:r>
                    </a:p>
                  </a:txBody>
                  <a:tcPr/>
                </a:tc>
                <a:tc>
                  <a:txBody>
                    <a:bodyPr/>
                    <a:lstStyle/>
                    <a:p>
                      <a:pPr algn="ctr"/>
                      <a:r>
                        <a:rPr lang="en-US" sz="800"/>
                        <a:t>-</a:t>
                      </a:r>
                    </a:p>
                  </a:txBody>
                  <a:tcPr/>
                </a:tc>
                <a:tc>
                  <a:txBody>
                    <a:bodyPr/>
                    <a:lstStyle/>
                    <a:p>
                      <a:pPr algn="ctr"/>
                      <a:r>
                        <a:rPr lang="en-US" sz="800"/>
                        <a:t>48 Days</a:t>
                      </a:r>
                    </a:p>
                  </a:txBody>
                  <a:tcPr/>
                </a:tc>
                <a:extLst>
                  <a:ext uri="{0D108BD9-81ED-4DB2-BD59-A6C34878D82A}">
                    <a16:rowId xmlns:a16="http://schemas.microsoft.com/office/drawing/2014/main" val="3807104093"/>
                  </a:ext>
                </a:extLst>
              </a:tr>
              <a:tr h="330719">
                <a:tc>
                  <a:txBody>
                    <a:bodyPr/>
                    <a:lstStyle/>
                    <a:p>
                      <a:pPr algn="ctr"/>
                      <a:r>
                        <a:rPr lang="en-US" sz="800"/>
                        <a:t>11</a:t>
                      </a:r>
                    </a:p>
                  </a:txBody>
                  <a:tcPr/>
                </a:tc>
                <a:tc>
                  <a:txBody>
                    <a:bodyPr/>
                    <a:lstStyle/>
                    <a:p>
                      <a:pPr algn="ctr"/>
                      <a:r>
                        <a:rPr lang="en-US" sz="800"/>
                        <a:t>FastTrack</a:t>
                      </a:r>
                    </a:p>
                  </a:txBody>
                  <a:tcPr/>
                </a:tc>
                <a:tc>
                  <a:txBody>
                    <a:bodyPr/>
                    <a:lstStyle/>
                    <a:p>
                      <a:pPr algn="ctr"/>
                      <a:r>
                        <a:rPr lang="en-US" sz="800"/>
                        <a:t>-</a:t>
                      </a:r>
                    </a:p>
                  </a:txBody>
                  <a:tcPr/>
                </a:tc>
                <a:tc>
                  <a:txBody>
                    <a:bodyPr/>
                    <a:lstStyle/>
                    <a:p>
                      <a:pPr algn="ctr"/>
                      <a:r>
                        <a:rPr lang="en-US" sz="800"/>
                        <a:t>-</a:t>
                      </a:r>
                    </a:p>
                  </a:txBody>
                  <a:tcPr/>
                </a:tc>
                <a:tc>
                  <a:txBody>
                    <a:bodyPr/>
                    <a:lstStyle/>
                    <a:p>
                      <a:pPr algn="ctr"/>
                      <a:r>
                        <a:rPr lang="en-US" sz="800"/>
                        <a:t>3</a:t>
                      </a:r>
                    </a:p>
                  </a:txBody>
                  <a:tcPr/>
                </a:tc>
                <a:tc>
                  <a:txBody>
                    <a:bodyPr/>
                    <a:lstStyle/>
                    <a:p>
                      <a:pPr algn="ctr"/>
                      <a:r>
                        <a:rPr lang="en-US" sz="800"/>
                        <a:t>1</a:t>
                      </a:r>
                    </a:p>
                  </a:txBody>
                  <a:tcPr/>
                </a:tc>
                <a:tc>
                  <a:txBody>
                    <a:bodyPr/>
                    <a:lstStyle/>
                    <a:p>
                      <a:pPr algn="ctr"/>
                      <a:r>
                        <a:rPr lang="en-US" sz="800"/>
                        <a:t>-</a:t>
                      </a:r>
                    </a:p>
                  </a:txBody>
                  <a:tcPr/>
                </a:tc>
                <a:tc>
                  <a:txBody>
                    <a:bodyPr/>
                    <a:lstStyle/>
                    <a:p>
                      <a:pPr algn="ctr"/>
                      <a:r>
                        <a:rPr lang="en-US" sz="800"/>
                        <a:t>47 Days</a:t>
                      </a:r>
                    </a:p>
                  </a:txBody>
                  <a:tcPr/>
                </a:tc>
                <a:extLst>
                  <a:ext uri="{0D108BD9-81ED-4DB2-BD59-A6C34878D82A}">
                    <a16:rowId xmlns:a16="http://schemas.microsoft.com/office/drawing/2014/main" val="4211734810"/>
                  </a:ext>
                </a:extLst>
              </a:tr>
              <a:tr h="246323">
                <a:tc>
                  <a:txBody>
                    <a:bodyPr/>
                    <a:lstStyle/>
                    <a:p>
                      <a:pPr algn="ctr"/>
                      <a:r>
                        <a:rPr lang="en-US" sz="800"/>
                        <a:t>12</a:t>
                      </a:r>
                    </a:p>
                  </a:txBody>
                  <a:tcPr/>
                </a:tc>
                <a:tc>
                  <a:txBody>
                    <a:bodyPr/>
                    <a:lstStyle/>
                    <a:p>
                      <a:pPr algn="ctr"/>
                      <a:r>
                        <a:rPr lang="en-US" sz="800"/>
                        <a:t>AMS</a:t>
                      </a:r>
                    </a:p>
                  </a:txBody>
                  <a:tcPr/>
                </a:tc>
                <a:tc>
                  <a:txBody>
                    <a:bodyPr/>
                    <a:lstStyle/>
                    <a:p>
                      <a:pPr algn="ctr"/>
                      <a:r>
                        <a:rPr lang="en-US" sz="800"/>
                        <a:t>-</a:t>
                      </a:r>
                    </a:p>
                  </a:txBody>
                  <a:tcPr/>
                </a:tc>
                <a:tc>
                  <a:txBody>
                    <a:bodyPr/>
                    <a:lstStyle/>
                    <a:p>
                      <a:pPr algn="ctr"/>
                      <a:r>
                        <a:rPr lang="en-US" sz="800"/>
                        <a:t>-</a:t>
                      </a:r>
                    </a:p>
                  </a:txBody>
                  <a:tcPr/>
                </a:tc>
                <a:tc>
                  <a:txBody>
                    <a:bodyPr/>
                    <a:lstStyle/>
                    <a:p>
                      <a:pPr algn="ctr"/>
                      <a:r>
                        <a:rPr lang="en-US" sz="800"/>
                        <a:t>3</a:t>
                      </a:r>
                    </a:p>
                  </a:txBody>
                  <a:tcPr/>
                </a:tc>
                <a:tc>
                  <a:txBody>
                    <a:bodyPr/>
                    <a:lstStyle/>
                    <a:p>
                      <a:pPr algn="ctr"/>
                      <a:r>
                        <a:rPr lang="en-US" sz="800"/>
                        <a:t>2</a:t>
                      </a:r>
                    </a:p>
                  </a:txBody>
                  <a:tcPr/>
                </a:tc>
                <a:tc>
                  <a:txBody>
                    <a:bodyPr/>
                    <a:lstStyle/>
                    <a:p>
                      <a:pPr algn="ctr"/>
                      <a:r>
                        <a:rPr lang="en-US" sz="800"/>
                        <a:t>-</a:t>
                      </a:r>
                    </a:p>
                  </a:txBody>
                  <a:tcPr/>
                </a:tc>
                <a:tc>
                  <a:txBody>
                    <a:bodyPr/>
                    <a:lstStyle/>
                    <a:p>
                      <a:pPr algn="ctr"/>
                      <a:r>
                        <a:rPr lang="en-US" sz="800"/>
                        <a:t>42 Days</a:t>
                      </a:r>
                    </a:p>
                  </a:txBody>
                  <a:tcPr/>
                </a:tc>
                <a:extLst>
                  <a:ext uri="{0D108BD9-81ED-4DB2-BD59-A6C34878D82A}">
                    <a16:rowId xmlns:a16="http://schemas.microsoft.com/office/drawing/2014/main" val="3942803789"/>
                  </a:ext>
                </a:extLst>
              </a:tr>
              <a:tr h="246323">
                <a:tc>
                  <a:txBody>
                    <a:bodyPr/>
                    <a:lstStyle/>
                    <a:p>
                      <a:pPr algn="ctr"/>
                      <a:r>
                        <a:rPr lang="en-US" sz="800"/>
                        <a:t>13</a:t>
                      </a:r>
                    </a:p>
                  </a:txBody>
                  <a:tcPr/>
                </a:tc>
                <a:tc>
                  <a:txBody>
                    <a:bodyPr/>
                    <a:lstStyle/>
                    <a:p>
                      <a:pPr algn="ctr"/>
                      <a:r>
                        <a:rPr lang="en-US" sz="800"/>
                        <a:t>IFCU</a:t>
                      </a:r>
                    </a:p>
                  </a:txBody>
                  <a:tcPr/>
                </a:tc>
                <a:tc>
                  <a:txBody>
                    <a:bodyPr/>
                    <a:lstStyle/>
                    <a:p>
                      <a:pPr algn="ctr"/>
                      <a:r>
                        <a:rPr lang="en-US" sz="800"/>
                        <a:t>-</a:t>
                      </a:r>
                    </a:p>
                  </a:txBody>
                  <a:tcPr/>
                </a:tc>
                <a:tc>
                  <a:txBody>
                    <a:bodyPr/>
                    <a:lstStyle/>
                    <a:p>
                      <a:pPr algn="ctr"/>
                      <a:r>
                        <a:rPr lang="en-US" sz="800"/>
                        <a:t>-</a:t>
                      </a:r>
                    </a:p>
                  </a:txBody>
                  <a:tcPr/>
                </a:tc>
                <a:tc>
                  <a:txBody>
                    <a:bodyPr/>
                    <a:lstStyle/>
                    <a:p>
                      <a:pPr algn="ctr"/>
                      <a:r>
                        <a:rPr lang="en-US" sz="800"/>
                        <a:t>1</a:t>
                      </a:r>
                    </a:p>
                  </a:txBody>
                  <a:tcPr/>
                </a:tc>
                <a:tc>
                  <a:txBody>
                    <a:bodyPr/>
                    <a:lstStyle/>
                    <a:p>
                      <a:pPr algn="ctr"/>
                      <a:r>
                        <a:rPr lang="en-US" sz="800"/>
                        <a:t>3</a:t>
                      </a:r>
                    </a:p>
                  </a:txBody>
                  <a:tcPr/>
                </a:tc>
                <a:tc>
                  <a:txBody>
                    <a:bodyPr/>
                    <a:lstStyle/>
                    <a:p>
                      <a:pPr algn="ctr"/>
                      <a:r>
                        <a:rPr lang="en-US" sz="800"/>
                        <a:t>-</a:t>
                      </a:r>
                    </a:p>
                  </a:txBody>
                  <a:tcPr/>
                </a:tc>
                <a:tc>
                  <a:txBody>
                    <a:bodyPr/>
                    <a:lstStyle/>
                    <a:p>
                      <a:pPr algn="ctr"/>
                      <a:r>
                        <a:rPr lang="en-US" sz="800" b="1"/>
                        <a:t>63 Days</a:t>
                      </a:r>
                    </a:p>
                  </a:txBody>
                  <a:tcPr/>
                </a:tc>
                <a:extLst>
                  <a:ext uri="{0D108BD9-81ED-4DB2-BD59-A6C34878D82A}">
                    <a16:rowId xmlns:a16="http://schemas.microsoft.com/office/drawing/2014/main" val="573142287"/>
                  </a:ext>
                </a:extLst>
              </a:tr>
              <a:tr h="246323">
                <a:tc>
                  <a:txBody>
                    <a:bodyPr/>
                    <a:lstStyle/>
                    <a:p>
                      <a:pPr algn="ctr"/>
                      <a:r>
                        <a:rPr lang="en-US" sz="800"/>
                        <a:t>14</a:t>
                      </a:r>
                    </a:p>
                  </a:txBody>
                  <a:tcPr/>
                </a:tc>
                <a:tc>
                  <a:txBody>
                    <a:bodyPr/>
                    <a:lstStyle/>
                    <a:p>
                      <a:pPr algn="ctr"/>
                      <a:r>
                        <a:rPr lang="en-US" sz="800" err="1"/>
                        <a:t>iClaim</a:t>
                      </a:r>
                      <a:endParaRPr lang="en-US" sz="800"/>
                    </a:p>
                  </a:txBody>
                  <a:tcPr/>
                </a:tc>
                <a:tc>
                  <a:txBody>
                    <a:bodyPr/>
                    <a:lstStyle/>
                    <a:p>
                      <a:pPr algn="ctr"/>
                      <a:r>
                        <a:rPr lang="en-US" sz="800"/>
                        <a:t>-</a:t>
                      </a:r>
                    </a:p>
                  </a:txBody>
                  <a:tcPr/>
                </a:tc>
                <a:tc>
                  <a:txBody>
                    <a:bodyPr/>
                    <a:lstStyle/>
                    <a:p>
                      <a:pPr algn="ctr"/>
                      <a:r>
                        <a:rPr lang="en-US" sz="800"/>
                        <a:t>-</a:t>
                      </a:r>
                    </a:p>
                  </a:txBody>
                  <a:tcPr/>
                </a:tc>
                <a:tc>
                  <a:txBody>
                    <a:bodyPr/>
                    <a:lstStyle/>
                    <a:p>
                      <a:pPr algn="ctr"/>
                      <a:r>
                        <a:rPr lang="en-US" sz="800"/>
                        <a:t>2</a:t>
                      </a:r>
                    </a:p>
                  </a:txBody>
                  <a:tcPr/>
                </a:tc>
                <a:tc>
                  <a:txBody>
                    <a:bodyPr/>
                    <a:lstStyle/>
                    <a:p>
                      <a:pPr algn="ctr"/>
                      <a:r>
                        <a:rPr lang="en-US" sz="800"/>
                        <a:t>1</a:t>
                      </a:r>
                    </a:p>
                  </a:txBody>
                  <a:tcPr/>
                </a:tc>
                <a:tc>
                  <a:txBody>
                    <a:bodyPr/>
                    <a:lstStyle/>
                    <a:p>
                      <a:pPr algn="ctr"/>
                      <a:r>
                        <a:rPr lang="en-US" sz="800"/>
                        <a:t>-</a:t>
                      </a:r>
                    </a:p>
                  </a:txBody>
                  <a:tcPr/>
                </a:tc>
                <a:tc>
                  <a:txBody>
                    <a:bodyPr/>
                    <a:lstStyle/>
                    <a:p>
                      <a:pPr algn="ctr"/>
                      <a:r>
                        <a:rPr lang="en-US" sz="800"/>
                        <a:t>1 Day</a:t>
                      </a:r>
                    </a:p>
                  </a:txBody>
                  <a:tcPr/>
                </a:tc>
                <a:extLst>
                  <a:ext uri="{0D108BD9-81ED-4DB2-BD59-A6C34878D82A}">
                    <a16:rowId xmlns:a16="http://schemas.microsoft.com/office/drawing/2014/main" val="737872451"/>
                  </a:ext>
                </a:extLst>
              </a:tr>
            </a:tbl>
          </a:graphicData>
        </a:graphic>
      </p:graphicFrame>
      <p:graphicFrame>
        <p:nvGraphicFramePr>
          <p:cNvPr id="13" name="Table 12">
            <a:extLst>
              <a:ext uri="{FF2B5EF4-FFF2-40B4-BE49-F238E27FC236}">
                <a16:creationId xmlns:a16="http://schemas.microsoft.com/office/drawing/2014/main" id="{094B74D7-2191-366A-1F77-8A330E570826}"/>
              </a:ext>
            </a:extLst>
          </p:cNvPr>
          <p:cNvGraphicFramePr>
            <a:graphicFrameLocks noGrp="1"/>
          </p:cNvGraphicFramePr>
          <p:nvPr>
            <p:extLst>
              <p:ext uri="{D42A27DB-BD31-4B8C-83A1-F6EECF244321}">
                <p14:modId xmlns:p14="http://schemas.microsoft.com/office/powerpoint/2010/main" val="4020429151"/>
              </p:ext>
            </p:extLst>
          </p:nvPr>
        </p:nvGraphicFramePr>
        <p:xfrm>
          <a:off x="6047875" y="1400519"/>
          <a:ext cx="5501406" cy="4625635"/>
        </p:xfrm>
        <a:graphic>
          <a:graphicData uri="http://schemas.openxmlformats.org/drawingml/2006/table">
            <a:tbl>
              <a:tblPr firstRow="1" bandRow="1">
                <a:tableStyleId>{5C22544A-7EE6-4342-B048-85BDC9FD1C3A}</a:tableStyleId>
              </a:tblPr>
              <a:tblGrid>
                <a:gridCol w="368777">
                  <a:extLst>
                    <a:ext uri="{9D8B030D-6E8A-4147-A177-3AD203B41FA5}">
                      <a16:colId xmlns:a16="http://schemas.microsoft.com/office/drawing/2014/main" val="1925474152"/>
                    </a:ext>
                  </a:extLst>
                </a:gridCol>
                <a:gridCol w="1054744">
                  <a:extLst>
                    <a:ext uri="{9D8B030D-6E8A-4147-A177-3AD203B41FA5}">
                      <a16:colId xmlns:a16="http://schemas.microsoft.com/office/drawing/2014/main" val="3997825120"/>
                    </a:ext>
                  </a:extLst>
                </a:gridCol>
                <a:gridCol w="753420">
                  <a:extLst>
                    <a:ext uri="{9D8B030D-6E8A-4147-A177-3AD203B41FA5}">
                      <a16:colId xmlns:a16="http://schemas.microsoft.com/office/drawing/2014/main" val="1159947725"/>
                    </a:ext>
                  </a:extLst>
                </a:gridCol>
                <a:gridCol w="602736">
                  <a:extLst>
                    <a:ext uri="{9D8B030D-6E8A-4147-A177-3AD203B41FA5}">
                      <a16:colId xmlns:a16="http://schemas.microsoft.com/office/drawing/2014/main" val="3616431039"/>
                    </a:ext>
                  </a:extLst>
                </a:gridCol>
                <a:gridCol w="791091">
                  <a:extLst>
                    <a:ext uri="{9D8B030D-6E8A-4147-A177-3AD203B41FA5}">
                      <a16:colId xmlns:a16="http://schemas.microsoft.com/office/drawing/2014/main" val="2240962529"/>
                    </a:ext>
                  </a:extLst>
                </a:gridCol>
                <a:gridCol w="489723">
                  <a:extLst>
                    <a:ext uri="{9D8B030D-6E8A-4147-A177-3AD203B41FA5}">
                      <a16:colId xmlns:a16="http://schemas.microsoft.com/office/drawing/2014/main" val="1204569724"/>
                    </a:ext>
                  </a:extLst>
                </a:gridCol>
                <a:gridCol w="800508">
                  <a:extLst>
                    <a:ext uri="{9D8B030D-6E8A-4147-A177-3AD203B41FA5}">
                      <a16:colId xmlns:a16="http://schemas.microsoft.com/office/drawing/2014/main" val="300523276"/>
                    </a:ext>
                  </a:extLst>
                </a:gridCol>
                <a:gridCol w="640407">
                  <a:extLst>
                    <a:ext uri="{9D8B030D-6E8A-4147-A177-3AD203B41FA5}">
                      <a16:colId xmlns:a16="http://schemas.microsoft.com/office/drawing/2014/main" val="1954682729"/>
                    </a:ext>
                  </a:extLst>
                </a:gridCol>
              </a:tblGrid>
              <a:tr h="245433">
                <a:tc rowSpan="2">
                  <a:txBody>
                    <a:bodyPr/>
                    <a:lstStyle/>
                    <a:p>
                      <a:pPr algn="ctr"/>
                      <a:r>
                        <a:rPr lang="en-IN" sz="1000"/>
                        <a:t>SN</a:t>
                      </a:r>
                    </a:p>
                    <a:p>
                      <a:pPr algn="ctr"/>
                      <a:endParaRPr lang="en-US" sz="1000"/>
                    </a:p>
                  </a:txBody>
                  <a:tcPr/>
                </a:tc>
                <a:tc rowSpan="2">
                  <a:txBody>
                    <a:bodyPr/>
                    <a:lstStyle/>
                    <a:p>
                      <a:pPr algn="ctr"/>
                      <a:r>
                        <a:rPr lang="en-IN" sz="1000"/>
                        <a:t>Application Name</a:t>
                      </a:r>
                      <a:endParaRPr lang="en-US" sz="1000"/>
                    </a:p>
                  </a:txBody>
                  <a:tcPr/>
                </a:tc>
                <a:tc gridSpan="4">
                  <a:txBody>
                    <a:bodyPr/>
                    <a:lstStyle/>
                    <a:p>
                      <a:pPr algn="ctr"/>
                      <a:r>
                        <a:rPr lang="en-IN" sz="1000"/>
                        <a:t>Severity</a:t>
                      </a:r>
                      <a:endParaRPr lang="en-US" sz="1000"/>
                    </a:p>
                  </a:txBody>
                  <a:tcPr/>
                </a:tc>
                <a:tc hMerge="1">
                  <a:txBody>
                    <a:bodyPr/>
                    <a:lstStyle/>
                    <a:p>
                      <a:endParaRPr lang="en-US"/>
                    </a:p>
                  </a:txBody>
                  <a:tcPr/>
                </a:tc>
                <a:tc hMerge="1">
                  <a:txBody>
                    <a:bodyPr/>
                    <a:lstStyle/>
                    <a:p>
                      <a:endParaRPr lang="en-US"/>
                    </a:p>
                  </a:txBody>
                  <a:tcPr/>
                </a:tc>
                <a:tc hMerge="1">
                  <a:txBody>
                    <a:bodyPr/>
                    <a:lstStyle/>
                    <a:p>
                      <a:endParaRPr lang="en-US"/>
                    </a:p>
                  </a:txBody>
                  <a:tcPr/>
                </a:tc>
                <a:tc rowSpan="2">
                  <a:txBody>
                    <a:bodyPr/>
                    <a:lstStyle/>
                    <a:p>
                      <a:pPr algn="ctr"/>
                      <a:r>
                        <a:rPr lang="en-US" sz="1000"/>
                        <a:t>Exception</a:t>
                      </a:r>
                    </a:p>
                  </a:txBody>
                  <a:tcPr/>
                </a:tc>
                <a:tc rowSpan="2">
                  <a:txBody>
                    <a:bodyPr/>
                    <a:lstStyle/>
                    <a:p>
                      <a:pPr algn="ctr"/>
                      <a:r>
                        <a:rPr lang="en-IN" sz="1000"/>
                        <a:t>Ageing</a:t>
                      </a:r>
                    </a:p>
                    <a:p>
                      <a:pPr algn="ctr"/>
                      <a:endParaRPr lang="en-US" sz="1000"/>
                    </a:p>
                  </a:txBody>
                  <a:tcPr/>
                </a:tc>
                <a:extLst>
                  <a:ext uri="{0D108BD9-81ED-4DB2-BD59-A6C34878D82A}">
                    <a16:rowId xmlns:a16="http://schemas.microsoft.com/office/drawing/2014/main" val="3027051772"/>
                  </a:ext>
                </a:extLst>
              </a:tr>
              <a:tr h="299519">
                <a:tc vMerge="1">
                  <a:txBody>
                    <a:bodyPr/>
                    <a:lstStyle/>
                    <a:p>
                      <a:endParaRPr/>
                    </a:p>
                  </a:txBody>
                  <a:tcPr/>
                </a:tc>
                <a:tc vMerge="1">
                  <a:txBody>
                    <a:bodyPr/>
                    <a:lstStyle/>
                    <a:p>
                      <a:endParaRPr lang="en-US"/>
                    </a:p>
                  </a:txBody>
                  <a:tcPr/>
                </a:tc>
                <a:tc>
                  <a:txBody>
                    <a:bodyPr/>
                    <a:lstStyle/>
                    <a:p>
                      <a:pPr algn="ctr"/>
                      <a:r>
                        <a:rPr lang="en-IN" sz="1000" b="1">
                          <a:solidFill>
                            <a:schemeClr val="bg1"/>
                          </a:solidFill>
                        </a:rPr>
                        <a:t>Critical</a:t>
                      </a:r>
                      <a:endParaRPr lang="en-US" sz="1000" b="1">
                        <a:solidFill>
                          <a:schemeClr val="bg1"/>
                        </a:solidFill>
                      </a:endParaRPr>
                    </a:p>
                  </a:txBody>
                  <a:tcPr>
                    <a:solidFill>
                      <a:srgbClr val="C00000"/>
                    </a:solidFill>
                  </a:tcPr>
                </a:tc>
                <a:tc>
                  <a:txBody>
                    <a:bodyPr/>
                    <a:lstStyle/>
                    <a:p>
                      <a:pPr algn="ctr"/>
                      <a:r>
                        <a:rPr lang="en-IN" sz="1000" b="1">
                          <a:solidFill>
                            <a:schemeClr val="bg1"/>
                          </a:solidFill>
                        </a:rPr>
                        <a:t>High</a:t>
                      </a:r>
                      <a:endParaRPr lang="en-US" sz="1000" b="1">
                        <a:solidFill>
                          <a:schemeClr val="bg1"/>
                        </a:solidFill>
                      </a:endParaRPr>
                    </a:p>
                  </a:txBody>
                  <a:tcPr>
                    <a:solidFill>
                      <a:srgbClr val="FF0000"/>
                    </a:solidFill>
                  </a:tcPr>
                </a:tc>
                <a:tc>
                  <a:txBody>
                    <a:bodyPr/>
                    <a:lstStyle/>
                    <a:p>
                      <a:pPr algn="ctr"/>
                      <a:r>
                        <a:rPr lang="en-IN" sz="1000" b="1"/>
                        <a:t>Medium</a:t>
                      </a:r>
                      <a:endParaRPr lang="en-US" sz="1000" b="1"/>
                    </a:p>
                  </a:txBody>
                  <a:tcPr>
                    <a:solidFill>
                      <a:srgbClr val="FFC000"/>
                    </a:solidFill>
                  </a:tcPr>
                </a:tc>
                <a:tc>
                  <a:txBody>
                    <a:bodyPr/>
                    <a:lstStyle/>
                    <a:p>
                      <a:pPr algn="ctr"/>
                      <a:r>
                        <a:rPr lang="en-IN" sz="1000" b="1"/>
                        <a:t>Low</a:t>
                      </a:r>
                      <a:endParaRPr lang="en-US" sz="1000" b="1"/>
                    </a:p>
                  </a:txBody>
                  <a:tcPr>
                    <a:solidFill>
                      <a:srgbClr val="92D050"/>
                    </a:solidFill>
                  </a:tcPr>
                </a:tc>
                <a:tc vMerge="1">
                  <a:txBody>
                    <a:bodyPr/>
                    <a:lstStyle/>
                    <a:p>
                      <a:endParaRPr lang="en-US"/>
                    </a:p>
                  </a:txBody>
                  <a:tcPr/>
                </a:tc>
                <a:tc vMerge="1">
                  <a:txBody>
                    <a:bodyPr/>
                    <a:lstStyle/>
                    <a:p>
                      <a:pPr algn="ctr"/>
                      <a:endParaRPr lang="en-US" sz="1200" b="1"/>
                    </a:p>
                  </a:txBody>
                  <a:tcPr>
                    <a:solidFill>
                      <a:schemeClr val="tx1">
                        <a:lumMod val="50000"/>
                        <a:lumOff val="50000"/>
                      </a:schemeClr>
                    </a:solidFill>
                  </a:tcPr>
                </a:tc>
                <a:extLst>
                  <a:ext uri="{0D108BD9-81ED-4DB2-BD59-A6C34878D82A}">
                    <a16:rowId xmlns:a16="http://schemas.microsoft.com/office/drawing/2014/main" val="3080398481"/>
                  </a:ext>
                </a:extLst>
              </a:tr>
              <a:tr h="214773">
                <a:tc>
                  <a:txBody>
                    <a:bodyPr/>
                    <a:lstStyle/>
                    <a:p>
                      <a:pPr algn="ctr"/>
                      <a:r>
                        <a:rPr lang="en-IN" sz="800"/>
                        <a:t>1</a:t>
                      </a:r>
                      <a:endParaRPr lang="en-US" sz="80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800"/>
                        <a:t>Website</a:t>
                      </a:r>
                      <a:endParaRPr lang="en-US" sz="800"/>
                    </a:p>
                  </a:txBody>
                  <a:tcPr/>
                </a:tc>
                <a:tc>
                  <a:txBody>
                    <a:bodyPr/>
                    <a:lstStyle/>
                    <a:p>
                      <a:pPr algn="ctr"/>
                      <a:r>
                        <a:rPr lang="en-IN" sz="800"/>
                        <a:t>-</a:t>
                      </a:r>
                      <a:endParaRPr lang="en-US" sz="800"/>
                    </a:p>
                  </a:txBody>
                  <a:tcPr/>
                </a:tc>
                <a:tc>
                  <a:txBody>
                    <a:bodyPr/>
                    <a:lstStyle/>
                    <a:p>
                      <a:pPr algn="ctr"/>
                      <a:r>
                        <a:rPr lang="en-IN" sz="800"/>
                        <a:t>1</a:t>
                      </a:r>
                      <a:endParaRPr lang="en-US" sz="800"/>
                    </a:p>
                  </a:txBody>
                  <a:tcPr/>
                </a:tc>
                <a:tc>
                  <a:txBody>
                    <a:bodyPr/>
                    <a:lstStyle/>
                    <a:p>
                      <a:pPr algn="ctr"/>
                      <a:r>
                        <a:rPr lang="en-IN" sz="800"/>
                        <a:t>-</a:t>
                      </a:r>
                      <a:endParaRPr lang="en-US" sz="800"/>
                    </a:p>
                  </a:txBody>
                  <a:tcPr/>
                </a:tc>
                <a:tc>
                  <a:txBody>
                    <a:bodyPr/>
                    <a:lstStyle/>
                    <a:p>
                      <a:pPr algn="ctr"/>
                      <a:r>
                        <a:rPr lang="en-IN" sz="800"/>
                        <a:t>-</a:t>
                      </a:r>
                      <a:endParaRPr lang="en-US" sz="800"/>
                    </a:p>
                  </a:txBody>
                  <a:tcPr/>
                </a:tc>
                <a:tc>
                  <a:txBody>
                    <a:bodyPr/>
                    <a:lstStyle/>
                    <a:p>
                      <a:pPr algn="ctr"/>
                      <a:r>
                        <a:rPr lang="en-US" sz="800"/>
                        <a:t>-</a:t>
                      </a:r>
                    </a:p>
                  </a:txBody>
                  <a:tcPr/>
                </a:tc>
                <a:tc>
                  <a:txBody>
                    <a:bodyPr/>
                    <a:lstStyle/>
                    <a:p>
                      <a:pPr algn="ctr"/>
                      <a:r>
                        <a:rPr lang="en-IN" sz="800" b="1"/>
                        <a:t>116 Days</a:t>
                      </a:r>
                      <a:endParaRPr lang="en-US" sz="800" b="1"/>
                    </a:p>
                  </a:txBody>
                  <a:tcPr/>
                </a:tc>
                <a:extLst>
                  <a:ext uri="{0D108BD9-81ED-4DB2-BD59-A6C34878D82A}">
                    <a16:rowId xmlns:a16="http://schemas.microsoft.com/office/drawing/2014/main" val="3611904418"/>
                  </a:ext>
                </a:extLst>
              </a:tr>
              <a:tr h="214773">
                <a:tc>
                  <a:txBody>
                    <a:bodyPr/>
                    <a:lstStyle/>
                    <a:p>
                      <a:pPr algn="ctr"/>
                      <a:r>
                        <a:rPr lang="en-IN" sz="800"/>
                        <a:t>2</a:t>
                      </a:r>
                      <a:endParaRPr lang="en-US" sz="80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800"/>
                        <a:t>Agent Portal</a:t>
                      </a:r>
                      <a:endParaRPr lang="en-US" sz="800"/>
                    </a:p>
                  </a:txBody>
                  <a:tcPr/>
                </a:tc>
                <a:tc>
                  <a:txBody>
                    <a:bodyPr/>
                    <a:lstStyle/>
                    <a:p>
                      <a:pPr algn="ctr"/>
                      <a:r>
                        <a:rPr lang="en-IN" sz="800"/>
                        <a:t>-</a:t>
                      </a:r>
                      <a:endParaRPr lang="en-US" sz="800"/>
                    </a:p>
                  </a:txBody>
                  <a:tcPr/>
                </a:tc>
                <a:tc>
                  <a:txBody>
                    <a:bodyPr/>
                    <a:lstStyle/>
                    <a:p>
                      <a:pPr algn="ctr"/>
                      <a:r>
                        <a:rPr lang="en-IN" sz="800"/>
                        <a:t>-</a:t>
                      </a:r>
                      <a:endParaRPr lang="en-US" sz="800"/>
                    </a:p>
                  </a:txBody>
                  <a:tcPr/>
                </a:tc>
                <a:tc>
                  <a:txBody>
                    <a:bodyPr/>
                    <a:lstStyle/>
                    <a:p>
                      <a:pPr algn="ctr"/>
                      <a:r>
                        <a:rPr lang="en-IN" sz="800"/>
                        <a:t>3</a:t>
                      </a:r>
                      <a:endParaRPr lang="en-US" sz="800"/>
                    </a:p>
                  </a:txBody>
                  <a:tcPr/>
                </a:tc>
                <a:tc>
                  <a:txBody>
                    <a:bodyPr/>
                    <a:lstStyle/>
                    <a:p>
                      <a:pPr algn="ctr"/>
                      <a:r>
                        <a:rPr lang="en-IN" sz="800"/>
                        <a:t>1</a:t>
                      </a:r>
                      <a:endParaRPr lang="en-US" sz="80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800"/>
                        <a:t>Raised for 3</a:t>
                      </a:r>
                    </a:p>
                  </a:txBody>
                  <a:tcPr/>
                </a:tc>
                <a:tc>
                  <a:txBody>
                    <a:bodyPr/>
                    <a:lstStyle/>
                    <a:p>
                      <a:pPr algn="ctr"/>
                      <a:r>
                        <a:rPr lang="en-IN" sz="800" b="1"/>
                        <a:t>113 Days</a:t>
                      </a:r>
                      <a:endParaRPr lang="en-US" sz="800" b="1"/>
                    </a:p>
                  </a:txBody>
                  <a:tcPr/>
                </a:tc>
                <a:extLst>
                  <a:ext uri="{0D108BD9-81ED-4DB2-BD59-A6C34878D82A}">
                    <a16:rowId xmlns:a16="http://schemas.microsoft.com/office/drawing/2014/main" val="4118333009"/>
                  </a:ext>
                </a:extLst>
              </a:tr>
              <a:tr h="214773">
                <a:tc>
                  <a:txBody>
                    <a:bodyPr/>
                    <a:lstStyle/>
                    <a:p>
                      <a:pPr algn="ctr"/>
                      <a:r>
                        <a:rPr lang="en-IN" sz="800"/>
                        <a:t>3</a:t>
                      </a:r>
                      <a:endParaRPr lang="en-US" sz="800"/>
                    </a:p>
                  </a:txBody>
                  <a:tcPr/>
                </a:tc>
                <a:tc>
                  <a:txBody>
                    <a:bodyPr/>
                    <a:lstStyle/>
                    <a:p>
                      <a:pPr algn="ctr"/>
                      <a:r>
                        <a:rPr lang="en-IN" sz="800"/>
                        <a:t>iClaim</a:t>
                      </a:r>
                      <a:endParaRPr lang="en-US" sz="800"/>
                    </a:p>
                  </a:txBody>
                  <a:tcPr/>
                </a:tc>
                <a:tc>
                  <a:txBody>
                    <a:bodyPr/>
                    <a:lstStyle/>
                    <a:p>
                      <a:pPr algn="ctr"/>
                      <a:r>
                        <a:rPr lang="en-IN" sz="800"/>
                        <a:t>-</a:t>
                      </a:r>
                      <a:endParaRPr lang="en-US" sz="800"/>
                    </a:p>
                  </a:txBody>
                  <a:tcPr/>
                </a:tc>
                <a:tc>
                  <a:txBody>
                    <a:bodyPr/>
                    <a:lstStyle/>
                    <a:p>
                      <a:pPr algn="ctr"/>
                      <a:r>
                        <a:rPr lang="en-IN" sz="800"/>
                        <a:t>-</a:t>
                      </a:r>
                      <a:endParaRPr lang="en-US" sz="800"/>
                    </a:p>
                  </a:txBody>
                  <a:tcPr/>
                </a:tc>
                <a:tc>
                  <a:txBody>
                    <a:bodyPr/>
                    <a:lstStyle/>
                    <a:p>
                      <a:pPr algn="ctr"/>
                      <a:r>
                        <a:rPr lang="en-IN" sz="800"/>
                        <a:t>-</a:t>
                      </a:r>
                      <a:endParaRPr lang="en-US" sz="800"/>
                    </a:p>
                  </a:txBody>
                  <a:tcPr/>
                </a:tc>
                <a:tc>
                  <a:txBody>
                    <a:bodyPr/>
                    <a:lstStyle/>
                    <a:p>
                      <a:pPr algn="ctr"/>
                      <a:r>
                        <a:rPr lang="en-IN" sz="800"/>
                        <a:t>1</a:t>
                      </a:r>
                    </a:p>
                  </a:txBody>
                  <a:tcPr/>
                </a:tc>
                <a:tc>
                  <a:txBody>
                    <a:bodyPr/>
                    <a:lstStyle/>
                    <a:p>
                      <a:pPr algn="ctr"/>
                      <a:r>
                        <a:rPr lang="en-IN" sz="800"/>
                        <a:t>Raised for 1</a:t>
                      </a:r>
                    </a:p>
                  </a:txBody>
                  <a:tcPr/>
                </a:tc>
                <a:tc>
                  <a:txBody>
                    <a:bodyPr/>
                    <a:lstStyle/>
                    <a:p>
                      <a:pPr algn="ctr"/>
                      <a:r>
                        <a:rPr lang="en-IN" sz="800" b="1"/>
                        <a:t>81 Days</a:t>
                      </a:r>
                    </a:p>
                  </a:txBody>
                  <a:tcPr/>
                </a:tc>
                <a:extLst>
                  <a:ext uri="{0D108BD9-81ED-4DB2-BD59-A6C34878D82A}">
                    <a16:rowId xmlns:a16="http://schemas.microsoft.com/office/drawing/2014/main" val="2593876237"/>
                  </a:ext>
                </a:extLst>
              </a:tr>
              <a:tr h="214773">
                <a:tc>
                  <a:txBody>
                    <a:bodyPr/>
                    <a:lstStyle/>
                    <a:p>
                      <a:pPr algn="ctr"/>
                      <a:r>
                        <a:rPr lang="en-IN" sz="800"/>
                        <a:t>4</a:t>
                      </a:r>
                      <a:endParaRPr lang="en-US" sz="800"/>
                    </a:p>
                  </a:txBody>
                  <a:tcPr/>
                </a:tc>
                <a:tc>
                  <a:txBody>
                    <a:bodyPr/>
                    <a:lstStyle/>
                    <a:p>
                      <a:pPr algn="ctr"/>
                      <a:r>
                        <a:rPr lang="en-IN" sz="800"/>
                        <a:t>iSurvey</a:t>
                      </a:r>
                      <a:endParaRPr lang="en-US" sz="800"/>
                    </a:p>
                  </a:txBody>
                  <a:tcPr/>
                </a:tc>
                <a:tc>
                  <a:txBody>
                    <a:bodyPr/>
                    <a:lstStyle/>
                    <a:p>
                      <a:pPr algn="ctr"/>
                      <a:r>
                        <a:rPr lang="en-IN" sz="800"/>
                        <a:t>-</a:t>
                      </a:r>
                      <a:endParaRPr lang="en-US" sz="800"/>
                    </a:p>
                  </a:txBody>
                  <a:tcPr/>
                </a:tc>
                <a:tc>
                  <a:txBody>
                    <a:bodyPr/>
                    <a:lstStyle/>
                    <a:p>
                      <a:pPr algn="ctr"/>
                      <a:r>
                        <a:rPr lang="en-IN" sz="800"/>
                        <a:t>-</a:t>
                      </a:r>
                      <a:endParaRPr lang="en-US" sz="800"/>
                    </a:p>
                  </a:txBody>
                  <a:tcPr/>
                </a:tc>
                <a:tc>
                  <a:txBody>
                    <a:bodyPr/>
                    <a:lstStyle/>
                    <a:p>
                      <a:pPr algn="ctr"/>
                      <a:r>
                        <a:rPr lang="en-IN" sz="800"/>
                        <a:t>-</a:t>
                      </a:r>
                      <a:endParaRPr lang="en-US" sz="800"/>
                    </a:p>
                  </a:txBody>
                  <a:tcPr/>
                </a:tc>
                <a:tc>
                  <a:txBody>
                    <a:bodyPr/>
                    <a:lstStyle/>
                    <a:p>
                      <a:pPr algn="ctr"/>
                      <a:r>
                        <a:rPr lang="en-IN" sz="800"/>
                        <a:t>1</a:t>
                      </a:r>
                    </a:p>
                  </a:txBody>
                  <a:tcPr/>
                </a:tc>
                <a:tc>
                  <a:txBody>
                    <a:bodyPr/>
                    <a:lstStyle/>
                    <a:p>
                      <a:pPr algn="ctr"/>
                      <a:r>
                        <a:rPr lang="en-IN" sz="800"/>
                        <a:t>Raised for 1</a:t>
                      </a:r>
                    </a:p>
                  </a:txBody>
                  <a:tcPr/>
                </a:tc>
                <a:tc>
                  <a:txBody>
                    <a:bodyPr/>
                    <a:lstStyle/>
                    <a:p>
                      <a:pPr algn="ctr"/>
                      <a:r>
                        <a:rPr lang="en-IN" sz="800" b="1"/>
                        <a:t>105 Days</a:t>
                      </a:r>
                    </a:p>
                  </a:txBody>
                  <a:tcPr/>
                </a:tc>
                <a:extLst>
                  <a:ext uri="{0D108BD9-81ED-4DB2-BD59-A6C34878D82A}">
                    <a16:rowId xmlns:a16="http://schemas.microsoft.com/office/drawing/2014/main" val="3505269326"/>
                  </a:ext>
                </a:extLst>
              </a:tr>
              <a:tr h="214773">
                <a:tc>
                  <a:txBody>
                    <a:bodyPr/>
                    <a:lstStyle/>
                    <a:p>
                      <a:pPr algn="ctr"/>
                      <a:r>
                        <a:rPr lang="en-IN" sz="800"/>
                        <a:t>5</a:t>
                      </a:r>
                      <a:endParaRPr lang="en-US" sz="800"/>
                    </a:p>
                  </a:txBody>
                  <a:tcPr/>
                </a:tc>
                <a:tc>
                  <a:txBody>
                    <a:bodyPr/>
                    <a:lstStyle/>
                    <a:p>
                      <a:pPr algn="ctr"/>
                      <a:r>
                        <a:rPr lang="en-IN" sz="800"/>
                        <a:t>BEAM</a:t>
                      </a:r>
                      <a:endParaRPr lang="en-US" sz="800"/>
                    </a:p>
                  </a:txBody>
                  <a:tcPr/>
                </a:tc>
                <a:tc>
                  <a:txBody>
                    <a:bodyPr/>
                    <a:lstStyle/>
                    <a:p>
                      <a:pPr algn="ctr"/>
                      <a:r>
                        <a:rPr lang="en-IN" sz="800"/>
                        <a:t>-</a:t>
                      </a:r>
                      <a:endParaRPr lang="en-US" sz="800"/>
                    </a:p>
                  </a:txBody>
                  <a:tcPr/>
                </a:tc>
                <a:tc>
                  <a:txBody>
                    <a:bodyPr/>
                    <a:lstStyle/>
                    <a:p>
                      <a:pPr algn="ctr"/>
                      <a:r>
                        <a:rPr lang="en-IN" sz="800"/>
                        <a:t>-</a:t>
                      </a:r>
                      <a:endParaRPr lang="en-US" sz="800"/>
                    </a:p>
                  </a:txBody>
                  <a:tcPr/>
                </a:tc>
                <a:tc>
                  <a:txBody>
                    <a:bodyPr/>
                    <a:lstStyle/>
                    <a:p>
                      <a:pPr algn="ctr"/>
                      <a:r>
                        <a:rPr lang="en-IN" sz="800"/>
                        <a:t>2</a:t>
                      </a:r>
                      <a:endParaRPr lang="en-US" sz="800"/>
                    </a:p>
                  </a:txBody>
                  <a:tcPr/>
                </a:tc>
                <a:tc>
                  <a:txBody>
                    <a:bodyPr/>
                    <a:lstStyle/>
                    <a:p>
                      <a:pPr algn="ctr"/>
                      <a:r>
                        <a:rPr lang="en-IN" sz="800"/>
                        <a:t>2</a:t>
                      </a:r>
                    </a:p>
                  </a:txBody>
                  <a:tcPr/>
                </a:tc>
                <a:tc>
                  <a:txBody>
                    <a:bodyPr/>
                    <a:lstStyle/>
                    <a:p>
                      <a:pPr algn="ctr"/>
                      <a:r>
                        <a:rPr lang="en-IN" sz="800"/>
                        <a:t>Pending</a:t>
                      </a:r>
                    </a:p>
                  </a:txBody>
                  <a:tcPr/>
                </a:tc>
                <a:tc>
                  <a:txBody>
                    <a:bodyPr/>
                    <a:lstStyle/>
                    <a:p>
                      <a:pPr algn="ctr"/>
                      <a:r>
                        <a:rPr lang="en-IN" sz="800" b="1"/>
                        <a:t>144 Days</a:t>
                      </a:r>
                    </a:p>
                  </a:txBody>
                  <a:tcPr/>
                </a:tc>
                <a:extLst>
                  <a:ext uri="{0D108BD9-81ED-4DB2-BD59-A6C34878D82A}">
                    <a16:rowId xmlns:a16="http://schemas.microsoft.com/office/drawing/2014/main" val="1007019335"/>
                  </a:ext>
                </a:extLst>
              </a:tr>
              <a:tr h="214773">
                <a:tc>
                  <a:txBody>
                    <a:bodyPr/>
                    <a:lstStyle/>
                    <a:p>
                      <a:pPr algn="ctr"/>
                      <a:r>
                        <a:rPr lang="en-IN" sz="800"/>
                        <a:t>6</a:t>
                      </a:r>
                      <a:endParaRPr lang="en-US" sz="800"/>
                    </a:p>
                  </a:txBody>
                  <a:tcPr/>
                </a:tc>
                <a:tc>
                  <a:txBody>
                    <a:bodyPr/>
                    <a:lstStyle/>
                    <a:p>
                      <a:pPr algn="ctr"/>
                      <a:r>
                        <a:rPr lang="en-IN" sz="800"/>
                        <a:t>Channel Portal</a:t>
                      </a:r>
                      <a:endParaRPr lang="en-US" sz="800"/>
                    </a:p>
                  </a:txBody>
                  <a:tcPr/>
                </a:tc>
                <a:tc>
                  <a:txBody>
                    <a:bodyPr/>
                    <a:lstStyle/>
                    <a:p>
                      <a:pPr algn="ctr"/>
                      <a:r>
                        <a:rPr lang="en-IN" sz="800"/>
                        <a:t>-</a:t>
                      </a:r>
                      <a:endParaRPr lang="en-US" sz="800"/>
                    </a:p>
                  </a:txBody>
                  <a:tcPr/>
                </a:tc>
                <a:tc>
                  <a:txBody>
                    <a:bodyPr/>
                    <a:lstStyle/>
                    <a:p>
                      <a:pPr algn="ctr"/>
                      <a:r>
                        <a:rPr lang="en-IN" sz="800"/>
                        <a:t>-</a:t>
                      </a:r>
                      <a:endParaRPr lang="en-US" sz="800"/>
                    </a:p>
                  </a:txBody>
                  <a:tcPr/>
                </a:tc>
                <a:tc>
                  <a:txBody>
                    <a:bodyPr/>
                    <a:lstStyle/>
                    <a:p>
                      <a:pPr algn="ctr"/>
                      <a:r>
                        <a:rPr lang="en-IN" sz="800"/>
                        <a:t>-</a:t>
                      </a:r>
                      <a:endParaRPr lang="en-US" sz="800"/>
                    </a:p>
                  </a:txBody>
                  <a:tcPr/>
                </a:tc>
                <a:tc>
                  <a:txBody>
                    <a:bodyPr/>
                    <a:lstStyle/>
                    <a:p>
                      <a:pPr algn="ctr"/>
                      <a:r>
                        <a:rPr lang="en-IN" sz="800"/>
                        <a:t>3</a:t>
                      </a:r>
                    </a:p>
                  </a:txBody>
                  <a:tcPr/>
                </a:tc>
                <a:tc>
                  <a:txBody>
                    <a:bodyPr/>
                    <a:lstStyle/>
                    <a:p>
                      <a:pPr algn="ctr"/>
                      <a:r>
                        <a:rPr lang="en-IN" sz="800"/>
                        <a:t>-</a:t>
                      </a:r>
                    </a:p>
                  </a:txBody>
                  <a:tcPr/>
                </a:tc>
                <a:tc>
                  <a:txBody>
                    <a:bodyPr/>
                    <a:lstStyle/>
                    <a:p>
                      <a:pPr algn="ctr"/>
                      <a:r>
                        <a:rPr lang="en-IN" sz="800"/>
                        <a:t>75 Days</a:t>
                      </a:r>
                    </a:p>
                  </a:txBody>
                  <a:tcPr/>
                </a:tc>
                <a:extLst>
                  <a:ext uri="{0D108BD9-81ED-4DB2-BD59-A6C34878D82A}">
                    <a16:rowId xmlns:a16="http://schemas.microsoft.com/office/drawing/2014/main" val="3942454047"/>
                  </a:ext>
                </a:extLst>
              </a:tr>
              <a:tr h="214773">
                <a:tc>
                  <a:txBody>
                    <a:bodyPr/>
                    <a:lstStyle/>
                    <a:p>
                      <a:pPr algn="ctr"/>
                      <a:r>
                        <a:rPr lang="en-IN" sz="800"/>
                        <a:t>7</a:t>
                      </a:r>
                      <a:endParaRPr lang="en-US" sz="800"/>
                    </a:p>
                  </a:txBody>
                  <a:tcPr/>
                </a:tc>
                <a:tc>
                  <a:txBody>
                    <a:bodyPr/>
                    <a:lstStyle/>
                    <a:p>
                      <a:pPr algn="ctr"/>
                      <a:r>
                        <a:rPr lang="en-IN" sz="800"/>
                        <a:t>Chatbot - API</a:t>
                      </a:r>
                      <a:endParaRPr lang="en-US" sz="800"/>
                    </a:p>
                  </a:txBody>
                  <a:tcPr/>
                </a:tc>
                <a:tc>
                  <a:txBody>
                    <a:bodyPr/>
                    <a:lstStyle/>
                    <a:p>
                      <a:pPr algn="ctr"/>
                      <a:r>
                        <a:rPr lang="en-IN" sz="800"/>
                        <a:t>-</a:t>
                      </a:r>
                      <a:endParaRPr lang="en-US" sz="800"/>
                    </a:p>
                  </a:txBody>
                  <a:tcPr/>
                </a:tc>
                <a:tc>
                  <a:txBody>
                    <a:bodyPr/>
                    <a:lstStyle/>
                    <a:p>
                      <a:pPr algn="ctr"/>
                      <a:r>
                        <a:rPr lang="en-IN" sz="800"/>
                        <a:t>-</a:t>
                      </a:r>
                      <a:endParaRPr lang="en-US" sz="800"/>
                    </a:p>
                  </a:txBody>
                  <a:tcPr/>
                </a:tc>
                <a:tc>
                  <a:txBody>
                    <a:bodyPr/>
                    <a:lstStyle/>
                    <a:p>
                      <a:pPr algn="ctr"/>
                      <a:r>
                        <a:rPr lang="en-IN" sz="800"/>
                        <a:t>1</a:t>
                      </a:r>
                      <a:endParaRPr lang="en-US" sz="800"/>
                    </a:p>
                  </a:txBody>
                  <a:tcPr/>
                </a:tc>
                <a:tc>
                  <a:txBody>
                    <a:bodyPr/>
                    <a:lstStyle/>
                    <a:p>
                      <a:pPr algn="ctr"/>
                      <a:r>
                        <a:rPr lang="en-IN" sz="800"/>
                        <a:t>-</a:t>
                      </a:r>
                    </a:p>
                  </a:txBody>
                  <a:tcPr/>
                </a:tc>
                <a:tc>
                  <a:txBody>
                    <a:bodyPr/>
                    <a:lstStyle/>
                    <a:p>
                      <a:pPr algn="ctr"/>
                      <a:r>
                        <a:rPr lang="en-IN" sz="800"/>
                        <a:t>-</a:t>
                      </a:r>
                    </a:p>
                  </a:txBody>
                  <a:tcPr/>
                </a:tc>
                <a:tc>
                  <a:txBody>
                    <a:bodyPr/>
                    <a:lstStyle/>
                    <a:p>
                      <a:pPr algn="ctr"/>
                      <a:r>
                        <a:rPr lang="en-IN" sz="800" b="1"/>
                        <a:t>95 Days</a:t>
                      </a:r>
                    </a:p>
                  </a:txBody>
                  <a:tcPr/>
                </a:tc>
                <a:extLst>
                  <a:ext uri="{0D108BD9-81ED-4DB2-BD59-A6C34878D82A}">
                    <a16:rowId xmlns:a16="http://schemas.microsoft.com/office/drawing/2014/main" val="2246790114"/>
                  </a:ext>
                </a:extLst>
              </a:tr>
              <a:tr h="214773">
                <a:tc>
                  <a:txBody>
                    <a:bodyPr/>
                    <a:lstStyle/>
                    <a:p>
                      <a:pPr algn="ctr"/>
                      <a:r>
                        <a:rPr lang="en-IN" sz="800"/>
                        <a:t>8</a:t>
                      </a:r>
                      <a:endParaRPr lang="en-US" sz="80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800"/>
                        <a:t>Motor – KYC - API</a:t>
                      </a:r>
                      <a:endParaRPr lang="en-US" sz="800"/>
                    </a:p>
                  </a:txBody>
                  <a:tcPr/>
                </a:tc>
                <a:tc>
                  <a:txBody>
                    <a:bodyPr/>
                    <a:lstStyle/>
                    <a:p>
                      <a:pPr algn="ctr"/>
                      <a:r>
                        <a:rPr lang="en-IN" sz="800"/>
                        <a:t>-</a:t>
                      </a:r>
                      <a:endParaRPr lang="en-US" sz="800"/>
                    </a:p>
                  </a:txBody>
                  <a:tcPr/>
                </a:tc>
                <a:tc>
                  <a:txBody>
                    <a:bodyPr/>
                    <a:lstStyle/>
                    <a:p>
                      <a:pPr algn="ctr"/>
                      <a:r>
                        <a:rPr lang="en-IN" sz="800"/>
                        <a:t>-</a:t>
                      </a:r>
                      <a:endParaRPr lang="en-US" sz="800"/>
                    </a:p>
                  </a:txBody>
                  <a:tcPr/>
                </a:tc>
                <a:tc>
                  <a:txBody>
                    <a:bodyPr/>
                    <a:lstStyle/>
                    <a:p>
                      <a:pPr algn="ctr"/>
                      <a:r>
                        <a:rPr lang="en-IN" sz="800"/>
                        <a:t>1</a:t>
                      </a:r>
                      <a:endParaRPr lang="en-US" sz="800"/>
                    </a:p>
                  </a:txBody>
                  <a:tcPr/>
                </a:tc>
                <a:tc>
                  <a:txBody>
                    <a:bodyPr/>
                    <a:lstStyle/>
                    <a:p>
                      <a:pPr algn="ctr"/>
                      <a:r>
                        <a:rPr lang="en-IN" sz="800"/>
                        <a:t>-</a:t>
                      </a:r>
                      <a:endParaRPr lang="en-US" sz="800"/>
                    </a:p>
                  </a:txBody>
                  <a:tcPr/>
                </a:tc>
                <a:tc>
                  <a:txBody>
                    <a:bodyPr/>
                    <a:lstStyle/>
                    <a:p>
                      <a:pPr algn="ctr"/>
                      <a:r>
                        <a:rPr lang="en-US" sz="800"/>
                        <a:t>-</a:t>
                      </a:r>
                    </a:p>
                  </a:txBody>
                  <a:tcPr/>
                </a:tc>
                <a:tc>
                  <a:txBody>
                    <a:bodyPr/>
                    <a:lstStyle/>
                    <a:p>
                      <a:pPr algn="ctr"/>
                      <a:r>
                        <a:rPr lang="en-IN" sz="800" b="1"/>
                        <a:t>76 Days</a:t>
                      </a:r>
                      <a:endParaRPr lang="en-US" sz="800" b="1"/>
                    </a:p>
                  </a:txBody>
                  <a:tcPr/>
                </a:tc>
                <a:extLst>
                  <a:ext uri="{0D108BD9-81ED-4DB2-BD59-A6C34878D82A}">
                    <a16:rowId xmlns:a16="http://schemas.microsoft.com/office/drawing/2014/main" val="3557598341"/>
                  </a:ext>
                </a:extLst>
              </a:tr>
              <a:tr h="472499">
                <a:tc>
                  <a:txBody>
                    <a:bodyPr/>
                    <a:lstStyle/>
                    <a:p>
                      <a:pPr algn="ctr"/>
                      <a:r>
                        <a:rPr lang="en-IN" sz="800"/>
                        <a:t>9</a:t>
                      </a:r>
                      <a:endParaRPr lang="en-US" sz="800"/>
                    </a:p>
                  </a:txBody>
                  <a:tcPr/>
                </a:tc>
                <a:tc>
                  <a:txBody>
                    <a:bodyPr/>
                    <a:lstStyle/>
                    <a:p>
                      <a:pPr algn="ctr"/>
                      <a:r>
                        <a:rPr lang="en-IN" sz="800"/>
                        <a:t>Motor – Private Car &amp; Document- API</a:t>
                      </a:r>
                      <a:endParaRPr lang="en-US" sz="800"/>
                    </a:p>
                  </a:txBody>
                  <a:tcPr/>
                </a:tc>
                <a:tc>
                  <a:txBody>
                    <a:bodyPr/>
                    <a:lstStyle/>
                    <a:p>
                      <a:pPr algn="ctr"/>
                      <a:r>
                        <a:rPr lang="en-IN" sz="800"/>
                        <a:t>-</a:t>
                      </a:r>
                      <a:endParaRPr lang="en-US" sz="800"/>
                    </a:p>
                  </a:txBody>
                  <a:tcPr/>
                </a:tc>
                <a:tc>
                  <a:txBody>
                    <a:bodyPr/>
                    <a:lstStyle/>
                    <a:p>
                      <a:pPr algn="ctr"/>
                      <a:r>
                        <a:rPr lang="en-IN" sz="800"/>
                        <a:t>1</a:t>
                      </a:r>
                      <a:endParaRPr lang="en-US" sz="800"/>
                    </a:p>
                  </a:txBody>
                  <a:tcPr/>
                </a:tc>
                <a:tc>
                  <a:txBody>
                    <a:bodyPr/>
                    <a:lstStyle/>
                    <a:p>
                      <a:pPr algn="ctr"/>
                      <a:r>
                        <a:rPr lang="en-IN" sz="800"/>
                        <a:t>-</a:t>
                      </a:r>
                      <a:endParaRPr lang="en-US" sz="800"/>
                    </a:p>
                  </a:txBody>
                  <a:tcPr/>
                </a:tc>
                <a:tc>
                  <a:txBody>
                    <a:bodyPr/>
                    <a:lstStyle/>
                    <a:p>
                      <a:pPr algn="ctr"/>
                      <a:r>
                        <a:rPr lang="en-IN" sz="800"/>
                        <a:t>-</a:t>
                      </a:r>
                      <a:endParaRPr lang="en-US" sz="800"/>
                    </a:p>
                  </a:txBody>
                  <a:tcPr/>
                </a:tc>
                <a:tc>
                  <a:txBody>
                    <a:bodyPr/>
                    <a:lstStyle/>
                    <a:p>
                      <a:pPr algn="ctr"/>
                      <a:r>
                        <a:rPr lang="en-US" sz="800"/>
                        <a:t>-</a:t>
                      </a:r>
                    </a:p>
                  </a:txBody>
                  <a:tcPr/>
                </a:tc>
                <a:tc>
                  <a:txBody>
                    <a:bodyPr/>
                    <a:lstStyle/>
                    <a:p>
                      <a:pPr algn="ctr"/>
                      <a:r>
                        <a:rPr lang="en-IN" sz="800" b="1"/>
                        <a:t>68 Days</a:t>
                      </a:r>
                      <a:endParaRPr lang="en-US" sz="800" b="1"/>
                    </a:p>
                  </a:txBody>
                  <a:tcPr/>
                </a:tc>
                <a:extLst>
                  <a:ext uri="{0D108BD9-81ED-4DB2-BD59-A6C34878D82A}">
                    <a16:rowId xmlns:a16="http://schemas.microsoft.com/office/drawing/2014/main" val="4196200845"/>
                  </a:ext>
                </a:extLst>
              </a:tr>
              <a:tr h="214773">
                <a:tc>
                  <a:txBody>
                    <a:bodyPr/>
                    <a:lstStyle/>
                    <a:p>
                      <a:pPr algn="ctr"/>
                      <a:r>
                        <a:rPr lang="en-IN" sz="800"/>
                        <a:t>10</a:t>
                      </a:r>
                      <a:endParaRPr lang="en-US" sz="800"/>
                    </a:p>
                  </a:txBody>
                  <a:tcPr/>
                </a:tc>
                <a:tc>
                  <a:txBody>
                    <a:bodyPr/>
                    <a:lstStyle/>
                    <a:p>
                      <a:pPr algn="ctr"/>
                      <a:r>
                        <a:rPr lang="en-US" sz="800"/>
                        <a:t>Non-Motor Claim </a:t>
                      </a:r>
                    </a:p>
                  </a:txBody>
                  <a:tcPr/>
                </a:tc>
                <a:tc>
                  <a:txBody>
                    <a:bodyPr/>
                    <a:lstStyle/>
                    <a:p>
                      <a:pPr algn="ctr"/>
                      <a:r>
                        <a:rPr lang="en-US" sz="800"/>
                        <a:t>-</a:t>
                      </a:r>
                    </a:p>
                  </a:txBody>
                  <a:tcPr/>
                </a:tc>
                <a:tc>
                  <a:txBody>
                    <a:bodyPr/>
                    <a:lstStyle/>
                    <a:p>
                      <a:pPr algn="ctr"/>
                      <a:r>
                        <a:rPr lang="en-US" sz="800"/>
                        <a:t>-</a:t>
                      </a:r>
                    </a:p>
                  </a:txBody>
                  <a:tcPr/>
                </a:tc>
                <a:tc>
                  <a:txBody>
                    <a:bodyPr/>
                    <a:lstStyle/>
                    <a:p>
                      <a:pPr algn="ctr"/>
                      <a:r>
                        <a:rPr lang="en-US" sz="800"/>
                        <a:t>-</a:t>
                      </a:r>
                    </a:p>
                  </a:txBody>
                  <a:tcPr/>
                </a:tc>
                <a:tc>
                  <a:txBody>
                    <a:bodyPr/>
                    <a:lstStyle/>
                    <a:p>
                      <a:pPr algn="ctr"/>
                      <a:r>
                        <a:rPr lang="en-US" sz="800"/>
                        <a:t>1</a:t>
                      </a:r>
                    </a:p>
                  </a:txBody>
                  <a:tcPr/>
                </a:tc>
                <a:tc>
                  <a:txBody>
                    <a:bodyPr/>
                    <a:lstStyle/>
                    <a:p>
                      <a:pPr algn="ctr"/>
                      <a:r>
                        <a:rPr lang="en-US" sz="800"/>
                        <a:t>-</a:t>
                      </a:r>
                    </a:p>
                  </a:txBody>
                  <a:tcPr/>
                </a:tc>
                <a:tc>
                  <a:txBody>
                    <a:bodyPr/>
                    <a:lstStyle/>
                    <a:p>
                      <a:pPr algn="ctr"/>
                      <a:r>
                        <a:rPr lang="en-US" sz="800"/>
                        <a:t>60 Days</a:t>
                      </a:r>
                    </a:p>
                  </a:txBody>
                  <a:tcPr/>
                </a:tc>
                <a:extLst>
                  <a:ext uri="{0D108BD9-81ED-4DB2-BD59-A6C34878D82A}">
                    <a16:rowId xmlns:a16="http://schemas.microsoft.com/office/drawing/2014/main" val="65072266"/>
                  </a:ext>
                </a:extLst>
              </a:tr>
              <a:tr h="343636">
                <a:tc>
                  <a:txBody>
                    <a:bodyPr/>
                    <a:lstStyle/>
                    <a:p>
                      <a:pPr algn="ctr"/>
                      <a:r>
                        <a:rPr lang="en-IN" sz="800"/>
                        <a:t>11 </a:t>
                      </a:r>
                      <a:endParaRPr lang="en-US" sz="800"/>
                    </a:p>
                  </a:txBody>
                  <a:tcPr/>
                </a:tc>
                <a:tc>
                  <a:txBody>
                    <a:bodyPr/>
                    <a:lstStyle/>
                    <a:p>
                      <a:pPr algn="ctr"/>
                      <a:r>
                        <a:rPr lang="en-US" sz="800"/>
                        <a:t>Healthbuzz-Agent Portal</a:t>
                      </a:r>
                    </a:p>
                  </a:txBody>
                  <a:tcPr/>
                </a:tc>
                <a:tc>
                  <a:txBody>
                    <a:bodyPr/>
                    <a:lstStyle/>
                    <a:p>
                      <a:pPr algn="ctr"/>
                      <a:r>
                        <a:rPr lang="en-US" sz="800"/>
                        <a:t>-</a:t>
                      </a:r>
                    </a:p>
                  </a:txBody>
                  <a:tcPr/>
                </a:tc>
                <a:tc>
                  <a:txBody>
                    <a:bodyPr/>
                    <a:lstStyle/>
                    <a:p>
                      <a:pPr algn="ctr"/>
                      <a:r>
                        <a:rPr lang="en-US" sz="800"/>
                        <a:t>-</a:t>
                      </a:r>
                    </a:p>
                  </a:txBody>
                  <a:tcPr/>
                </a:tc>
                <a:tc>
                  <a:txBody>
                    <a:bodyPr/>
                    <a:lstStyle/>
                    <a:p>
                      <a:pPr algn="ctr"/>
                      <a:r>
                        <a:rPr lang="en-US" sz="800"/>
                        <a:t>2</a:t>
                      </a:r>
                    </a:p>
                  </a:txBody>
                  <a:tcPr/>
                </a:tc>
                <a:tc>
                  <a:txBody>
                    <a:bodyPr/>
                    <a:lstStyle/>
                    <a:p>
                      <a:pPr algn="ctr"/>
                      <a:r>
                        <a:rPr lang="en-US" sz="800"/>
                        <a:t>2</a:t>
                      </a:r>
                    </a:p>
                  </a:txBody>
                  <a:tcPr/>
                </a:tc>
                <a:tc>
                  <a:txBody>
                    <a:bodyPr/>
                    <a:lstStyle/>
                    <a:p>
                      <a:pPr algn="ctr"/>
                      <a:r>
                        <a:rPr lang="en-US" sz="800"/>
                        <a:t>-</a:t>
                      </a:r>
                    </a:p>
                  </a:txBody>
                  <a:tcPr/>
                </a:tc>
                <a:tc>
                  <a:txBody>
                    <a:bodyPr/>
                    <a:lstStyle/>
                    <a:p>
                      <a:pPr algn="ctr"/>
                      <a:r>
                        <a:rPr lang="en-US" sz="800"/>
                        <a:t>41 Days</a:t>
                      </a:r>
                    </a:p>
                  </a:txBody>
                  <a:tcPr/>
                </a:tc>
                <a:extLst>
                  <a:ext uri="{0D108BD9-81ED-4DB2-BD59-A6C34878D82A}">
                    <a16:rowId xmlns:a16="http://schemas.microsoft.com/office/drawing/2014/main" val="4211734810"/>
                  </a:ext>
                </a:extLst>
              </a:tr>
              <a:tr h="214773">
                <a:tc>
                  <a:txBody>
                    <a:bodyPr/>
                    <a:lstStyle/>
                    <a:p>
                      <a:pPr algn="ctr"/>
                      <a:r>
                        <a:rPr lang="en-IN" sz="800"/>
                        <a:t>12</a:t>
                      </a:r>
                      <a:endParaRPr lang="en-US" sz="800"/>
                    </a:p>
                  </a:txBody>
                  <a:tcPr/>
                </a:tc>
                <a:tc>
                  <a:txBody>
                    <a:bodyPr/>
                    <a:lstStyle/>
                    <a:p>
                      <a:pPr algn="ctr"/>
                      <a:r>
                        <a:rPr lang="en-US" sz="800"/>
                        <a:t>Lets Contract</a:t>
                      </a:r>
                    </a:p>
                  </a:txBody>
                  <a:tcPr/>
                </a:tc>
                <a:tc>
                  <a:txBody>
                    <a:bodyPr/>
                    <a:lstStyle/>
                    <a:p>
                      <a:pPr algn="ctr"/>
                      <a:r>
                        <a:rPr lang="en-US" sz="800"/>
                        <a:t>-</a:t>
                      </a:r>
                    </a:p>
                  </a:txBody>
                  <a:tcPr/>
                </a:tc>
                <a:tc>
                  <a:txBody>
                    <a:bodyPr/>
                    <a:lstStyle/>
                    <a:p>
                      <a:pPr algn="ctr"/>
                      <a:r>
                        <a:rPr lang="en-US" sz="800"/>
                        <a:t>-</a:t>
                      </a:r>
                    </a:p>
                  </a:txBody>
                  <a:tcPr/>
                </a:tc>
                <a:tc>
                  <a:txBody>
                    <a:bodyPr/>
                    <a:lstStyle/>
                    <a:p>
                      <a:pPr algn="ctr"/>
                      <a:r>
                        <a:rPr lang="en-US" sz="800"/>
                        <a:t>3</a:t>
                      </a:r>
                    </a:p>
                  </a:txBody>
                  <a:tcPr/>
                </a:tc>
                <a:tc>
                  <a:txBody>
                    <a:bodyPr/>
                    <a:lstStyle/>
                    <a:p>
                      <a:pPr algn="ctr"/>
                      <a:r>
                        <a:rPr lang="en-US" sz="800"/>
                        <a:t>2</a:t>
                      </a:r>
                    </a:p>
                  </a:txBody>
                  <a:tcPr/>
                </a:tc>
                <a:tc>
                  <a:txBody>
                    <a:bodyPr/>
                    <a:lstStyle/>
                    <a:p>
                      <a:pPr algn="ctr"/>
                      <a:r>
                        <a:rPr lang="en-US" sz="800"/>
                        <a:t>-</a:t>
                      </a:r>
                    </a:p>
                  </a:txBody>
                  <a:tcPr/>
                </a:tc>
                <a:tc>
                  <a:txBody>
                    <a:bodyPr/>
                    <a:lstStyle/>
                    <a:p>
                      <a:pPr algn="ctr"/>
                      <a:r>
                        <a:rPr lang="en-US" sz="800"/>
                        <a:t>20 Days</a:t>
                      </a:r>
                    </a:p>
                  </a:txBody>
                  <a:tcPr/>
                </a:tc>
                <a:extLst>
                  <a:ext uri="{0D108BD9-81ED-4DB2-BD59-A6C34878D82A}">
                    <a16:rowId xmlns:a16="http://schemas.microsoft.com/office/drawing/2014/main" val="3942803789"/>
                  </a:ext>
                </a:extLst>
              </a:tr>
              <a:tr h="214773">
                <a:tc>
                  <a:txBody>
                    <a:bodyPr/>
                    <a:lstStyle/>
                    <a:p>
                      <a:pPr algn="ctr"/>
                      <a:r>
                        <a:rPr lang="en-US" sz="800"/>
                        <a:t>13</a:t>
                      </a:r>
                    </a:p>
                  </a:txBody>
                  <a:tcPr/>
                </a:tc>
                <a:tc>
                  <a:txBody>
                    <a:bodyPr/>
                    <a:lstStyle/>
                    <a:p>
                      <a:pPr algn="ctr"/>
                      <a:r>
                        <a:rPr lang="en-US" sz="800"/>
                        <a:t>IFCU </a:t>
                      </a:r>
                    </a:p>
                  </a:txBody>
                  <a:tcPr/>
                </a:tc>
                <a:tc>
                  <a:txBody>
                    <a:bodyPr/>
                    <a:lstStyle/>
                    <a:p>
                      <a:pPr algn="ctr"/>
                      <a:r>
                        <a:rPr lang="en-US" sz="800"/>
                        <a:t>-</a:t>
                      </a:r>
                    </a:p>
                  </a:txBody>
                  <a:tcPr/>
                </a:tc>
                <a:tc>
                  <a:txBody>
                    <a:bodyPr/>
                    <a:lstStyle/>
                    <a:p>
                      <a:pPr algn="ctr"/>
                      <a:r>
                        <a:rPr lang="en-US" sz="800"/>
                        <a:t>2</a:t>
                      </a:r>
                    </a:p>
                  </a:txBody>
                  <a:tcPr/>
                </a:tc>
                <a:tc>
                  <a:txBody>
                    <a:bodyPr/>
                    <a:lstStyle/>
                    <a:p>
                      <a:pPr algn="ctr"/>
                      <a:r>
                        <a:rPr lang="en-US" sz="800"/>
                        <a:t>4</a:t>
                      </a:r>
                    </a:p>
                  </a:txBody>
                  <a:tcPr/>
                </a:tc>
                <a:tc>
                  <a:txBody>
                    <a:bodyPr/>
                    <a:lstStyle/>
                    <a:p>
                      <a:pPr algn="ctr"/>
                      <a:r>
                        <a:rPr lang="en-US" sz="800"/>
                        <a:t>3</a:t>
                      </a:r>
                    </a:p>
                  </a:txBody>
                  <a:tcPr/>
                </a:tc>
                <a:tc>
                  <a:txBody>
                    <a:bodyPr/>
                    <a:lstStyle/>
                    <a:p>
                      <a:pPr algn="ctr"/>
                      <a:r>
                        <a:rPr lang="en-US" sz="800"/>
                        <a:t>-</a:t>
                      </a:r>
                    </a:p>
                  </a:txBody>
                  <a:tcPr/>
                </a:tc>
                <a:tc>
                  <a:txBody>
                    <a:bodyPr/>
                    <a:lstStyle/>
                    <a:p>
                      <a:pPr algn="ctr"/>
                      <a:r>
                        <a:rPr lang="en-US" sz="800"/>
                        <a:t>28 Days</a:t>
                      </a:r>
                    </a:p>
                  </a:txBody>
                  <a:tcPr/>
                </a:tc>
                <a:extLst>
                  <a:ext uri="{0D108BD9-81ED-4DB2-BD59-A6C34878D82A}">
                    <a16:rowId xmlns:a16="http://schemas.microsoft.com/office/drawing/2014/main" val="2708152860"/>
                  </a:ext>
                </a:extLst>
              </a:tr>
              <a:tr h="214773">
                <a:tc>
                  <a:txBody>
                    <a:bodyPr/>
                    <a:lstStyle/>
                    <a:p>
                      <a:pPr algn="ctr"/>
                      <a:r>
                        <a:rPr lang="en-US" sz="800"/>
                        <a:t>14</a:t>
                      </a:r>
                    </a:p>
                  </a:txBody>
                  <a:tcPr/>
                </a:tc>
                <a:tc>
                  <a:txBody>
                    <a:bodyPr/>
                    <a:lstStyle/>
                    <a:p>
                      <a:pPr algn="ctr"/>
                      <a:r>
                        <a:rPr lang="en-US" sz="800"/>
                        <a:t>HealthBuzz</a:t>
                      </a:r>
                    </a:p>
                  </a:txBody>
                  <a:tcPr/>
                </a:tc>
                <a:tc>
                  <a:txBody>
                    <a:bodyPr/>
                    <a:lstStyle/>
                    <a:p>
                      <a:pPr algn="ctr"/>
                      <a:r>
                        <a:rPr lang="en-US" sz="800"/>
                        <a:t>-</a:t>
                      </a:r>
                    </a:p>
                  </a:txBody>
                  <a:tcPr/>
                </a:tc>
                <a:tc>
                  <a:txBody>
                    <a:bodyPr/>
                    <a:lstStyle/>
                    <a:p>
                      <a:pPr algn="ctr"/>
                      <a:r>
                        <a:rPr lang="en-US" sz="800"/>
                        <a:t>4</a:t>
                      </a:r>
                    </a:p>
                  </a:txBody>
                  <a:tcPr/>
                </a:tc>
                <a:tc>
                  <a:txBody>
                    <a:bodyPr/>
                    <a:lstStyle/>
                    <a:p>
                      <a:pPr algn="ctr"/>
                      <a:r>
                        <a:rPr lang="en-US" sz="800"/>
                        <a:t>5</a:t>
                      </a:r>
                    </a:p>
                  </a:txBody>
                  <a:tcPr/>
                </a:tc>
                <a:tc>
                  <a:txBody>
                    <a:bodyPr/>
                    <a:lstStyle/>
                    <a:p>
                      <a:pPr algn="ctr"/>
                      <a:r>
                        <a:rPr lang="en-US" sz="800"/>
                        <a:t>6</a:t>
                      </a:r>
                    </a:p>
                  </a:txBody>
                  <a:tcPr/>
                </a:tc>
                <a:tc>
                  <a:txBody>
                    <a:bodyPr/>
                    <a:lstStyle/>
                    <a:p>
                      <a:pPr algn="ctr"/>
                      <a:r>
                        <a:rPr lang="en-US" sz="800"/>
                        <a:t>-</a:t>
                      </a:r>
                    </a:p>
                  </a:txBody>
                  <a:tcPr/>
                </a:tc>
                <a:tc>
                  <a:txBody>
                    <a:bodyPr/>
                    <a:lstStyle/>
                    <a:p>
                      <a:pPr algn="ctr"/>
                      <a:r>
                        <a:rPr lang="en-US" sz="800"/>
                        <a:t>13 Days</a:t>
                      </a:r>
                    </a:p>
                  </a:txBody>
                  <a:tcPr/>
                </a:tc>
                <a:extLst>
                  <a:ext uri="{0D108BD9-81ED-4DB2-BD59-A6C34878D82A}">
                    <a16:rowId xmlns:a16="http://schemas.microsoft.com/office/drawing/2014/main" val="735197901"/>
                  </a:ext>
                </a:extLst>
              </a:tr>
              <a:tr h="214773">
                <a:tc>
                  <a:txBody>
                    <a:bodyPr/>
                    <a:lstStyle/>
                    <a:p>
                      <a:pPr algn="ctr"/>
                      <a:r>
                        <a:rPr lang="en-US" sz="800"/>
                        <a:t>15</a:t>
                      </a:r>
                    </a:p>
                  </a:txBody>
                  <a:tcPr/>
                </a:tc>
                <a:tc>
                  <a:txBody>
                    <a:bodyPr/>
                    <a:lstStyle/>
                    <a:p>
                      <a:pPr algn="ctr"/>
                      <a:r>
                        <a:rPr lang="en-US" sz="800"/>
                        <a:t>iSurvey&amp;iClaim</a:t>
                      </a:r>
                    </a:p>
                  </a:txBody>
                  <a:tcPr/>
                </a:tc>
                <a:tc>
                  <a:txBody>
                    <a:bodyPr/>
                    <a:lstStyle/>
                    <a:p>
                      <a:pPr algn="ctr"/>
                      <a:r>
                        <a:rPr lang="en-US" sz="800"/>
                        <a:t>-</a:t>
                      </a:r>
                    </a:p>
                  </a:txBody>
                  <a:tcPr/>
                </a:tc>
                <a:tc>
                  <a:txBody>
                    <a:bodyPr/>
                    <a:lstStyle/>
                    <a:p>
                      <a:pPr algn="ctr"/>
                      <a:r>
                        <a:rPr lang="en-US" sz="800"/>
                        <a:t>3</a:t>
                      </a:r>
                    </a:p>
                  </a:txBody>
                  <a:tcPr/>
                </a:tc>
                <a:tc>
                  <a:txBody>
                    <a:bodyPr/>
                    <a:lstStyle/>
                    <a:p>
                      <a:pPr algn="ctr"/>
                      <a:r>
                        <a:rPr lang="en-US" sz="800"/>
                        <a:t>5</a:t>
                      </a:r>
                    </a:p>
                  </a:txBody>
                  <a:tcPr/>
                </a:tc>
                <a:tc>
                  <a:txBody>
                    <a:bodyPr/>
                    <a:lstStyle/>
                    <a:p>
                      <a:pPr algn="ctr"/>
                      <a:r>
                        <a:rPr lang="en-US" sz="800"/>
                        <a:t>3</a:t>
                      </a:r>
                    </a:p>
                  </a:txBody>
                  <a:tcPr/>
                </a:tc>
                <a:tc>
                  <a:txBody>
                    <a:bodyPr/>
                    <a:lstStyle/>
                    <a:p>
                      <a:pPr algn="ctr"/>
                      <a:r>
                        <a:rPr lang="en-US" sz="800"/>
                        <a:t>-</a:t>
                      </a:r>
                    </a:p>
                  </a:txBody>
                  <a:tcPr/>
                </a:tc>
                <a:tc>
                  <a:txBody>
                    <a:bodyPr/>
                    <a:lstStyle/>
                    <a:p>
                      <a:pPr algn="ctr"/>
                      <a:r>
                        <a:rPr lang="en-US" sz="800"/>
                        <a:t>5 Days</a:t>
                      </a:r>
                    </a:p>
                  </a:txBody>
                  <a:tcPr/>
                </a:tc>
                <a:extLst>
                  <a:ext uri="{0D108BD9-81ED-4DB2-BD59-A6C34878D82A}">
                    <a16:rowId xmlns:a16="http://schemas.microsoft.com/office/drawing/2014/main" val="2851163985"/>
                  </a:ext>
                </a:extLst>
              </a:tr>
              <a:tr h="472499">
                <a:tc>
                  <a:txBody>
                    <a:bodyPr/>
                    <a:lstStyle/>
                    <a:p>
                      <a:pPr algn="ctr"/>
                      <a:r>
                        <a:rPr lang="en-US" sz="800"/>
                        <a:t>16</a:t>
                      </a:r>
                    </a:p>
                  </a:txBody>
                  <a:tcPr/>
                </a:tc>
                <a:tc>
                  <a:txBody>
                    <a:bodyPr/>
                    <a:lstStyle/>
                    <a:p>
                      <a:pPr algn="ctr"/>
                      <a:r>
                        <a:rPr lang="en-US" sz="800"/>
                        <a:t>Performance Assessment Model</a:t>
                      </a:r>
                    </a:p>
                  </a:txBody>
                  <a:tcPr/>
                </a:tc>
                <a:tc>
                  <a:txBody>
                    <a:bodyPr/>
                    <a:lstStyle/>
                    <a:p>
                      <a:pPr algn="ctr"/>
                      <a:r>
                        <a:rPr lang="en-US" sz="800"/>
                        <a:t>-</a:t>
                      </a:r>
                    </a:p>
                  </a:txBody>
                  <a:tcPr/>
                </a:tc>
                <a:tc>
                  <a:txBody>
                    <a:bodyPr/>
                    <a:lstStyle/>
                    <a:p>
                      <a:pPr algn="ctr"/>
                      <a:r>
                        <a:rPr lang="en-US" sz="800"/>
                        <a:t>-</a:t>
                      </a:r>
                    </a:p>
                  </a:txBody>
                  <a:tcPr/>
                </a:tc>
                <a:tc>
                  <a:txBody>
                    <a:bodyPr/>
                    <a:lstStyle/>
                    <a:p>
                      <a:pPr algn="ctr"/>
                      <a:r>
                        <a:rPr lang="en-US" sz="800"/>
                        <a:t>2</a:t>
                      </a:r>
                    </a:p>
                  </a:txBody>
                  <a:tcPr/>
                </a:tc>
                <a:tc>
                  <a:txBody>
                    <a:bodyPr/>
                    <a:lstStyle/>
                    <a:p>
                      <a:pPr algn="ctr"/>
                      <a:r>
                        <a:rPr lang="en-US" sz="800"/>
                        <a:t>-</a:t>
                      </a:r>
                    </a:p>
                  </a:txBody>
                  <a:tcPr/>
                </a:tc>
                <a:tc>
                  <a:txBody>
                    <a:bodyPr/>
                    <a:lstStyle/>
                    <a:p>
                      <a:pPr algn="ctr"/>
                      <a:r>
                        <a:rPr lang="en-US" sz="800"/>
                        <a:t>-</a:t>
                      </a:r>
                    </a:p>
                  </a:txBody>
                  <a:tcPr/>
                </a:tc>
                <a:tc>
                  <a:txBody>
                    <a:bodyPr/>
                    <a:lstStyle/>
                    <a:p>
                      <a:pPr algn="ctr"/>
                      <a:r>
                        <a:rPr lang="en-US" sz="800"/>
                        <a:t>1 Day</a:t>
                      </a:r>
                    </a:p>
                  </a:txBody>
                  <a:tcPr/>
                </a:tc>
                <a:extLst>
                  <a:ext uri="{0D108BD9-81ED-4DB2-BD59-A6C34878D82A}">
                    <a16:rowId xmlns:a16="http://schemas.microsoft.com/office/drawing/2014/main" val="1807258747"/>
                  </a:ext>
                </a:extLst>
              </a:tr>
            </a:tbl>
          </a:graphicData>
        </a:graphic>
      </p:graphicFrame>
      <p:sp>
        <p:nvSpPr>
          <p:cNvPr id="6" name="TextBox 5">
            <a:extLst>
              <a:ext uri="{FF2B5EF4-FFF2-40B4-BE49-F238E27FC236}">
                <a16:creationId xmlns:a16="http://schemas.microsoft.com/office/drawing/2014/main" id="{FBF3D3F4-B180-5C04-A7B9-28B1E3829736}"/>
              </a:ext>
            </a:extLst>
          </p:cNvPr>
          <p:cNvSpPr txBox="1"/>
          <p:nvPr/>
        </p:nvSpPr>
        <p:spPr>
          <a:xfrm>
            <a:off x="345471" y="6050411"/>
            <a:ext cx="8852958" cy="400110"/>
          </a:xfrm>
          <a:prstGeom prst="rect">
            <a:avLst/>
          </a:prstGeom>
          <a:noFill/>
        </p:spPr>
        <p:txBody>
          <a:bodyPr wrap="square" rtlCol="0">
            <a:spAutoFit/>
          </a:bodyPr>
          <a:lstStyle/>
          <a:p>
            <a:r>
              <a:rPr lang="en-US" sz="1000"/>
              <a:t>Blackbox testing – Testing with no prior knowledge or privileged access to the target environment.</a:t>
            </a:r>
          </a:p>
          <a:p>
            <a:r>
              <a:rPr lang="en-US" sz="1000"/>
              <a:t>Grey box testing – Testing  with partial knowledge of the internal working of the system or partial access (credentials).</a:t>
            </a:r>
            <a:endParaRPr lang="en-US" sz="1000" b="1"/>
          </a:p>
        </p:txBody>
      </p:sp>
      <p:grpSp>
        <p:nvGrpSpPr>
          <p:cNvPr id="8" name="Group 7">
            <a:extLst>
              <a:ext uri="{FF2B5EF4-FFF2-40B4-BE49-F238E27FC236}">
                <a16:creationId xmlns:a16="http://schemas.microsoft.com/office/drawing/2014/main" id="{5702E236-3356-7BE9-7E39-0BAB7F5A3FFB}"/>
              </a:ext>
            </a:extLst>
          </p:cNvPr>
          <p:cNvGrpSpPr/>
          <p:nvPr/>
        </p:nvGrpSpPr>
        <p:grpSpPr>
          <a:xfrm>
            <a:off x="6047875" y="1040008"/>
            <a:ext cx="4451804" cy="299755"/>
            <a:chOff x="511629" y="1306286"/>
            <a:chExt cx="3799114" cy="446314"/>
          </a:xfrm>
          <a:solidFill>
            <a:srgbClr val="E51E26"/>
          </a:solidFill>
        </p:grpSpPr>
        <p:sp>
          <p:nvSpPr>
            <p:cNvPr id="9" name="Rectangle 8">
              <a:extLst>
                <a:ext uri="{FF2B5EF4-FFF2-40B4-BE49-F238E27FC236}">
                  <a16:creationId xmlns:a16="http://schemas.microsoft.com/office/drawing/2014/main" id="{B4D61F11-6134-3184-4E20-9106F12FF831}"/>
                </a:ext>
              </a:extLst>
            </p:cNvPr>
            <p:cNvSpPr/>
            <p:nvPr/>
          </p:nvSpPr>
          <p:spPr>
            <a:xfrm>
              <a:off x="511629" y="1306286"/>
              <a:ext cx="3211285" cy="446314"/>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t>Grey Box Testing</a:t>
              </a:r>
            </a:p>
          </p:txBody>
        </p:sp>
        <p:sp>
          <p:nvSpPr>
            <p:cNvPr id="10" name="Isosceles Triangle 9">
              <a:extLst>
                <a:ext uri="{FF2B5EF4-FFF2-40B4-BE49-F238E27FC236}">
                  <a16:creationId xmlns:a16="http://schemas.microsoft.com/office/drawing/2014/main" id="{EBA5C260-C90C-6014-8A54-1324B298214C}"/>
                </a:ext>
              </a:extLst>
            </p:cNvPr>
            <p:cNvSpPr/>
            <p:nvPr/>
          </p:nvSpPr>
          <p:spPr>
            <a:xfrm flipV="1">
              <a:off x="3597956" y="1306286"/>
              <a:ext cx="712787" cy="446314"/>
            </a:xfrm>
            <a:prstGeom prst="triangle">
              <a:avLst>
                <a:gd name="adj" fmla="val 13935"/>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8582940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47B9F-9052-6CD9-77FE-5BC5ED6F0FC3}"/>
            </a:ext>
          </a:extLst>
        </p:cNvPr>
        <p:cNvGrpSpPr/>
        <p:nvPr/>
      </p:nvGrpSpPr>
      <p:grpSpPr>
        <a:xfrm>
          <a:off x="0" y="0"/>
          <a:ext cx="0" cy="0"/>
          <a:chOff x="0" y="0"/>
          <a:chExt cx="0" cy="0"/>
        </a:xfrm>
      </p:grpSpPr>
      <p:graphicFrame>
        <p:nvGraphicFramePr>
          <p:cNvPr id="3" name="Chart 2">
            <a:extLst>
              <a:ext uri="{FF2B5EF4-FFF2-40B4-BE49-F238E27FC236}">
                <a16:creationId xmlns:a16="http://schemas.microsoft.com/office/drawing/2014/main" id="{02DEDB40-DF53-CE31-D6B7-3764C2508DA9}"/>
              </a:ext>
            </a:extLst>
          </p:cNvPr>
          <p:cNvGraphicFramePr/>
          <p:nvPr>
            <p:extLst>
              <p:ext uri="{D42A27DB-BD31-4B8C-83A1-F6EECF244321}">
                <p14:modId xmlns:p14="http://schemas.microsoft.com/office/powerpoint/2010/main" val="953662446"/>
              </p:ext>
            </p:extLst>
          </p:nvPr>
        </p:nvGraphicFramePr>
        <p:xfrm>
          <a:off x="245806" y="1428056"/>
          <a:ext cx="5604387" cy="3301259"/>
        </p:xfrm>
        <a:graphic>
          <a:graphicData uri="http://schemas.openxmlformats.org/drawingml/2006/chart">
            <c:chart xmlns:c="http://schemas.openxmlformats.org/drawingml/2006/chart" xmlns:r="http://schemas.openxmlformats.org/officeDocument/2006/relationships" r:id="rId2"/>
          </a:graphicData>
        </a:graphic>
      </p:graphicFrame>
      <p:sp>
        <p:nvSpPr>
          <p:cNvPr id="2" name="Text Placeholder 1">
            <a:extLst>
              <a:ext uri="{FF2B5EF4-FFF2-40B4-BE49-F238E27FC236}">
                <a16:creationId xmlns:a16="http://schemas.microsoft.com/office/drawing/2014/main" id="{0790A1BB-139B-5755-AE32-29A4DAD27FB7}"/>
              </a:ext>
            </a:extLst>
          </p:cNvPr>
          <p:cNvSpPr>
            <a:spLocks noGrp="1"/>
          </p:cNvSpPr>
          <p:nvPr>
            <p:ph type="body" sz="quarter" idx="10"/>
          </p:nvPr>
        </p:nvSpPr>
        <p:spPr/>
        <p:txBody>
          <a:bodyPr/>
          <a:lstStyle/>
          <a:p>
            <a:r>
              <a:rPr lang="en-IN"/>
              <a:t>Infrastructure Vulnerability Assessment</a:t>
            </a:r>
            <a:endParaRPr lang="en-US"/>
          </a:p>
        </p:txBody>
      </p:sp>
      <p:sp>
        <p:nvSpPr>
          <p:cNvPr id="92" name="Rectangle 91">
            <a:extLst>
              <a:ext uri="{FF2B5EF4-FFF2-40B4-BE49-F238E27FC236}">
                <a16:creationId xmlns:a16="http://schemas.microsoft.com/office/drawing/2014/main" id="{41B862B6-2C7E-109A-30B3-E296013135B7}"/>
              </a:ext>
            </a:extLst>
          </p:cNvPr>
          <p:cNvSpPr/>
          <p:nvPr/>
        </p:nvSpPr>
        <p:spPr>
          <a:xfrm>
            <a:off x="359681" y="1383307"/>
            <a:ext cx="11304401" cy="457075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A7B799B8-A336-A03A-1EB9-DD26C2828926}"/>
              </a:ext>
            </a:extLst>
          </p:cNvPr>
          <p:cNvSpPr/>
          <p:nvPr/>
        </p:nvSpPr>
        <p:spPr>
          <a:xfrm>
            <a:off x="359682" y="1083552"/>
            <a:ext cx="3762986" cy="299755"/>
          </a:xfrm>
          <a:prstGeom prst="rect">
            <a:avLst/>
          </a:prstGeom>
          <a:solidFill>
            <a:srgbClr val="E51E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t>Vulnerability Assessment</a:t>
            </a:r>
          </a:p>
        </p:txBody>
      </p:sp>
      <p:sp>
        <p:nvSpPr>
          <p:cNvPr id="8" name="Isosceles Triangle 7">
            <a:extLst>
              <a:ext uri="{FF2B5EF4-FFF2-40B4-BE49-F238E27FC236}">
                <a16:creationId xmlns:a16="http://schemas.microsoft.com/office/drawing/2014/main" id="{C202200F-E235-366D-8893-1F065A14F905}"/>
              </a:ext>
            </a:extLst>
          </p:cNvPr>
          <p:cNvSpPr/>
          <p:nvPr/>
        </p:nvSpPr>
        <p:spPr>
          <a:xfrm flipV="1">
            <a:off x="4054958" y="1083624"/>
            <a:ext cx="502370" cy="298412"/>
          </a:xfrm>
          <a:prstGeom prst="triangle">
            <a:avLst>
              <a:gd name="adj" fmla="val 9890"/>
            </a:avLst>
          </a:prstGeom>
          <a:solidFill>
            <a:srgbClr val="E51E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422A817B-E2C5-B251-0865-CCA22178A100}"/>
              </a:ext>
            </a:extLst>
          </p:cNvPr>
          <p:cNvSpPr/>
          <p:nvPr/>
        </p:nvSpPr>
        <p:spPr>
          <a:xfrm>
            <a:off x="5927763" y="1028452"/>
            <a:ext cx="5736319" cy="298412"/>
          </a:xfrm>
          <a:prstGeom prst="rect">
            <a:avLst/>
          </a:prstGeom>
          <a:solidFill>
            <a:srgbClr val="E51E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t>Vulnerability Assessment – Ageing for open vulnerabilities</a:t>
            </a:r>
          </a:p>
        </p:txBody>
      </p:sp>
      <p:graphicFrame>
        <p:nvGraphicFramePr>
          <p:cNvPr id="13" name="Table 12">
            <a:extLst>
              <a:ext uri="{FF2B5EF4-FFF2-40B4-BE49-F238E27FC236}">
                <a16:creationId xmlns:a16="http://schemas.microsoft.com/office/drawing/2014/main" id="{A5BD47CC-9529-3D87-84A4-A87811527452}"/>
              </a:ext>
            </a:extLst>
          </p:cNvPr>
          <p:cNvGraphicFramePr>
            <a:graphicFrameLocks noGrp="1"/>
          </p:cNvGraphicFramePr>
          <p:nvPr>
            <p:extLst>
              <p:ext uri="{D42A27DB-BD31-4B8C-83A1-F6EECF244321}">
                <p14:modId xmlns:p14="http://schemas.microsoft.com/office/powerpoint/2010/main" val="1757190655"/>
              </p:ext>
            </p:extLst>
          </p:nvPr>
        </p:nvGraphicFramePr>
        <p:xfrm>
          <a:off x="5964068" y="1497359"/>
          <a:ext cx="5496095" cy="3929705"/>
        </p:xfrm>
        <a:graphic>
          <a:graphicData uri="http://schemas.openxmlformats.org/drawingml/2006/table">
            <a:tbl>
              <a:tblPr firstRow="1" bandRow="1">
                <a:tableStyleId>{0660B408-B3CF-4A94-85FC-2B1E0A45F4A2}</a:tableStyleId>
              </a:tblPr>
              <a:tblGrid>
                <a:gridCol w="1381286">
                  <a:extLst>
                    <a:ext uri="{9D8B030D-6E8A-4147-A177-3AD203B41FA5}">
                      <a16:colId xmlns:a16="http://schemas.microsoft.com/office/drawing/2014/main" val="2655435604"/>
                    </a:ext>
                  </a:extLst>
                </a:gridCol>
                <a:gridCol w="4114809">
                  <a:extLst>
                    <a:ext uri="{9D8B030D-6E8A-4147-A177-3AD203B41FA5}">
                      <a16:colId xmlns:a16="http://schemas.microsoft.com/office/drawing/2014/main" val="916079720"/>
                    </a:ext>
                  </a:extLst>
                </a:gridCol>
              </a:tblGrid>
              <a:tr h="261239">
                <a:tc>
                  <a:txBody>
                    <a:bodyPr/>
                    <a:lstStyle/>
                    <a:p>
                      <a:pPr algn="ctr"/>
                      <a:r>
                        <a:rPr lang="en-IN" sz="1200"/>
                        <a:t>Severity</a:t>
                      </a:r>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200"/>
                        <a:t>Sample Vulnerability Name</a:t>
                      </a:r>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5807794"/>
                  </a:ext>
                </a:extLst>
              </a:tr>
              <a:tr h="957876">
                <a:tc>
                  <a:txBody>
                    <a:bodyPr/>
                    <a:lstStyle/>
                    <a:p>
                      <a:r>
                        <a:rPr lang="en-IN" sz="1200" b="1">
                          <a:solidFill>
                            <a:schemeClr val="bg1"/>
                          </a:solidFill>
                        </a:rPr>
                        <a:t>Critical</a:t>
                      </a:r>
                      <a:endParaRPr lang="en-US" sz="1200"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tc>
                  <a:txBody>
                    <a:bodyPr/>
                    <a:lstStyle/>
                    <a:p>
                      <a:pPr marL="171450" indent="-171450">
                        <a:buFont typeface="Arial" panose="020B0604020202020204" pitchFamily="34" charset="0"/>
                        <a:buChar char="•"/>
                      </a:pPr>
                      <a:r>
                        <a:rPr lang="fr-FR" sz="1200"/>
                        <a:t>Apache Log4j 1.x Multiple </a:t>
                      </a:r>
                      <a:r>
                        <a:rPr lang="fr-FR" sz="1200" err="1"/>
                        <a:t>Vulnerabilities</a:t>
                      </a:r>
                      <a:r>
                        <a:rPr lang="fr-FR" sz="1200"/>
                        <a:t>, </a:t>
                      </a:r>
                    </a:p>
                    <a:p>
                      <a:pPr marL="171450" indent="-171450">
                        <a:buFont typeface="Arial" panose="020B0604020202020204" pitchFamily="34" charset="0"/>
                        <a:buChar char="•"/>
                      </a:pPr>
                      <a:r>
                        <a:rPr lang="en-IN" sz="1200"/>
                        <a:t>.NET Core SDK </a:t>
                      </a:r>
                      <a:r>
                        <a:rPr lang="en-IN" sz="1200" err="1"/>
                        <a:t>SEoL</a:t>
                      </a:r>
                      <a:endParaRPr lang="en-US" sz="1200"/>
                    </a:p>
                    <a:p>
                      <a:pPr marL="171450" indent="-171450">
                        <a:buFont typeface="Arial" panose="020B0604020202020204" pitchFamily="34" charset="0"/>
                        <a:buChar char="•"/>
                      </a:pPr>
                      <a:r>
                        <a:rPr lang="en-US" sz="1200"/>
                        <a:t>Adobe Reader Unsupported Version Detection</a:t>
                      </a:r>
                    </a:p>
                    <a:p>
                      <a:pPr marL="171450" indent="-171450">
                        <a:buFont typeface="Arial" panose="020B0604020202020204" pitchFamily="34" charset="0"/>
                        <a:buChar char="•"/>
                      </a:pPr>
                      <a:r>
                        <a:rPr lang="en-US" sz="1200"/>
                        <a:t> Google Chrome &lt; 145.0.7632.75 Vulnerability</a:t>
                      </a:r>
                    </a:p>
                    <a:p>
                      <a:pPr marL="171450" indent="-171450">
                        <a:buFont typeface="Arial" panose="020B0604020202020204" pitchFamily="34" charset="0"/>
                        <a:buChar char="•"/>
                      </a:pPr>
                      <a:r>
                        <a:rPr lang="en-US" sz="1200"/>
                        <a:t>Microsoft Silverlight </a:t>
                      </a:r>
                      <a:r>
                        <a:rPr lang="en-US" sz="1200" err="1"/>
                        <a:t>SEoL</a:t>
                      </a:r>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67356572"/>
                  </a:ext>
                </a:extLst>
              </a:tr>
              <a:tr h="783717">
                <a:tc>
                  <a:txBody>
                    <a:bodyPr/>
                    <a:lstStyle/>
                    <a:p>
                      <a:r>
                        <a:rPr lang="en-IN" sz="1200" b="1">
                          <a:solidFill>
                            <a:schemeClr val="bg1"/>
                          </a:solidFill>
                        </a:rPr>
                        <a:t>High</a:t>
                      </a:r>
                      <a:endParaRPr lang="en-US" sz="1200"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171450" indent="-171450">
                        <a:buFont typeface="Arial" panose="020B0604020202020204" pitchFamily="34" charset="0"/>
                        <a:buChar char="•"/>
                      </a:pPr>
                      <a:r>
                        <a:rPr lang="en-IN" sz="1200"/>
                        <a:t>RHEL 9  Multiple Vulnerabilities, </a:t>
                      </a:r>
                    </a:p>
                    <a:p>
                      <a:pPr marL="171450" indent="-171450">
                        <a:buFont typeface="Arial" panose="020B0604020202020204" pitchFamily="34" charset="0"/>
                        <a:buChar char="•"/>
                      </a:pPr>
                      <a:r>
                        <a:rPr lang="en-IN" sz="1200"/>
                        <a:t>Apache Tomcat multiple vulnerabilities</a:t>
                      </a:r>
                      <a:endParaRPr lang="fr-FR" sz="1200"/>
                    </a:p>
                    <a:p>
                      <a:pPr marL="171450" indent="-171450">
                        <a:buFont typeface="Arial" panose="020B0604020202020204" pitchFamily="34" charset="0"/>
                        <a:buChar char="•"/>
                      </a:pPr>
                      <a:r>
                        <a:rPr lang="fr-FR" sz="1200"/>
                        <a:t>Oracle Java SE Multiple </a:t>
                      </a:r>
                      <a:r>
                        <a:rPr lang="fr-FR" sz="1200" err="1"/>
                        <a:t>Vulnerabilities</a:t>
                      </a:r>
                      <a:r>
                        <a:rPr lang="fr-FR" sz="1200"/>
                        <a:t> </a:t>
                      </a:r>
                    </a:p>
                    <a:p>
                      <a:pPr marL="171450" indent="-171450">
                        <a:buFont typeface="Arial" panose="020B0604020202020204" pitchFamily="34" charset="0"/>
                        <a:buChar char="•"/>
                      </a:pPr>
                      <a:r>
                        <a:rPr lang="en-US" sz="1200" err="1"/>
                        <a:t>WinVerifyTrust</a:t>
                      </a:r>
                      <a:r>
                        <a:rPr lang="en-US" sz="1200"/>
                        <a:t> Signature Validation CVE-2013-3900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77062362"/>
                  </a:ext>
                </a:extLst>
              </a:tr>
              <a:tr h="1132035">
                <a:tc>
                  <a:txBody>
                    <a:bodyPr/>
                    <a:lstStyle/>
                    <a:p>
                      <a:r>
                        <a:rPr lang="en-US" sz="1200" b="1">
                          <a:solidFill>
                            <a:schemeClr val="bg1"/>
                          </a:solidFill>
                        </a:rPr>
                        <a:t>Medium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171450" indent="-171450">
                        <a:buFont typeface="Arial" panose="020B0604020202020204" pitchFamily="34" charset="0"/>
                        <a:buChar char="•"/>
                      </a:pPr>
                      <a:r>
                        <a:rPr lang="en-US" sz="1200"/>
                        <a:t>Terminal Services Doesn't Use Network Level Authentication (NLA) Only</a:t>
                      </a:r>
                    </a:p>
                    <a:p>
                      <a:pPr marL="171450" indent="-171450">
                        <a:buFont typeface="Arial" panose="020B0604020202020204" pitchFamily="34" charset="0"/>
                        <a:buChar char="•"/>
                      </a:pPr>
                      <a:r>
                        <a:rPr lang="en-US" sz="1200"/>
                        <a:t>Windows Speculative Execution Configuration Check</a:t>
                      </a:r>
                    </a:p>
                    <a:p>
                      <a:pPr marL="171450" indent="-171450">
                        <a:buFont typeface="Arial" panose="020B0604020202020204" pitchFamily="34" charset="0"/>
                        <a:buChar char="•"/>
                      </a:pPr>
                      <a:r>
                        <a:rPr lang="en-US" sz="1200"/>
                        <a:t>Remote Desktop Protocol Server Man-in-the-Middle Weakness</a:t>
                      </a:r>
                    </a:p>
                    <a:p>
                      <a:pPr marL="171450" indent="-171450">
                        <a:buFont typeface="Arial" panose="020B0604020202020204" pitchFamily="34" charset="0"/>
                        <a:buChar char="•"/>
                      </a:pPr>
                      <a:r>
                        <a:rPr lang="en-US" sz="1200"/>
                        <a:t>SSL Cipher related vulnerabilities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28906547"/>
                  </a:ext>
                </a:extLst>
              </a:tr>
              <a:tr h="637865">
                <a:tc>
                  <a:txBody>
                    <a:bodyPr/>
                    <a:lstStyle/>
                    <a:p>
                      <a:r>
                        <a:rPr lang="en-US" sz="1200" b="1">
                          <a:solidFill>
                            <a:schemeClr val="bg1"/>
                          </a:solidFill>
                        </a:rPr>
                        <a:t>Low</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marL="171450" indent="-171450">
                        <a:buFont typeface="Arial" panose="020B0604020202020204" pitchFamily="34" charset="0"/>
                        <a:buChar char="•"/>
                      </a:pPr>
                      <a:r>
                        <a:rPr lang="en-US" sz="1200"/>
                        <a:t>ICMP Timestamp Request Remote Date Disclosure</a:t>
                      </a:r>
                    </a:p>
                    <a:p>
                      <a:pPr marL="171450" indent="-171450">
                        <a:buFont typeface="Arial" panose="020B0604020202020204" pitchFamily="34" charset="0"/>
                        <a:buChar char="•"/>
                      </a:pPr>
                      <a:r>
                        <a:rPr lang="en-US" sz="1200"/>
                        <a:t>NodeJS multiple CVEs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96288783"/>
                  </a:ext>
                </a:extLst>
              </a:tr>
            </a:tbl>
          </a:graphicData>
        </a:graphic>
      </p:graphicFrame>
      <p:sp>
        <p:nvSpPr>
          <p:cNvPr id="16" name="TextBox 15">
            <a:extLst>
              <a:ext uri="{FF2B5EF4-FFF2-40B4-BE49-F238E27FC236}">
                <a16:creationId xmlns:a16="http://schemas.microsoft.com/office/drawing/2014/main" id="{4EBA72C4-E260-A283-E601-4A4B71D77D27}"/>
              </a:ext>
            </a:extLst>
          </p:cNvPr>
          <p:cNvSpPr txBox="1"/>
          <p:nvPr/>
        </p:nvSpPr>
        <p:spPr>
          <a:xfrm>
            <a:off x="697263" y="4026959"/>
            <a:ext cx="4963235" cy="246221"/>
          </a:xfrm>
          <a:prstGeom prst="rect">
            <a:avLst/>
          </a:prstGeom>
          <a:noFill/>
        </p:spPr>
        <p:txBody>
          <a:bodyPr wrap="square" rtlCol="0">
            <a:spAutoFit/>
          </a:bodyPr>
          <a:lstStyle/>
          <a:p>
            <a:r>
              <a:rPr lang="en-US" sz="1000"/>
              <a:t>Unique Observations: Single count of an issue, even if observed multiple times.</a:t>
            </a:r>
          </a:p>
        </p:txBody>
      </p:sp>
      <p:sp>
        <p:nvSpPr>
          <p:cNvPr id="19" name="TextBox 18">
            <a:extLst>
              <a:ext uri="{FF2B5EF4-FFF2-40B4-BE49-F238E27FC236}">
                <a16:creationId xmlns:a16="http://schemas.microsoft.com/office/drawing/2014/main" id="{D717B252-1EEB-2E71-E716-7F633F093746}"/>
              </a:ext>
            </a:extLst>
          </p:cNvPr>
          <p:cNvSpPr txBox="1"/>
          <p:nvPr/>
        </p:nvSpPr>
        <p:spPr>
          <a:xfrm>
            <a:off x="697263" y="4378137"/>
            <a:ext cx="3913251" cy="246221"/>
          </a:xfrm>
          <a:prstGeom prst="rect">
            <a:avLst/>
          </a:prstGeom>
          <a:noFill/>
        </p:spPr>
        <p:txBody>
          <a:bodyPr wrap="none" rtlCol="0">
            <a:spAutoFit/>
          </a:bodyPr>
          <a:lstStyle/>
          <a:p>
            <a:r>
              <a:rPr lang="en-US" sz="1000" b="1"/>
              <a:t>84 network assets scanned successfully, however 40 device’s pending.</a:t>
            </a:r>
          </a:p>
        </p:txBody>
      </p:sp>
      <p:sp>
        <p:nvSpPr>
          <p:cNvPr id="20" name="TextBox 19">
            <a:extLst>
              <a:ext uri="{FF2B5EF4-FFF2-40B4-BE49-F238E27FC236}">
                <a16:creationId xmlns:a16="http://schemas.microsoft.com/office/drawing/2014/main" id="{14BC5861-7B91-BB5E-70D2-2C15A6E9B1A8}"/>
              </a:ext>
            </a:extLst>
          </p:cNvPr>
          <p:cNvSpPr txBox="1"/>
          <p:nvPr/>
        </p:nvSpPr>
        <p:spPr>
          <a:xfrm>
            <a:off x="357275" y="6176745"/>
            <a:ext cx="2821606" cy="400110"/>
          </a:xfrm>
          <a:prstGeom prst="rect">
            <a:avLst/>
          </a:prstGeom>
          <a:noFill/>
        </p:spPr>
        <p:txBody>
          <a:bodyPr wrap="none" rtlCol="0">
            <a:spAutoFit/>
          </a:bodyPr>
          <a:lstStyle/>
          <a:p>
            <a:r>
              <a:rPr lang="en-US" sz="1000" b="1"/>
              <a:t>Note: Statistics as of Reported Date 9</a:t>
            </a:r>
            <a:r>
              <a:rPr lang="en-US" sz="1000" b="1" baseline="30000"/>
              <a:t>th</a:t>
            </a:r>
            <a:r>
              <a:rPr lang="en-US" sz="1000" b="1"/>
              <a:t> April 2026</a:t>
            </a:r>
            <a:br>
              <a:rPr lang="en-US" sz="1000" b="1"/>
            </a:br>
            <a:r>
              <a:rPr lang="en-US" sz="1000" b="1"/>
              <a:t>VA – Vulnerability Assessment</a:t>
            </a:r>
          </a:p>
        </p:txBody>
      </p:sp>
      <p:sp>
        <p:nvSpPr>
          <p:cNvPr id="6" name="TextBox 5">
            <a:extLst>
              <a:ext uri="{FF2B5EF4-FFF2-40B4-BE49-F238E27FC236}">
                <a16:creationId xmlns:a16="http://schemas.microsoft.com/office/drawing/2014/main" id="{B7E0A676-9EFE-41B6-B933-38AFD553D5D2}"/>
              </a:ext>
            </a:extLst>
          </p:cNvPr>
          <p:cNvSpPr txBox="1"/>
          <p:nvPr/>
        </p:nvSpPr>
        <p:spPr>
          <a:xfrm>
            <a:off x="697263" y="4760379"/>
            <a:ext cx="4467709" cy="400110"/>
          </a:xfrm>
          <a:prstGeom prst="rect">
            <a:avLst/>
          </a:prstGeom>
          <a:noFill/>
        </p:spPr>
        <p:txBody>
          <a:bodyPr wrap="square" rtlCol="0">
            <a:spAutoFit/>
          </a:bodyPr>
          <a:lstStyle/>
          <a:p>
            <a:r>
              <a:rPr lang="en-US" sz="1000" b="1"/>
              <a:t>The observed vulnerability aging across all severity categories spans a minimum of 13 days and a maximum of 126 days.</a:t>
            </a:r>
          </a:p>
        </p:txBody>
      </p:sp>
    </p:spTree>
    <p:extLst>
      <p:ext uri="{BB962C8B-B14F-4D97-AF65-F5344CB8AC3E}">
        <p14:creationId xmlns:p14="http://schemas.microsoft.com/office/powerpoint/2010/main" val="5567624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132915-C124-5A1C-2CAC-FD882A514E90}"/>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3554CE1C-4C2A-F661-243E-1D50FFF695AB}"/>
              </a:ext>
            </a:extLst>
          </p:cNvPr>
          <p:cNvSpPr>
            <a:spLocks noGrp="1"/>
          </p:cNvSpPr>
          <p:nvPr>
            <p:ph type="body" sz="quarter" idx="10"/>
          </p:nvPr>
        </p:nvSpPr>
        <p:spPr/>
        <p:txBody>
          <a:bodyPr/>
          <a:lstStyle/>
          <a:p>
            <a:r>
              <a:rPr lang="en-IN"/>
              <a:t>Infrastructure Vulnerability Assessment</a:t>
            </a:r>
            <a:endParaRPr lang="en-US"/>
          </a:p>
        </p:txBody>
      </p:sp>
      <p:sp>
        <p:nvSpPr>
          <p:cNvPr id="51" name="Rectangle: Rounded Corners 50">
            <a:extLst>
              <a:ext uri="{FF2B5EF4-FFF2-40B4-BE49-F238E27FC236}">
                <a16:creationId xmlns:a16="http://schemas.microsoft.com/office/drawing/2014/main" id="{5C78D07E-872F-F35E-988C-5D1FDC6D3D73}"/>
              </a:ext>
            </a:extLst>
          </p:cNvPr>
          <p:cNvSpPr/>
          <p:nvPr/>
        </p:nvSpPr>
        <p:spPr>
          <a:xfrm rot="5400000">
            <a:off x="968486" y="713317"/>
            <a:ext cx="1599185" cy="2480323"/>
          </a:xfrm>
          <a:prstGeom prst="roundRect">
            <a:avLst>
              <a:gd name="adj" fmla="val 10381"/>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a:solidFill>
                <a:schemeClr val="tx1"/>
              </a:solidFill>
            </a:endParaRPr>
          </a:p>
        </p:txBody>
      </p:sp>
      <p:sp>
        <p:nvSpPr>
          <p:cNvPr id="92" name="Rectangle 91">
            <a:extLst>
              <a:ext uri="{FF2B5EF4-FFF2-40B4-BE49-F238E27FC236}">
                <a16:creationId xmlns:a16="http://schemas.microsoft.com/office/drawing/2014/main" id="{3B06C276-EC6F-4AAA-A2F4-1A8D7A6B7EC6}"/>
              </a:ext>
            </a:extLst>
          </p:cNvPr>
          <p:cNvSpPr/>
          <p:nvPr/>
        </p:nvSpPr>
        <p:spPr>
          <a:xfrm>
            <a:off x="359681" y="1012722"/>
            <a:ext cx="11304401" cy="4985277"/>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9" name="Table 8">
            <a:extLst>
              <a:ext uri="{FF2B5EF4-FFF2-40B4-BE49-F238E27FC236}">
                <a16:creationId xmlns:a16="http://schemas.microsoft.com/office/drawing/2014/main" id="{5066B8AE-4319-62FE-C191-67FE69677FF9}"/>
              </a:ext>
            </a:extLst>
          </p:cNvPr>
          <p:cNvGraphicFramePr>
            <a:graphicFrameLocks noGrp="1"/>
          </p:cNvGraphicFramePr>
          <p:nvPr/>
        </p:nvGraphicFramePr>
        <p:xfrm>
          <a:off x="582407" y="2823403"/>
          <a:ext cx="2711128" cy="1669512"/>
        </p:xfrm>
        <a:graphic>
          <a:graphicData uri="http://schemas.openxmlformats.org/drawingml/2006/table">
            <a:tbl>
              <a:tblPr firstRow="1" bandRow="1">
                <a:tableStyleId>{5C22544A-7EE6-4342-B048-85BDC9FD1C3A}</a:tableStyleId>
              </a:tblPr>
              <a:tblGrid>
                <a:gridCol w="677782">
                  <a:extLst>
                    <a:ext uri="{9D8B030D-6E8A-4147-A177-3AD203B41FA5}">
                      <a16:colId xmlns:a16="http://schemas.microsoft.com/office/drawing/2014/main" val="524130560"/>
                    </a:ext>
                  </a:extLst>
                </a:gridCol>
                <a:gridCol w="677782">
                  <a:extLst>
                    <a:ext uri="{9D8B030D-6E8A-4147-A177-3AD203B41FA5}">
                      <a16:colId xmlns:a16="http://schemas.microsoft.com/office/drawing/2014/main" val="2231350418"/>
                    </a:ext>
                  </a:extLst>
                </a:gridCol>
                <a:gridCol w="677782">
                  <a:extLst>
                    <a:ext uri="{9D8B030D-6E8A-4147-A177-3AD203B41FA5}">
                      <a16:colId xmlns:a16="http://schemas.microsoft.com/office/drawing/2014/main" val="3068520968"/>
                    </a:ext>
                  </a:extLst>
                </a:gridCol>
                <a:gridCol w="677782">
                  <a:extLst>
                    <a:ext uri="{9D8B030D-6E8A-4147-A177-3AD203B41FA5}">
                      <a16:colId xmlns:a16="http://schemas.microsoft.com/office/drawing/2014/main" val="3600233586"/>
                    </a:ext>
                  </a:extLst>
                </a:gridCol>
              </a:tblGrid>
              <a:tr h="278252">
                <a:tc>
                  <a:txBody>
                    <a:bodyPr/>
                    <a:lstStyle/>
                    <a:p>
                      <a:pPr algn="ctr" fontAlgn="b">
                        <a:buNone/>
                      </a:pPr>
                      <a:r>
                        <a:rPr lang="en-US" sz="1100" b="1" i="0" u="none" strike="noStrike">
                          <a:solidFill>
                            <a:srgbClr val="000000"/>
                          </a:solidFill>
                          <a:effectLst/>
                          <a:latin typeface="Calibri" panose="020F0502020204030204" pitchFamily="34" charset="0"/>
                        </a:rPr>
                        <a:t>Severity</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1" i="0" u="none" strike="noStrike">
                          <a:solidFill>
                            <a:srgbClr val="9C0006"/>
                          </a:solidFill>
                          <a:effectLst/>
                          <a:latin typeface="Calibri" panose="020F0502020204030204" pitchFamily="34" charset="0"/>
                        </a:rPr>
                        <a:t>Open</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1" i="0" u="none" strike="noStrike">
                          <a:solidFill>
                            <a:srgbClr val="006100"/>
                          </a:solidFill>
                          <a:effectLst/>
                          <a:latin typeface="Calibri" panose="020F0502020204030204" pitchFamily="34" charset="0"/>
                        </a:rPr>
                        <a:t>Closed</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1" i="0" u="none" strike="noStrike">
                          <a:solidFill>
                            <a:srgbClr val="000000"/>
                          </a:solidFill>
                          <a:effectLst/>
                          <a:latin typeface="Calibri" panose="020F0502020204030204" pitchFamily="34" charset="0"/>
                        </a:rPr>
                        <a:t>Total</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7875254"/>
                  </a:ext>
                </a:extLst>
              </a:tr>
              <a:tr h="278252">
                <a:tc>
                  <a:txBody>
                    <a:bodyPr/>
                    <a:lstStyle/>
                    <a:p>
                      <a:pPr algn="ctr" fontAlgn="b">
                        <a:buNone/>
                      </a:pPr>
                      <a:r>
                        <a:rPr lang="en-US" sz="1100" b="1" i="0" u="none" strike="noStrike">
                          <a:solidFill>
                            <a:srgbClr val="FFFFFF"/>
                          </a:solidFill>
                          <a:effectLst/>
                          <a:latin typeface="Calibri" panose="020F0502020204030204" pitchFamily="34" charset="0"/>
                        </a:rPr>
                        <a:t>Critical</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00000"/>
                    </a:solidFill>
                  </a:tcPr>
                </a:tc>
                <a:tc>
                  <a:txBody>
                    <a:bodyPr/>
                    <a:lstStyle/>
                    <a:p>
                      <a:pPr algn="ctr" fontAlgn="b">
                        <a:buNone/>
                      </a:pPr>
                      <a:r>
                        <a:rPr lang="en-US" sz="1100" b="0" i="0" u="none" strike="noStrike">
                          <a:solidFill>
                            <a:srgbClr val="000000"/>
                          </a:solidFill>
                          <a:effectLst/>
                          <a:latin typeface="Calibri" panose="020F0502020204030204" pitchFamily="34" charset="0"/>
                        </a:rPr>
                        <a:t>699</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Calibri" panose="020F0502020204030204" pitchFamily="34" charset="0"/>
                        </a:rPr>
                        <a:t>795</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Calibri" panose="020F0502020204030204" pitchFamily="34" charset="0"/>
                        </a:rPr>
                        <a:t>1494</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13827028"/>
                  </a:ext>
                </a:extLst>
              </a:tr>
              <a:tr h="278252">
                <a:tc>
                  <a:txBody>
                    <a:bodyPr/>
                    <a:lstStyle/>
                    <a:p>
                      <a:pPr algn="ctr" fontAlgn="b">
                        <a:buNone/>
                      </a:pPr>
                      <a:r>
                        <a:rPr lang="en-US" sz="1100" b="1" i="0" u="none" strike="noStrike">
                          <a:solidFill>
                            <a:srgbClr val="FFFFFF"/>
                          </a:solidFill>
                          <a:effectLst/>
                          <a:latin typeface="Calibri" panose="020F0502020204030204" pitchFamily="34" charset="0"/>
                        </a:rPr>
                        <a:t>High</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tc>
                  <a:txBody>
                    <a:bodyPr/>
                    <a:lstStyle/>
                    <a:p>
                      <a:pPr algn="ctr" fontAlgn="b">
                        <a:buNone/>
                      </a:pPr>
                      <a:r>
                        <a:rPr lang="en-US" sz="1100" b="0" i="0" u="none" strike="noStrike">
                          <a:solidFill>
                            <a:srgbClr val="000000"/>
                          </a:solidFill>
                          <a:effectLst/>
                          <a:latin typeface="Calibri" panose="020F0502020204030204" pitchFamily="34" charset="0"/>
                        </a:rPr>
                        <a:t>1024</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Calibri" panose="020F0502020204030204" pitchFamily="34" charset="0"/>
                        </a:rPr>
                        <a:t>1310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Calibri" panose="020F0502020204030204" pitchFamily="34" charset="0"/>
                        </a:rPr>
                        <a:t>2334</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68012220"/>
                  </a:ext>
                </a:extLst>
              </a:tr>
              <a:tr h="278252">
                <a:tc>
                  <a:txBody>
                    <a:bodyPr/>
                    <a:lstStyle/>
                    <a:p>
                      <a:pPr algn="ctr" fontAlgn="b">
                        <a:buNone/>
                      </a:pPr>
                      <a:r>
                        <a:rPr lang="en-US" sz="1100" b="1" i="0" u="none" strike="noStrike">
                          <a:solidFill>
                            <a:srgbClr val="000000"/>
                          </a:solidFill>
                          <a:effectLst/>
                          <a:latin typeface="Calibri" panose="020F0502020204030204" pitchFamily="34" charset="0"/>
                        </a:rPr>
                        <a:t>Medium</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fontAlgn="b">
                        <a:buNone/>
                      </a:pPr>
                      <a:r>
                        <a:rPr lang="en-US" sz="1100" b="0" i="0" u="none" strike="noStrike">
                          <a:solidFill>
                            <a:srgbClr val="000000"/>
                          </a:solidFill>
                          <a:effectLst/>
                          <a:latin typeface="Calibri" panose="020F0502020204030204" pitchFamily="34" charset="0"/>
                        </a:rPr>
                        <a:t>322</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Calibri" panose="020F0502020204030204" pitchFamily="34" charset="0"/>
                        </a:rPr>
                        <a:t>259</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Calibri" panose="020F0502020204030204" pitchFamily="34" charset="0"/>
                        </a:rPr>
                        <a:t>581</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0821918"/>
                  </a:ext>
                </a:extLst>
              </a:tr>
              <a:tr h="278252">
                <a:tc>
                  <a:txBody>
                    <a:bodyPr/>
                    <a:lstStyle/>
                    <a:p>
                      <a:pPr algn="ctr" fontAlgn="b">
                        <a:buNone/>
                      </a:pPr>
                      <a:r>
                        <a:rPr lang="en-US" sz="1100" b="1" i="0" u="none" strike="noStrike">
                          <a:solidFill>
                            <a:srgbClr val="000000"/>
                          </a:solidFill>
                          <a:effectLst/>
                          <a:latin typeface="Calibri" panose="020F0502020204030204" pitchFamily="34" charset="0"/>
                        </a:rPr>
                        <a:t>Low</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lgn="ctr" fontAlgn="b">
                        <a:buNone/>
                      </a:pPr>
                      <a:r>
                        <a:rPr lang="en-US" sz="1100" b="0" i="0" u="none" strike="noStrike">
                          <a:solidFill>
                            <a:srgbClr val="000000"/>
                          </a:solidFill>
                          <a:effectLst/>
                          <a:latin typeface="Calibri" panose="020F0502020204030204" pitchFamily="34" charset="0"/>
                        </a:rPr>
                        <a:t>823</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Calibri" panose="020F0502020204030204" pitchFamily="34" charset="0"/>
                        </a:rPr>
                        <a:t>1332</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Calibri" panose="020F0502020204030204" pitchFamily="34" charset="0"/>
                        </a:rPr>
                        <a:t>2155</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24867735"/>
                  </a:ext>
                </a:extLst>
              </a:tr>
              <a:tr h="278252">
                <a:tc>
                  <a:txBody>
                    <a:bodyPr/>
                    <a:lstStyle/>
                    <a:p>
                      <a:pPr algn="ctr" fontAlgn="b">
                        <a:buNone/>
                      </a:pPr>
                      <a:r>
                        <a:rPr lang="en-US" sz="1100" b="1" i="0" u="none" strike="noStrike">
                          <a:solidFill>
                            <a:srgbClr val="000000"/>
                          </a:solidFill>
                          <a:effectLst/>
                          <a:latin typeface="Calibri" panose="020F0502020204030204" pitchFamily="34" charset="0"/>
                        </a:rPr>
                        <a:t>Total</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1" i="0" u="none" strike="noStrike">
                          <a:solidFill>
                            <a:srgbClr val="000000"/>
                          </a:solidFill>
                          <a:effectLst/>
                          <a:latin typeface="Calibri" panose="020F0502020204030204" pitchFamily="34" charset="0"/>
                        </a:rPr>
                        <a:t>2868</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1" i="0" u="none" strike="noStrike">
                          <a:solidFill>
                            <a:srgbClr val="000000"/>
                          </a:solidFill>
                          <a:effectLst/>
                          <a:latin typeface="Calibri" panose="020F0502020204030204" pitchFamily="34" charset="0"/>
                        </a:rPr>
                        <a:t>3696</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1" i="0" u="none" strike="noStrike">
                          <a:solidFill>
                            <a:srgbClr val="000000"/>
                          </a:solidFill>
                          <a:effectLst/>
                          <a:latin typeface="Calibri" panose="020F0502020204030204" pitchFamily="34" charset="0"/>
                        </a:rPr>
                        <a:t>6564</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17456891"/>
                  </a:ext>
                </a:extLst>
              </a:tr>
            </a:tbl>
          </a:graphicData>
        </a:graphic>
      </p:graphicFrame>
      <p:graphicFrame>
        <p:nvGraphicFramePr>
          <p:cNvPr id="10" name="Table 9">
            <a:extLst>
              <a:ext uri="{FF2B5EF4-FFF2-40B4-BE49-F238E27FC236}">
                <a16:creationId xmlns:a16="http://schemas.microsoft.com/office/drawing/2014/main" id="{835E7AB6-2DC9-4031-A899-DFDE2984155D}"/>
              </a:ext>
            </a:extLst>
          </p:cNvPr>
          <p:cNvGraphicFramePr>
            <a:graphicFrameLocks noGrp="1"/>
          </p:cNvGraphicFramePr>
          <p:nvPr/>
        </p:nvGraphicFramePr>
        <p:xfrm>
          <a:off x="3622066" y="1614434"/>
          <a:ext cx="2501464" cy="1435464"/>
        </p:xfrm>
        <a:graphic>
          <a:graphicData uri="http://schemas.openxmlformats.org/drawingml/2006/table">
            <a:tbl>
              <a:tblPr firstRow="1" bandRow="1">
                <a:tableStyleId>{5C22544A-7EE6-4342-B048-85BDC9FD1C3A}</a:tableStyleId>
              </a:tblPr>
              <a:tblGrid>
                <a:gridCol w="625366">
                  <a:extLst>
                    <a:ext uri="{9D8B030D-6E8A-4147-A177-3AD203B41FA5}">
                      <a16:colId xmlns:a16="http://schemas.microsoft.com/office/drawing/2014/main" val="524130560"/>
                    </a:ext>
                  </a:extLst>
                </a:gridCol>
                <a:gridCol w="625366">
                  <a:extLst>
                    <a:ext uri="{9D8B030D-6E8A-4147-A177-3AD203B41FA5}">
                      <a16:colId xmlns:a16="http://schemas.microsoft.com/office/drawing/2014/main" val="2231350418"/>
                    </a:ext>
                  </a:extLst>
                </a:gridCol>
                <a:gridCol w="625366">
                  <a:extLst>
                    <a:ext uri="{9D8B030D-6E8A-4147-A177-3AD203B41FA5}">
                      <a16:colId xmlns:a16="http://schemas.microsoft.com/office/drawing/2014/main" val="3068520968"/>
                    </a:ext>
                  </a:extLst>
                </a:gridCol>
                <a:gridCol w="625366">
                  <a:extLst>
                    <a:ext uri="{9D8B030D-6E8A-4147-A177-3AD203B41FA5}">
                      <a16:colId xmlns:a16="http://schemas.microsoft.com/office/drawing/2014/main" val="3600233586"/>
                    </a:ext>
                  </a:extLst>
                </a:gridCol>
              </a:tblGrid>
              <a:tr h="239244">
                <a:tc>
                  <a:txBody>
                    <a:bodyPr/>
                    <a:lstStyle/>
                    <a:p>
                      <a:pPr algn="ctr" fontAlgn="b">
                        <a:buNone/>
                      </a:pPr>
                      <a:r>
                        <a:rPr lang="en-US" sz="1100" b="1" i="0" u="none" strike="noStrike">
                          <a:solidFill>
                            <a:srgbClr val="000000"/>
                          </a:solidFill>
                          <a:effectLst/>
                          <a:latin typeface="Calibri" panose="020F0502020204030204" pitchFamily="34" charset="0"/>
                        </a:rPr>
                        <a:t>Severity</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1" i="0" u="none" strike="noStrike">
                          <a:solidFill>
                            <a:srgbClr val="9C0006"/>
                          </a:solidFill>
                          <a:effectLst/>
                          <a:latin typeface="Calibri" panose="020F0502020204030204" pitchFamily="34" charset="0"/>
                        </a:rPr>
                        <a:t>Open</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1" i="0" u="none" strike="noStrike">
                          <a:solidFill>
                            <a:srgbClr val="006100"/>
                          </a:solidFill>
                          <a:effectLst/>
                          <a:latin typeface="Calibri" panose="020F0502020204030204" pitchFamily="34" charset="0"/>
                        </a:rPr>
                        <a:t>Closed</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1" i="0" u="none" strike="noStrike">
                          <a:solidFill>
                            <a:srgbClr val="000000"/>
                          </a:solidFill>
                          <a:effectLst/>
                          <a:latin typeface="Calibri" panose="020F0502020204030204" pitchFamily="34" charset="0"/>
                        </a:rPr>
                        <a:t>Total</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7875254"/>
                  </a:ext>
                </a:extLst>
              </a:tr>
              <a:tr h="239244">
                <a:tc>
                  <a:txBody>
                    <a:bodyPr/>
                    <a:lstStyle/>
                    <a:p>
                      <a:pPr algn="ctr" fontAlgn="b">
                        <a:buNone/>
                      </a:pPr>
                      <a:r>
                        <a:rPr lang="en-US" sz="1100" b="1" i="0" u="none" strike="noStrike">
                          <a:solidFill>
                            <a:srgbClr val="FFFFFF"/>
                          </a:solidFill>
                          <a:effectLst/>
                          <a:latin typeface="Calibri" panose="020F0502020204030204" pitchFamily="34" charset="0"/>
                        </a:rPr>
                        <a:t>Critical</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00000"/>
                    </a:solidFill>
                  </a:tcPr>
                </a:tc>
                <a:tc>
                  <a:txBody>
                    <a:bodyPr/>
                    <a:lstStyle/>
                    <a:p>
                      <a:pPr algn="ctr" fontAlgn="b">
                        <a:buNone/>
                      </a:pPr>
                      <a:r>
                        <a:rPr lang="en-US" sz="1100" b="0" i="0" u="none" strike="noStrike">
                          <a:solidFill>
                            <a:srgbClr val="000000"/>
                          </a:solidFill>
                          <a:effectLst/>
                          <a:latin typeface="Calibri" panose="020F0502020204030204" pitchFamily="34" charset="0"/>
                        </a:rPr>
                        <a:t>22</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Calibri" panose="020F0502020204030204" pitchFamily="34" charset="0"/>
                        </a:rPr>
                        <a:t>195</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Calibri" panose="020F0502020204030204" pitchFamily="34" charset="0"/>
                        </a:rPr>
                        <a:t>217</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13827028"/>
                  </a:ext>
                </a:extLst>
              </a:tr>
              <a:tr h="239244">
                <a:tc>
                  <a:txBody>
                    <a:bodyPr/>
                    <a:lstStyle/>
                    <a:p>
                      <a:pPr algn="ctr" fontAlgn="b">
                        <a:buNone/>
                      </a:pPr>
                      <a:r>
                        <a:rPr lang="en-US" sz="1100" b="1" i="0" u="none" strike="noStrike">
                          <a:solidFill>
                            <a:srgbClr val="FFFFFF"/>
                          </a:solidFill>
                          <a:effectLst/>
                          <a:latin typeface="Calibri" panose="020F0502020204030204" pitchFamily="34" charset="0"/>
                        </a:rPr>
                        <a:t>High</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tc>
                  <a:txBody>
                    <a:bodyPr/>
                    <a:lstStyle/>
                    <a:p>
                      <a:pPr algn="ctr" fontAlgn="b">
                        <a:buNone/>
                      </a:pPr>
                      <a:r>
                        <a:rPr lang="en-US" sz="1100" b="0" i="0" u="none" strike="noStrike">
                          <a:solidFill>
                            <a:srgbClr val="000000"/>
                          </a:solidFill>
                          <a:effectLst/>
                          <a:latin typeface="Calibri" panose="020F0502020204030204" pitchFamily="34" charset="0"/>
                        </a:rPr>
                        <a:t>116</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Calibri" panose="020F0502020204030204" pitchFamily="34" charset="0"/>
                        </a:rPr>
                        <a:t>431</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Calibri" panose="020F0502020204030204" pitchFamily="34" charset="0"/>
                        </a:rPr>
                        <a:t>547</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68012220"/>
                  </a:ext>
                </a:extLst>
              </a:tr>
              <a:tr h="239244">
                <a:tc>
                  <a:txBody>
                    <a:bodyPr/>
                    <a:lstStyle/>
                    <a:p>
                      <a:pPr algn="ctr" fontAlgn="b">
                        <a:buNone/>
                      </a:pPr>
                      <a:r>
                        <a:rPr lang="en-US" sz="1100" b="1" i="0" u="none" strike="noStrike">
                          <a:solidFill>
                            <a:srgbClr val="000000"/>
                          </a:solidFill>
                          <a:effectLst/>
                          <a:latin typeface="Calibri" panose="020F0502020204030204" pitchFamily="34" charset="0"/>
                        </a:rPr>
                        <a:t>Medium</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fontAlgn="b">
                        <a:buNone/>
                      </a:pPr>
                      <a:r>
                        <a:rPr lang="en-US" sz="1100" b="0" i="0" u="none" strike="noStrike">
                          <a:solidFill>
                            <a:srgbClr val="000000"/>
                          </a:solidFill>
                          <a:effectLst/>
                          <a:latin typeface="Calibri" panose="020F0502020204030204" pitchFamily="34" charset="0"/>
                        </a:rPr>
                        <a:t>67</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Calibri" panose="020F0502020204030204" pitchFamily="34" charset="0"/>
                        </a:rPr>
                        <a:t>49</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Calibri" panose="020F0502020204030204" pitchFamily="34" charset="0"/>
                        </a:rPr>
                        <a:t>116</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0821918"/>
                  </a:ext>
                </a:extLst>
              </a:tr>
              <a:tr h="239244">
                <a:tc>
                  <a:txBody>
                    <a:bodyPr/>
                    <a:lstStyle/>
                    <a:p>
                      <a:pPr algn="ctr" fontAlgn="b">
                        <a:buNone/>
                      </a:pPr>
                      <a:r>
                        <a:rPr lang="en-US" sz="1100" b="1" i="0" u="none" strike="noStrike">
                          <a:solidFill>
                            <a:srgbClr val="000000"/>
                          </a:solidFill>
                          <a:effectLst/>
                          <a:latin typeface="Calibri" panose="020F0502020204030204" pitchFamily="34" charset="0"/>
                        </a:rPr>
                        <a:t>Low</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lgn="ctr" fontAlgn="b">
                        <a:buNone/>
                      </a:pPr>
                      <a:r>
                        <a:rPr lang="en-US" sz="1100" b="0" i="0" u="none" strike="noStrike">
                          <a:solidFill>
                            <a:srgbClr val="000000"/>
                          </a:solidFill>
                          <a:effectLst/>
                          <a:latin typeface="Calibri" panose="020F0502020204030204" pitchFamily="34" charset="0"/>
                        </a:rPr>
                        <a:t>173</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Calibri" panose="020F0502020204030204" pitchFamily="34" charset="0"/>
                        </a:rPr>
                        <a:t>337</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Calibri" panose="020F0502020204030204" pitchFamily="34" charset="0"/>
                        </a:rPr>
                        <a:t>510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24867735"/>
                  </a:ext>
                </a:extLst>
              </a:tr>
              <a:tr h="239244">
                <a:tc>
                  <a:txBody>
                    <a:bodyPr/>
                    <a:lstStyle/>
                    <a:p>
                      <a:pPr algn="ctr" fontAlgn="b">
                        <a:buNone/>
                      </a:pPr>
                      <a:r>
                        <a:rPr lang="en-US" sz="1100" b="1" i="0" u="none" strike="noStrike">
                          <a:solidFill>
                            <a:srgbClr val="000000"/>
                          </a:solidFill>
                          <a:effectLst/>
                          <a:latin typeface="Calibri" panose="020F0502020204030204" pitchFamily="34" charset="0"/>
                        </a:rPr>
                        <a:t>Total</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1" i="0" u="none" strike="noStrike">
                          <a:solidFill>
                            <a:srgbClr val="000000"/>
                          </a:solidFill>
                          <a:effectLst/>
                          <a:latin typeface="Calibri" panose="020F0502020204030204" pitchFamily="34" charset="0"/>
                        </a:rPr>
                        <a:t>378</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1" i="0" u="none" strike="noStrike">
                          <a:solidFill>
                            <a:srgbClr val="000000"/>
                          </a:solidFill>
                          <a:effectLst/>
                          <a:latin typeface="Calibri" panose="020F0502020204030204" pitchFamily="34" charset="0"/>
                        </a:rPr>
                        <a:t>1012</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1" i="0" u="none" strike="noStrike">
                          <a:solidFill>
                            <a:srgbClr val="000000"/>
                          </a:solidFill>
                          <a:effectLst/>
                          <a:latin typeface="Calibri" panose="020F0502020204030204" pitchFamily="34" charset="0"/>
                        </a:rPr>
                        <a:t>1390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17456891"/>
                  </a:ext>
                </a:extLst>
              </a:tr>
            </a:tbl>
          </a:graphicData>
        </a:graphic>
      </p:graphicFrame>
      <p:graphicFrame>
        <p:nvGraphicFramePr>
          <p:cNvPr id="11" name="Table 10">
            <a:extLst>
              <a:ext uri="{FF2B5EF4-FFF2-40B4-BE49-F238E27FC236}">
                <a16:creationId xmlns:a16="http://schemas.microsoft.com/office/drawing/2014/main" id="{5E84BBDA-8FFA-68A4-22A1-9ECDAEA3F149}"/>
              </a:ext>
            </a:extLst>
          </p:cNvPr>
          <p:cNvGraphicFramePr>
            <a:graphicFrameLocks noGrp="1"/>
          </p:cNvGraphicFramePr>
          <p:nvPr/>
        </p:nvGraphicFramePr>
        <p:xfrm>
          <a:off x="3622066" y="3917346"/>
          <a:ext cx="2501464" cy="1435464"/>
        </p:xfrm>
        <a:graphic>
          <a:graphicData uri="http://schemas.openxmlformats.org/drawingml/2006/table">
            <a:tbl>
              <a:tblPr firstRow="1" bandRow="1">
                <a:tableStyleId>{5C22544A-7EE6-4342-B048-85BDC9FD1C3A}</a:tableStyleId>
              </a:tblPr>
              <a:tblGrid>
                <a:gridCol w="625366">
                  <a:extLst>
                    <a:ext uri="{9D8B030D-6E8A-4147-A177-3AD203B41FA5}">
                      <a16:colId xmlns:a16="http://schemas.microsoft.com/office/drawing/2014/main" val="524130560"/>
                    </a:ext>
                  </a:extLst>
                </a:gridCol>
                <a:gridCol w="625366">
                  <a:extLst>
                    <a:ext uri="{9D8B030D-6E8A-4147-A177-3AD203B41FA5}">
                      <a16:colId xmlns:a16="http://schemas.microsoft.com/office/drawing/2014/main" val="2231350418"/>
                    </a:ext>
                  </a:extLst>
                </a:gridCol>
                <a:gridCol w="625366">
                  <a:extLst>
                    <a:ext uri="{9D8B030D-6E8A-4147-A177-3AD203B41FA5}">
                      <a16:colId xmlns:a16="http://schemas.microsoft.com/office/drawing/2014/main" val="3068520968"/>
                    </a:ext>
                  </a:extLst>
                </a:gridCol>
                <a:gridCol w="625366">
                  <a:extLst>
                    <a:ext uri="{9D8B030D-6E8A-4147-A177-3AD203B41FA5}">
                      <a16:colId xmlns:a16="http://schemas.microsoft.com/office/drawing/2014/main" val="3600233586"/>
                    </a:ext>
                  </a:extLst>
                </a:gridCol>
              </a:tblGrid>
              <a:tr h="239244">
                <a:tc>
                  <a:txBody>
                    <a:bodyPr/>
                    <a:lstStyle/>
                    <a:p>
                      <a:pPr algn="ctr" fontAlgn="b">
                        <a:buNone/>
                      </a:pPr>
                      <a:r>
                        <a:rPr lang="en-US" sz="1100" b="1" i="0" u="none" strike="noStrike">
                          <a:solidFill>
                            <a:srgbClr val="000000"/>
                          </a:solidFill>
                          <a:effectLst/>
                          <a:latin typeface="Calibri" panose="020F0502020204030204" pitchFamily="34" charset="0"/>
                        </a:rPr>
                        <a:t>Severity</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1" i="0" u="none" strike="noStrike">
                          <a:solidFill>
                            <a:srgbClr val="9C0006"/>
                          </a:solidFill>
                          <a:effectLst/>
                          <a:latin typeface="Calibri" panose="020F0502020204030204" pitchFamily="34" charset="0"/>
                        </a:rPr>
                        <a:t>Open</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1" i="0" u="none" strike="noStrike">
                          <a:solidFill>
                            <a:srgbClr val="006100"/>
                          </a:solidFill>
                          <a:effectLst/>
                          <a:latin typeface="Calibri" panose="020F0502020204030204" pitchFamily="34" charset="0"/>
                        </a:rPr>
                        <a:t>Closed</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1" i="0" u="none" strike="noStrike">
                          <a:solidFill>
                            <a:srgbClr val="000000"/>
                          </a:solidFill>
                          <a:effectLst/>
                          <a:latin typeface="Calibri" panose="020F0502020204030204" pitchFamily="34" charset="0"/>
                        </a:rPr>
                        <a:t>Total</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7875254"/>
                  </a:ext>
                </a:extLst>
              </a:tr>
              <a:tr h="239244">
                <a:tc>
                  <a:txBody>
                    <a:bodyPr/>
                    <a:lstStyle/>
                    <a:p>
                      <a:pPr algn="ctr" fontAlgn="b">
                        <a:buNone/>
                      </a:pPr>
                      <a:r>
                        <a:rPr lang="en-US" sz="1100" b="1" i="0" u="none" strike="noStrike">
                          <a:solidFill>
                            <a:srgbClr val="FFFFFF"/>
                          </a:solidFill>
                          <a:effectLst/>
                          <a:latin typeface="Calibri" panose="020F0502020204030204" pitchFamily="34" charset="0"/>
                        </a:rPr>
                        <a:t>Critical</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00000"/>
                    </a:solidFill>
                  </a:tcPr>
                </a:tc>
                <a:tc>
                  <a:txBody>
                    <a:bodyPr/>
                    <a:lstStyle/>
                    <a:p>
                      <a:pPr algn="ctr" fontAlgn="b">
                        <a:buNone/>
                      </a:pPr>
                      <a:r>
                        <a:rPr lang="en-US" sz="1100" b="0" i="0" u="none" strike="noStrike">
                          <a:solidFill>
                            <a:srgbClr val="000000"/>
                          </a:solidFill>
                          <a:effectLst/>
                          <a:latin typeface="Calibri" panose="020F0502020204030204" pitchFamily="34" charset="0"/>
                        </a:rPr>
                        <a:t>677</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Calibri" panose="020F0502020204030204" pitchFamily="34" charset="0"/>
                        </a:rPr>
                        <a:t>600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Calibri" panose="020F0502020204030204" pitchFamily="34" charset="0"/>
                        </a:rPr>
                        <a:t>1277</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13827028"/>
                  </a:ext>
                </a:extLst>
              </a:tr>
              <a:tr h="239244">
                <a:tc>
                  <a:txBody>
                    <a:bodyPr/>
                    <a:lstStyle/>
                    <a:p>
                      <a:pPr algn="ctr" fontAlgn="b">
                        <a:buNone/>
                      </a:pPr>
                      <a:r>
                        <a:rPr lang="en-US" sz="1100" b="1" i="0" u="none" strike="noStrike">
                          <a:solidFill>
                            <a:srgbClr val="FFFFFF"/>
                          </a:solidFill>
                          <a:effectLst/>
                          <a:latin typeface="Calibri" panose="020F0502020204030204" pitchFamily="34" charset="0"/>
                        </a:rPr>
                        <a:t>High</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tc>
                  <a:txBody>
                    <a:bodyPr/>
                    <a:lstStyle/>
                    <a:p>
                      <a:pPr algn="ctr" fontAlgn="b">
                        <a:buNone/>
                      </a:pPr>
                      <a:r>
                        <a:rPr lang="en-US" sz="1100" b="0" i="0" u="none" strike="noStrike">
                          <a:solidFill>
                            <a:srgbClr val="000000"/>
                          </a:solidFill>
                          <a:effectLst/>
                          <a:latin typeface="Calibri" panose="020F0502020204030204" pitchFamily="34" charset="0"/>
                        </a:rPr>
                        <a:t>908</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Calibri" panose="020F0502020204030204" pitchFamily="34" charset="0"/>
                        </a:rPr>
                        <a:t>879</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Calibri" panose="020F0502020204030204" pitchFamily="34" charset="0"/>
                        </a:rPr>
                        <a:t>1787</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68012220"/>
                  </a:ext>
                </a:extLst>
              </a:tr>
              <a:tr h="239244">
                <a:tc>
                  <a:txBody>
                    <a:bodyPr/>
                    <a:lstStyle/>
                    <a:p>
                      <a:pPr algn="ctr" fontAlgn="b">
                        <a:buNone/>
                      </a:pPr>
                      <a:r>
                        <a:rPr lang="en-US" sz="1100" b="1" i="0" u="none" strike="noStrike">
                          <a:solidFill>
                            <a:srgbClr val="000000"/>
                          </a:solidFill>
                          <a:effectLst/>
                          <a:latin typeface="Calibri" panose="020F0502020204030204" pitchFamily="34" charset="0"/>
                        </a:rPr>
                        <a:t>Medium</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fontAlgn="b">
                        <a:buNone/>
                      </a:pPr>
                      <a:r>
                        <a:rPr lang="en-US" sz="1100" b="0" i="0" u="none" strike="noStrike">
                          <a:solidFill>
                            <a:srgbClr val="000000"/>
                          </a:solidFill>
                          <a:effectLst/>
                          <a:latin typeface="Calibri" panose="020F0502020204030204" pitchFamily="34" charset="0"/>
                        </a:rPr>
                        <a:t>255</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Calibri" panose="020F0502020204030204" pitchFamily="34" charset="0"/>
                        </a:rPr>
                        <a:t>210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Calibri" panose="020F0502020204030204" pitchFamily="34" charset="0"/>
                        </a:rPr>
                        <a:t>465</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0821918"/>
                  </a:ext>
                </a:extLst>
              </a:tr>
              <a:tr h="239244">
                <a:tc>
                  <a:txBody>
                    <a:bodyPr/>
                    <a:lstStyle/>
                    <a:p>
                      <a:pPr algn="ctr" fontAlgn="b">
                        <a:buNone/>
                      </a:pPr>
                      <a:r>
                        <a:rPr lang="en-US" sz="1100" b="1" i="0" u="none" strike="noStrike">
                          <a:solidFill>
                            <a:srgbClr val="000000"/>
                          </a:solidFill>
                          <a:effectLst/>
                          <a:latin typeface="Calibri" panose="020F0502020204030204" pitchFamily="34" charset="0"/>
                        </a:rPr>
                        <a:t>Low</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lgn="ctr" fontAlgn="b">
                        <a:buNone/>
                      </a:pPr>
                      <a:r>
                        <a:rPr lang="en-US" sz="1100" b="0" i="0" u="none" strike="noStrike">
                          <a:solidFill>
                            <a:srgbClr val="000000"/>
                          </a:solidFill>
                          <a:effectLst/>
                          <a:latin typeface="Calibri" panose="020F0502020204030204" pitchFamily="34" charset="0"/>
                        </a:rPr>
                        <a:t>650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Calibri" panose="020F0502020204030204" pitchFamily="34" charset="0"/>
                        </a:rPr>
                        <a:t>995</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Calibri" panose="020F0502020204030204" pitchFamily="34" charset="0"/>
                        </a:rPr>
                        <a:t>1645</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24867735"/>
                  </a:ext>
                </a:extLst>
              </a:tr>
              <a:tr h="239244">
                <a:tc>
                  <a:txBody>
                    <a:bodyPr/>
                    <a:lstStyle/>
                    <a:p>
                      <a:pPr algn="ctr" fontAlgn="b">
                        <a:buNone/>
                      </a:pPr>
                      <a:r>
                        <a:rPr lang="en-US" sz="1100" b="1" i="0" u="none" strike="noStrike">
                          <a:solidFill>
                            <a:srgbClr val="000000"/>
                          </a:solidFill>
                          <a:effectLst/>
                          <a:latin typeface="Calibri" panose="020F0502020204030204" pitchFamily="34" charset="0"/>
                        </a:rPr>
                        <a:t>Total</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1" i="0" u="none" strike="noStrike">
                          <a:solidFill>
                            <a:srgbClr val="000000"/>
                          </a:solidFill>
                          <a:effectLst/>
                          <a:latin typeface="Calibri" panose="020F0502020204030204" pitchFamily="34" charset="0"/>
                        </a:rPr>
                        <a:t>2490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1" i="0" u="none" strike="noStrike">
                          <a:solidFill>
                            <a:srgbClr val="000000"/>
                          </a:solidFill>
                          <a:effectLst/>
                          <a:latin typeface="Calibri" panose="020F0502020204030204" pitchFamily="34" charset="0"/>
                        </a:rPr>
                        <a:t>2684</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1" i="0" u="none" strike="noStrike">
                          <a:solidFill>
                            <a:srgbClr val="000000"/>
                          </a:solidFill>
                          <a:effectLst/>
                          <a:latin typeface="Calibri" panose="020F0502020204030204" pitchFamily="34" charset="0"/>
                        </a:rPr>
                        <a:t>5174</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17456891"/>
                  </a:ext>
                </a:extLst>
              </a:tr>
            </a:tbl>
          </a:graphicData>
        </a:graphic>
      </p:graphicFrame>
      <p:graphicFrame>
        <p:nvGraphicFramePr>
          <p:cNvPr id="12" name="Table 11">
            <a:extLst>
              <a:ext uri="{FF2B5EF4-FFF2-40B4-BE49-F238E27FC236}">
                <a16:creationId xmlns:a16="http://schemas.microsoft.com/office/drawing/2014/main" id="{115A14EB-91A1-0A09-9E29-EB5FB5BD0483}"/>
              </a:ext>
            </a:extLst>
          </p:cNvPr>
          <p:cNvGraphicFramePr>
            <a:graphicFrameLocks noGrp="1"/>
          </p:cNvGraphicFramePr>
          <p:nvPr>
            <p:extLst>
              <p:ext uri="{D42A27DB-BD31-4B8C-83A1-F6EECF244321}">
                <p14:modId xmlns:p14="http://schemas.microsoft.com/office/powerpoint/2010/main" val="1014167726"/>
              </p:ext>
            </p:extLst>
          </p:nvPr>
        </p:nvGraphicFramePr>
        <p:xfrm>
          <a:off x="7580010" y="1175740"/>
          <a:ext cx="2160612" cy="952500"/>
        </p:xfrm>
        <a:graphic>
          <a:graphicData uri="http://schemas.openxmlformats.org/drawingml/2006/table">
            <a:tbl>
              <a:tblPr firstRow="1" bandRow="1">
                <a:tableStyleId>{5C22544A-7EE6-4342-B048-85BDC9FD1C3A}</a:tableStyleId>
              </a:tblPr>
              <a:tblGrid>
                <a:gridCol w="540153">
                  <a:extLst>
                    <a:ext uri="{9D8B030D-6E8A-4147-A177-3AD203B41FA5}">
                      <a16:colId xmlns:a16="http://schemas.microsoft.com/office/drawing/2014/main" val="524130560"/>
                    </a:ext>
                  </a:extLst>
                </a:gridCol>
                <a:gridCol w="540153">
                  <a:extLst>
                    <a:ext uri="{9D8B030D-6E8A-4147-A177-3AD203B41FA5}">
                      <a16:colId xmlns:a16="http://schemas.microsoft.com/office/drawing/2014/main" val="2231350418"/>
                    </a:ext>
                  </a:extLst>
                </a:gridCol>
                <a:gridCol w="540153">
                  <a:extLst>
                    <a:ext uri="{9D8B030D-6E8A-4147-A177-3AD203B41FA5}">
                      <a16:colId xmlns:a16="http://schemas.microsoft.com/office/drawing/2014/main" val="3068520968"/>
                    </a:ext>
                  </a:extLst>
                </a:gridCol>
                <a:gridCol w="540153">
                  <a:extLst>
                    <a:ext uri="{9D8B030D-6E8A-4147-A177-3AD203B41FA5}">
                      <a16:colId xmlns:a16="http://schemas.microsoft.com/office/drawing/2014/main" val="3600233586"/>
                    </a:ext>
                  </a:extLst>
                </a:gridCol>
              </a:tblGrid>
              <a:tr h="145081">
                <a:tc>
                  <a:txBody>
                    <a:bodyPr/>
                    <a:lstStyle/>
                    <a:p>
                      <a:pPr algn="ctr" fontAlgn="b">
                        <a:buNone/>
                      </a:pPr>
                      <a:r>
                        <a:rPr lang="en-US" sz="1000" b="1" i="0" u="none" strike="noStrike">
                          <a:solidFill>
                            <a:srgbClr val="000000"/>
                          </a:solidFill>
                          <a:effectLst/>
                          <a:latin typeface="Calibri" panose="020F0502020204030204" pitchFamily="34" charset="0"/>
                        </a:rPr>
                        <a:t>Severity</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000" b="1" i="0" u="none" strike="noStrike">
                          <a:solidFill>
                            <a:srgbClr val="9C0006"/>
                          </a:solidFill>
                          <a:effectLst/>
                          <a:latin typeface="Calibri" panose="020F0502020204030204" pitchFamily="34" charset="0"/>
                        </a:rPr>
                        <a:t>Open</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000" b="1" i="0" u="none" strike="noStrike">
                          <a:solidFill>
                            <a:srgbClr val="006100"/>
                          </a:solidFill>
                          <a:effectLst/>
                          <a:latin typeface="Calibri" panose="020F0502020204030204" pitchFamily="34" charset="0"/>
                        </a:rPr>
                        <a:t>Closed</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000" b="1" i="0" u="none" strike="noStrike">
                          <a:solidFill>
                            <a:srgbClr val="000000"/>
                          </a:solidFill>
                          <a:effectLst/>
                          <a:latin typeface="Calibri" panose="020F0502020204030204" pitchFamily="34" charset="0"/>
                        </a:rPr>
                        <a:t>Total</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7875254"/>
                  </a:ext>
                </a:extLst>
              </a:tr>
              <a:tr h="145081">
                <a:tc>
                  <a:txBody>
                    <a:bodyPr/>
                    <a:lstStyle/>
                    <a:p>
                      <a:pPr algn="ctr" fontAlgn="b">
                        <a:buNone/>
                      </a:pPr>
                      <a:r>
                        <a:rPr lang="en-US" sz="1000" b="1" i="0" u="none" strike="noStrike">
                          <a:solidFill>
                            <a:srgbClr val="FFFFFF"/>
                          </a:solidFill>
                          <a:effectLst/>
                          <a:latin typeface="Calibri" panose="020F0502020204030204" pitchFamily="34" charset="0"/>
                        </a:rPr>
                        <a:t>Critical</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00000"/>
                    </a:solidFill>
                  </a:tcPr>
                </a:tc>
                <a:tc>
                  <a:txBody>
                    <a:bodyPr/>
                    <a:lstStyle/>
                    <a:p>
                      <a:pPr algn="ctr" fontAlgn="b">
                        <a:buNone/>
                      </a:pPr>
                      <a:r>
                        <a:rPr lang="en-US" sz="1000" b="0" i="0" u="none" strike="noStrike">
                          <a:solidFill>
                            <a:srgbClr val="000000"/>
                          </a:solidFill>
                          <a:effectLst/>
                          <a:latin typeface="Calibri" panose="020F0502020204030204" pitchFamily="34" charset="0"/>
                        </a:rPr>
                        <a:t>12</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000" b="0" i="0" u="none" strike="noStrike">
                          <a:solidFill>
                            <a:srgbClr val="000000"/>
                          </a:solidFill>
                          <a:effectLst/>
                          <a:latin typeface="Calibri" panose="020F0502020204030204" pitchFamily="34" charset="0"/>
                        </a:rPr>
                        <a:t>143</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000" b="0" i="0" u="none" strike="noStrike">
                          <a:solidFill>
                            <a:srgbClr val="000000"/>
                          </a:solidFill>
                          <a:effectLst/>
                          <a:latin typeface="Calibri" panose="020F0502020204030204" pitchFamily="34" charset="0"/>
                        </a:rPr>
                        <a:t>155</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13827028"/>
                  </a:ext>
                </a:extLst>
              </a:tr>
              <a:tr h="145081">
                <a:tc>
                  <a:txBody>
                    <a:bodyPr/>
                    <a:lstStyle/>
                    <a:p>
                      <a:pPr algn="ctr" fontAlgn="b">
                        <a:buNone/>
                      </a:pPr>
                      <a:r>
                        <a:rPr lang="en-US" sz="1000" b="1" i="0" u="none" strike="noStrike">
                          <a:solidFill>
                            <a:srgbClr val="FFFFFF"/>
                          </a:solidFill>
                          <a:effectLst/>
                          <a:latin typeface="Calibri" panose="020F0502020204030204" pitchFamily="34" charset="0"/>
                        </a:rPr>
                        <a:t>High</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tc>
                  <a:txBody>
                    <a:bodyPr/>
                    <a:lstStyle/>
                    <a:p>
                      <a:pPr algn="ctr" fontAlgn="b">
                        <a:buNone/>
                      </a:pPr>
                      <a:r>
                        <a:rPr lang="en-US" sz="1000" b="0" i="0" u="none" strike="noStrike">
                          <a:solidFill>
                            <a:srgbClr val="000000"/>
                          </a:solidFill>
                          <a:effectLst/>
                          <a:latin typeface="Calibri" panose="020F0502020204030204" pitchFamily="34" charset="0"/>
                        </a:rPr>
                        <a:t>65</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000" b="0" i="0" u="none" strike="noStrike">
                          <a:solidFill>
                            <a:srgbClr val="000000"/>
                          </a:solidFill>
                          <a:effectLst/>
                          <a:latin typeface="Calibri" panose="020F0502020204030204" pitchFamily="34" charset="0"/>
                        </a:rPr>
                        <a:t>253</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000" b="0" i="0" u="none" strike="noStrike">
                          <a:solidFill>
                            <a:srgbClr val="000000"/>
                          </a:solidFill>
                          <a:effectLst/>
                          <a:latin typeface="Calibri" panose="020F0502020204030204" pitchFamily="34" charset="0"/>
                        </a:rPr>
                        <a:t>318</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68012220"/>
                  </a:ext>
                </a:extLst>
              </a:tr>
              <a:tr h="145081">
                <a:tc>
                  <a:txBody>
                    <a:bodyPr/>
                    <a:lstStyle/>
                    <a:p>
                      <a:pPr algn="ctr" fontAlgn="b">
                        <a:buNone/>
                      </a:pPr>
                      <a:r>
                        <a:rPr lang="en-US" sz="1000" b="1" i="0" u="none" strike="noStrike">
                          <a:solidFill>
                            <a:srgbClr val="000000"/>
                          </a:solidFill>
                          <a:effectLst/>
                          <a:latin typeface="Calibri" panose="020F0502020204030204" pitchFamily="34" charset="0"/>
                        </a:rPr>
                        <a:t>Medium</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fontAlgn="b">
                        <a:buNone/>
                      </a:pPr>
                      <a:r>
                        <a:rPr lang="en-US" sz="1000" b="0" i="0" u="none" strike="noStrike">
                          <a:solidFill>
                            <a:srgbClr val="000000"/>
                          </a:solidFill>
                          <a:effectLst/>
                          <a:latin typeface="Calibri" panose="020F0502020204030204" pitchFamily="34" charset="0"/>
                        </a:rPr>
                        <a:t>42</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000" b="0" i="0" u="none" strike="noStrike">
                          <a:solidFill>
                            <a:srgbClr val="000000"/>
                          </a:solidFill>
                          <a:effectLst/>
                          <a:latin typeface="Calibri" panose="020F0502020204030204" pitchFamily="34" charset="0"/>
                        </a:rPr>
                        <a:t>33</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000" b="0" i="0" u="none" strike="noStrike">
                          <a:solidFill>
                            <a:srgbClr val="000000"/>
                          </a:solidFill>
                          <a:effectLst/>
                          <a:latin typeface="Calibri" panose="020F0502020204030204" pitchFamily="34" charset="0"/>
                        </a:rPr>
                        <a:t>75</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0821918"/>
                  </a:ext>
                </a:extLst>
              </a:tr>
              <a:tr h="145081">
                <a:tc>
                  <a:txBody>
                    <a:bodyPr/>
                    <a:lstStyle/>
                    <a:p>
                      <a:pPr algn="ctr" fontAlgn="b">
                        <a:buNone/>
                      </a:pPr>
                      <a:r>
                        <a:rPr lang="en-US" sz="1000" b="1" i="0" u="none" strike="noStrike">
                          <a:solidFill>
                            <a:srgbClr val="000000"/>
                          </a:solidFill>
                          <a:effectLst/>
                          <a:latin typeface="Calibri" panose="020F0502020204030204" pitchFamily="34" charset="0"/>
                        </a:rPr>
                        <a:t>Low</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lgn="ctr" fontAlgn="b">
                        <a:buNone/>
                      </a:pPr>
                      <a:r>
                        <a:rPr lang="en-US" sz="1000" b="0" i="0" u="none" strike="noStrike">
                          <a:solidFill>
                            <a:srgbClr val="000000"/>
                          </a:solidFill>
                          <a:effectLst/>
                          <a:latin typeface="Calibri" panose="020F0502020204030204" pitchFamily="34" charset="0"/>
                        </a:rPr>
                        <a:t>91</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000" b="0" i="0" u="none" strike="noStrike">
                          <a:solidFill>
                            <a:srgbClr val="000000"/>
                          </a:solidFill>
                          <a:effectLst/>
                          <a:latin typeface="Calibri" panose="020F0502020204030204" pitchFamily="34" charset="0"/>
                        </a:rPr>
                        <a:t>198</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000" b="0" i="0" u="none" strike="noStrike">
                          <a:solidFill>
                            <a:srgbClr val="000000"/>
                          </a:solidFill>
                          <a:effectLst/>
                          <a:latin typeface="Calibri" panose="020F0502020204030204" pitchFamily="34" charset="0"/>
                        </a:rPr>
                        <a:t>289</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24867735"/>
                  </a:ext>
                </a:extLst>
              </a:tr>
              <a:tr h="145081">
                <a:tc>
                  <a:txBody>
                    <a:bodyPr/>
                    <a:lstStyle/>
                    <a:p>
                      <a:pPr algn="ctr" fontAlgn="b">
                        <a:buNone/>
                      </a:pPr>
                      <a:r>
                        <a:rPr lang="en-US" sz="1000" b="1" i="0" u="none" strike="noStrike">
                          <a:solidFill>
                            <a:srgbClr val="000000"/>
                          </a:solidFill>
                          <a:effectLst/>
                          <a:latin typeface="Calibri" panose="020F0502020204030204" pitchFamily="34" charset="0"/>
                        </a:rPr>
                        <a:t>Total</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000" b="1" i="0" u="none" strike="noStrike">
                          <a:solidFill>
                            <a:srgbClr val="000000"/>
                          </a:solidFill>
                          <a:effectLst/>
                          <a:latin typeface="Calibri" panose="020F0502020204030204" pitchFamily="34" charset="0"/>
                        </a:rPr>
                        <a:t>210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000" b="1" i="0" u="none" strike="noStrike">
                          <a:solidFill>
                            <a:srgbClr val="000000"/>
                          </a:solidFill>
                          <a:effectLst/>
                          <a:latin typeface="Calibri" panose="020F0502020204030204" pitchFamily="34" charset="0"/>
                        </a:rPr>
                        <a:t>627</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000" b="1" i="0" u="none" strike="noStrike">
                          <a:solidFill>
                            <a:srgbClr val="000000"/>
                          </a:solidFill>
                          <a:effectLst/>
                          <a:latin typeface="Calibri" panose="020F0502020204030204" pitchFamily="34" charset="0"/>
                        </a:rPr>
                        <a:t>837</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17456891"/>
                  </a:ext>
                </a:extLst>
              </a:tr>
            </a:tbl>
          </a:graphicData>
        </a:graphic>
      </p:graphicFrame>
      <p:sp>
        <p:nvSpPr>
          <p:cNvPr id="13" name="TextBox 12">
            <a:extLst>
              <a:ext uri="{FF2B5EF4-FFF2-40B4-BE49-F238E27FC236}">
                <a16:creationId xmlns:a16="http://schemas.microsoft.com/office/drawing/2014/main" id="{7801FD0F-3028-952C-CE11-970E5B6D331A}"/>
              </a:ext>
            </a:extLst>
          </p:cNvPr>
          <p:cNvSpPr txBox="1"/>
          <p:nvPr/>
        </p:nvSpPr>
        <p:spPr>
          <a:xfrm>
            <a:off x="1406354" y="4546449"/>
            <a:ext cx="1791452" cy="246221"/>
          </a:xfrm>
          <a:prstGeom prst="rect">
            <a:avLst/>
          </a:prstGeom>
          <a:noFill/>
        </p:spPr>
        <p:txBody>
          <a:bodyPr wrap="square" rtlCol="0">
            <a:spAutoFit/>
          </a:bodyPr>
          <a:lstStyle/>
          <a:p>
            <a:r>
              <a:rPr lang="en-US" sz="1000"/>
              <a:t>Overall Summary</a:t>
            </a:r>
          </a:p>
        </p:txBody>
      </p:sp>
      <p:sp>
        <p:nvSpPr>
          <p:cNvPr id="14" name="TextBox 13">
            <a:extLst>
              <a:ext uri="{FF2B5EF4-FFF2-40B4-BE49-F238E27FC236}">
                <a16:creationId xmlns:a16="http://schemas.microsoft.com/office/drawing/2014/main" id="{008866CD-766E-4C7C-B799-BECCDF10F92F}"/>
              </a:ext>
            </a:extLst>
          </p:cNvPr>
          <p:cNvSpPr txBox="1"/>
          <p:nvPr/>
        </p:nvSpPr>
        <p:spPr>
          <a:xfrm>
            <a:off x="4372667" y="3105616"/>
            <a:ext cx="1016670" cy="246221"/>
          </a:xfrm>
          <a:prstGeom prst="rect">
            <a:avLst/>
          </a:prstGeom>
          <a:noFill/>
        </p:spPr>
        <p:txBody>
          <a:bodyPr wrap="square" rtlCol="0">
            <a:spAutoFit/>
          </a:bodyPr>
          <a:lstStyle/>
          <a:p>
            <a:r>
              <a:rPr lang="en-US" sz="1000"/>
              <a:t>Public Facing</a:t>
            </a:r>
          </a:p>
        </p:txBody>
      </p:sp>
      <p:sp>
        <p:nvSpPr>
          <p:cNvPr id="15" name="TextBox 14">
            <a:extLst>
              <a:ext uri="{FF2B5EF4-FFF2-40B4-BE49-F238E27FC236}">
                <a16:creationId xmlns:a16="http://schemas.microsoft.com/office/drawing/2014/main" id="{AFAB9B54-0629-E34F-A4CB-A712EC53BEC2}"/>
              </a:ext>
            </a:extLst>
          </p:cNvPr>
          <p:cNvSpPr txBox="1"/>
          <p:nvPr/>
        </p:nvSpPr>
        <p:spPr>
          <a:xfrm>
            <a:off x="4372667" y="5421544"/>
            <a:ext cx="1249151" cy="246221"/>
          </a:xfrm>
          <a:prstGeom prst="rect">
            <a:avLst/>
          </a:prstGeom>
          <a:noFill/>
        </p:spPr>
        <p:txBody>
          <a:bodyPr wrap="square" rtlCol="0">
            <a:spAutoFit/>
          </a:bodyPr>
          <a:lstStyle/>
          <a:p>
            <a:r>
              <a:rPr lang="en-US" sz="1000"/>
              <a:t>Non- Public Facing</a:t>
            </a:r>
          </a:p>
        </p:txBody>
      </p:sp>
      <p:sp>
        <p:nvSpPr>
          <p:cNvPr id="16" name="TextBox 15">
            <a:extLst>
              <a:ext uri="{FF2B5EF4-FFF2-40B4-BE49-F238E27FC236}">
                <a16:creationId xmlns:a16="http://schemas.microsoft.com/office/drawing/2014/main" id="{9820057C-9764-FE82-A9B1-5ED278D37F95}"/>
              </a:ext>
            </a:extLst>
          </p:cNvPr>
          <p:cNvSpPr txBox="1"/>
          <p:nvPr/>
        </p:nvSpPr>
        <p:spPr>
          <a:xfrm>
            <a:off x="8422665" y="2107820"/>
            <a:ext cx="475302" cy="246221"/>
          </a:xfrm>
          <a:prstGeom prst="rect">
            <a:avLst/>
          </a:prstGeom>
          <a:noFill/>
        </p:spPr>
        <p:txBody>
          <a:bodyPr wrap="square" rtlCol="0">
            <a:spAutoFit/>
          </a:bodyPr>
          <a:lstStyle/>
          <a:p>
            <a:r>
              <a:rPr lang="en-US" sz="1000"/>
              <a:t>Prod</a:t>
            </a:r>
          </a:p>
        </p:txBody>
      </p:sp>
      <p:graphicFrame>
        <p:nvGraphicFramePr>
          <p:cNvPr id="17" name="Table 16">
            <a:extLst>
              <a:ext uri="{FF2B5EF4-FFF2-40B4-BE49-F238E27FC236}">
                <a16:creationId xmlns:a16="http://schemas.microsoft.com/office/drawing/2014/main" id="{57BFF56F-5EEA-F96D-4AC3-5760E7004C81}"/>
              </a:ext>
            </a:extLst>
          </p:cNvPr>
          <p:cNvGraphicFramePr>
            <a:graphicFrameLocks noGrp="1"/>
          </p:cNvGraphicFramePr>
          <p:nvPr>
            <p:extLst>
              <p:ext uri="{D42A27DB-BD31-4B8C-83A1-F6EECF244321}">
                <p14:modId xmlns:p14="http://schemas.microsoft.com/office/powerpoint/2010/main" val="13680468"/>
              </p:ext>
            </p:extLst>
          </p:nvPr>
        </p:nvGraphicFramePr>
        <p:xfrm>
          <a:off x="7580010" y="2417546"/>
          <a:ext cx="2160612" cy="952500"/>
        </p:xfrm>
        <a:graphic>
          <a:graphicData uri="http://schemas.openxmlformats.org/drawingml/2006/table">
            <a:tbl>
              <a:tblPr firstRow="1" bandRow="1">
                <a:tableStyleId>{5C22544A-7EE6-4342-B048-85BDC9FD1C3A}</a:tableStyleId>
              </a:tblPr>
              <a:tblGrid>
                <a:gridCol w="540153">
                  <a:extLst>
                    <a:ext uri="{9D8B030D-6E8A-4147-A177-3AD203B41FA5}">
                      <a16:colId xmlns:a16="http://schemas.microsoft.com/office/drawing/2014/main" val="524130560"/>
                    </a:ext>
                  </a:extLst>
                </a:gridCol>
                <a:gridCol w="540153">
                  <a:extLst>
                    <a:ext uri="{9D8B030D-6E8A-4147-A177-3AD203B41FA5}">
                      <a16:colId xmlns:a16="http://schemas.microsoft.com/office/drawing/2014/main" val="2231350418"/>
                    </a:ext>
                  </a:extLst>
                </a:gridCol>
                <a:gridCol w="540153">
                  <a:extLst>
                    <a:ext uri="{9D8B030D-6E8A-4147-A177-3AD203B41FA5}">
                      <a16:colId xmlns:a16="http://schemas.microsoft.com/office/drawing/2014/main" val="3068520968"/>
                    </a:ext>
                  </a:extLst>
                </a:gridCol>
                <a:gridCol w="540153">
                  <a:extLst>
                    <a:ext uri="{9D8B030D-6E8A-4147-A177-3AD203B41FA5}">
                      <a16:colId xmlns:a16="http://schemas.microsoft.com/office/drawing/2014/main" val="3600233586"/>
                    </a:ext>
                  </a:extLst>
                </a:gridCol>
              </a:tblGrid>
              <a:tr h="145081">
                <a:tc>
                  <a:txBody>
                    <a:bodyPr/>
                    <a:lstStyle/>
                    <a:p>
                      <a:pPr algn="ctr" fontAlgn="b">
                        <a:buNone/>
                      </a:pPr>
                      <a:r>
                        <a:rPr lang="en-US" sz="1000" b="1" i="0" u="none" strike="noStrike">
                          <a:solidFill>
                            <a:srgbClr val="000000"/>
                          </a:solidFill>
                          <a:effectLst/>
                          <a:latin typeface="Calibri" panose="020F0502020204030204" pitchFamily="34" charset="0"/>
                        </a:rPr>
                        <a:t>Severity</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000" b="1" i="0" u="none" strike="noStrike">
                          <a:solidFill>
                            <a:srgbClr val="9C0006"/>
                          </a:solidFill>
                          <a:effectLst/>
                          <a:latin typeface="Calibri" panose="020F0502020204030204" pitchFamily="34" charset="0"/>
                        </a:rPr>
                        <a:t>Open</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000" b="1" i="0" u="none" strike="noStrike">
                          <a:solidFill>
                            <a:srgbClr val="006100"/>
                          </a:solidFill>
                          <a:effectLst/>
                          <a:latin typeface="Calibri" panose="020F0502020204030204" pitchFamily="34" charset="0"/>
                        </a:rPr>
                        <a:t>Closed</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000" b="1" i="0" u="none" strike="noStrike">
                          <a:solidFill>
                            <a:srgbClr val="000000"/>
                          </a:solidFill>
                          <a:effectLst/>
                          <a:latin typeface="Calibri" panose="020F0502020204030204" pitchFamily="34" charset="0"/>
                        </a:rPr>
                        <a:t>Total</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7875254"/>
                  </a:ext>
                </a:extLst>
              </a:tr>
              <a:tr h="145081">
                <a:tc>
                  <a:txBody>
                    <a:bodyPr/>
                    <a:lstStyle/>
                    <a:p>
                      <a:pPr algn="ctr" fontAlgn="b">
                        <a:buNone/>
                      </a:pPr>
                      <a:r>
                        <a:rPr lang="en-US" sz="1000" b="1" i="0" u="none" strike="noStrike">
                          <a:solidFill>
                            <a:srgbClr val="FFFFFF"/>
                          </a:solidFill>
                          <a:effectLst/>
                          <a:latin typeface="Calibri" panose="020F0502020204030204" pitchFamily="34" charset="0"/>
                        </a:rPr>
                        <a:t>Critical</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00000"/>
                    </a:solidFill>
                  </a:tcPr>
                </a:tc>
                <a:tc>
                  <a:txBody>
                    <a:bodyPr/>
                    <a:lstStyle/>
                    <a:p>
                      <a:pPr algn="ctr" fontAlgn="b">
                        <a:buNone/>
                      </a:pPr>
                      <a:r>
                        <a:rPr lang="en-US" sz="1000" b="0" i="0" u="none" strike="noStrike">
                          <a:solidFill>
                            <a:srgbClr val="000000"/>
                          </a:solidFill>
                          <a:effectLst/>
                          <a:latin typeface="Calibri" panose="020F0502020204030204" pitchFamily="34" charset="0"/>
                        </a:rPr>
                        <a:t>10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000" b="0" i="0" u="none" strike="noStrike">
                          <a:solidFill>
                            <a:srgbClr val="000000"/>
                          </a:solidFill>
                          <a:effectLst/>
                          <a:latin typeface="Calibri" panose="020F0502020204030204" pitchFamily="34" charset="0"/>
                        </a:rPr>
                        <a:t>52</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000" b="0" i="0" u="none" strike="noStrike">
                          <a:solidFill>
                            <a:srgbClr val="000000"/>
                          </a:solidFill>
                          <a:effectLst/>
                          <a:latin typeface="Calibri" panose="020F0502020204030204" pitchFamily="34" charset="0"/>
                        </a:rPr>
                        <a:t>62</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13827028"/>
                  </a:ext>
                </a:extLst>
              </a:tr>
              <a:tr h="145081">
                <a:tc>
                  <a:txBody>
                    <a:bodyPr/>
                    <a:lstStyle/>
                    <a:p>
                      <a:pPr algn="ctr" fontAlgn="b">
                        <a:buNone/>
                      </a:pPr>
                      <a:r>
                        <a:rPr lang="en-US" sz="1000" b="1" i="0" u="none" strike="noStrike">
                          <a:solidFill>
                            <a:srgbClr val="FFFFFF"/>
                          </a:solidFill>
                          <a:effectLst/>
                          <a:latin typeface="Calibri" panose="020F0502020204030204" pitchFamily="34" charset="0"/>
                        </a:rPr>
                        <a:t>High</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tc>
                  <a:txBody>
                    <a:bodyPr/>
                    <a:lstStyle/>
                    <a:p>
                      <a:pPr algn="ctr" fontAlgn="b">
                        <a:buNone/>
                      </a:pPr>
                      <a:r>
                        <a:rPr lang="en-US" sz="1000" b="0" i="0" u="none" strike="noStrike">
                          <a:solidFill>
                            <a:srgbClr val="000000"/>
                          </a:solidFill>
                          <a:effectLst/>
                          <a:latin typeface="Calibri" panose="020F0502020204030204" pitchFamily="34" charset="0"/>
                        </a:rPr>
                        <a:t>51</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000" b="0" i="0" u="none" strike="noStrike">
                          <a:solidFill>
                            <a:srgbClr val="000000"/>
                          </a:solidFill>
                          <a:effectLst/>
                          <a:latin typeface="Calibri" panose="020F0502020204030204" pitchFamily="34" charset="0"/>
                        </a:rPr>
                        <a:t>178</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000" b="0" i="0" u="none" strike="noStrike">
                          <a:solidFill>
                            <a:srgbClr val="000000"/>
                          </a:solidFill>
                          <a:effectLst/>
                          <a:latin typeface="Calibri" panose="020F0502020204030204" pitchFamily="34" charset="0"/>
                        </a:rPr>
                        <a:t>229</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68012220"/>
                  </a:ext>
                </a:extLst>
              </a:tr>
              <a:tr h="145081">
                <a:tc>
                  <a:txBody>
                    <a:bodyPr/>
                    <a:lstStyle/>
                    <a:p>
                      <a:pPr algn="ctr" fontAlgn="b">
                        <a:buNone/>
                      </a:pPr>
                      <a:r>
                        <a:rPr lang="en-US" sz="1000" b="1" i="0" u="none" strike="noStrike">
                          <a:solidFill>
                            <a:srgbClr val="000000"/>
                          </a:solidFill>
                          <a:effectLst/>
                          <a:latin typeface="Calibri" panose="020F0502020204030204" pitchFamily="34" charset="0"/>
                        </a:rPr>
                        <a:t>Medium</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fontAlgn="b">
                        <a:buNone/>
                      </a:pPr>
                      <a:r>
                        <a:rPr lang="en-US" sz="1000" b="0" i="0" u="none" strike="noStrike">
                          <a:solidFill>
                            <a:srgbClr val="000000"/>
                          </a:solidFill>
                          <a:effectLst/>
                          <a:latin typeface="Calibri" panose="020F0502020204030204" pitchFamily="34" charset="0"/>
                        </a:rPr>
                        <a:t>25</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000" b="0" i="0" u="none" strike="noStrike">
                          <a:solidFill>
                            <a:srgbClr val="000000"/>
                          </a:solidFill>
                          <a:effectLst/>
                          <a:latin typeface="Calibri" panose="020F0502020204030204" pitchFamily="34" charset="0"/>
                        </a:rPr>
                        <a:t>16</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000" b="0" i="0" u="none" strike="noStrike">
                          <a:solidFill>
                            <a:srgbClr val="000000"/>
                          </a:solidFill>
                          <a:effectLst/>
                          <a:latin typeface="Calibri" panose="020F0502020204030204" pitchFamily="34" charset="0"/>
                        </a:rPr>
                        <a:t>41</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0821918"/>
                  </a:ext>
                </a:extLst>
              </a:tr>
              <a:tr h="145081">
                <a:tc>
                  <a:txBody>
                    <a:bodyPr/>
                    <a:lstStyle/>
                    <a:p>
                      <a:pPr algn="ctr" fontAlgn="b">
                        <a:buNone/>
                      </a:pPr>
                      <a:r>
                        <a:rPr lang="en-US" sz="1000" b="1" i="0" u="none" strike="noStrike">
                          <a:solidFill>
                            <a:srgbClr val="000000"/>
                          </a:solidFill>
                          <a:effectLst/>
                          <a:latin typeface="Calibri" panose="020F0502020204030204" pitchFamily="34" charset="0"/>
                        </a:rPr>
                        <a:t>Low</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lgn="ctr" fontAlgn="b">
                        <a:buNone/>
                      </a:pPr>
                      <a:r>
                        <a:rPr lang="en-US" sz="1000" b="0" i="0" u="none" strike="noStrike">
                          <a:solidFill>
                            <a:srgbClr val="000000"/>
                          </a:solidFill>
                          <a:effectLst/>
                          <a:latin typeface="Calibri" panose="020F0502020204030204" pitchFamily="34" charset="0"/>
                        </a:rPr>
                        <a:t>82</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000" b="0" i="0" u="none" strike="noStrike">
                          <a:solidFill>
                            <a:srgbClr val="000000"/>
                          </a:solidFill>
                          <a:effectLst/>
                          <a:latin typeface="Calibri" panose="020F0502020204030204" pitchFamily="34" charset="0"/>
                        </a:rPr>
                        <a:t>139</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000" b="0" i="0" u="none" strike="noStrike">
                          <a:solidFill>
                            <a:srgbClr val="000000"/>
                          </a:solidFill>
                          <a:effectLst/>
                          <a:latin typeface="Calibri" panose="020F0502020204030204" pitchFamily="34" charset="0"/>
                        </a:rPr>
                        <a:t>221</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24867735"/>
                  </a:ext>
                </a:extLst>
              </a:tr>
              <a:tr h="145081">
                <a:tc>
                  <a:txBody>
                    <a:bodyPr/>
                    <a:lstStyle/>
                    <a:p>
                      <a:pPr algn="ctr" fontAlgn="b">
                        <a:buNone/>
                      </a:pPr>
                      <a:r>
                        <a:rPr lang="en-US" sz="1000" b="1" i="0" u="none" strike="noStrike">
                          <a:solidFill>
                            <a:srgbClr val="000000"/>
                          </a:solidFill>
                          <a:effectLst/>
                          <a:latin typeface="Calibri" panose="020F0502020204030204" pitchFamily="34" charset="0"/>
                        </a:rPr>
                        <a:t>Total</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000" b="1" i="0" u="none" strike="noStrike">
                          <a:solidFill>
                            <a:srgbClr val="000000"/>
                          </a:solidFill>
                          <a:effectLst/>
                          <a:latin typeface="Calibri" panose="020F0502020204030204" pitchFamily="34" charset="0"/>
                        </a:rPr>
                        <a:t>168</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000" b="1" i="0" u="none" strike="noStrike">
                          <a:solidFill>
                            <a:srgbClr val="000000"/>
                          </a:solidFill>
                          <a:effectLst/>
                          <a:latin typeface="Calibri" panose="020F0502020204030204" pitchFamily="34" charset="0"/>
                        </a:rPr>
                        <a:t>385</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000" b="1" i="0" u="none" strike="noStrike">
                          <a:solidFill>
                            <a:srgbClr val="000000"/>
                          </a:solidFill>
                          <a:effectLst/>
                          <a:latin typeface="Calibri" panose="020F0502020204030204" pitchFamily="34" charset="0"/>
                        </a:rPr>
                        <a:t>553</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17456891"/>
                  </a:ext>
                </a:extLst>
              </a:tr>
            </a:tbl>
          </a:graphicData>
        </a:graphic>
      </p:graphicFrame>
      <p:sp>
        <p:nvSpPr>
          <p:cNvPr id="18" name="TextBox 17">
            <a:extLst>
              <a:ext uri="{FF2B5EF4-FFF2-40B4-BE49-F238E27FC236}">
                <a16:creationId xmlns:a16="http://schemas.microsoft.com/office/drawing/2014/main" id="{A27B7E42-7F19-E5D1-FB38-FDF3128BB0C6}"/>
              </a:ext>
            </a:extLst>
          </p:cNvPr>
          <p:cNvSpPr txBox="1"/>
          <p:nvPr/>
        </p:nvSpPr>
        <p:spPr>
          <a:xfrm>
            <a:off x="8330611" y="3336217"/>
            <a:ext cx="769461" cy="246221"/>
          </a:xfrm>
          <a:prstGeom prst="rect">
            <a:avLst/>
          </a:prstGeom>
          <a:noFill/>
        </p:spPr>
        <p:txBody>
          <a:bodyPr wrap="square" rtlCol="0">
            <a:spAutoFit/>
          </a:bodyPr>
          <a:lstStyle/>
          <a:p>
            <a:r>
              <a:rPr lang="en-US" sz="1000"/>
              <a:t>Non- Prod</a:t>
            </a:r>
          </a:p>
        </p:txBody>
      </p:sp>
      <p:graphicFrame>
        <p:nvGraphicFramePr>
          <p:cNvPr id="19" name="Table 18">
            <a:extLst>
              <a:ext uri="{FF2B5EF4-FFF2-40B4-BE49-F238E27FC236}">
                <a16:creationId xmlns:a16="http://schemas.microsoft.com/office/drawing/2014/main" id="{337B6780-83EC-4B99-867F-5DF461CF129E}"/>
              </a:ext>
            </a:extLst>
          </p:cNvPr>
          <p:cNvGraphicFramePr>
            <a:graphicFrameLocks noGrp="1"/>
          </p:cNvGraphicFramePr>
          <p:nvPr>
            <p:extLst>
              <p:ext uri="{D42A27DB-BD31-4B8C-83A1-F6EECF244321}">
                <p14:modId xmlns:p14="http://schemas.microsoft.com/office/powerpoint/2010/main" val="4124897545"/>
              </p:ext>
            </p:extLst>
          </p:nvPr>
        </p:nvGraphicFramePr>
        <p:xfrm>
          <a:off x="6851878" y="3648334"/>
          <a:ext cx="2160612" cy="927528"/>
        </p:xfrm>
        <a:graphic>
          <a:graphicData uri="http://schemas.openxmlformats.org/drawingml/2006/table">
            <a:tbl>
              <a:tblPr firstRow="1" bandRow="1">
                <a:tableStyleId>{5C22544A-7EE6-4342-B048-85BDC9FD1C3A}</a:tableStyleId>
              </a:tblPr>
              <a:tblGrid>
                <a:gridCol w="540153">
                  <a:extLst>
                    <a:ext uri="{9D8B030D-6E8A-4147-A177-3AD203B41FA5}">
                      <a16:colId xmlns:a16="http://schemas.microsoft.com/office/drawing/2014/main" val="524130560"/>
                    </a:ext>
                  </a:extLst>
                </a:gridCol>
                <a:gridCol w="540153">
                  <a:extLst>
                    <a:ext uri="{9D8B030D-6E8A-4147-A177-3AD203B41FA5}">
                      <a16:colId xmlns:a16="http://schemas.microsoft.com/office/drawing/2014/main" val="2231350418"/>
                    </a:ext>
                  </a:extLst>
                </a:gridCol>
                <a:gridCol w="540153">
                  <a:extLst>
                    <a:ext uri="{9D8B030D-6E8A-4147-A177-3AD203B41FA5}">
                      <a16:colId xmlns:a16="http://schemas.microsoft.com/office/drawing/2014/main" val="3068520968"/>
                    </a:ext>
                  </a:extLst>
                </a:gridCol>
                <a:gridCol w="540153">
                  <a:extLst>
                    <a:ext uri="{9D8B030D-6E8A-4147-A177-3AD203B41FA5}">
                      <a16:colId xmlns:a16="http://schemas.microsoft.com/office/drawing/2014/main" val="3600233586"/>
                    </a:ext>
                  </a:extLst>
                </a:gridCol>
              </a:tblGrid>
              <a:tr h="154588">
                <a:tc>
                  <a:txBody>
                    <a:bodyPr/>
                    <a:lstStyle/>
                    <a:p>
                      <a:pPr algn="ctr" fontAlgn="b">
                        <a:buNone/>
                      </a:pPr>
                      <a:r>
                        <a:rPr lang="en-US" sz="900" b="1" i="0" u="none" strike="noStrike">
                          <a:solidFill>
                            <a:srgbClr val="000000"/>
                          </a:solidFill>
                          <a:effectLst/>
                          <a:latin typeface="Calibri" panose="020F0502020204030204" pitchFamily="34" charset="0"/>
                        </a:rPr>
                        <a:t>Severity</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900" b="1" i="0" u="none" strike="noStrike">
                          <a:solidFill>
                            <a:srgbClr val="9C0006"/>
                          </a:solidFill>
                          <a:effectLst/>
                          <a:latin typeface="Calibri" panose="020F0502020204030204" pitchFamily="34" charset="0"/>
                        </a:rPr>
                        <a:t>Open</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900" b="1" i="0" u="none" strike="noStrike">
                          <a:solidFill>
                            <a:srgbClr val="006100"/>
                          </a:solidFill>
                          <a:effectLst/>
                          <a:latin typeface="Calibri" panose="020F0502020204030204" pitchFamily="34" charset="0"/>
                        </a:rPr>
                        <a:t>Closed</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900" b="1" i="0" u="none" strike="noStrike">
                          <a:solidFill>
                            <a:srgbClr val="000000"/>
                          </a:solidFill>
                          <a:effectLst/>
                          <a:latin typeface="Calibri" panose="020F0502020204030204" pitchFamily="34" charset="0"/>
                        </a:rPr>
                        <a:t>Total</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7875254"/>
                  </a:ext>
                </a:extLst>
              </a:tr>
              <a:tr h="154588">
                <a:tc>
                  <a:txBody>
                    <a:bodyPr/>
                    <a:lstStyle/>
                    <a:p>
                      <a:pPr algn="ctr" fontAlgn="b">
                        <a:buNone/>
                      </a:pPr>
                      <a:r>
                        <a:rPr lang="en-US" sz="900" b="1" i="0" u="none" strike="noStrike">
                          <a:solidFill>
                            <a:srgbClr val="FFFFFF"/>
                          </a:solidFill>
                          <a:effectLst/>
                          <a:latin typeface="Calibri" panose="020F0502020204030204" pitchFamily="34" charset="0"/>
                        </a:rPr>
                        <a:t>Critical</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00000"/>
                    </a:solidFill>
                  </a:tcPr>
                </a:tc>
                <a:tc>
                  <a:txBody>
                    <a:bodyPr/>
                    <a:lstStyle/>
                    <a:p>
                      <a:pPr algn="ctr" fontAlgn="b">
                        <a:buNone/>
                      </a:pPr>
                      <a:r>
                        <a:rPr lang="en-US" sz="900" b="0" i="0" u="none" strike="noStrike">
                          <a:solidFill>
                            <a:srgbClr val="000000"/>
                          </a:solidFill>
                          <a:effectLst/>
                          <a:latin typeface="Calibri" panose="020F0502020204030204" pitchFamily="34" charset="0"/>
                        </a:rPr>
                        <a:t>574</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900" b="0" i="0" u="none" strike="noStrike">
                          <a:solidFill>
                            <a:srgbClr val="000000"/>
                          </a:solidFill>
                          <a:effectLst/>
                          <a:latin typeface="Calibri" panose="020F0502020204030204" pitchFamily="34" charset="0"/>
                        </a:rPr>
                        <a:t>383</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900" b="0" i="0" u="none" strike="noStrike">
                          <a:solidFill>
                            <a:srgbClr val="000000"/>
                          </a:solidFill>
                          <a:effectLst/>
                          <a:latin typeface="Calibri" panose="020F0502020204030204" pitchFamily="34" charset="0"/>
                        </a:rPr>
                        <a:t>957</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13827028"/>
                  </a:ext>
                </a:extLst>
              </a:tr>
              <a:tr h="154588">
                <a:tc>
                  <a:txBody>
                    <a:bodyPr/>
                    <a:lstStyle/>
                    <a:p>
                      <a:pPr algn="ctr" fontAlgn="b">
                        <a:buNone/>
                      </a:pPr>
                      <a:r>
                        <a:rPr lang="en-US" sz="900" b="1" i="0" u="none" strike="noStrike">
                          <a:solidFill>
                            <a:srgbClr val="FFFFFF"/>
                          </a:solidFill>
                          <a:effectLst/>
                          <a:latin typeface="Calibri" panose="020F0502020204030204" pitchFamily="34" charset="0"/>
                        </a:rPr>
                        <a:t>High</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tc>
                  <a:txBody>
                    <a:bodyPr/>
                    <a:lstStyle/>
                    <a:p>
                      <a:pPr algn="ctr" fontAlgn="b">
                        <a:buNone/>
                      </a:pPr>
                      <a:r>
                        <a:rPr lang="en-US" sz="900" b="0" i="0" u="none" strike="noStrike">
                          <a:solidFill>
                            <a:srgbClr val="000000"/>
                          </a:solidFill>
                          <a:effectLst/>
                          <a:latin typeface="Calibri" panose="020F0502020204030204" pitchFamily="34" charset="0"/>
                        </a:rPr>
                        <a:t>672</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900" b="0" i="0" u="none" strike="noStrike">
                          <a:solidFill>
                            <a:srgbClr val="000000"/>
                          </a:solidFill>
                          <a:effectLst/>
                          <a:latin typeface="Calibri" panose="020F0502020204030204" pitchFamily="34" charset="0"/>
                        </a:rPr>
                        <a:t>512</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900" b="0" i="0" u="none" strike="noStrike">
                          <a:solidFill>
                            <a:srgbClr val="000000"/>
                          </a:solidFill>
                          <a:effectLst/>
                          <a:latin typeface="Calibri" panose="020F0502020204030204" pitchFamily="34" charset="0"/>
                        </a:rPr>
                        <a:t>1184</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68012220"/>
                  </a:ext>
                </a:extLst>
              </a:tr>
              <a:tr h="154588">
                <a:tc>
                  <a:txBody>
                    <a:bodyPr/>
                    <a:lstStyle/>
                    <a:p>
                      <a:pPr algn="ctr" fontAlgn="b">
                        <a:buNone/>
                      </a:pPr>
                      <a:r>
                        <a:rPr lang="en-US" sz="900" b="1" i="0" u="none" strike="noStrike">
                          <a:solidFill>
                            <a:srgbClr val="000000"/>
                          </a:solidFill>
                          <a:effectLst/>
                          <a:latin typeface="Calibri" panose="020F0502020204030204" pitchFamily="34" charset="0"/>
                        </a:rPr>
                        <a:t>Medium</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fontAlgn="b">
                        <a:buNone/>
                      </a:pPr>
                      <a:r>
                        <a:rPr lang="en-US" sz="900" b="0" i="0" u="none" strike="noStrike">
                          <a:solidFill>
                            <a:srgbClr val="000000"/>
                          </a:solidFill>
                          <a:effectLst/>
                          <a:latin typeface="Calibri" panose="020F0502020204030204" pitchFamily="34" charset="0"/>
                        </a:rPr>
                        <a:t>181</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900" b="0" i="0" u="none" strike="noStrike">
                          <a:solidFill>
                            <a:srgbClr val="000000"/>
                          </a:solidFill>
                          <a:effectLst/>
                          <a:latin typeface="Calibri" panose="020F0502020204030204" pitchFamily="34" charset="0"/>
                        </a:rPr>
                        <a:t>115</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900" b="0" i="0" u="none" strike="noStrike">
                          <a:solidFill>
                            <a:srgbClr val="000000"/>
                          </a:solidFill>
                          <a:effectLst/>
                          <a:latin typeface="Calibri" panose="020F0502020204030204" pitchFamily="34" charset="0"/>
                        </a:rPr>
                        <a:t>296</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0821918"/>
                  </a:ext>
                </a:extLst>
              </a:tr>
              <a:tr h="154588">
                <a:tc>
                  <a:txBody>
                    <a:bodyPr/>
                    <a:lstStyle/>
                    <a:p>
                      <a:pPr algn="ctr" fontAlgn="b">
                        <a:buNone/>
                      </a:pPr>
                      <a:r>
                        <a:rPr lang="en-US" sz="900" b="1" i="0" u="none" strike="noStrike">
                          <a:solidFill>
                            <a:srgbClr val="000000"/>
                          </a:solidFill>
                          <a:effectLst/>
                          <a:latin typeface="Calibri" panose="020F0502020204030204" pitchFamily="34" charset="0"/>
                        </a:rPr>
                        <a:t>Low</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lgn="ctr" fontAlgn="b">
                        <a:buNone/>
                      </a:pPr>
                      <a:r>
                        <a:rPr lang="en-US" sz="900" b="0" i="0" u="none" strike="noStrike">
                          <a:solidFill>
                            <a:srgbClr val="000000"/>
                          </a:solidFill>
                          <a:effectLst/>
                          <a:latin typeface="Calibri" panose="020F0502020204030204" pitchFamily="34" charset="0"/>
                        </a:rPr>
                        <a:t>423</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900" b="0" i="0" u="none" strike="noStrike">
                          <a:solidFill>
                            <a:srgbClr val="000000"/>
                          </a:solidFill>
                          <a:effectLst/>
                          <a:latin typeface="Calibri" panose="020F0502020204030204" pitchFamily="34" charset="0"/>
                        </a:rPr>
                        <a:t>510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900" b="0" i="0" u="none" strike="noStrike">
                          <a:solidFill>
                            <a:srgbClr val="000000"/>
                          </a:solidFill>
                          <a:effectLst/>
                          <a:latin typeface="Calibri" panose="020F0502020204030204" pitchFamily="34" charset="0"/>
                        </a:rPr>
                        <a:t>933</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24867735"/>
                  </a:ext>
                </a:extLst>
              </a:tr>
              <a:tr h="154588">
                <a:tc>
                  <a:txBody>
                    <a:bodyPr/>
                    <a:lstStyle/>
                    <a:p>
                      <a:pPr algn="ctr" fontAlgn="b">
                        <a:buNone/>
                      </a:pPr>
                      <a:r>
                        <a:rPr lang="en-US" sz="900" b="1" i="0" u="none" strike="noStrike">
                          <a:solidFill>
                            <a:srgbClr val="000000"/>
                          </a:solidFill>
                          <a:effectLst/>
                          <a:latin typeface="Calibri" panose="020F0502020204030204" pitchFamily="34" charset="0"/>
                        </a:rPr>
                        <a:t>Total</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900" b="1" i="0" u="none" strike="noStrike">
                          <a:solidFill>
                            <a:srgbClr val="000000"/>
                          </a:solidFill>
                          <a:effectLst/>
                          <a:latin typeface="Calibri" panose="020F0502020204030204" pitchFamily="34" charset="0"/>
                        </a:rPr>
                        <a:t>1850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900" b="1" i="0" u="none" strike="noStrike">
                          <a:solidFill>
                            <a:srgbClr val="000000"/>
                          </a:solidFill>
                          <a:effectLst/>
                          <a:latin typeface="Calibri" panose="020F0502020204030204" pitchFamily="34" charset="0"/>
                        </a:rPr>
                        <a:t>1520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900" b="1" i="0" u="none" strike="noStrike">
                          <a:solidFill>
                            <a:srgbClr val="000000"/>
                          </a:solidFill>
                          <a:effectLst/>
                          <a:latin typeface="Calibri" panose="020F0502020204030204" pitchFamily="34" charset="0"/>
                        </a:rPr>
                        <a:t>3370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17456891"/>
                  </a:ext>
                </a:extLst>
              </a:tr>
            </a:tbl>
          </a:graphicData>
        </a:graphic>
      </p:graphicFrame>
      <p:sp>
        <p:nvSpPr>
          <p:cNvPr id="20" name="TextBox 19">
            <a:extLst>
              <a:ext uri="{FF2B5EF4-FFF2-40B4-BE49-F238E27FC236}">
                <a16:creationId xmlns:a16="http://schemas.microsoft.com/office/drawing/2014/main" id="{EA2064AC-136E-0DC6-6612-E1A40B4B9943}"/>
              </a:ext>
            </a:extLst>
          </p:cNvPr>
          <p:cNvSpPr txBox="1"/>
          <p:nvPr/>
        </p:nvSpPr>
        <p:spPr>
          <a:xfrm>
            <a:off x="7694533" y="4545412"/>
            <a:ext cx="475302" cy="246221"/>
          </a:xfrm>
          <a:prstGeom prst="rect">
            <a:avLst/>
          </a:prstGeom>
          <a:noFill/>
        </p:spPr>
        <p:txBody>
          <a:bodyPr wrap="square" rtlCol="0">
            <a:spAutoFit/>
          </a:bodyPr>
          <a:lstStyle/>
          <a:p>
            <a:r>
              <a:rPr lang="en-US" sz="1000"/>
              <a:t>Prod</a:t>
            </a:r>
          </a:p>
        </p:txBody>
      </p:sp>
      <p:graphicFrame>
        <p:nvGraphicFramePr>
          <p:cNvPr id="21" name="Table 20">
            <a:extLst>
              <a:ext uri="{FF2B5EF4-FFF2-40B4-BE49-F238E27FC236}">
                <a16:creationId xmlns:a16="http://schemas.microsoft.com/office/drawing/2014/main" id="{2D1F04A3-2A9F-09EB-81E5-4E11E783F279}"/>
              </a:ext>
            </a:extLst>
          </p:cNvPr>
          <p:cNvGraphicFramePr>
            <a:graphicFrameLocks noGrp="1"/>
          </p:cNvGraphicFramePr>
          <p:nvPr>
            <p:extLst>
              <p:ext uri="{D42A27DB-BD31-4B8C-83A1-F6EECF244321}">
                <p14:modId xmlns:p14="http://schemas.microsoft.com/office/powerpoint/2010/main" val="1485659006"/>
              </p:ext>
            </p:extLst>
          </p:nvPr>
        </p:nvGraphicFramePr>
        <p:xfrm>
          <a:off x="6851878" y="4889950"/>
          <a:ext cx="2160612" cy="870486"/>
        </p:xfrm>
        <a:graphic>
          <a:graphicData uri="http://schemas.openxmlformats.org/drawingml/2006/table">
            <a:tbl>
              <a:tblPr firstRow="1" bandRow="1">
                <a:tableStyleId>{5C22544A-7EE6-4342-B048-85BDC9FD1C3A}</a:tableStyleId>
              </a:tblPr>
              <a:tblGrid>
                <a:gridCol w="540153">
                  <a:extLst>
                    <a:ext uri="{9D8B030D-6E8A-4147-A177-3AD203B41FA5}">
                      <a16:colId xmlns:a16="http://schemas.microsoft.com/office/drawing/2014/main" val="524130560"/>
                    </a:ext>
                  </a:extLst>
                </a:gridCol>
                <a:gridCol w="540153">
                  <a:extLst>
                    <a:ext uri="{9D8B030D-6E8A-4147-A177-3AD203B41FA5}">
                      <a16:colId xmlns:a16="http://schemas.microsoft.com/office/drawing/2014/main" val="2231350418"/>
                    </a:ext>
                  </a:extLst>
                </a:gridCol>
                <a:gridCol w="540153">
                  <a:extLst>
                    <a:ext uri="{9D8B030D-6E8A-4147-A177-3AD203B41FA5}">
                      <a16:colId xmlns:a16="http://schemas.microsoft.com/office/drawing/2014/main" val="3068520968"/>
                    </a:ext>
                  </a:extLst>
                </a:gridCol>
                <a:gridCol w="540153">
                  <a:extLst>
                    <a:ext uri="{9D8B030D-6E8A-4147-A177-3AD203B41FA5}">
                      <a16:colId xmlns:a16="http://schemas.microsoft.com/office/drawing/2014/main" val="3600233586"/>
                    </a:ext>
                  </a:extLst>
                </a:gridCol>
              </a:tblGrid>
              <a:tr h="145081">
                <a:tc>
                  <a:txBody>
                    <a:bodyPr/>
                    <a:lstStyle/>
                    <a:p>
                      <a:pPr algn="ctr" fontAlgn="b">
                        <a:buNone/>
                      </a:pPr>
                      <a:r>
                        <a:rPr lang="en-US" sz="900" b="1" i="0" u="none" strike="noStrike">
                          <a:solidFill>
                            <a:srgbClr val="000000"/>
                          </a:solidFill>
                          <a:effectLst/>
                          <a:latin typeface="Calibri" panose="020F0502020204030204" pitchFamily="34" charset="0"/>
                        </a:rPr>
                        <a:t>Severity</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900" b="1" i="0" u="none" strike="noStrike">
                          <a:solidFill>
                            <a:srgbClr val="9C0006"/>
                          </a:solidFill>
                          <a:effectLst/>
                          <a:latin typeface="Calibri" panose="020F0502020204030204" pitchFamily="34" charset="0"/>
                        </a:rPr>
                        <a:t>Open</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900" b="1" i="0" u="none" strike="noStrike">
                          <a:solidFill>
                            <a:srgbClr val="006100"/>
                          </a:solidFill>
                          <a:effectLst/>
                          <a:latin typeface="Calibri" panose="020F0502020204030204" pitchFamily="34" charset="0"/>
                        </a:rPr>
                        <a:t>Closed</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900" b="1" i="0" u="none" strike="noStrike">
                          <a:solidFill>
                            <a:srgbClr val="000000"/>
                          </a:solidFill>
                          <a:effectLst/>
                          <a:latin typeface="Calibri" panose="020F0502020204030204" pitchFamily="34" charset="0"/>
                        </a:rPr>
                        <a:t>Total</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7875254"/>
                  </a:ext>
                </a:extLst>
              </a:tr>
              <a:tr h="145081">
                <a:tc>
                  <a:txBody>
                    <a:bodyPr/>
                    <a:lstStyle/>
                    <a:p>
                      <a:pPr algn="ctr" fontAlgn="b">
                        <a:buNone/>
                      </a:pPr>
                      <a:r>
                        <a:rPr lang="en-US" sz="900" b="1" i="0" u="none" strike="noStrike">
                          <a:solidFill>
                            <a:srgbClr val="FFFFFF"/>
                          </a:solidFill>
                          <a:effectLst/>
                          <a:latin typeface="Calibri" panose="020F0502020204030204" pitchFamily="34" charset="0"/>
                        </a:rPr>
                        <a:t>Critical</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00000"/>
                    </a:solidFill>
                  </a:tcPr>
                </a:tc>
                <a:tc>
                  <a:txBody>
                    <a:bodyPr/>
                    <a:lstStyle/>
                    <a:p>
                      <a:pPr algn="ctr" fontAlgn="b">
                        <a:buNone/>
                      </a:pPr>
                      <a:r>
                        <a:rPr lang="en-US" sz="900" b="0" i="0" u="none" strike="noStrike">
                          <a:solidFill>
                            <a:srgbClr val="000000"/>
                          </a:solidFill>
                          <a:effectLst/>
                          <a:latin typeface="Calibri" panose="020F0502020204030204" pitchFamily="34" charset="0"/>
                        </a:rPr>
                        <a:t>85</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900" b="0" i="0" u="none" strike="noStrike">
                          <a:solidFill>
                            <a:srgbClr val="000000"/>
                          </a:solidFill>
                          <a:effectLst/>
                          <a:latin typeface="Calibri" panose="020F0502020204030204" pitchFamily="34" charset="0"/>
                        </a:rPr>
                        <a:t>192</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900" b="0" i="0" u="none" strike="noStrike">
                          <a:solidFill>
                            <a:srgbClr val="000000"/>
                          </a:solidFill>
                          <a:effectLst/>
                          <a:latin typeface="Calibri" panose="020F0502020204030204" pitchFamily="34" charset="0"/>
                        </a:rPr>
                        <a:t>277</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13827028"/>
                  </a:ext>
                </a:extLst>
              </a:tr>
              <a:tr h="145081">
                <a:tc>
                  <a:txBody>
                    <a:bodyPr/>
                    <a:lstStyle/>
                    <a:p>
                      <a:pPr algn="ctr" fontAlgn="b">
                        <a:buNone/>
                      </a:pPr>
                      <a:r>
                        <a:rPr lang="en-US" sz="900" b="1" i="0" u="none" strike="noStrike">
                          <a:solidFill>
                            <a:srgbClr val="FFFFFF"/>
                          </a:solidFill>
                          <a:effectLst/>
                          <a:latin typeface="Calibri" panose="020F0502020204030204" pitchFamily="34" charset="0"/>
                        </a:rPr>
                        <a:t>High</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tc>
                  <a:txBody>
                    <a:bodyPr/>
                    <a:lstStyle/>
                    <a:p>
                      <a:pPr algn="ctr" fontAlgn="b">
                        <a:buNone/>
                      </a:pPr>
                      <a:r>
                        <a:rPr lang="en-US" sz="900" b="0" i="0" u="none" strike="noStrike">
                          <a:solidFill>
                            <a:srgbClr val="000000"/>
                          </a:solidFill>
                          <a:effectLst/>
                          <a:latin typeface="Calibri" panose="020F0502020204030204" pitchFamily="34" charset="0"/>
                        </a:rPr>
                        <a:t>221</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900" b="0" i="0" u="none" strike="noStrike">
                          <a:solidFill>
                            <a:srgbClr val="000000"/>
                          </a:solidFill>
                          <a:effectLst/>
                          <a:latin typeface="Calibri" panose="020F0502020204030204" pitchFamily="34" charset="0"/>
                        </a:rPr>
                        <a:t>312</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900" b="0" i="0" u="none" strike="noStrike">
                          <a:solidFill>
                            <a:srgbClr val="000000"/>
                          </a:solidFill>
                          <a:effectLst/>
                          <a:latin typeface="Calibri" panose="020F0502020204030204" pitchFamily="34" charset="0"/>
                        </a:rPr>
                        <a:t>533</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68012220"/>
                  </a:ext>
                </a:extLst>
              </a:tr>
              <a:tr h="145081">
                <a:tc>
                  <a:txBody>
                    <a:bodyPr/>
                    <a:lstStyle/>
                    <a:p>
                      <a:pPr algn="ctr" fontAlgn="b">
                        <a:buNone/>
                      </a:pPr>
                      <a:r>
                        <a:rPr lang="en-US" sz="900" b="1" i="0" u="none" strike="noStrike">
                          <a:solidFill>
                            <a:srgbClr val="000000"/>
                          </a:solidFill>
                          <a:effectLst/>
                          <a:latin typeface="Calibri" panose="020F0502020204030204" pitchFamily="34" charset="0"/>
                        </a:rPr>
                        <a:t>Medium</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fontAlgn="b">
                        <a:buNone/>
                      </a:pPr>
                      <a:r>
                        <a:rPr lang="en-US" sz="900" b="0" i="0" u="none" strike="noStrike">
                          <a:solidFill>
                            <a:srgbClr val="000000"/>
                          </a:solidFill>
                          <a:effectLst/>
                          <a:latin typeface="Calibri" panose="020F0502020204030204" pitchFamily="34" charset="0"/>
                        </a:rPr>
                        <a:t>59</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900" b="0" i="0" u="none" strike="noStrike">
                          <a:solidFill>
                            <a:srgbClr val="000000"/>
                          </a:solidFill>
                          <a:effectLst/>
                          <a:latin typeface="Calibri" panose="020F0502020204030204" pitchFamily="34" charset="0"/>
                        </a:rPr>
                        <a:t>82</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900" b="0" i="0" u="none" strike="noStrike">
                          <a:solidFill>
                            <a:srgbClr val="000000"/>
                          </a:solidFill>
                          <a:effectLst/>
                          <a:latin typeface="Calibri" panose="020F0502020204030204" pitchFamily="34" charset="0"/>
                        </a:rPr>
                        <a:t>141</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0821918"/>
                  </a:ext>
                </a:extLst>
              </a:tr>
              <a:tr h="145081">
                <a:tc>
                  <a:txBody>
                    <a:bodyPr/>
                    <a:lstStyle/>
                    <a:p>
                      <a:pPr algn="ctr" fontAlgn="b">
                        <a:buNone/>
                      </a:pPr>
                      <a:r>
                        <a:rPr lang="en-US" sz="900" b="1" i="0" u="none" strike="noStrike">
                          <a:solidFill>
                            <a:srgbClr val="000000"/>
                          </a:solidFill>
                          <a:effectLst/>
                          <a:latin typeface="Calibri" panose="020F0502020204030204" pitchFamily="34" charset="0"/>
                        </a:rPr>
                        <a:t>Low</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lgn="ctr" fontAlgn="b">
                        <a:buNone/>
                      </a:pPr>
                      <a:r>
                        <a:rPr lang="en-US" sz="900" b="0" i="0" u="none" strike="noStrike">
                          <a:solidFill>
                            <a:srgbClr val="000000"/>
                          </a:solidFill>
                          <a:effectLst/>
                          <a:latin typeface="Calibri" panose="020F0502020204030204" pitchFamily="34" charset="0"/>
                        </a:rPr>
                        <a:t>211</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900" b="0" i="0" u="none" strike="noStrike">
                          <a:solidFill>
                            <a:srgbClr val="000000"/>
                          </a:solidFill>
                          <a:effectLst/>
                          <a:latin typeface="Calibri" panose="020F0502020204030204" pitchFamily="34" charset="0"/>
                        </a:rPr>
                        <a:t>367</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900" b="0" i="0" u="none" strike="noStrike">
                          <a:solidFill>
                            <a:srgbClr val="000000"/>
                          </a:solidFill>
                          <a:effectLst/>
                          <a:latin typeface="Calibri" panose="020F0502020204030204" pitchFamily="34" charset="0"/>
                        </a:rPr>
                        <a:t>578</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24867735"/>
                  </a:ext>
                </a:extLst>
              </a:tr>
              <a:tr h="145081">
                <a:tc>
                  <a:txBody>
                    <a:bodyPr/>
                    <a:lstStyle/>
                    <a:p>
                      <a:pPr algn="ctr" fontAlgn="b">
                        <a:buNone/>
                      </a:pPr>
                      <a:r>
                        <a:rPr lang="en-US" sz="900" b="1" i="0" u="none" strike="noStrike">
                          <a:solidFill>
                            <a:srgbClr val="000000"/>
                          </a:solidFill>
                          <a:effectLst/>
                          <a:latin typeface="Calibri" panose="020F0502020204030204" pitchFamily="34" charset="0"/>
                        </a:rPr>
                        <a:t>Total</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900" b="1" i="0" u="none" strike="noStrike">
                          <a:solidFill>
                            <a:srgbClr val="000000"/>
                          </a:solidFill>
                          <a:effectLst/>
                          <a:latin typeface="Calibri" panose="020F0502020204030204" pitchFamily="34" charset="0"/>
                        </a:rPr>
                        <a:t>576</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900" b="1" i="0" u="none" strike="noStrike">
                          <a:solidFill>
                            <a:srgbClr val="000000"/>
                          </a:solidFill>
                          <a:effectLst/>
                          <a:latin typeface="Calibri" panose="020F0502020204030204" pitchFamily="34" charset="0"/>
                        </a:rPr>
                        <a:t>953</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900" b="1" i="0" u="none" strike="noStrike">
                          <a:solidFill>
                            <a:srgbClr val="000000"/>
                          </a:solidFill>
                          <a:effectLst/>
                          <a:latin typeface="Calibri" panose="020F0502020204030204" pitchFamily="34" charset="0"/>
                        </a:rPr>
                        <a:t>1529</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17456891"/>
                  </a:ext>
                </a:extLst>
              </a:tr>
            </a:tbl>
          </a:graphicData>
        </a:graphic>
      </p:graphicFrame>
      <p:sp>
        <p:nvSpPr>
          <p:cNvPr id="22" name="TextBox 21">
            <a:extLst>
              <a:ext uri="{FF2B5EF4-FFF2-40B4-BE49-F238E27FC236}">
                <a16:creationId xmlns:a16="http://schemas.microsoft.com/office/drawing/2014/main" id="{A562C7D6-8F50-100D-37BC-10D12A00FEAE}"/>
              </a:ext>
            </a:extLst>
          </p:cNvPr>
          <p:cNvSpPr txBox="1"/>
          <p:nvPr/>
        </p:nvSpPr>
        <p:spPr>
          <a:xfrm>
            <a:off x="7610538" y="5761939"/>
            <a:ext cx="769461" cy="246221"/>
          </a:xfrm>
          <a:prstGeom prst="rect">
            <a:avLst/>
          </a:prstGeom>
          <a:noFill/>
        </p:spPr>
        <p:txBody>
          <a:bodyPr wrap="square" rtlCol="0">
            <a:spAutoFit/>
          </a:bodyPr>
          <a:lstStyle/>
          <a:p>
            <a:r>
              <a:rPr lang="en-US" sz="1000"/>
              <a:t>Non- Prod</a:t>
            </a:r>
          </a:p>
        </p:txBody>
      </p:sp>
      <p:graphicFrame>
        <p:nvGraphicFramePr>
          <p:cNvPr id="23" name="Table 22">
            <a:extLst>
              <a:ext uri="{FF2B5EF4-FFF2-40B4-BE49-F238E27FC236}">
                <a16:creationId xmlns:a16="http://schemas.microsoft.com/office/drawing/2014/main" id="{F7A6D8F5-721C-024E-02A5-8993221C83E3}"/>
              </a:ext>
            </a:extLst>
          </p:cNvPr>
          <p:cNvGraphicFramePr>
            <a:graphicFrameLocks noGrp="1"/>
          </p:cNvGraphicFramePr>
          <p:nvPr>
            <p:extLst>
              <p:ext uri="{D42A27DB-BD31-4B8C-83A1-F6EECF244321}">
                <p14:modId xmlns:p14="http://schemas.microsoft.com/office/powerpoint/2010/main" val="2828131946"/>
              </p:ext>
            </p:extLst>
          </p:nvPr>
        </p:nvGraphicFramePr>
        <p:xfrm>
          <a:off x="9268588" y="4195318"/>
          <a:ext cx="2160612" cy="952500"/>
        </p:xfrm>
        <a:graphic>
          <a:graphicData uri="http://schemas.openxmlformats.org/drawingml/2006/table">
            <a:tbl>
              <a:tblPr firstRow="1" bandRow="1">
                <a:tableStyleId>{5C22544A-7EE6-4342-B048-85BDC9FD1C3A}</a:tableStyleId>
              </a:tblPr>
              <a:tblGrid>
                <a:gridCol w="540153">
                  <a:extLst>
                    <a:ext uri="{9D8B030D-6E8A-4147-A177-3AD203B41FA5}">
                      <a16:colId xmlns:a16="http://schemas.microsoft.com/office/drawing/2014/main" val="524130560"/>
                    </a:ext>
                  </a:extLst>
                </a:gridCol>
                <a:gridCol w="540153">
                  <a:extLst>
                    <a:ext uri="{9D8B030D-6E8A-4147-A177-3AD203B41FA5}">
                      <a16:colId xmlns:a16="http://schemas.microsoft.com/office/drawing/2014/main" val="2231350418"/>
                    </a:ext>
                  </a:extLst>
                </a:gridCol>
                <a:gridCol w="540153">
                  <a:extLst>
                    <a:ext uri="{9D8B030D-6E8A-4147-A177-3AD203B41FA5}">
                      <a16:colId xmlns:a16="http://schemas.microsoft.com/office/drawing/2014/main" val="3068520968"/>
                    </a:ext>
                  </a:extLst>
                </a:gridCol>
                <a:gridCol w="540153">
                  <a:extLst>
                    <a:ext uri="{9D8B030D-6E8A-4147-A177-3AD203B41FA5}">
                      <a16:colId xmlns:a16="http://schemas.microsoft.com/office/drawing/2014/main" val="3600233586"/>
                    </a:ext>
                  </a:extLst>
                </a:gridCol>
              </a:tblGrid>
              <a:tr h="154588">
                <a:tc>
                  <a:txBody>
                    <a:bodyPr/>
                    <a:lstStyle/>
                    <a:p>
                      <a:pPr algn="ctr" fontAlgn="b">
                        <a:buNone/>
                      </a:pPr>
                      <a:r>
                        <a:rPr lang="en-US" sz="1000" b="1" i="0" u="none" strike="noStrike">
                          <a:solidFill>
                            <a:srgbClr val="000000"/>
                          </a:solidFill>
                          <a:effectLst/>
                          <a:latin typeface="Calibri" panose="020F0502020204030204" pitchFamily="34" charset="0"/>
                        </a:rPr>
                        <a:t>Severity</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000" b="1" i="0" u="none" strike="noStrike">
                          <a:solidFill>
                            <a:srgbClr val="9C0006"/>
                          </a:solidFill>
                          <a:effectLst/>
                          <a:latin typeface="Calibri" panose="020F0502020204030204" pitchFamily="34" charset="0"/>
                        </a:rPr>
                        <a:t>Open</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000" b="1" i="0" u="none" strike="noStrike">
                          <a:solidFill>
                            <a:srgbClr val="006100"/>
                          </a:solidFill>
                          <a:effectLst/>
                          <a:latin typeface="Calibri" panose="020F0502020204030204" pitchFamily="34" charset="0"/>
                        </a:rPr>
                        <a:t>Closed</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000" b="1" i="0" u="none" strike="noStrike">
                          <a:solidFill>
                            <a:srgbClr val="000000"/>
                          </a:solidFill>
                          <a:effectLst/>
                          <a:latin typeface="Calibri" panose="020F0502020204030204" pitchFamily="34" charset="0"/>
                        </a:rPr>
                        <a:t>Total</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7875254"/>
                  </a:ext>
                </a:extLst>
              </a:tr>
              <a:tr h="154588">
                <a:tc>
                  <a:txBody>
                    <a:bodyPr/>
                    <a:lstStyle/>
                    <a:p>
                      <a:pPr algn="ctr" fontAlgn="b">
                        <a:buNone/>
                      </a:pPr>
                      <a:r>
                        <a:rPr lang="en-US" sz="1000" b="1" i="0" u="none" strike="noStrike">
                          <a:solidFill>
                            <a:srgbClr val="FFFFFF"/>
                          </a:solidFill>
                          <a:effectLst/>
                          <a:latin typeface="Calibri" panose="020F0502020204030204" pitchFamily="34" charset="0"/>
                        </a:rPr>
                        <a:t>Critical</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00000"/>
                    </a:solidFill>
                  </a:tcPr>
                </a:tc>
                <a:tc>
                  <a:txBody>
                    <a:bodyPr/>
                    <a:lstStyle/>
                    <a:p>
                      <a:pPr algn="ctr" fontAlgn="b">
                        <a:buNone/>
                      </a:pPr>
                      <a:r>
                        <a:rPr lang="en-US" sz="1000" b="0" i="0" u="none" strike="noStrike">
                          <a:solidFill>
                            <a:srgbClr val="000000"/>
                          </a:solidFill>
                          <a:effectLst/>
                          <a:latin typeface="Calibri" panose="020F0502020204030204" pitchFamily="34" charset="0"/>
                        </a:rPr>
                        <a:t>18</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000" b="0" i="0" u="none" strike="noStrike">
                          <a:solidFill>
                            <a:srgbClr val="000000"/>
                          </a:solidFill>
                          <a:effectLst/>
                          <a:latin typeface="Calibri" panose="020F0502020204030204" pitchFamily="34" charset="0"/>
                        </a:rPr>
                        <a:t>25</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000" b="0" i="0" u="none" strike="noStrike">
                          <a:solidFill>
                            <a:srgbClr val="000000"/>
                          </a:solidFill>
                          <a:effectLst/>
                          <a:latin typeface="Calibri" panose="020F0502020204030204" pitchFamily="34" charset="0"/>
                        </a:rPr>
                        <a:t>43</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13827028"/>
                  </a:ext>
                </a:extLst>
              </a:tr>
              <a:tr h="154588">
                <a:tc>
                  <a:txBody>
                    <a:bodyPr/>
                    <a:lstStyle/>
                    <a:p>
                      <a:pPr algn="ctr" fontAlgn="b">
                        <a:buNone/>
                      </a:pPr>
                      <a:r>
                        <a:rPr lang="en-US" sz="1000" b="1" i="0" u="none" strike="noStrike">
                          <a:solidFill>
                            <a:srgbClr val="FFFFFF"/>
                          </a:solidFill>
                          <a:effectLst/>
                          <a:latin typeface="Calibri" panose="020F0502020204030204" pitchFamily="34" charset="0"/>
                        </a:rPr>
                        <a:t>High</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tc>
                  <a:txBody>
                    <a:bodyPr/>
                    <a:lstStyle/>
                    <a:p>
                      <a:pPr algn="ctr" fontAlgn="b">
                        <a:buNone/>
                      </a:pPr>
                      <a:r>
                        <a:rPr lang="en-US" sz="1000" b="0" i="0" u="none" strike="noStrike">
                          <a:solidFill>
                            <a:srgbClr val="000000"/>
                          </a:solidFill>
                          <a:effectLst/>
                          <a:latin typeface="Calibri" panose="020F0502020204030204" pitchFamily="34" charset="0"/>
                        </a:rPr>
                        <a:t>15</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000" b="0" i="0" u="none" strike="noStrike">
                          <a:solidFill>
                            <a:srgbClr val="000000"/>
                          </a:solidFill>
                          <a:effectLst/>
                          <a:latin typeface="Calibri" panose="020F0502020204030204" pitchFamily="34" charset="0"/>
                        </a:rPr>
                        <a:t>55</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000" b="0" i="0" u="none" strike="noStrike">
                          <a:solidFill>
                            <a:srgbClr val="000000"/>
                          </a:solidFill>
                          <a:effectLst/>
                          <a:latin typeface="Calibri" panose="020F0502020204030204" pitchFamily="34" charset="0"/>
                        </a:rPr>
                        <a:t>70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68012220"/>
                  </a:ext>
                </a:extLst>
              </a:tr>
              <a:tr h="154588">
                <a:tc>
                  <a:txBody>
                    <a:bodyPr/>
                    <a:lstStyle/>
                    <a:p>
                      <a:pPr algn="ctr" fontAlgn="b">
                        <a:buNone/>
                      </a:pPr>
                      <a:r>
                        <a:rPr lang="en-US" sz="1000" b="1" i="0" u="none" strike="noStrike">
                          <a:solidFill>
                            <a:srgbClr val="000000"/>
                          </a:solidFill>
                          <a:effectLst/>
                          <a:latin typeface="Calibri" panose="020F0502020204030204" pitchFamily="34" charset="0"/>
                        </a:rPr>
                        <a:t>Medium</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fontAlgn="b">
                        <a:buNone/>
                      </a:pPr>
                      <a:r>
                        <a:rPr lang="en-US" sz="1000" b="0" i="0" u="none" strike="noStrike">
                          <a:solidFill>
                            <a:srgbClr val="000000"/>
                          </a:solidFill>
                          <a:effectLst/>
                          <a:latin typeface="Calibri" panose="020F0502020204030204" pitchFamily="34" charset="0"/>
                        </a:rPr>
                        <a:t>15</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000" b="0" i="0" u="none" strike="noStrike">
                          <a:solidFill>
                            <a:srgbClr val="000000"/>
                          </a:solidFill>
                          <a:effectLst/>
                          <a:latin typeface="Calibri" panose="020F0502020204030204" pitchFamily="34" charset="0"/>
                        </a:rPr>
                        <a:t>13</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000" b="0" i="0" u="none" strike="noStrike">
                          <a:solidFill>
                            <a:srgbClr val="000000"/>
                          </a:solidFill>
                          <a:effectLst/>
                          <a:latin typeface="Calibri" panose="020F0502020204030204" pitchFamily="34" charset="0"/>
                        </a:rPr>
                        <a:t>28</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0821918"/>
                  </a:ext>
                </a:extLst>
              </a:tr>
              <a:tr h="154588">
                <a:tc>
                  <a:txBody>
                    <a:bodyPr/>
                    <a:lstStyle/>
                    <a:p>
                      <a:pPr algn="ctr" fontAlgn="b">
                        <a:buNone/>
                      </a:pPr>
                      <a:r>
                        <a:rPr lang="en-US" sz="1000" b="1" i="0" u="none" strike="noStrike">
                          <a:solidFill>
                            <a:srgbClr val="000000"/>
                          </a:solidFill>
                          <a:effectLst/>
                          <a:latin typeface="Calibri" panose="020F0502020204030204" pitchFamily="34" charset="0"/>
                        </a:rPr>
                        <a:t>Low</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lgn="ctr" fontAlgn="b">
                        <a:buNone/>
                      </a:pPr>
                      <a:r>
                        <a:rPr lang="en-US" sz="1000" b="0" i="0" u="none" strike="noStrike">
                          <a:solidFill>
                            <a:srgbClr val="000000"/>
                          </a:solidFill>
                          <a:effectLst/>
                          <a:latin typeface="Calibri" panose="020F0502020204030204" pitchFamily="34" charset="0"/>
                        </a:rPr>
                        <a:t>16</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000" b="0" i="0" u="none" strike="noStrike">
                          <a:solidFill>
                            <a:srgbClr val="000000"/>
                          </a:solidFill>
                          <a:effectLst/>
                          <a:latin typeface="Calibri" panose="020F0502020204030204" pitchFamily="34" charset="0"/>
                        </a:rPr>
                        <a:t>118</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000" b="0" i="0" u="none" strike="noStrike">
                          <a:solidFill>
                            <a:srgbClr val="000000"/>
                          </a:solidFill>
                          <a:effectLst/>
                          <a:latin typeface="Calibri" panose="020F0502020204030204" pitchFamily="34" charset="0"/>
                        </a:rPr>
                        <a:t>134</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24867735"/>
                  </a:ext>
                </a:extLst>
              </a:tr>
              <a:tr h="154588">
                <a:tc>
                  <a:txBody>
                    <a:bodyPr/>
                    <a:lstStyle/>
                    <a:p>
                      <a:pPr algn="ctr" fontAlgn="b">
                        <a:buNone/>
                      </a:pPr>
                      <a:r>
                        <a:rPr lang="en-US" sz="1000" b="1" i="0" u="none" strike="noStrike">
                          <a:solidFill>
                            <a:srgbClr val="000000"/>
                          </a:solidFill>
                          <a:effectLst/>
                          <a:latin typeface="Calibri" panose="020F0502020204030204" pitchFamily="34" charset="0"/>
                        </a:rPr>
                        <a:t>Total</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000" b="1" i="0" u="none" strike="noStrike">
                          <a:solidFill>
                            <a:srgbClr val="000000"/>
                          </a:solidFill>
                          <a:effectLst/>
                          <a:latin typeface="Calibri" panose="020F0502020204030204" pitchFamily="34" charset="0"/>
                        </a:rPr>
                        <a:t>64</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000" b="1" i="0" u="none" strike="noStrike">
                          <a:solidFill>
                            <a:srgbClr val="000000"/>
                          </a:solidFill>
                          <a:effectLst/>
                          <a:latin typeface="Calibri" panose="020F0502020204030204" pitchFamily="34" charset="0"/>
                        </a:rPr>
                        <a:t>211</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000" b="1" i="0" u="none" strike="noStrike">
                          <a:solidFill>
                            <a:srgbClr val="000000"/>
                          </a:solidFill>
                          <a:effectLst/>
                          <a:latin typeface="Calibri" panose="020F0502020204030204" pitchFamily="34" charset="0"/>
                        </a:rPr>
                        <a:t>275</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17456891"/>
                  </a:ext>
                </a:extLst>
              </a:tr>
            </a:tbl>
          </a:graphicData>
        </a:graphic>
      </p:graphicFrame>
      <p:sp>
        <p:nvSpPr>
          <p:cNvPr id="24" name="TextBox 23">
            <a:extLst>
              <a:ext uri="{FF2B5EF4-FFF2-40B4-BE49-F238E27FC236}">
                <a16:creationId xmlns:a16="http://schemas.microsoft.com/office/drawing/2014/main" id="{BC411A79-823C-17F7-DBEF-C7B2199603D9}"/>
              </a:ext>
            </a:extLst>
          </p:cNvPr>
          <p:cNvSpPr txBox="1"/>
          <p:nvPr/>
        </p:nvSpPr>
        <p:spPr>
          <a:xfrm>
            <a:off x="10244529" y="5127926"/>
            <a:ext cx="769461" cy="246221"/>
          </a:xfrm>
          <a:prstGeom prst="rect">
            <a:avLst/>
          </a:prstGeom>
          <a:noFill/>
        </p:spPr>
        <p:txBody>
          <a:bodyPr wrap="square" rtlCol="0">
            <a:spAutoFit/>
          </a:bodyPr>
          <a:lstStyle/>
          <a:p>
            <a:r>
              <a:rPr lang="en-US" sz="1000"/>
              <a:t>DR</a:t>
            </a:r>
          </a:p>
        </p:txBody>
      </p:sp>
      <p:cxnSp>
        <p:nvCxnSpPr>
          <p:cNvPr id="26" name="Connector: Elbow 25">
            <a:extLst>
              <a:ext uri="{FF2B5EF4-FFF2-40B4-BE49-F238E27FC236}">
                <a16:creationId xmlns:a16="http://schemas.microsoft.com/office/drawing/2014/main" id="{8C49D51F-CCC7-F719-F9F1-3F85191DBACB}"/>
              </a:ext>
            </a:extLst>
          </p:cNvPr>
          <p:cNvCxnSpPr>
            <a:cxnSpLocks/>
            <a:stCxn id="9" idx="3"/>
            <a:endCxn id="10" idx="1"/>
          </p:cNvCxnSpPr>
          <p:nvPr/>
        </p:nvCxnSpPr>
        <p:spPr>
          <a:xfrm flipV="1">
            <a:off x="3293535" y="2332166"/>
            <a:ext cx="328531" cy="1325993"/>
          </a:xfrm>
          <a:prstGeom prst="bentConnector3">
            <a:avLst>
              <a:gd name="adj1" fmla="val 50000"/>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9" name="Connector: Elbow 28">
            <a:extLst>
              <a:ext uri="{FF2B5EF4-FFF2-40B4-BE49-F238E27FC236}">
                <a16:creationId xmlns:a16="http://schemas.microsoft.com/office/drawing/2014/main" id="{C99BCF44-D1CA-0042-453D-F4343C6F882B}"/>
              </a:ext>
            </a:extLst>
          </p:cNvPr>
          <p:cNvCxnSpPr>
            <a:cxnSpLocks/>
            <a:stCxn id="9" idx="3"/>
            <a:endCxn id="11" idx="1"/>
          </p:cNvCxnSpPr>
          <p:nvPr/>
        </p:nvCxnSpPr>
        <p:spPr>
          <a:xfrm>
            <a:off x="3293535" y="3658159"/>
            <a:ext cx="328531" cy="976919"/>
          </a:xfrm>
          <a:prstGeom prst="bentConnector3">
            <a:avLst>
              <a:gd name="adj1" fmla="val 50000"/>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7" name="Connector: Elbow 36">
            <a:extLst>
              <a:ext uri="{FF2B5EF4-FFF2-40B4-BE49-F238E27FC236}">
                <a16:creationId xmlns:a16="http://schemas.microsoft.com/office/drawing/2014/main" id="{5F7DC67D-3655-1BDC-BE34-BF4C014C1486}"/>
              </a:ext>
            </a:extLst>
          </p:cNvPr>
          <p:cNvCxnSpPr>
            <a:cxnSpLocks/>
            <a:stCxn id="10" idx="3"/>
            <a:endCxn id="12" idx="1"/>
          </p:cNvCxnSpPr>
          <p:nvPr/>
        </p:nvCxnSpPr>
        <p:spPr>
          <a:xfrm flipV="1">
            <a:off x="6123530" y="1651990"/>
            <a:ext cx="1456480" cy="680176"/>
          </a:xfrm>
          <a:prstGeom prst="bentConnector3">
            <a:avLst>
              <a:gd name="adj1" fmla="val 50000"/>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0" name="Connector: Elbow 39">
            <a:extLst>
              <a:ext uri="{FF2B5EF4-FFF2-40B4-BE49-F238E27FC236}">
                <a16:creationId xmlns:a16="http://schemas.microsoft.com/office/drawing/2014/main" id="{2B063D6D-9045-76E6-DBA0-85CD859D1984}"/>
              </a:ext>
            </a:extLst>
          </p:cNvPr>
          <p:cNvCxnSpPr>
            <a:cxnSpLocks/>
            <a:endCxn id="17" idx="1"/>
          </p:cNvCxnSpPr>
          <p:nvPr/>
        </p:nvCxnSpPr>
        <p:spPr>
          <a:xfrm>
            <a:off x="6096000" y="2344120"/>
            <a:ext cx="1484010" cy="549676"/>
          </a:xfrm>
          <a:prstGeom prst="bentConnector3">
            <a:avLst>
              <a:gd name="adj1" fmla="val 50000"/>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3" name="Connector: Elbow 42">
            <a:extLst>
              <a:ext uri="{FF2B5EF4-FFF2-40B4-BE49-F238E27FC236}">
                <a16:creationId xmlns:a16="http://schemas.microsoft.com/office/drawing/2014/main" id="{A2E686D2-5AAF-A0D8-1B20-FD1D239166A3}"/>
              </a:ext>
            </a:extLst>
          </p:cNvPr>
          <p:cNvCxnSpPr>
            <a:cxnSpLocks/>
          </p:cNvCxnSpPr>
          <p:nvPr/>
        </p:nvCxnSpPr>
        <p:spPr>
          <a:xfrm flipV="1">
            <a:off x="6131660" y="4207714"/>
            <a:ext cx="728348" cy="536795"/>
          </a:xfrm>
          <a:prstGeom prst="bentConnector3">
            <a:avLst>
              <a:gd name="adj1" fmla="val 50000"/>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4" name="Connector: Elbow 43">
            <a:extLst>
              <a:ext uri="{FF2B5EF4-FFF2-40B4-BE49-F238E27FC236}">
                <a16:creationId xmlns:a16="http://schemas.microsoft.com/office/drawing/2014/main" id="{33CFFF4A-ABAF-8D42-559D-FDA25E31F17C}"/>
              </a:ext>
            </a:extLst>
          </p:cNvPr>
          <p:cNvCxnSpPr>
            <a:cxnSpLocks/>
            <a:endCxn id="21" idx="1"/>
          </p:cNvCxnSpPr>
          <p:nvPr/>
        </p:nvCxnSpPr>
        <p:spPr>
          <a:xfrm>
            <a:off x="6123530" y="4744509"/>
            <a:ext cx="728348" cy="580684"/>
          </a:xfrm>
          <a:prstGeom prst="bentConnector3">
            <a:avLst>
              <a:gd name="adj1" fmla="val 50000"/>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71E1DDDF-93EA-C000-17C2-BD018F6BF77D}"/>
              </a:ext>
            </a:extLst>
          </p:cNvPr>
          <p:cNvCxnSpPr>
            <a:cxnSpLocks/>
          </p:cNvCxnSpPr>
          <p:nvPr/>
        </p:nvCxnSpPr>
        <p:spPr>
          <a:xfrm flipV="1">
            <a:off x="6123530" y="4732555"/>
            <a:ext cx="3145058" cy="23678"/>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143553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7FBC1-46BB-EBD0-A53C-33085D0E7050}"/>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2D04980-CC99-9D00-4D14-E8F9E086AD39}"/>
              </a:ext>
            </a:extLst>
          </p:cNvPr>
          <p:cNvSpPr>
            <a:spLocks noGrp="1"/>
          </p:cNvSpPr>
          <p:nvPr>
            <p:ph type="body" sz="quarter" idx="10"/>
          </p:nvPr>
        </p:nvSpPr>
        <p:spPr/>
        <p:txBody>
          <a:bodyPr/>
          <a:lstStyle/>
          <a:p>
            <a:r>
              <a:rPr lang="en-IN"/>
              <a:t>Infrastructure Vulnerability Assessment - Ageing</a:t>
            </a:r>
            <a:endParaRPr lang="en-US"/>
          </a:p>
        </p:txBody>
      </p:sp>
      <p:sp>
        <p:nvSpPr>
          <p:cNvPr id="51" name="Rectangle: Rounded Corners 50">
            <a:extLst>
              <a:ext uri="{FF2B5EF4-FFF2-40B4-BE49-F238E27FC236}">
                <a16:creationId xmlns:a16="http://schemas.microsoft.com/office/drawing/2014/main" id="{00A8E3FF-126E-9B84-1D12-8C0B7019BBEF}"/>
              </a:ext>
            </a:extLst>
          </p:cNvPr>
          <p:cNvSpPr/>
          <p:nvPr/>
        </p:nvSpPr>
        <p:spPr>
          <a:xfrm rot="5400000">
            <a:off x="968486" y="713317"/>
            <a:ext cx="1599185" cy="2480323"/>
          </a:xfrm>
          <a:prstGeom prst="roundRect">
            <a:avLst>
              <a:gd name="adj" fmla="val 10381"/>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a:solidFill>
                <a:schemeClr val="tx1"/>
              </a:solidFill>
            </a:endParaRPr>
          </a:p>
        </p:txBody>
      </p:sp>
      <p:sp>
        <p:nvSpPr>
          <p:cNvPr id="92" name="Rectangle 91">
            <a:extLst>
              <a:ext uri="{FF2B5EF4-FFF2-40B4-BE49-F238E27FC236}">
                <a16:creationId xmlns:a16="http://schemas.microsoft.com/office/drawing/2014/main" id="{1CF07B5E-ABDD-E93F-94EA-53BFA319A15B}"/>
              </a:ext>
            </a:extLst>
          </p:cNvPr>
          <p:cNvSpPr/>
          <p:nvPr/>
        </p:nvSpPr>
        <p:spPr>
          <a:xfrm>
            <a:off x="359681" y="1383307"/>
            <a:ext cx="11304401" cy="457075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84A915C0-A0B6-8E3D-9A0E-F4155B8A1492}"/>
              </a:ext>
            </a:extLst>
          </p:cNvPr>
          <p:cNvSpPr/>
          <p:nvPr/>
        </p:nvSpPr>
        <p:spPr>
          <a:xfrm>
            <a:off x="359681" y="1083553"/>
            <a:ext cx="5736319" cy="298412"/>
          </a:xfrm>
          <a:prstGeom prst="rect">
            <a:avLst/>
          </a:prstGeom>
          <a:solidFill>
            <a:srgbClr val="E51E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t>Vulnerability Assessment – Ageing for open vulnerabilities</a:t>
            </a:r>
          </a:p>
        </p:txBody>
      </p:sp>
      <p:sp>
        <p:nvSpPr>
          <p:cNvPr id="8" name="Isosceles Triangle 7">
            <a:extLst>
              <a:ext uri="{FF2B5EF4-FFF2-40B4-BE49-F238E27FC236}">
                <a16:creationId xmlns:a16="http://schemas.microsoft.com/office/drawing/2014/main" id="{69BF9D46-5D7D-43F9-833D-0763363FA751}"/>
              </a:ext>
            </a:extLst>
          </p:cNvPr>
          <p:cNvSpPr/>
          <p:nvPr/>
        </p:nvSpPr>
        <p:spPr>
          <a:xfrm flipV="1">
            <a:off x="6011881" y="1088570"/>
            <a:ext cx="502370" cy="298412"/>
          </a:xfrm>
          <a:prstGeom prst="triangle">
            <a:avLst>
              <a:gd name="adj" fmla="val 9890"/>
            </a:avLst>
          </a:prstGeom>
          <a:solidFill>
            <a:srgbClr val="E51E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9" name="Table 8">
            <a:extLst>
              <a:ext uri="{FF2B5EF4-FFF2-40B4-BE49-F238E27FC236}">
                <a16:creationId xmlns:a16="http://schemas.microsoft.com/office/drawing/2014/main" id="{5E868B86-7C9E-D846-06FA-7B23ABE5E48F}"/>
              </a:ext>
            </a:extLst>
          </p:cNvPr>
          <p:cNvGraphicFramePr>
            <a:graphicFrameLocks noGrp="1"/>
          </p:cNvGraphicFramePr>
          <p:nvPr>
            <p:extLst>
              <p:ext uri="{D42A27DB-BD31-4B8C-83A1-F6EECF244321}">
                <p14:modId xmlns:p14="http://schemas.microsoft.com/office/powerpoint/2010/main" val="4039542474"/>
              </p:ext>
            </p:extLst>
          </p:nvPr>
        </p:nvGraphicFramePr>
        <p:xfrm>
          <a:off x="3008240" y="1764857"/>
          <a:ext cx="5764140" cy="3328286"/>
        </p:xfrm>
        <a:graphic>
          <a:graphicData uri="http://schemas.openxmlformats.org/drawingml/2006/table">
            <a:tbl>
              <a:tblPr firstRow="1" bandRow="1"/>
              <a:tblGrid>
                <a:gridCol w="960690">
                  <a:extLst>
                    <a:ext uri="{9D8B030D-6E8A-4147-A177-3AD203B41FA5}">
                      <a16:colId xmlns:a16="http://schemas.microsoft.com/office/drawing/2014/main" val="4293631156"/>
                    </a:ext>
                  </a:extLst>
                </a:gridCol>
                <a:gridCol w="960690">
                  <a:extLst>
                    <a:ext uri="{9D8B030D-6E8A-4147-A177-3AD203B41FA5}">
                      <a16:colId xmlns:a16="http://schemas.microsoft.com/office/drawing/2014/main" val="1589979112"/>
                    </a:ext>
                  </a:extLst>
                </a:gridCol>
                <a:gridCol w="960690">
                  <a:extLst>
                    <a:ext uri="{9D8B030D-6E8A-4147-A177-3AD203B41FA5}">
                      <a16:colId xmlns:a16="http://schemas.microsoft.com/office/drawing/2014/main" val="1763649751"/>
                    </a:ext>
                  </a:extLst>
                </a:gridCol>
                <a:gridCol w="960690">
                  <a:extLst>
                    <a:ext uri="{9D8B030D-6E8A-4147-A177-3AD203B41FA5}">
                      <a16:colId xmlns:a16="http://schemas.microsoft.com/office/drawing/2014/main" val="3647989339"/>
                    </a:ext>
                  </a:extLst>
                </a:gridCol>
                <a:gridCol w="960690">
                  <a:extLst>
                    <a:ext uri="{9D8B030D-6E8A-4147-A177-3AD203B41FA5}">
                      <a16:colId xmlns:a16="http://schemas.microsoft.com/office/drawing/2014/main" val="2659997418"/>
                    </a:ext>
                  </a:extLst>
                </a:gridCol>
                <a:gridCol w="960690">
                  <a:extLst>
                    <a:ext uri="{9D8B030D-6E8A-4147-A177-3AD203B41FA5}">
                      <a16:colId xmlns:a16="http://schemas.microsoft.com/office/drawing/2014/main" val="3076980877"/>
                    </a:ext>
                  </a:extLst>
                </a:gridCol>
              </a:tblGrid>
              <a:tr h="803442">
                <a:tc>
                  <a:txBody>
                    <a:bodyPr/>
                    <a:lstStyle/>
                    <a:p>
                      <a:pPr algn="ctr" fontAlgn="b">
                        <a:buNone/>
                      </a:pPr>
                      <a:r>
                        <a:rPr lang="en-US" sz="1100" b="1" i="0" u="none" strike="noStrike">
                          <a:solidFill>
                            <a:schemeClr val="bg1"/>
                          </a:solidFill>
                          <a:effectLst/>
                          <a:latin typeface="Calibri" panose="020F0502020204030204" pitchFamily="34" charset="0"/>
                        </a:rPr>
                        <a:t>Critical</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tc>
                  <a:txBody>
                    <a:bodyPr/>
                    <a:lstStyle/>
                    <a:p>
                      <a:pPr algn="ctr" fontAlgn="b">
                        <a:buNone/>
                      </a:pPr>
                      <a:r>
                        <a:rPr lang="en-US" sz="1100" b="1" i="0" u="none" strike="noStrike">
                          <a:solidFill>
                            <a:schemeClr val="bg1"/>
                          </a:solidFill>
                          <a:effectLst/>
                          <a:latin typeface="Calibri" panose="020F0502020204030204" pitchFamily="34" charset="0"/>
                        </a:rPr>
                        <a:t>High</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fontAlgn="b">
                        <a:buNone/>
                      </a:pPr>
                      <a:r>
                        <a:rPr lang="en-US" sz="1100" b="1" i="0" u="none" strike="noStrike">
                          <a:solidFill>
                            <a:srgbClr val="000000"/>
                          </a:solidFill>
                          <a:effectLst/>
                          <a:latin typeface="Calibri" panose="020F0502020204030204" pitchFamily="34" charset="0"/>
                        </a:rPr>
                        <a:t>Medium</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fontAlgn="b">
                        <a:buNone/>
                      </a:pPr>
                      <a:r>
                        <a:rPr lang="en-US" sz="1100" b="1" i="0" u="none" strike="noStrike">
                          <a:solidFill>
                            <a:srgbClr val="000000"/>
                          </a:solidFill>
                          <a:effectLst/>
                          <a:latin typeface="Calibri" panose="020F0502020204030204" pitchFamily="34" charset="0"/>
                        </a:rPr>
                        <a:t>Low</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fontAlgn="b">
                        <a:buNone/>
                      </a:pPr>
                      <a:r>
                        <a:rPr lang="en-US" sz="1100" b="1" i="0" u="none" strike="noStrike">
                          <a:solidFill>
                            <a:srgbClr val="000000"/>
                          </a:solidFill>
                          <a:effectLst/>
                          <a:latin typeface="Calibri" panose="020F0502020204030204" pitchFamily="34" charset="0"/>
                        </a:rPr>
                        <a:t>Total</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fontAlgn="b">
                        <a:buNone/>
                      </a:pPr>
                      <a:r>
                        <a:rPr lang="en-US" sz="1100" b="1" i="0" u="none" strike="noStrike">
                          <a:solidFill>
                            <a:srgbClr val="000000"/>
                          </a:solidFill>
                          <a:effectLst/>
                          <a:latin typeface="Calibri" panose="020F0502020204030204" pitchFamily="34" charset="0"/>
                        </a:rPr>
                        <a:t>Ageing</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798434114"/>
                  </a:ext>
                </a:extLst>
              </a:tr>
              <a:tr h="360692">
                <a:tc>
                  <a:txBody>
                    <a:bodyPr/>
                    <a:lstStyle/>
                    <a:p>
                      <a:pPr algn="ctr" fontAlgn="b">
                        <a:buNone/>
                      </a:pPr>
                      <a:r>
                        <a:rPr lang="en-US" sz="1100" b="0" i="0" u="none" strike="noStrike">
                          <a:solidFill>
                            <a:srgbClr val="000000"/>
                          </a:solidFill>
                          <a:effectLst/>
                          <a:latin typeface="Calibri" panose="020F0502020204030204" pitchFamily="34" charset="0"/>
                        </a:rPr>
                        <a:t>12</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b">
                        <a:buNone/>
                      </a:pPr>
                      <a:r>
                        <a:rPr lang="en-US" sz="1100" b="0" i="0" u="none" strike="noStrike">
                          <a:solidFill>
                            <a:srgbClr val="000000"/>
                          </a:solidFill>
                          <a:effectLst/>
                          <a:latin typeface="Calibri" panose="020F0502020204030204" pitchFamily="34" charset="0"/>
                        </a:rPr>
                        <a:t>12</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b">
                        <a:buNone/>
                      </a:pPr>
                      <a:r>
                        <a:rPr lang="en-US" sz="1100" b="0" i="0" u="none" strike="noStrike">
                          <a:solidFill>
                            <a:srgbClr val="000000"/>
                          </a:solidFill>
                          <a:effectLst/>
                          <a:latin typeface="Calibri" panose="020F0502020204030204" pitchFamily="34" charset="0"/>
                        </a:rPr>
                        <a:t>40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b">
                        <a:buNone/>
                      </a:pPr>
                      <a:r>
                        <a:rPr lang="en-US" sz="1100" b="0" i="0" u="none" strike="noStrike">
                          <a:solidFill>
                            <a:srgbClr val="000000"/>
                          </a:solidFill>
                          <a:effectLst/>
                          <a:latin typeface="Calibri" panose="020F0502020204030204" pitchFamily="34" charset="0"/>
                        </a:rPr>
                        <a:t>21</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b">
                        <a:buNone/>
                      </a:pPr>
                      <a:r>
                        <a:rPr lang="en-US" sz="1100" b="0" i="0" u="none" strike="noStrike">
                          <a:solidFill>
                            <a:srgbClr val="000000"/>
                          </a:solidFill>
                          <a:effectLst/>
                          <a:latin typeface="Calibri" panose="020F0502020204030204" pitchFamily="34" charset="0"/>
                        </a:rPr>
                        <a:t>85</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b">
                        <a:buNone/>
                      </a:pPr>
                      <a:r>
                        <a:rPr lang="en-US" sz="1100" b="0" i="0" u="none" strike="noStrike">
                          <a:solidFill>
                            <a:srgbClr val="000000"/>
                          </a:solidFill>
                          <a:effectLst/>
                          <a:latin typeface="Calibri" panose="020F0502020204030204" pitchFamily="34" charset="0"/>
                        </a:rPr>
                        <a:t>122 Days</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68204396"/>
                  </a:ext>
                </a:extLst>
              </a:tr>
              <a:tr h="360692">
                <a:tc>
                  <a:txBody>
                    <a:bodyPr/>
                    <a:lstStyle/>
                    <a:p>
                      <a:pPr algn="ctr" fontAlgn="b">
                        <a:buNone/>
                      </a:pPr>
                      <a:r>
                        <a:rPr lang="en-US" sz="1100" b="0" i="0" u="none" strike="noStrike">
                          <a:solidFill>
                            <a:srgbClr val="000000"/>
                          </a:solidFill>
                          <a:effectLst/>
                          <a:latin typeface="Calibri" panose="020F0502020204030204" pitchFamily="34" charset="0"/>
                        </a:rPr>
                        <a:t>113</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b">
                        <a:buNone/>
                      </a:pPr>
                      <a:r>
                        <a:rPr lang="en-US" sz="1100" b="0" i="0" u="none" strike="noStrike">
                          <a:solidFill>
                            <a:srgbClr val="000000"/>
                          </a:solidFill>
                          <a:effectLst/>
                          <a:latin typeface="Calibri" panose="020F0502020204030204" pitchFamily="34" charset="0"/>
                        </a:rPr>
                        <a:t>160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b">
                        <a:buNone/>
                      </a:pPr>
                      <a:r>
                        <a:rPr lang="en-US" sz="1100" b="0" i="0" u="none" strike="noStrike">
                          <a:solidFill>
                            <a:srgbClr val="000000"/>
                          </a:solidFill>
                          <a:effectLst/>
                          <a:latin typeface="Calibri" panose="020F0502020204030204" pitchFamily="34" charset="0"/>
                        </a:rPr>
                        <a:t>253</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b">
                        <a:buNone/>
                      </a:pPr>
                      <a:r>
                        <a:rPr lang="en-US" sz="1100" b="0" i="0" u="none" strike="noStrike">
                          <a:solidFill>
                            <a:srgbClr val="000000"/>
                          </a:solidFill>
                          <a:effectLst/>
                          <a:latin typeface="Calibri" panose="020F0502020204030204" pitchFamily="34" charset="0"/>
                        </a:rPr>
                        <a:t>87</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b">
                        <a:buNone/>
                      </a:pPr>
                      <a:r>
                        <a:rPr lang="en-US" sz="1100" b="0" i="0" u="none" strike="noStrike">
                          <a:solidFill>
                            <a:srgbClr val="000000"/>
                          </a:solidFill>
                          <a:effectLst/>
                          <a:latin typeface="Calibri" panose="020F0502020204030204" pitchFamily="34" charset="0"/>
                        </a:rPr>
                        <a:t>613</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b">
                        <a:buNone/>
                      </a:pPr>
                      <a:r>
                        <a:rPr lang="en-US" sz="1100" b="0" i="0" u="none" strike="noStrike">
                          <a:solidFill>
                            <a:srgbClr val="000000"/>
                          </a:solidFill>
                          <a:effectLst/>
                          <a:latin typeface="Calibri" panose="020F0502020204030204" pitchFamily="34" charset="0"/>
                        </a:rPr>
                        <a:t>124 Days</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38245401"/>
                  </a:ext>
                </a:extLst>
              </a:tr>
              <a:tr h="360692">
                <a:tc>
                  <a:txBody>
                    <a:bodyPr/>
                    <a:lstStyle/>
                    <a:p>
                      <a:pPr algn="ctr" fontAlgn="b">
                        <a:buNone/>
                      </a:pPr>
                      <a:r>
                        <a:rPr lang="en-US" sz="1100" b="0" i="0" u="none" strike="noStrike">
                          <a:solidFill>
                            <a:srgbClr val="000000"/>
                          </a:solidFill>
                          <a:effectLst/>
                          <a:latin typeface="Calibri" panose="020F0502020204030204" pitchFamily="34" charset="0"/>
                        </a:rPr>
                        <a:t>224</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b">
                        <a:buNone/>
                      </a:pPr>
                      <a:r>
                        <a:rPr lang="en-US" sz="1100" b="0" i="0" u="none" strike="noStrike">
                          <a:solidFill>
                            <a:srgbClr val="000000"/>
                          </a:solidFill>
                          <a:effectLst/>
                          <a:latin typeface="Calibri" panose="020F0502020204030204" pitchFamily="34" charset="0"/>
                        </a:rPr>
                        <a:t>481</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b">
                        <a:buNone/>
                      </a:pPr>
                      <a:r>
                        <a:rPr lang="en-US" sz="1100" b="0" i="0" u="none" strike="noStrike">
                          <a:solidFill>
                            <a:srgbClr val="000000"/>
                          </a:solidFill>
                          <a:effectLst/>
                          <a:latin typeface="Calibri" panose="020F0502020204030204" pitchFamily="34" charset="0"/>
                        </a:rPr>
                        <a:t>295</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b">
                        <a:buNone/>
                      </a:pPr>
                      <a:r>
                        <a:rPr lang="en-US" sz="1100" b="0" i="0" u="none" strike="noStrike">
                          <a:solidFill>
                            <a:srgbClr val="000000"/>
                          </a:solidFill>
                          <a:effectLst/>
                          <a:latin typeface="Calibri" panose="020F0502020204030204" pitchFamily="34" charset="0"/>
                        </a:rPr>
                        <a:t>76</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b">
                        <a:buNone/>
                      </a:pPr>
                      <a:r>
                        <a:rPr lang="en-US" sz="1100" b="0" i="0" u="none" strike="noStrike">
                          <a:solidFill>
                            <a:srgbClr val="000000"/>
                          </a:solidFill>
                          <a:effectLst/>
                          <a:latin typeface="Calibri" panose="020F0502020204030204" pitchFamily="34" charset="0"/>
                        </a:rPr>
                        <a:t>1076</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b">
                        <a:buNone/>
                      </a:pPr>
                      <a:r>
                        <a:rPr lang="en-US" sz="1100" b="0" i="0" u="none" strike="noStrike">
                          <a:solidFill>
                            <a:srgbClr val="000000"/>
                          </a:solidFill>
                          <a:effectLst/>
                          <a:latin typeface="Calibri" panose="020F0502020204030204" pitchFamily="34" charset="0"/>
                        </a:rPr>
                        <a:t>33 Days</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99072218"/>
                  </a:ext>
                </a:extLst>
              </a:tr>
              <a:tr h="360692">
                <a:tc>
                  <a:txBody>
                    <a:bodyPr/>
                    <a:lstStyle/>
                    <a:p>
                      <a:pPr algn="ctr" fontAlgn="b">
                        <a:buNone/>
                      </a:pPr>
                      <a:r>
                        <a:rPr lang="en-US" sz="1100" b="0" i="0" u="none" strike="noStrike">
                          <a:solidFill>
                            <a:srgbClr val="000000"/>
                          </a:solidFill>
                          <a:effectLst/>
                          <a:latin typeface="Calibri" panose="020F0502020204030204" pitchFamily="34" charset="0"/>
                        </a:rPr>
                        <a:t>216</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b">
                        <a:buNone/>
                      </a:pPr>
                      <a:r>
                        <a:rPr lang="en-US" sz="1100" b="0" i="0" u="none" strike="noStrike">
                          <a:solidFill>
                            <a:srgbClr val="000000"/>
                          </a:solidFill>
                          <a:effectLst/>
                          <a:latin typeface="Calibri" panose="020F0502020204030204" pitchFamily="34" charset="0"/>
                        </a:rPr>
                        <a:t>270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b">
                        <a:buNone/>
                      </a:pPr>
                      <a:r>
                        <a:rPr lang="en-US" sz="1100" b="0" i="0" u="none" strike="noStrike">
                          <a:solidFill>
                            <a:srgbClr val="000000"/>
                          </a:solidFill>
                          <a:effectLst/>
                          <a:latin typeface="Calibri" panose="020F0502020204030204" pitchFamily="34" charset="0"/>
                        </a:rPr>
                        <a:t>264</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b">
                        <a:buNone/>
                      </a:pPr>
                      <a:r>
                        <a:rPr lang="en-US" sz="1100" b="0" i="0" u="none" strike="noStrike">
                          <a:solidFill>
                            <a:srgbClr val="000000"/>
                          </a:solidFill>
                          <a:effectLst/>
                          <a:latin typeface="Calibri" panose="020F0502020204030204" pitchFamily="34" charset="0"/>
                        </a:rPr>
                        <a:t>80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b">
                        <a:buNone/>
                      </a:pPr>
                      <a:r>
                        <a:rPr lang="en-US" sz="1100" b="0" i="0" u="none" strike="noStrike">
                          <a:solidFill>
                            <a:srgbClr val="000000"/>
                          </a:solidFill>
                          <a:effectLst/>
                          <a:latin typeface="Calibri" panose="020F0502020204030204" pitchFamily="34" charset="0"/>
                        </a:rPr>
                        <a:t>830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b">
                        <a:buNone/>
                      </a:pPr>
                      <a:r>
                        <a:rPr lang="en-US" sz="1100" b="0" i="0" u="none" strike="noStrike">
                          <a:solidFill>
                            <a:srgbClr val="000000"/>
                          </a:solidFill>
                          <a:effectLst/>
                          <a:latin typeface="Calibri" panose="020F0502020204030204" pitchFamily="34" charset="0"/>
                        </a:rPr>
                        <a:t>41 Days</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50441299"/>
                  </a:ext>
                </a:extLst>
              </a:tr>
              <a:tr h="360692">
                <a:tc>
                  <a:txBody>
                    <a:bodyPr/>
                    <a:lstStyle/>
                    <a:p>
                      <a:pPr algn="ctr" fontAlgn="b">
                        <a:buNone/>
                      </a:pPr>
                      <a:r>
                        <a:rPr lang="en-US" sz="1100" b="0" i="0" u="none" strike="noStrike">
                          <a:solidFill>
                            <a:srgbClr val="000000"/>
                          </a:solidFill>
                          <a:effectLst/>
                          <a:latin typeface="Calibri" panose="020F0502020204030204" pitchFamily="34" charset="0"/>
                        </a:rPr>
                        <a:t>202</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b">
                        <a:buNone/>
                      </a:pPr>
                      <a:r>
                        <a:rPr lang="en-US" sz="1100" b="0" i="0" u="none" strike="noStrike">
                          <a:solidFill>
                            <a:srgbClr val="000000"/>
                          </a:solidFill>
                          <a:effectLst/>
                          <a:latin typeface="Calibri" panose="020F0502020204030204" pitchFamily="34" charset="0"/>
                        </a:rPr>
                        <a:t>176</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b">
                        <a:buNone/>
                      </a:pPr>
                      <a:r>
                        <a:rPr lang="en-US" sz="1100" b="0" i="0" u="none" strike="noStrike">
                          <a:solidFill>
                            <a:srgbClr val="000000"/>
                          </a:solidFill>
                          <a:effectLst/>
                          <a:latin typeface="Calibri" panose="020F0502020204030204" pitchFamily="34" charset="0"/>
                        </a:rPr>
                        <a:t>119</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b">
                        <a:buNone/>
                      </a:pPr>
                      <a:r>
                        <a:rPr lang="en-US" sz="1100" b="0" i="0" u="none" strike="noStrike">
                          <a:solidFill>
                            <a:srgbClr val="000000"/>
                          </a:solidFill>
                          <a:effectLst/>
                          <a:latin typeface="Calibri" panose="020F0502020204030204" pitchFamily="34" charset="0"/>
                        </a:rPr>
                        <a:t>32</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b">
                        <a:buNone/>
                      </a:pPr>
                      <a:r>
                        <a:rPr lang="en-US" sz="1100" b="0" i="0" u="none" strike="noStrike">
                          <a:solidFill>
                            <a:srgbClr val="000000"/>
                          </a:solidFill>
                          <a:effectLst/>
                          <a:latin typeface="Calibri" panose="020F0502020204030204" pitchFamily="34" charset="0"/>
                        </a:rPr>
                        <a:t>529</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b">
                        <a:buNone/>
                      </a:pPr>
                      <a:r>
                        <a:rPr lang="en-US" sz="1100" b="0" i="0" u="none" strike="noStrike">
                          <a:solidFill>
                            <a:srgbClr val="000000"/>
                          </a:solidFill>
                          <a:effectLst/>
                          <a:latin typeface="Calibri" panose="020F0502020204030204" pitchFamily="34" charset="0"/>
                        </a:rPr>
                        <a:t>60 Days</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76480688"/>
                  </a:ext>
                </a:extLst>
              </a:tr>
              <a:tr h="360692">
                <a:tc>
                  <a:txBody>
                    <a:bodyPr/>
                    <a:lstStyle/>
                    <a:p>
                      <a:pPr algn="ctr" fontAlgn="b">
                        <a:buNone/>
                      </a:pPr>
                      <a:r>
                        <a:rPr lang="en-US" sz="1100" b="0" i="0" u="none" strike="noStrike">
                          <a:solidFill>
                            <a:srgbClr val="000000"/>
                          </a:solidFill>
                          <a:effectLst/>
                          <a:latin typeface="Calibri" panose="020F0502020204030204" pitchFamily="34" charset="0"/>
                        </a:rPr>
                        <a:t>36</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b">
                        <a:buNone/>
                      </a:pPr>
                      <a:r>
                        <a:rPr lang="en-US" sz="1100" b="0" i="0" u="none" strike="noStrike">
                          <a:solidFill>
                            <a:srgbClr val="000000"/>
                          </a:solidFill>
                          <a:effectLst/>
                          <a:latin typeface="Calibri" panose="020F0502020204030204" pitchFamily="34" charset="0"/>
                        </a:rPr>
                        <a:t>25</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b">
                        <a:buNone/>
                      </a:pPr>
                      <a:r>
                        <a:rPr lang="en-US" sz="1100" b="0" i="0" u="none" strike="noStrike">
                          <a:solidFill>
                            <a:srgbClr val="000000"/>
                          </a:solidFill>
                          <a:effectLst/>
                          <a:latin typeface="Calibri" panose="020F0502020204030204" pitchFamily="34" charset="0"/>
                        </a:rPr>
                        <a:t>90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b">
                        <a:buNone/>
                      </a:pPr>
                      <a:r>
                        <a:rPr lang="en-US" sz="1100" b="0" i="0" u="none" strike="noStrike">
                          <a:solidFill>
                            <a:srgbClr val="000000"/>
                          </a:solidFill>
                          <a:effectLst/>
                          <a:latin typeface="Calibri" panose="020F0502020204030204" pitchFamily="34" charset="0"/>
                        </a:rPr>
                        <a:t>5</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b">
                        <a:buNone/>
                      </a:pPr>
                      <a:r>
                        <a:rPr lang="en-US" sz="1100" b="0" i="0" u="none" strike="noStrike">
                          <a:solidFill>
                            <a:srgbClr val="000000"/>
                          </a:solidFill>
                          <a:effectLst/>
                          <a:latin typeface="Calibri" panose="020F0502020204030204" pitchFamily="34" charset="0"/>
                        </a:rPr>
                        <a:t>156</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b">
                        <a:buNone/>
                      </a:pPr>
                      <a:r>
                        <a:rPr lang="en-US" sz="1100" b="0" i="0" u="none" strike="noStrike">
                          <a:solidFill>
                            <a:srgbClr val="000000"/>
                          </a:solidFill>
                          <a:effectLst/>
                          <a:latin typeface="Calibri" panose="020F0502020204030204" pitchFamily="34" charset="0"/>
                        </a:rPr>
                        <a:t>63 Days</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90323068"/>
                  </a:ext>
                </a:extLst>
              </a:tr>
              <a:tr h="360692">
                <a:tc>
                  <a:txBody>
                    <a:bodyPr/>
                    <a:lstStyle/>
                    <a:p>
                      <a:pPr algn="ctr" fontAlgn="b">
                        <a:buNone/>
                      </a:pPr>
                      <a:r>
                        <a:rPr lang="en-US" sz="1100" b="1" i="0" u="none" strike="noStrike">
                          <a:solidFill>
                            <a:srgbClr val="000000"/>
                          </a:solidFill>
                          <a:effectLst/>
                          <a:latin typeface="Calibri" panose="020F0502020204030204" pitchFamily="34" charset="0"/>
                        </a:rPr>
                        <a:t>803</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b">
                        <a:buNone/>
                      </a:pPr>
                      <a:r>
                        <a:rPr lang="en-US" sz="1100" b="1" i="0" u="none" strike="noStrike">
                          <a:solidFill>
                            <a:srgbClr val="000000"/>
                          </a:solidFill>
                          <a:effectLst/>
                          <a:latin typeface="Calibri" panose="020F0502020204030204" pitchFamily="34" charset="0"/>
                        </a:rPr>
                        <a:t>1124</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b">
                        <a:buNone/>
                      </a:pPr>
                      <a:r>
                        <a:rPr lang="en-US" sz="1100" b="1" i="0" u="none" strike="noStrike">
                          <a:solidFill>
                            <a:srgbClr val="000000"/>
                          </a:solidFill>
                          <a:effectLst/>
                          <a:latin typeface="Calibri" panose="020F0502020204030204" pitchFamily="34" charset="0"/>
                        </a:rPr>
                        <a:t>1061</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b">
                        <a:buNone/>
                      </a:pPr>
                      <a:r>
                        <a:rPr lang="en-US" sz="1100" b="1" i="0" u="none" strike="noStrike">
                          <a:solidFill>
                            <a:srgbClr val="000000"/>
                          </a:solidFill>
                          <a:effectLst/>
                          <a:latin typeface="Calibri" panose="020F0502020204030204" pitchFamily="34" charset="0"/>
                        </a:rPr>
                        <a:t>301</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b">
                        <a:buNone/>
                      </a:pPr>
                      <a:r>
                        <a:rPr lang="en-US" sz="1100" b="1" i="0" u="none" strike="noStrike">
                          <a:solidFill>
                            <a:srgbClr val="000000"/>
                          </a:solidFill>
                          <a:effectLst/>
                          <a:latin typeface="Calibri" panose="020F0502020204030204" pitchFamily="34" charset="0"/>
                        </a:rPr>
                        <a:t>3289</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b">
                        <a:buNone/>
                      </a:pPr>
                      <a:r>
                        <a:rPr lang="en-US" sz="1100" b="1" i="0" u="none" strike="noStrike">
                          <a:solidFill>
                            <a:srgbClr val="000000"/>
                          </a:solidFill>
                          <a:effectLst/>
                          <a:latin typeface="Calibri" panose="020F0502020204030204" pitchFamily="34" charset="0"/>
                        </a:rPr>
                        <a:t>-</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3845065"/>
                  </a:ext>
                </a:extLst>
              </a:tr>
            </a:tbl>
          </a:graphicData>
        </a:graphic>
      </p:graphicFrame>
    </p:spTree>
    <p:extLst>
      <p:ext uri="{BB962C8B-B14F-4D97-AF65-F5344CB8AC3E}">
        <p14:creationId xmlns:p14="http://schemas.microsoft.com/office/powerpoint/2010/main" val="30491685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723AB4-45CC-8F8A-09EE-39A7EE6E00A8}"/>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2EBA899-4E0B-0933-14F6-53E48F6629F7}"/>
              </a:ext>
            </a:extLst>
          </p:cNvPr>
          <p:cNvSpPr>
            <a:spLocks noGrp="1"/>
          </p:cNvSpPr>
          <p:nvPr>
            <p:ph type="body" sz="quarter" idx="10"/>
          </p:nvPr>
        </p:nvSpPr>
        <p:spPr/>
        <p:txBody>
          <a:bodyPr/>
          <a:lstStyle/>
          <a:p>
            <a:r>
              <a:rPr lang="en-IN"/>
              <a:t>API Overall Summary</a:t>
            </a:r>
            <a:endParaRPr lang="en-US"/>
          </a:p>
        </p:txBody>
      </p:sp>
      <p:sp>
        <p:nvSpPr>
          <p:cNvPr id="51" name="Rectangle: Rounded Corners 50">
            <a:extLst>
              <a:ext uri="{FF2B5EF4-FFF2-40B4-BE49-F238E27FC236}">
                <a16:creationId xmlns:a16="http://schemas.microsoft.com/office/drawing/2014/main" id="{C9F05040-EBC1-9E19-565A-73C5FB17EA60}"/>
              </a:ext>
            </a:extLst>
          </p:cNvPr>
          <p:cNvSpPr/>
          <p:nvPr/>
        </p:nvSpPr>
        <p:spPr>
          <a:xfrm rot="5400000">
            <a:off x="968486" y="713317"/>
            <a:ext cx="1599185" cy="2480323"/>
          </a:xfrm>
          <a:prstGeom prst="roundRect">
            <a:avLst>
              <a:gd name="adj" fmla="val 10381"/>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a:solidFill>
                <a:schemeClr val="tx1"/>
              </a:solidFill>
            </a:endParaRPr>
          </a:p>
        </p:txBody>
      </p:sp>
      <p:sp>
        <p:nvSpPr>
          <p:cNvPr id="4" name="Rectangle 3">
            <a:extLst>
              <a:ext uri="{FF2B5EF4-FFF2-40B4-BE49-F238E27FC236}">
                <a16:creationId xmlns:a16="http://schemas.microsoft.com/office/drawing/2014/main" id="{17D84157-979B-6AE8-1B5E-0D6E7C9928E8}"/>
              </a:ext>
            </a:extLst>
          </p:cNvPr>
          <p:cNvSpPr/>
          <p:nvPr/>
        </p:nvSpPr>
        <p:spPr>
          <a:xfrm>
            <a:off x="359681" y="1083553"/>
            <a:ext cx="1799319" cy="298412"/>
          </a:xfrm>
          <a:prstGeom prst="rect">
            <a:avLst/>
          </a:prstGeom>
          <a:solidFill>
            <a:srgbClr val="E51E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t>API - Summary</a:t>
            </a:r>
          </a:p>
        </p:txBody>
      </p:sp>
      <p:sp>
        <p:nvSpPr>
          <p:cNvPr id="8" name="Isosceles Triangle 7">
            <a:extLst>
              <a:ext uri="{FF2B5EF4-FFF2-40B4-BE49-F238E27FC236}">
                <a16:creationId xmlns:a16="http://schemas.microsoft.com/office/drawing/2014/main" id="{18FD8EA3-D987-7E9B-3021-B4117B9F252F}"/>
              </a:ext>
            </a:extLst>
          </p:cNvPr>
          <p:cNvSpPr/>
          <p:nvPr/>
        </p:nvSpPr>
        <p:spPr>
          <a:xfrm flipV="1">
            <a:off x="2076051" y="1086974"/>
            <a:ext cx="502370" cy="298412"/>
          </a:xfrm>
          <a:prstGeom prst="triangle">
            <a:avLst>
              <a:gd name="adj" fmla="val 9890"/>
            </a:avLst>
          </a:prstGeom>
          <a:solidFill>
            <a:srgbClr val="E51E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C868F1A8-BED4-B2A4-2C37-FBFFAEF966C9}"/>
              </a:ext>
            </a:extLst>
          </p:cNvPr>
          <p:cNvSpPr/>
          <p:nvPr/>
        </p:nvSpPr>
        <p:spPr>
          <a:xfrm>
            <a:off x="7292348" y="1833102"/>
            <a:ext cx="4278086" cy="3947212"/>
          </a:xfrm>
          <a:prstGeom prst="rect">
            <a:avLst/>
          </a:prstGeom>
        </p:spPr>
        <p:style>
          <a:lnRef idx="2">
            <a:schemeClr val="dk1"/>
          </a:lnRef>
          <a:fillRef idx="1">
            <a:schemeClr val="lt1"/>
          </a:fillRef>
          <a:effectRef idx="0">
            <a:schemeClr val="dk1"/>
          </a:effectRef>
          <a:fontRef idx="minor">
            <a:schemeClr val="dk1"/>
          </a:fontRef>
        </p:style>
        <p:txBody>
          <a:bodyPr rtlCol="0" anchor="t"/>
          <a:lstStyle/>
          <a:p>
            <a:r>
              <a:rPr lang="en-US" sz="1500"/>
              <a:t>1. API Visibility Gap</a:t>
            </a:r>
          </a:p>
          <a:p>
            <a:r>
              <a:rPr lang="en-US" sz="1500"/>
              <a:t>Limited visibility into the actual number of APIs in use, API gateway integration indicates approximately </a:t>
            </a:r>
            <a:r>
              <a:rPr lang="en-US" sz="1500" b="1"/>
              <a:t>1000 APIs</a:t>
            </a:r>
            <a:r>
              <a:rPr lang="en-US" sz="1500"/>
              <a:t>, whereas the inventory shared covers only </a:t>
            </a:r>
            <a:r>
              <a:rPr lang="en-US" sz="1500" b="1"/>
              <a:t>308 APIs</a:t>
            </a:r>
            <a:r>
              <a:rPr lang="en-US" sz="1500"/>
              <a:t>.</a:t>
            </a:r>
          </a:p>
          <a:p>
            <a:endParaRPr lang="en-US" sz="1500"/>
          </a:p>
          <a:p>
            <a:r>
              <a:rPr lang="en-US" sz="1500"/>
              <a:t>2. Outdated Test Data</a:t>
            </a:r>
          </a:p>
          <a:p>
            <a:r>
              <a:rPr lang="en-US" sz="1500"/>
              <a:t>Expired or non‑functional API data and legacy API structures necessitate repeated coordination with API owners, impacting testing timelines. Additionally, working test data for 238 APIs is yet to be received out of the 308 APIs shared.</a:t>
            </a:r>
          </a:p>
          <a:p>
            <a:endParaRPr lang="en-US" sz="1500"/>
          </a:p>
          <a:p>
            <a:r>
              <a:rPr lang="en-US" sz="1500"/>
              <a:t>3. Discontinued API Visibility &amp; Decommissioning</a:t>
            </a:r>
          </a:p>
          <a:p>
            <a:r>
              <a:rPr lang="en-US" sz="1500"/>
              <a:t>Discontinued APIs are still present and require decommissioning by the application team to enable removal and improve API visibility.</a:t>
            </a:r>
          </a:p>
        </p:txBody>
      </p:sp>
      <p:sp>
        <p:nvSpPr>
          <p:cNvPr id="92" name="Rectangle 91">
            <a:extLst>
              <a:ext uri="{FF2B5EF4-FFF2-40B4-BE49-F238E27FC236}">
                <a16:creationId xmlns:a16="http://schemas.microsoft.com/office/drawing/2014/main" id="{0565ADF4-1AF6-9592-D136-D42BC5104868}"/>
              </a:ext>
            </a:extLst>
          </p:cNvPr>
          <p:cNvSpPr/>
          <p:nvPr/>
        </p:nvSpPr>
        <p:spPr>
          <a:xfrm>
            <a:off x="359681" y="1383307"/>
            <a:ext cx="11304401" cy="457075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F6654D72-C0AD-CD8D-8578-37F4E8DBE7E1}"/>
              </a:ext>
            </a:extLst>
          </p:cNvPr>
          <p:cNvGrpSpPr/>
          <p:nvPr/>
        </p:nvGrpSpPr>
        <p:grpSpPr>
          <a:xfrm>
            <a:off x="7292348" y="1533918"/>
            <a:ext cx="3016333" cy="299185"/>
            <a:chOff x="597837" y="1306282"/>
            <a:chExt cx="3358493" cy="450797"/>
          </a:xfrm>
          <a:solidFill>
            <a:srgbClr val="E51E26"/>
          </a:solidFill>
        </p:grpSpPr>
        <p:sp>
          <p:nvSpPr>
            <p:cNvPr id="10" name="Rectangle 9">
              <a:extLst>
                <a:ext uri="{FF2B5EF4-FFF2-40B4-BE49-F238E27FC236}">
                  <a16:creationId xmlns:a16="http://schemas.microsoft.com/office/drawing/2014/main" id="{B9C1A44D-758C-FC9E-4830-CBEC5CAC77ED}"/>
                </a:ext>
              </a:extLst>
            </p:cNvPr>
            <p:cNvSpPr/>
            <p:nvPr/>
          </p:nvSpPr>
          <p:spPr>
            <a:xfrm>
              <a:off x="597837" y="1306282"/>
              <a:ext cx="2745302" cy="450797"/>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Challenges Faced</a:t>
              </a:r>
            </a:p>
          </p:txBody>
        </p:sp>
        <p:sp>
          <p:nvSpPr>
            <p:cNvPr id="11" name="Isosceles Triangle 10">
              <a:extLst>
                <a:ext uri="{FF2B5EF4-FFF2-40B4-BE49-F238E27FC236}">
                  <a16:creationId xmlns:a16="http://schemas.microsoft.com/office/drawing/2014/main" id="{9F438855-AE82-D5F0-5406-6AA3814F4F79}"/>
                </a:ext>
              </a:extLst>
            </p:cNvPr>
            <p:cNvSpPr/>
            <p:nvPr/>
          </p:nvSpPr>
          <p:spPr>
            <a:xfrm flipV="1">
              <a:off x="3243543" y="1308524"/>
              <a:ext cx="712787" cy="446313"/>
            </a:xfrm>
            <a:prstGeom prst="triangle">
              <a:avLst>
                <a:gd name="adj" fmla="val 13935"/>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2" name="Group 21">
            <a:extLst>
              <a:ext uri="{FF2B5EF4-FFF2-40B4-BE49-F238E27FC236}">
                <a16:creationId xmlns:a16="http://schemas.microsoft.com/office/drawing/2014/main" id="{D16DB336-08D4-09FE-5714-8B7F182A27A1}"/>
              </a:ext>
            </a:extLst>
          </p:cNvPr>
          <p:cNvGrpSpPr/>
          <p:nvPr/>
        </p:nvGrpSpPr>
        <p:grpSpPr>
          <a:xfrm>
            <a:off x="535201" y="1544803"/>
            <a:ext cx="1540850" cy="915367"/>
            <a:chOff x="535201" y="1544803"/>
            <a:chExt cx="1540850" cy="915367"/>
          </a:xfrm>
        </p:grpSpPr>
        <p:sp>
          <p:nvSpPr>
            <p:cNvPr id="19" name="Rectangle: Rounded Corners 18">
              <a:extLst>
                <a:ext uri="{FF2B5EF4-FFF2-40B4-BE49-F238E27FC236}">
                  <a16:creationId xmlns:a16="http://schemas.microsoft.com/office/drawing/2014/main" id="{EED346D1-3F55-0995-CC7C-447F70243E91}"/>
                </a:ext>
              </a:extLst>
            </p:cNvPr>
            <p:cNvSpPr/>
            <p:nvPr/>
          </p:nvSpPr>
          <p:spPr>
            <a:xfrm>
              <a:off x="535201" y="1544803"/>
              <a:ext cx="1540850" cy="915367"/>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77C02A3A-7B69-7DBF-8335-F1457DD367E4}"/>
                </a:ext>
              </a:extLst>
            </p:cNvPr>
            <p:cNvSpPr txBox="1"/>
            <p:nvPr/>
          </p:nvSpPr>
          <p:spPr>
            <a:xfrm>
              <a:off x="824809" y="1551118"/>
              <a:ext cx="1219290" cy="369332"/>
            </a:xfrm>
            <a:prstGeom prst="rect">
              <a:avLst/>
            </a:prstGeom>
            <a:noFill/>
          </p:spPr>
          <p:txBody>
            <a:bodyPr wrap="square" rtlCol="0">
              <a:spAutoFit/>
            </a:bodyPr>
            <a:lstStyle/>
            <a:p>
              <a:r>
                <a:rPr lang="en-US" b="1"/>
                <a:t>Total APIs</a:t>
              </a:r>
            </a:p>
          </p:txBody>
        </p:sp>
      </p:grpSp>
      <p:sp>
        <p:nvSpPr>
          <p:cNvPr id="21" name="TextBox 20">
            <a:extLst>
              <a:ext uri="{FF2B5EF4-FFF2-40B4-BE49-F238E27FC236}">
                <a16:creationId xmlns:a16="http://schemas.microsoft.com/office/drawing/2014/main" id="{76D466A2-6703-01FF-6337-87FF2343FBEB}"/>
              </a:ext>
            </a:extLst>
          </p:cNvPr>
          <p:cNvSpPr txBox="1"/>
          <p:nvPr/>
        </p:nvSpPr>
        <p:spPr>
          <a:xfrm>
            <a:off x="942842" y="1866137"/>
            <a:ext cx="1101257" cy="523220"/>
          </a:xfrm>
          <a:prstGeom prst="rect">
            <a:avLst/>
          </a:prstGeom>
          <a:noFill/>
        </p:spPr>
        <p:txBody>
          <a:bodyPr wrap="square" rtlCol="0">
            <a:spAutoFit/>
          </a:bodyPr>
          <a:lstStyle/>
          <a:p>
            <a:r>
              <a:rPr lang="en-US" sz="2800" b="1"/>
              <a:t>308</a:t>
            </a:r>
          </a:p>
        </p:txBody>
      </p:sp>
      <p:grpSp>
        <p:nvGrpSpPr>
          <p:cNvPr id="27" name="Group 26">
            <a:extLst>
              <a:ext uri="{FF2B5EF4-FFF2-40B4-BE49-F238E27FC236}">
                <a16:creationId xmlns:a16="http://schemas.microsoft.com/office/drawing/2014/main" id="{7948AC81-4606-9ACA-56D6-127C975468DB}"/>
              </a:ext>
            </a:extLst>
          </p:cNvPr>
          <p:cNvGrpSpPr/>
          <p:nvPr/>
        </p:nvGrpSpPr>
        <p:grpSpPr>
          <a:xfrm>
            <a:off x="2194083" y="1544803"/>
            <a:ext cx="1620387" cy="922113"/>
            <a:chOff x="2373626" y="1566939"/>
            <a:chExt cx="1673818" cy="922113"/>
          </a:xfrm>
        </p:grpSpPr>
        <p:sp>
          <p:nvSpPr>
            <p:cNvPr id="24" name="Rectangle: Rounded Corners 23">
              <a:extLst>
                <a:ext uri="{FF2B5EF4-FFF2-40B4-BE49-F238E27FC236}">
                  <a16:creationId xmlns:a16="http://schemas.microsoft.com/office/drawing/2014/main" id="{458BF633-25F3-B96A-1E31-7D5D29C60459}"/>
                </a:ext>
              </a:extLst>
            </p:cNvPr>
            <p:cNvSpPr/>
            <p:nvPr/>
          </p:nvSpPr>
          <p:spPr>
            <a:xfrm>
              <a:off x="2373626" y="1573685"/>
              <a:ext cx="1540850" cy="915367"/>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AFF4159E-F0EB-2C4A-EECB-652BD081B152}"/>
                </a:ext>
              </a:extLst>
            </p:cNvPr>
            <p:cNvSpPr txBox="1"/>
            <p:nvPr/>
          </p:nvSpPr>
          <p:spPr>
            <a:xfrm>
              <a:off x="2412483" y="1566939"/>
              <a:ext cx="1548817" cy="369332"/>
            </a:xfrm>
            <a:prstGeom prst="rect">
              <a:avLst/>
            </a:prstGeom>
            <a:noFill/>
          </p:spPr>
          <p:txBody>
            <a:bodyPr wrap="square" rtlCol="0">
              <a:spAutoFit/>
            </a:bodyPr>
            <a:lstStyle/>
            <a:p>
              <a:r>
                <a:rPr lang="en-US" b="1"/>
                <a:t> Working APIs</a:t>
              </a:r>
            </a:p>
          </p:txBody>
        </p:sp>
        <p:sp>
          <p:nvSpPr>
            <p:cNvPr id="26" name="TextBox 25">
              <a:extLst>
                <a:ext uri="{FF2B5EF4-FFF2-40B4-BE49-F238E27FC236}">
                  <a16:creationId xmlns:a16="http://schemas.microsoft.com/office/drawing/2014/main" id="{C504BEE8-9E6B-FD11-5262-BEF6192BB712}"/>
                </a:ext>
              </a:extLst>
            </p:cNvPr>
            <p:cNvSpPr txBox="1"/>
            <p:nvPr/>
          </p:nvSpPr>
          <p:spPr>
            <a:xfrm>
              <a:off x="2848357" y="1881958"/>
              <a:ext cx="1199087" cy="523220"/>
            </a:xfrm>
            <a:prstGeom prst="rect">
              <a:avLst/>
            </a:prstGeom>
            <a:noFill/>
          </p:spPr>
          <p:txBody>
            <a:bodyPr wrap="square" rtlCol="0">
              <a:spAutoFit/>
            </a:bodyPr>
            <a:lstStyle/>
            <a:p>
              <a:r>
                <a:rPr lang="en-US" sz="2800" b="1"/>
                <a:t>70</a:t>
              </a:r>
            </a:p>
          </p:txBody>
        </p:sp>
      </p:grpSp>
      <p:grpSp>
        <p:nvGrpSpPr>
          <p:cNvPr id="28" name="Group 27">
            <a:extLst>
              <a:ext uri="{FF2B5EF4-FFF2-40B4-BE49-F238E27FC236}">
                <a16:creationId xmlns:a16="http://schemas.microsoft.com/office/drawing/2014/main" id="{04D34B59-2911-53CF-21D0-82C400378C74}"/>
              </a:ext>
            </a:extLst>
          </p:cNvPr>
          <p:cNvGrpSpPr/>
          <p:nvPr/>
        </p:nvGrpSpPr>
        <p:grpSpPr>
          <a:xfrm>
            <a:off x="3807212" y="1533918"/>
            <a:ext cx="1544706" cy="922113"/>
            <a:chOff x="2325629" y="1566939"/>
            <a:chExt cx="1635672" cy="922113"/>
          </a:xfrm>
        </p:grpSpPr>
        <p:sp>
          <p:nvSpPr>
            <p:cNvPr id="29" name="Rectangle: Rounded Corners 28">
              <a:extLst>
                <a:ext uri="{FF2B5EF4-FFF2-40B4-BE49-F238E27FC236}">
                  <a16:creationId xmlns:a16="http://schemas.microsoft.com/office/drawing/2014/main" id="{F911D548-DCA7-0779-874D-28F962D065C0}"/>
                </a:ext>
              </a:extLst>
            </p:cNvPr>
            <p:cNvSpPr/>
            <p:nvPr/>
          </p:nvSpPr>
          <p:spPr>
            <a:xfrm>
              <a:off x="2373626" y="1573685"/>
              <a:ext cx="1540850" cy="915367"/>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21E25916-C5D7-C29B-4048-F290DBEC1F6E}"/>
                </a:ext>
              </a:extLst>
            </p:cNvPr>
            <p:cNvSpPr txBox="1"/>
            <p:nvPr/>
          </p:nvSpPr>
          <p:spPr>
            <a:xfrm>
              <a:off x="2325629" y="1566939"/>
              <a:ext cx="1635672" cy="369332"/>
            </a:xfrm>
            <a:prstGeom prst="rect">
              <a:avLst/>
            </a:prstGeom>
            <a:noFill/>
          </p:spPr>
          <p:txBody>
            <a:bodyPr wrap="square" rtlCol="0">
              <a:spAutoFit/>
            </a:bodyPr>
            <a:lstStyle/>
            <a:p>
              <a:r>
                <a:rPr lang="en-US" b="1"/>
                <a:t> APIs Covered</a:t>
              </a:r>
            </a:p>
          </p:txBody>
        </p:sp>
        <p:sp>
          <p:nvSpPr>
            <p:cNvPr id="31" name="TextBox 30">
              <a:extLst>
                <a:ext uri="{FF2B5EF4-FFF2-40B4-BE49-F238E27FC236}">
                  <a16:creationId xmlns:a16="http://schemas.microsoft.com/office/drawing/2014/main" id="{2A9783E0-80DC-5F66-04DD-6C9F51AAF7AC}"/>
                </a:ext>
              </a:extLst>
            </p:cNvPr>
            <p:cNvSpPr txBox="1"/>
            <p:nvPr/>
          </p:nvSpPr>
          <p:spPr>
            <a:xfrm>
              <a:off x="2823839" y="1899158"/>
              <a:ext cx="1101257" cy="523220"/>
            </a:xfrm>
            <a:prstGeom prst="rect">
              <a:avLst/>
            </a:prstGeom>
            <a:noFill/>
          </p:spPr>
          <p:txBody>
            <a:bodyPr wrap="square" rtlCol="0">
              <a:spAutoFit/>
            </a:bodyPr>
            <a:lstStyle/>
            <a:p>
              <a:r>
                <a:rPr lang="en-US" sz="2800" b="1"/>
                <a:t>70</a:t>
              </a:r>
            </a:p>
          </p:txBody>
        </p:sp>
      </p:grpSp>
      <p:grpSp>
        <p:nvGrpSpPr>
          <p:cNvPr id="32" name="Group 31">
            <a:extLst>
              <a:ext uri="{FF2B5EF4-FFF2-40B4-BE49-F238E27FC236}">
                <a16:creationId xmlns:a16="http://schemas.microsoft.com/office/drawing/2014/main" id="{A82381C3-6162-BADB-3E81-7A8217C8EBB8}"/>
              </a:ext>
            </a:extLst>
          </p:cNvPr>
          <p:cNvGrpSpPr/>
          <p:nvPr/>
        </p:nvGrpSpPr>
        <p:grpSpPr>
          <a:xfrm>
            <a:off x="5441580" y="1551118"/>
            <a:ext cx="1544706" cy="922113"/>
            <a:chOff x="2325629" y="1566939"/>
            <a:chExt cx="1635672" cy="922113"/>
          </a:xfrm>
        </p:grpSpPr>
        <p:sp>
          <p:nvSpPr>
            <p:cNvPr id="33" name="Rectangle: Rounded Corners 32">
              <a:extLst>
                <a:ext uri="{FF2B5EF4-FFF2-40B4-BE49-F238E27FC236}">
                  <a16:creationId xmlns:a16="http://schemas.microsoft.com/office/drawing/2014/main" id="{917CE9B0-AB94-58B5-6CE7-1D06132C114C}"/>
                </a:ext>
              </a:extLst>
            </p:cNvPr>
            <p:cNvSpPr/>
            <p:nvPr/>
          </p:nvSpPr>
          <p:spPr>
            <a:xfrm>
              <a:off x="2373626" y="1573685"/>
              <a:ext cx="1540850" cy="915367"/>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8F216C5B-56F1-4997-853D-4B0873133A89}"/>
                </a:ext>
              </a:extLst>
            </p:cNvPr>
            <p:cNvSpPr txBox="1"/>
            <p:nvPr/>
          </p:nvSpPr>
          <p:spPr>
            <a:xfrm>
              <a:off x="2325629" y="1566939"/>
              <a:ext cx="1635672" cy="369332"/>
            </a:xfrm>
            <a:prstGeom prst="rect">
              <a:avLst/>
            </a:prstGeom>
            <a:noFill/>
          </p:spPr>
          <p:txBody>
            <a:bodyPr wrap="square" rtlCol="0">
              <a:spAutoFit/>
            </a:bodyPr>
            <a:lstStyle/>
            <a:p>
              <a:r>
                <a:rPr lang="en-US" b="1"/>
                <a:t> Pending Data</a:t>
              </a:r>
            </a:p>
          </p:txBody>
        </p:sp>
        <p:sp>
          <p:nvSpPr>
            <p:cNvPr id="35" name="TextBox 34">
              <a:extLst>
                <a:ext uri="{FF2B5EF4-FFF2-40B4-BE49-F238E27FC236}">
                  <a16:creationId xmlns:a16="http://schemas.microsoft.com/office/drawing/2014/main" id="{2BE0480E-0BED-57EF-D88A-314AD75AD314}"/>
                </a:ext>
              </a:extLst>
            </p:cNvPr>
            <p:cNvSpPr txBox="1"/>
            <p:nvPr/>
          </p:nvSpPr>
          <p:spPr>
            <a:xfrm>
              <a:off x="2747674" y="1881958"/>
              <a:ext cx="1101257" cy="523220"/>
            </a:xfrm>
            <a:prstGeom prst="rect">
              <a:avLst/>
            </a:prstGeom>
            <a:noFill/>
          </p:spPr>
          <p:txBody>
            <a:bodyPr wrap="square" rtlCol="0">
              <a:spAutoFit/>
            </a:bodyPr>
            <a:lstStyle/>
            <a:p>
              <a:r>
                <a:rPr lang="en-US" sz="2800" b="1"/>
                <a:t>238</a:t>
              </a:r>
            </a:p>
          </p:txBody>
        </p:sp>
      </p:grpSp>
      <p:graphicFrame>
        <p:nvGraphicFramePr>
          <p:cNvPr id="39" name="Chart 38">
            <a:extLst>
              <a:ext uri="{FF2B5EF4-FFF2-40B4-BE49-F238E27FC236}">
                <a16:creationId xmlns:a16="http://schemas.microsoft.com/office/drawing/2014/main" id="{FD77CB1E-8262-227C-34C3-F439B3A288B4}"/>
              </a:ext>
            </a:extLst>
          </p:cNvPr>
          <p:cNvGraphicFramePr/>
          <p:nvPr>
            <p:extLst>
              <p:ext uri="{D42A27DB-BD31-4B8C-83A1-F6EECF244321}">
                <p14:modId xmlns:p14="http://schemas.microsoft.com/office/powerpoint/2010/main" val="23513677"/>
              </p:ext>
            </p:extLst>
          </p:nvPr>
        </p:nvGraphicFramePr>
        <p:xfrm>
          <a:off x="1086443" y="2798704"/>
          <a:ext cx="5479143" cy="2975964"/>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7889075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F2845-194A-F828-7EC0-F8C91CAE30D8}"/>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3A729512-E6F2-D801-81F9-5A0E7DD2F3EC}"/>
              </a:ext>
            </a:extLst>
          </p:cNvPr>
          <p:cNvSpPr>
            <a:spLocks noGrp="1"/>
          </p:cNvSpPr>
          <p:nvPr>
            <p:ph type="body" sz="quarter" idx="10"/>
          </p:nvPr>
        </p:nvSpPr>
        <p:spPr/>
        <p:txBody>
          <a:bodyPr/>
          <a:lstStyle/>
          <a:p>
            <a:r>
              <a:rPr lang="en-IN"/>
              <a:t>Challenges</a:t>
            </a:r>
            <a:endParaRPr lang="en-US"/>
          </a:p>
        </p:txBody>
      </p:sp>
      <p:graphicFrame>
        <p:nvGraphicFramePr>
          <p:cNvPr id="26" name="Table 25">
            <a:extLst>
              <a:ext uri="{FF2B5EF4-FFF2-40B4-BE49-F238E27FC236}">
                <a16:creationId xmlns:a16="http://schemas.microsoft.com/office/drawing/2014/main" id="{D7003047-9A53-AAC0-1864-AFEC349061E1}"/>
              </a:ext>
            </a:extLst>
          </p:cNvPr>
          <p:cNvGraphicFramePr>
            <a:graphicFrameLocks noGrp="1"/>
          </p:cNvGraphicFramePr>
          <p:nvPr>
            <p:extLst>
              <p:ext uri="{D42A27DB-BD31-4B8C-83A1-F6EECF244321}">
                <p14:modId xmlns:p14="http://schemas.microsoft.com/office/powerpoint/2010/main" val="3239385366"/>
              </p:ext>
            </p:extLst>
          </p:nvPr>
        </p:nvGraphicFramePr>
        <p:xfrm>
          <a:off x="359682" y="1190456"/>
          <a:ext cx="11200259" cy="2537625"/>
        </p:xfrm>
        <a:graphic>
          <a:graphicData uri="http://schemas.openxmlformats.org/drawingml/2006/table">
            <a:tbl>
              <a:tblPr firstRow="1" bandRow="1"/>
              <a:tblGrid>
                <a:gridCol w="783318">
                  <a:extLst>
                    <a:ext uri="{9D8B030D-6E8A-4147-A177-3AD203B41FA5}">
                      <a16:colId xmlns:a16="http://schemas.microsoft.com/office/drawing/2014/main" val="380110605"/>
                    </a:ext>
                  </a:extLst>
                </a:gridCol>
                <a:gridCol w="3701143">
                  <a:extLst>
                    <a:ext uri="{9D8B030D-6E8A-4147-A177-3AD203B41FA5}">
                      <a16:colId xmlns:a16="http://schemas.microsoft.com/office/drawing/2014/main" val="3801058098"/>
                    </a:ext>
                  </a:extLst>
                </a:gridCol>
                <a:gridCol w="4887400">
                  <a:extLst>
                    <a:ext uri="{9D8B030D-6E8A-4147-A177-3AD203B41FA5}">
                      <a16:colId xmlns:a16="http://schemas.microsoft.com/office/drawing/2014/main" val="694354832"/>
                    </a:ext>
                  </a:extLst>
                </a:gridCol>
                <a:gridCol w="1828398">
                  <a:extLst>
                    <a:ext uri="{9D8B030D-6E8A-4147-A177-3AD203B41FA5}">
                      <a16:colId xmlns:a16="http://schemas.microsoft.com/office/drawing/2014/main" val="35952508"/>
                    </a:ext>
                  </a:extLst>
                </a:gridCol>
              </a:tblGrid>
              <a:tr h="708825">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pPr algn="ctr"/>
                      <a:r>
                        <a:rPr lang="en-IN" sz="1200">
                          <a:solidFill>
                            <a:sysClr val="windowText" lastClr="000000"/>
                          </a:solidFill>
                          <a:latin typeface="+mn-lt"/>
                        </a:rPr>
                        <a:t>Sr. 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pPr algn="ctr"/>
                      <a:r>
                        <a:rPr lang="en-IN" sz="1200">
                          <a:solidFill>
                            <a:sysClr val="windowText" lastClr="000000"/>
                          </a:solidFill>
                          <a:latin typeface="+mn-lt"/>
                        </a:rPr>
                        <a:t>Challenges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ctr"/>
                      <a:r>
                        <a:rPr lang="en-IN" sz="1200" b="1">
                          <a:solidFill>
                            <a:sysClr val="windowText" lastClr="000000"/>
                          </a:solidFill>
                          <a:latin typeface="+mn-lt"/>
                        </a:rPr>
                        <a:t>Solution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ctr"/>
                      <a:r>
                        <a:rPr lang="en-IN" sz="1200" b="1">
                          <a:solidFill>
                            <a:sysClr val="windowText" lastClr="000000"/>
                          </a:solidFill>
                          <a:latin typeface="+mn-lt"/>
                        </a:rPr>
                        <a:t>Timelines (to be provided by the application team)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3798434114"/>
                  </a:ext>
                </a:extLst>
              </a:tr>
              <a:tr h="425295">
                <a:tc>
                  <a:txBody>
                    <a:bodyPr/>
                    <a:lstStyle/>
                    <a:p>
                      <a:pPr algn="ctr"/>
                      <a:r>
                        <a:rPr lang="en-IN" sz="1200">
                          <a:latin typeface="+mn-lt"/>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IN" sz="1200">
                          <a:ea typeface="Calibri"/>
                          <a:cs typeface="Calibri"/>
                        </a:rPr>
                        <a:t>UAT and Production Environments not in sync.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en-IN" sz="1200" b="0" i="0" u="none" strike="noStrike">
                          <a:solidFill>
                            <a:srgbClr val="000000"/>
                          </a:solidFill>
                          <a:effectLst/>
                          <a:latin typeface="+mn-lt"/>
                        </a:rPr>
                        <a:t>Align UAT and Production environments by enforcing standard configuration and periodic synchronization.</a:t>
                      </a:r>
                      <a:endParaRPr lang="en-US" sz="1200" b="0" i="0" u="none" strike="noStrike">
                        <a:solidFill>
                          <a:srgbClr val="000000"/>
                        </a:solidFill>
                        <a:effectLst/>
                        <a:latin typeface="+mn-lt"/>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endParaRPr lang="en-US" sz="1200" b="0" i="0" u="none" strike="noStrike">
                        <a:solidFill>
                          <a:srgbClr val="000000"/>
                        </a:solidFill>
                        <a:effectLst/>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68204396"/>
                  </a:ext>
                </a:extLst>
              </a:tr>
              <a:tr h="425295">
                <a:tc>
                  <a:txBody>
                    <a:bodyPr/>
                    <a:lstStyle/>
                    <a:p>
                      <a:pPr algn="ctr"/>
                      <a:r>
                        <a:rPr lang="en-IN" sz="1200">
                          <a:latin typeface="+mn-lt"/>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IN" sz="1200"/>
                        <a:t>Lack of application documentation such as architecture diagrams, data flow diagrams, user roles matrix etc.</a:t>
                      </a:r>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en-IN" sz="1200" b="0" i="0" u="none" strike="noStrike">
                          <a:solidFill>
                            <a:srgbClr val="000000"/>
                          </a:solidFill>
                          <a:effectLst/>
                          <a:latin typeface="+mn-lt"/>
                        </a:rPr>
                        <a:t>Create and maintain essential application documentation and ensure periodic update and reviews.</a:t>
                      </a:r>
                      <a:endParaRPr lang="en-US" sz="1200" b="0" i="0" u="none" strike="noStrike">
                        <a:solidFill>
                          <a:srgbClr val="000000"/>
                        </a:solidFill>
                        <a:effectLst/>
                        <a:latin typeface="+mn-lt"/>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endParaRPr lang="en-US" sz="1200" b="0" i="0" u="none" strike="noStrike">
                        <a:solidFill>
                          <a:srgbClr val="000000"/>
                        </a:solidFill>
                        <a:effectLst/>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32083686"/>
                  </a:ext>
                </a:extLst>
              </a:tr>
              <a:tr h="425295">
                <a:tc>
                  <a:txBody>
                    <a:bodyPr/>
                    <a:lstStyle/>
                    <a:p>
                      <a:pPr algn="ctr"/>
                      <a:r>
                        <a:rPr lang="en-IN" sz="1200">
                          <a:latin typeface="+mn-lt"/>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IN" sz="1200"/>
                        <a:t>Requirement of multiple follow-ups for VAPT pre-requisites and API collections.</a:t>
                      </a:r>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en-IN" sz="1200" b="0" i="0" u="none" strike="noStrike">
                          <a:solidFill>
                            <a:srgbClr val="000000"/>
                          </a:solidFill>
                          <a:effectLst/>
                          <a:latin typeface="+mn-lt"/>
                        </a:rPr>
                        <a:t>Maintain up to date application and API inventory along with necessary documentation.</a:t>
                      </a:r>
                      <a:endParaRPr lang="en-US" sz="1200" b="0" i="0" u="none" strike="noStrike">
                        <a:solidFill>
                          <a:srgbClr val="000000"/>
                        </a:solidFill>
                        <a:effectLst/>
                        <a:latin typeface="+mn-lt"/>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endParaRPr lang="en-US" sz="1200" b="0" i="0" u="none" strike="noStrike">
                        <a:solidFill>
                          <a:srgbClr val="000000"/>
                        </a:solidFill>
                        <a:effectLst/>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54339381"/>
                  </a:ext>
                </a:extLst>
              </a:tr>
              <a:tr h="425295">
                <a:tc>
                  <a:txBody>
                    <a:bodyPr/>
                    <a:lstStyle/>
                    <a:p>
                      <a:pPr algn="ctr"/>
                      <a:r>
                        <a:rPr lang="en-IN" sz="1200">
                          <a:latin typeface="+mn-lt"/>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IN" sz="1200"/>
                        <a:t>Lack of visibility on the list of technologies in the environment.</a:t>
                      </a:r>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en-IN" sz="1200" b="0" i="0" u="none" strike="noStrike">
                          <a:solidFill>
                            <a:srgbClr val="000000"/>
                          </a:solidFill>
                          <a:effectLst/>
                          <a:latin typeface="+mn-lt"/>
                        </a:rPr>
                        <a:t>Maintain an inventory of technologies in use and ensure periodic updates.</a:t>
                      </a:r>
                      <a:endParaRPr lang="en-US" sz="1200" b="0" i="0" u="none" strike="noStrike">
                        <a:solidFill>
                          <a:srgbClr val="000000"/>
                        </a:solidFill>
                        <a:effectLst/>
                        <a:latin typeface="+mn-lt"/>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endParaRPr lang="en-US" sz="1200" b="0" i="0" u="none" strike="noStrike">
                        <a:solidFill>
                          <a:srgbClr val="000000"/>
                        </a:solidFill>
                        <a:effectLst/>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79754262"/>
                  </a:ext>
                </a:extLst>
              </a:tr>
            </a:tbl>
          </a:graphicData>
        </a:graphic>
      </p:graphicFrame>
    </p:spTree>
    <p:extLst>
      <p:ext uri="{BB962C8B-B14F-4D97-AF65-F5344CB8AC3E}">
        <p14:creationId xmlns:p14="http://schemas.microsoft.com/office/powerpoint/2010/main" val="13239605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93D7099-414D-012C-6B81-A392A4B289D6}"/>
              </a:ext>
            </a:extLst>
          </p:cNvPr>
          <p:cNvSpPr>
            <a:spLocks noGrp="1"/>
          </p:cNvSpPr>
          <p:nvPr>
            <p:ph type="body" sz="quarter" idx="10"/>
          </p:nvPr>
        </p:nvSpPr>
        <p:spPr/>
        <p:txBody>
          <a:bodyPr>
            <a:normAutofit fontScale="85000" lnSpcReduction="20000"/>
          </a:bodyPr>
          <a:lstStyle/>
          <a:p>
            <a:r>
              <a:rPr lang="en-IN" sz="3600" b="1">
                <a:latin typeface="+mn-lt"/>
              </a:rPr>
              <a:t>        </a:t>
            </a:r>
          </a:p>
          <a:p>
            <a:r>
              <a:rPr lang="en-IN" sz="3600" b="1">
                <a:latin typeface="+mn-lt"/>
              </a:rPr>
              <a:t>                                 </a:t>
            </a:r>
            <a:r>
              <a:rPr lang="en-IN" sz="3800" b="1">
                <a:latin typeface="+mn-lt"/>
              </a:rPr>
              <a:t>Thank You</a:t>
            </a:r>
          </a:p>
          <a:p>
            <a:endParaRPr lang="en-US"/>
          </a:p>
        </p:txBody>
      </p:sp>
    </p:spTree>
    <p:extLst>
      <p:ext uri="{BB962C8B-B14F-4D97-AF65-F5344CB8AC3E}">
        <p14:creationId xmlns:p14="http://schemas.microsoft.com/office/powerpoint/2010/main" val="1034976415"/>
      </p:ext>
    </p:extLst>
  </p:cSld>
  <p:clrMapOvr>
    <a:masterClrMapping/>
  </p:clrMapOvr>
</p:sld>
</file>

<file path=ppt/theme/theme1.xml><?xml version="1.0" encoding="utf-8"?>
<a:theme xmlns:a="http://schemas.openxmlformats.org/drawingml/2006/main" name="Office Theme">
  <a:themeElements>
    <a:clrScheme name="Custom 1">
      <a:dk1>
        <a:sysClr val="windowText" lastClr="000000"/>
      </a:dk1>
      <a:lt1>
        <a:sysClr val="window" lastClr="FFFFFF"/>
      </a:lt1>
      <a:dk2>
        <a:srgbClr val="44546A"/>
      </a:dk2>
      <a:lt2>
        <a:srgbClr val="E7E6E6"/>
      </a:lt2>
      <a:accent1>
        <a:srgbClr val="7F7F7F"/>
      </a:accent1>
      <a:accent2>
        <a:srgbClr val="A5A5A5"/>
      </a:accent2>
      <a:accent3>
        <a:srgbClr val="BFBFBF"/>
      </a:accent3>
      <a:accent4>
        <a:srgbClr val="D8D8D8"/>
      </a:accent4>
      <a:accent5>
        <a:srgbClr val="F2F2F2"/>
      </a:accent5>
      <a:accent6>
        <a:srgbClr val="FFFFFF"/>
      </a:accent6>
      <a:hlink>
        <a:srgbClr val="A5A5A5"/>
      </a:hlink>
      <a:folHlink>
        <a:srgbClr val="7F7F7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B4BC765B47BAD478BBD0550F092A3A2" ma:contentTypeVersion="11" ma:contentTypeDescription="Create a new document." ma:contentTypeScope="" ma:versionID="1a0d23e052ee4a987d7f12be7afa1d8a">
  <xsd:schema xmlns:xsd="http://www.w3.org/2001/XMLSchema" xmlns:xs="http://www.w3.org/2001/XMLSchema" xmlns:p="http://schemas.microsoft.com/office/2006/metadata/properties" xmlns:ns2="0fdc5da1-8074-40ec-adc4-d0f500989b35" xmlns:ns3="fda33208-ba42-4737-b322-027666f166de" targetNamespace="http://schemas.microsoft.com/office/2006/metadata/properties" ma:root="true" ma:fieldsID="a7c018b412b81ffa9572c161f5fe2ecd" ns2:_="" ns3:_="">
    <xsd:import namespace="0fdc5da1-8074-40ec-adc4-d0f500989b35"/>
    <xsd:import namespace="fda33208-ba42-4737-b322-027666f166d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BillingMetadata" minOccurs="0"/>
                <xsd:element ref="ns2:MediaServiceDateTaken" minOccurs="0"/>
                <xsd:element ref="ns2:lcf76f155ced4ddcb4097134ff3c332f" minOccurs="0"/>
                <xsd:element ref="ns3:TaxCatchAll"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fdc5da1-8074-40ec-adc4-d0f500989b3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BillingMetadata" ma:index="11" nillable="true" ma:displayName="MediaServiceBillingMetadata" ma:hidden="true" ma:internalName="MediaServiceBillingMetadata" ma:readOnly="true">
      <xsd:simpleType>
        <xsd:restriction base="dms:Note"/>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lcf76f155ced4ddcb4097134ff3c332f" ma:index="14" nillable="true" ma:taxonomy="true" ma:internalName="lcf76f155ced4ddcb4097134ff3c332f" ma:taxonomyFieldName="MediaServiceImageTags" ma:displayName="Image Tags" ma:readOnly="false" ma:fieldId="{5cf76f15-5ced-4ddc-b409-7134ff3c332f}" ma:taxonomyMulti="true" ma:sspId="c881480c-4f72-4d14-88ce-61044ab894ab" ma:termSetId="09814cd3-568e-fe90-9814-8d621ff8fb84" ma:anchorId="fba54fb3-c3e1-fe81-a776-ca4b69148c4d" ma:open="true" ma:isKeyword="false">
      <xsd:complexType>
        <xsd:sequence>
          <xsd:element ref="pc:Terms" minOccurs="0" maxOccurs="1"/>
        </xsd:sequence>
      </xsd:complex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da33208-ba42-4737-b322-027666f166de" elementFormDefault="qualified">
    <xsd:import namespace="http://schemas.microsoft.com/office/2006/documentManagement/types"/>
    <xsd:import namespace="http://schemas.microsoft.com/office/infopath/2007/PartnerControls"/>
    <xsd:element name="TaxCatchAll" ma:index="15" nillable="true" ma:displayName="Taxonomy Catch All Column" ma:hidden="true" ma:list="{b1dd46f7-4e8b-4805-bceb-86e07483b60f}" ma:internalName="TaxCatchAll" ma:showField="CatchAllData" ma:web="fda33208-ba42-4737-b322-027666f166d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0fdc5da1-8074-40ec-adc4-d0f500989b35">
      <Terms xmlns="http://schemas.microsoft.com/office/infopath/2007/PartnerControls"/>
    </lcf76f155ced4ddcb4097134ff3c332f>
    <TaxCatchAll xmlns="fda33208-ba42-4737-b322-027666f166de"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60E7A868-4E5C-492B-A52B-E4C3C67F19B4}">
  <ds:schemaRefs>
    <ds:schemaRef ds:uri="0fdc5da1-8074-40ec-adc4-d0f500989b35"/>
    <ds:schemaRef ds:uri="fda33208-ba42-4737-b322-027666f166d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163889B8-F203-434D-8EAF-291BCB6D459E}">
  <ds:schemaRefs>
    <ds:schemaRef ds:uri="http://schemas.microsoft.com/office/infopath/2007/PartnerControls"/>
    <ds:schemaRef ds:uri="http://www.w3.org/XML/1998/namespace"/>
    <ds:schemaRef ds:uri="http://purl.org/dc/elements/1.1/"/>
    <ds:schemaRef ds:uri="http://schemas.openxmlformats.org/package/2006/metadata/core-properties"/>
    <ds:schemaRef ds:uri="http://purl.org/dc/terms/"/>
    <ds:schemaRef ds:uri="fda33208-ba42-4737-b322-027666f166de"/>
    <ds:schemaRef ds:uri="http://schemas.microsoft.com/office/2006/documentManagement/types"/>
    <ds:schemaRef ds:uri="0fdc5da1-8074-40ec-adc4-d0f500989b35"/>
    <ds:schemaRef ds:uri="http://schemas.microsoft.com/office/2006/metadata/properties"/>
    <ds:schemaRef ds:uri="http://purl.org/dc/dcmitype/"/>
  </ds:schemaRefs>
</ds:datastoreItem>
</file>

<file path=customXml/itemProps3.xml><?xml version="1.0" encoding="utf-8"?>
<ds:datastoreItem xmlns:ds="http://schemas.openxmlformats.org/officeDocument/2006/customXml" ds:itemID="{B65EEF66-7F57-42F5-BF82-BE6C44A5E87A}">
  <ds:schemaRefs>
    <ds:schemaRef ds:uri="http://schemas.microsoft.com/sharepoint/v3/contenttype/forms"/>
  </ds:schemaRefs>
</ds:datastoreItem>
</file>

<file path=docMetadata/LabelInfo.xml><?xml version="1.0" encoding="utf-8"?>
<clbl:labelList xmlns:clbl="http://schemas.microsoft.com/office/2020/mipLabelMetadata">
  <clbl:label id="{91dcfa83-d4e3-437a-bef0-d0a57d0e92a0}" enabled="0" method="" siteId="{91dcfa83-d4e3-437a-bef0-d0a57d0e92a0}" removed="1"/>
</clbl:labelList>
</file>

<file path=docProps/app.xml><?xml version="1.0" encoding="utf-8"?>
<Properties xmlns="http://schemas.openxmlformats.org/officeDocument/2006/extended-properties" xmlns:vt="http://schemas.openxmlformats.org/officeDocument/2006/docPropsVTypes">
  <TotalTime>0</TotalTime>
  <Words>2295</Words>
  <Application>Microsoft Office PowerPoint</Application>
  <PresentationFormat>Widescreen</PresentationFormat>
  <Paragraphs>931</Paragraphs>
  <Slides>16</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Arial</vt:lpstr>
      <vt:lpstr>Calibri</vt:lpstr>
      <vt:lpstr>Calibri Light</vt:lpstr>
      <vt:lpstr>Courier New</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roshan lotyer</dc:creator>
  <cp:lastModifiedBy>Shatrudhan Shrivastava</cp:lastModifiedBy>
  <cp:revision>1</cp:revision>
  <dcterms:created xsi:type="dcterms:W3CDTF">2024-12-30T06:42:37Z</dcterms:created>
  <dcterms:modified xsi:type="dcterms:W3CDTF">2026-04-25T12:47:34Z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0x0101007B4BC765B47BAD478BBD0550F092A3A2</vt:lpwstr>
  </property>
  <property fmtid="{D5CDD505-2E9C-101B-9397-08002B2CF9AE}" pid="3" name="MediaServiceImageTags">
    <vt:lpwstr/>
  </property>
</Properties>
</file>